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1834" r:id="rId3"/>
    <p:sldId id="2670" r:id="rId4"/>
    <p:sldId id="2671" r:id="rId5"/>
    <p:sldId id="2673" r:id="rId6"/>
    <p:sldId id="267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91" d="100"/>
          <a:sy n="91" d="100"/>
        </p:scale>
        <p:origin x="38" y="8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70E46-1ED2-4A61-9B49-AC4905594B9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F8E9A-74E7-4A79-94AA-CB1BC5B9C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88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865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9220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1C9EA-9C9D-EE94-F4C0-F0A0C939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295B93-9D14-0980-ADBE-70F6C0D57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9CB431-317A-881C-2D30-549176259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3A29A6-FE31-A523-1482-2288CE754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8760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3D13-9178-359D-BDFF-D016B8F7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AC89C4-62A2-56C3-ECD9-A40F84286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AF459A-903B-AA45-3034-81083922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9E4414-01EB-CE43-B3AB-D3338F2D1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849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D2B4-AF83-ED14-5AAE-2012F98E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493099-AA04-51F3-B483-84125BB06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87024E-5B7C-3C67-3BD6-4150A4603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F7B60C-9F1E-1712-932F-55AF496DA5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530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D7B6D-040C-3E52-A01A-F8BB31471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70490C-EB48-C8D4-A127-B00871F20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9D80C5-B457-8992-E0FA-1EC05D36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362D33-36B2-0F91-6882-84FACBD0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ABBF86-D5DD-B9B2-0689-F2CDE8FF1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62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F8313-6B65-94E9-F44D-81799A1F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77B845-35AE-98FD-2E5A-ACAC80DE9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232B76-2600-358E-A64F-F57F1A4F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95036F-0B89-1355-5A79-7386B253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C41BCC-7B76-4FF0-E74A-42F54DC8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16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271E7-8B58-7AFC-D078-0C6C5564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0688D9-3F4F-1857-BF50-9D76E08AD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CE7641-E479-C7F7-EB49-2614B853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8DC7AA-CC27-5358-C0CD-53C8AD3E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8EC011-DEF6-93A1-5B56-FC650DBA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86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8BE0-E921-DFC6-EBC8-764E2EBF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326032-FAAA-59D6-4F98-F52B314EF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867EBA-274F-B9F6-0050-488FCCA57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FE4DFC-E273-584E-F238-E3D038A6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510635-165B-7FE2-C00F-7E10250A4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45BBC5-9BE8-0EA0-6EB9-BD4D3DAD6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683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C6812-4125-DB67-6032-C269C10F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0D9A47-A28A-7104-EAD4-E8DE4AAB0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A7861E-01EA-6933-F24F-B94F32CFD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B3D8E4-AA2D-F69B-13B4-479932D64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0F191A-76C6-0348-AFEE-BE4107941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815A47-C395-28EA-7E4D-CB8114223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550A93-F6CD-BF2D-EF21-1DDCBBFD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0BF747-D1D3-8610-19DF-6FAE865A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73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07C60-AC96-FD7A-EB3C-E0C7A7B45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CCAC94-57A9-729C-6307-B60ECEC8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7B5BC7-FCED-4E3F-D21A-4DA55FDC0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303EAC-AABF-6E3A-B1F2-323951C5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31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628B43-84D2-1276-B048-7E6D3C4E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AE52A5-3BD5-FDC1-8B71-3F18BCE3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1E868E-40D6-3B05-92C4-59ABD81A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849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D89D5-27AC-EC5F-30DA-B6DB3D5C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072A6-C6A3-9257-E27D-9B213F591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BC764A-D04C-3824-6D98-D44EFE3DB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FACE07-121D-9D7B-1E84-B19010AF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B29437-5547-2B37-72AD-4BD00969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DC153B-81FA-7014-AC3F-6E0879D2F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66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9C044-6016-8B5A-FF7A-B5EB30260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F3BB08-6887-5C03-773F-0B2BC8D64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32B579-DA9D-60D0-9552-CDC6945E6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8941D9-7A90-CF11-4730-35B830D59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C66557-18EB-3106-DA0B-A4E43047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3F74E7-6840-EE1F-C9AE-6ECEDA02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902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BD3E6-1DD7-0C4B-2272-E6522BAD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50FBA8-2BDC-B6B9-EAA4-E8FB84F44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7B9FFE-2EBA-4821-6851-09D98BCFF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0A1CB5-4830-F4E7-87F4-A6E5D427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BBC0C7-FD85-7058-5F1A-AAF5B13D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181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F50953-A8A0-CF7F-7C29-C4F228503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55630F-00D6-F780-B095-62D54BE32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756E41-FB01-DA21-2EB5-65DAF373A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962763-8614-309F-6F51-9349CF07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DDEF5-6905-B4E6-3DF8-49A382E0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67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0761A886-F0D7-4C39-AFFF-052DB74E32F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61E30CDC-6882-4EF4-A98A-D29C1686BFE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CCCF7F46-A9E1-4E91-B2D6-CABC21A7DE4A}"/>
              </a:ext>
            </a:extLst>
          </p:cNvPr>
          <p:cNvSpPr/>
          <p:nvPr/>
        </p:nvSpPr>
        <p:spPr>
          <a:xfrm>
            <a:off x="8212214" y="-731905"/>
            <a:ext cx="7909979" cy="7614571"/>
          </a:xfrm>
          <a:custGeom>
            <a:avLst/>
            <a:gdLst>
              <a:gd name="connsiteX0" fmla="*/ 0 w 7909979"/>
              <a:gd name="connsiteY0" fmla="*/ 5616073 h 7614571"/>
              <a:gd name="connsiteX1" fmla="*/ 761518 w 7909979"/>
              <a:gd name="connsiteY1" fmla="*/ 5734264 h 7614571"/>
              <a:gd name="connsiteX2" fmla="*/ 2580699 w 7909979"/>
              <a:gd name="connsiteY2" fmla="*/ 5720162 h 7614571"/>
              <a:gd name="connsiteX3" fmla="*/ 2845282 w 7909979"/>
              <a:gd name="connsiteY3" fmla="*/ 5763140 h 7614571"/>
              <a:gd name="connsiteX4" fmla="*/ 3424815 w 7909979"/>
              <a:gd name="connsiteY4" fmla="*/ 5830294 h 7614571"/>
              <a:gd name="connsiteX5" fmla="*/ 3243501 w 7909979"/>
              <a:gd name="connsiteY5" fmla="*/ 6549511 h 7614571"/>
              <a:gd name="connsiteX6" fmla="*/ 3955326 w 7909979"/>
              <a:gd name="connsiteY6" fmla="*/ 6670388 h 7614571"/>
              <a:gd name="connsiteX7" fmla="*/ 4667821 w 7909979"/>
              <a:gd name="connsiteY7" fmla="*/ 6551526 h 7614571"/>
              <a:gd name="connsiteX8" fmla="*/ 4489865 w 7909979"/>
              <a:gd name="connsiteY8" fmla="*/ 5832308 h 7614571"/>
              <a:gd name="connsiteX9" fmla="*/ 5069398 w 7909979"/>
              <a:gd name="connsiteY9" fmla="*/ 5765155 h 7614571"/>
              <a:gd name="connsiteX10" fmla="*/ 5333981 w 7909979"/>
              <a:gd name="connsiteY10" fmla="*/ 5722176 h 7614571"/>
              <a:gd name="connsiteX11" fmla="*/ 7153162 w 7909979"/>
              <a:gd name="connsiteY11" fmla="*/ 5736278 h 7614571"/>
              <a:gd name="connsiteX12" fmla="*/ 7151819 w 7909979"/>
              <a:gd name="connsiteY12" fmla="*/ 5736278 h 7614571"/>
              <a:gd name="connsiteX13" fmla="*/ 7909979 w 7909979"/>
              <a:gd name="connsiteY13" fmla="*/ 5616073 h 7614571"/>
              <a:gd name="connsiteX14" fmla="*/ 7433192 w 7909979"/>
              <a:gd name="connsiteY14" fmla="*/ 6147932 h 7614571"/>
              <a:gd name="connsiteX15" fmla="*/ 4432114 w 7909979"/>
              <a:gd name="connsiteY15" fmla="*/ 6697921 h 7614571"/>
              <a:gd name="connsiteX16" fmla="*/ 4628201 w 7909979"/>
              <a:gd name="connsiteY16" fmla="*/ 7468847 h 7614571"/>
              <a:gd name="connsiteX17" fmla="*/ 3956668 w 7909979"/>
              <a:gd name="connsiteY17" fmla="*/ 7614571 h 7614571"/>
              <a:gd name="connsiteX18" fmla="*/ 3285136 w 7909979"/>
              <a:gd name="connsiteY18" fmla="*/ 7468847 h 7614571"/>
              <a:gd name="connsiteX19" fmla="*/ 3477866 w 7909979"/>
              <a:gd name="connsiteY19" fmla="*/ 6697921 h 7614571"/>
              <a:gd name="connsiteX20" fmla="*/ 476788 w 7909979"/>
              <a:gd name="connsiteY20" fmla="*/ 6147932 h 7614571"/>
              <a:gd name="connsiteX21" fmla="*/ 0 w 7909979"/>
              <a:gd name="connsiteY21" fmla="*/ 5616073 h 7614571"/>
              <a:gd name="connsiteX22" fmla="*/ 439853 w 7909979"/>
              <a:gd name="connsiteY22" fmla="*/ 4674577 h 7614571"/>
              <a:gd name="connsiteX23" fmla="*/ 860232 w 7909979"/>
              <a:gd name="connsiteY23" fmla="*/ 4720242 h 7614571"/>
              <a:gd name="connsiteX24" fmla="*/ 1224874 w 7909979"/>
              <a:gd name="connsiteY24" fmla="*/ 4720242 h 7614571"/>
              <a:gd name="connsiteX25" fmla="*/ 1642567 w 7909979"/>
              <a:gd name="connsiteY25" fmla="*/ 4716213 h 7614571"/>
              <a:gd name="connsiteX26" fmla="*/ 2273136 w 7909979"/>
              <a:gd name="connsiteY26" fmla="*/ 4732329 h 7614571"/>
              <a:gd name="connsiteX27" fmla="*/ 2954742 w 7909979"/>
              <a:gd name="connsiteY27" fmla="*/ 4890812 h 7614571"/>
              <a:gd name="connsiteX28" fmla="*/ 3436902 w 7909979"/>
              <a:gd name="connsiteY28" fmla="*/ 4924389 h 7614571"/>
              <a:gd name="connsiteX29" fmla="*/ 3274391 w 7909979"/>
              <a:gd name="connsiteY29" fmla="*/ 5616073 h 7614571"/>
              <a:gd name="connsiteX30" fmla="*/ 3945923 w 7909979"/>
              <a:gd name="connsiteY30" fmla="*/ 5695315 h 7614571"/>
              <a:gd name="connsiteX31" fmla="*/ 3962040 w 7909979"/>
              <a:gd name="connsiteY31" fmla="*/ 5695315 h 7614571"/>
              <a:gd name="connsiteX32" fmla="*/ 4633572 w 7909979"/>
              <a:gd name="connsiteY32" fmla="*/ 5615402 h 7614571"/>
              <a:gd name="connsiteX33" fmla="*/ 4475091 w 7909979"/>
              <a:gd name="connsiteY33" fmla="*/ 4925732 h 7614571"/>
              <a:gd name="connsiteX34" fmla="*/ 4956579 w 7909979"/>
              <a:gd name="connsiteY34" fmla="*/ 4892827 h 7614571"/>
              <a:gd name="connsiteX35" fmla="*/ 5638185 w 7909979"/>
              <a:gd name="connsiteY35" fmla="*/ 4734344 h 7614571"/>
              <a:gd name="connsiteX36" fmla="*/ 6268754 w 7909979"/>
              <a:gd name="connsiteY36" fmla="*/ 4718227 h 7614571"/>
              <a:gd name="connsiteX37" fmla="*/ 6686447 w 7909979"/>
              <a:gd name="connsiteY37" fmla="*/ 4722256 h 7614571"/>
              <a:gd name="connsiteX38" fmla="*/ 7051089 w 7909979"/>
              <a:gd name="connsiteY38" fmla="*/ 4722256 h 7614571"/>
              <a:gd name="connsiteX39" fmla="*/ 7049746 w 7909979"/>
              <a:gd name="connsiteY39" fmla="*/ 4720913 h 7614571"/>
              <a:gd name="connsiteX40" fmla="*/ 7470125 w 7909979"/>
              <a:gd name="connsiteY40" fmla="*/ 4675249 h 7614571"/>
              <a:gd name="connsiteX41" fmla="*/ 7067206 w 7909979"/>
              <a:gd name="connsiteY41" fmla="*/ 5072127 h 7614571"/>
              <a:gd name="connsiteX42" fmla="*/ 6480958 w 7909979"/>
              <a:gd name="connsiteY42" fmla="*/ 5340743 h 7614571"/>
              <a:gd name="connsiteX43" fmla="*/ 5055295 w 7909979"/>
              <a:gd name="connsiteY43" fmla="*/ 5657037 h 7614571"/>
              <a:gd name="connsiteX44" fmla="*/ 4416667 w 7909979"/>
              <a:gd name="connsiteY44" fmla="*/ 5728892 h 7614571"/>
              <a:gd name="connsiteX45" fmla="*/ 4354215 w 7909979"/>
              <a:gd name="connsiteY45" fmla="*/ 5734936 h 7614571"/>
              <a:gd name="connsiteX46" fmla="*/ 4534185 w 7909979"/>
              <a:gd name="connsiteY46" fmla="*/ 6462212 h 7614571"/>
              <a:gd name="connsiteX47" fmla="*/ 3955325 w 7909979"/>
              <a:gd name="connsiteY47" fmla="*/ 6560256 h 7614571"/>
              <a:gd name="connsiteX48" fmla="*/ 3377136 w 7909979"/>
              <a:gd name="connsiteY48" fmla="*/ 6462212 h 7614571"/>
              <a:gd name="connsiteX49" fmla="*/ 3555763 w 7909979"/>
              <a:gd name="connsiteY49" fmla="*/ 5734264 h 7614571"/>
              <a:gd name="connsiteX50" fmla="*/ 3493311 w 7909979"/>
              <a:gd name="connsiteY50" fmla="*/ 5728221 h 7614571"/>
              <a:gd name="connsiteX51" fmla="*/ 2854683 w 7909979"/>
              <a:gd name="connsiteY51" fmla="*/ 5656366 h 7614571"/>
              <a:gd name="connsiteX52" fmla="*/ 1429020 w 7909979"/>
              <a:gd name="connsiteY52" fmla="*/ 5340071 h 7614571"/>
              <a:gd name="connsiteX53" fmla="*/ 842772 w 7909979"/>
              <a:gd name="connsiteY53" fmla="*/ 5071456 h 7614571"/>
              <a:gd name="connsiteX54" fmla="*/ 439853 w 7909979"/>
              <a:gd name="connsiteY54" fmla="*/ 4674577 h 7614571"/>
              <a:gd name="connsiteX55" fmla="*/ 7068549 w 7909979"/>
              <a:gd name="connsiteY55" fmla="*/ 3632350 h 7614571"/>
              <a:gd name="connsiteX56" fmla="*/ 6672345 w 7909979"/>
              <a:gd name="connsiteY56" fmla="*/ 4068177 h 7614571"/>
              <a:gd name="connsiteX57" fmla="*/ 6086769 w 7909979"/>
              <a:gd name="connsiteY57" fmla="*/ 4446925 h 7614571"/>
              <a:gd name="connsiteX58" fmla="*/ 4933748 w 7909979"/>
              <a:gd name="connsiteY58" fmla="*/ 4782694 h 7614571"/>
              <a:gd name="connsiteX59" fmla="*/ 4436142 w 7909979"/>
              <a:gd name="connsiteY59" fmla="*/ 4814256 h 7614571"/>
              <a:gd name="connsiteX60" fmla="*/ 4403237 w 7909979"/>
              <a:gd name="connsiteY60" fmla="*/ 4814256 h 7614571"/>
              <a:gd name="connsiteX61" fmla="*/ 4336084 w 7909979"/>
              <a:gd name="connsiteY61" fmla="*/ 4814256 h 7614571"/>
              <a:gd name="connsiteX62" fmla="*/ 4499938 w 7909979"/>
              <a:gd name="connsiteY62" fmla="*/ 5521386 h 7614571"/>
              <a:gd name="connsiteX63" fmla="*/ 3959354 w 7909979"/>
              <a:gd name="connsiteY63" fmla="*/ 5588540 h 7614571"/>
              <a:gd name="connsiteX64" fmla="*/ 3951967 w 7909979"/>
              <a:gd name="connsiteY64" fmla="*/ 5588540 h 7614571"/>
              <a:gd name="connsiteX65" fmla="*/ 3945252 w 7909979"/>
              <a:gd name="connsiteY65" fmla="*/ 5588540 h 7614571"/>
              <a:gd name="connsiteX66" fmla="*/ 3408026 w 7909979"/>
              <a:gd name="connsiteY66" fmla="*/ 5521386 h 7614571"/>
              <a:gd name="connsiteX67" fmla="*/ 3572552 w 7909979"/>
              <a:gd name="connsiteY67" fmla="*/ 4814928 h 7614571"/>
              <a:gd name="connsiteX68" fmla="*/ 3505398 w 7909979"/>
              <a:gd name="connsiteY68" fmla="*/ 4814928 h 7614571"/>
              <a:gd name="connsiteX69" fmla="*/ 3471822 w 7909979"/>
              <a:gd name="connsiteY69" fmla="*/ 4814928 h 7614571"/>
              <a:gd name="connsiteX70" fmla="*/ 2974216 w 7909979"/>
              <a:gd name="connsiteY70" fmla="*/ 4783366 h 7614571"/>
              <a:gd name="connsiteX71" fmla="*/ 1821195 w 7909979"/>
              <a:gd name="connsiteY71" fmla="*/ 4447597 h 7614571"/>
              <a:gd name="connsiteX72" fmla="*/ 1234948 w 7909979"/>
              <a:gd name="connsiteY72" fmla="*/ 4068177 h 7614571"/>
              <a:gd name="connsiteX73" fmla="*/ 839415 w 7909979"/>
              <a:gd name="connsiteY73" fmla="*/ 3633020 h 7614571"/>
              <a:gd name="connsiteX74" fmla="*/ 1255094 w 7909979"/>
              <a:gd name="connsiteY74" fmla="*/ 3680028 h 7614571"/>
              <a:gd name="connsiteX75" fmla="*/ 1416261 w 7909979"/>
              <a:gd name="connsiteY75" fmla="*/ 3687415 h 7614571"/>
              <a:gd name="connsiteX76" fmla="*/ 2173078 w 7909979"/>
              <a:gd name="connsiteY76" fmla="*/ 3727037 h 7614571"/>
              <a:gd name="connsiteX77" fmla="*/ 2257691 w 7909979"/>
              <a:gd name="connsiteY77" fmla="*/ 3772029 h 7614571"/>
              <a:gd name="connsiteX78" fmla="*/ 3113895 w 7909979"/>
              <a:gd name="connsiteY78" fmla="*/ 4045345 h 7614571"/>
              <a:gd name="connsiteX79" fmla="*/ 3267005 w 7909979"/>
              <a:gd name="connsiteY79" fmla="*/ 4055418 h 7614571"/>
              <a:gd name="connsiteX80" fmla="*/ 3454362 w 7909979"/>
              <a:gd name="connsiteY80" fmla="*/ 4045345 h 7614571"/>
              <a:gd name="connsiteX81" fmla="*/ 3307296 w 7909979"/>
              <a:gd name="connsiteY81" fmla="*/ 4660474 h 7614571"/>
              <a:gd name="connsiteX82" fmla="*/ 3955325 w 7909979"/>
              <a:gd name="connsiteY82" fmla="*/ 4700766 h 7614571"/>
              <a:gd name="connsiteX83" fmla="*/ 4604025 w 7909979"/>
              <a:gd name="connsiteY83" fmla="*/ 4657788 h 7614571"/>
              <a:gd name="connsiteX84" fmla="*/ 4456288 w 7909979"/>
              <a:gd name="connsiteY84" fmla="*/ 4042659 h 7614571"/>
              <a:gd name="connsiteX85" fmla="*/ 4644317 w 7909979"/>
              <a:gd name="connsiteY85" fmla="*/ 4052732 h 7614571"/>
              <a:gd name="connsiteX86" fmla="*/ 4797427 w 7909979"/>
              <a:gd name="connsiteY86" fmla="*/ 4042659 h 7614571"/>
              <a:gd name="connsiteX87" fmla="*/ 5652959 w 7909979"/>
              <a:gd name="connsiteY87" fmla="*/ 3769343 h 7614571"/>
              <a:gd name="connsiteX88" fmla="*/ 5738243 w 7909979"/>
              <a:gd name="connsiteY88" fmla="*/ 3724350 h 7614571"/>
              <a:gd name="connsiteX89" fmla="*/ 6495060 w 7909979"/>
              <a:gd name="connsiteY89" fmla="*/ 3684729 h 7614571"/>
              <a:gd name="connsiteX90" fmla="*/ 6656228 w 7909979"/>
              <a:gd name="connsiteY90" fmla="*/ 3677343 h 7614571"/>
              <a:gd name="connsiteX91" fmla="*/ 6653542 w 7909979"/>
              <a:gd name="connsiteY91" fmla="*/ 3679357 h 7614571"/>
              <a:gd name="connsiteX92" fmla="*/ 7068549 w 7909979"/>
              <a:gd name="connsiteY92" fmla="*/ 3632350 h 7614571"/>
              <a:gd name="connsiteX93" fmla="*/ 3949952 w 7909979"/>
              <a:gd name="connsiteY93" fmla="*/ 958285 h 7614571"/>
              <a:gd name="connsiteX94" fmla="*/ 3815646 w 7909979"/>
              <a:gd name="connsiteY94" fmla="*/ 1148331 h 7614571"/>
              <a:gd name="connsiteX95" fmla="*/ 3815646 w 7909979"/>
              <a:gd name="connsiteY95" fmla="*/ 1157731 h 7614571"/>
              <a:gd name="connsiteX96" fmla="*/ 3702157 w 7909979"/>
              <a:gd name="connsiteY96" fmla="*/ 1743984 h 7614571"/>
              <a:gd name="connsiteX97" fmla="*/ 3693427 w 7909979"/>
              <a:gd name="connsiteY97" fmla="*/ 1787635 h 7614571"/>
              <a:gd name="connsiteX98" fmla="*/ 3608814 w 7909979"/>
              <a:gd name="connsiteY98" fmla="*/ 1787635 h 7614571"/>
              <a:gd name="connsiteX99" fmla="*/ 1568027 w 7909979"/>
              <a:gd name="connsiteY99" fmla="*/ 1492829 h 7614571"/>
              <a:gd name="connsiteX100" fmla="*/ 1745983 w 7909979"/>
              <a:gd name="connsiteY100" fmla="*/ 1931344 h 7614571"/>
              <a:gd name="connsiteX101" fmla="*/ 2234187 w 7909979"/>
              <a:gd name="connsiteY101" fmla="*/ 2234208 h 7614571"/>
              <a:gd name="connsiteX102" fmla="*/ 2274479 w 7909979"/>
              <a:gd name="connsiteY102" fmla="*/ 2242266 h 7614571"/>
              <a:gd name="connsiteX103" fmla="*/ 2274479 w 7909979"/>
              <a:gd name="connsiteY103" fmla="*/ 2283230 h 7614571"/>
              <a:gd name="connsiteX104" fmla="*/ 2452435 w 7909979"/>
              <a:gd name="connsiteY104" fmla="*/ 2639144 h 7614571"/>
              <a:gd name="connsiteX105" fmla="*/ 2827822 w 7909979"/>
              <a:gd name="connsiteY105" fmla="*/ 2758007 h 7614571"/>
              <a:gd name="connsiteX106" fmla="*/ 2878187 w 7909979"/>
              <a:gd name="connsiteY106" fmla="*/ 2758007 h 7614571"/>
              <a:gd name="connsiteX107" fmla="*/ 2920493 w 7909979"/>
              <a:gd name="connsiteY107" fmla="*/ 2753307 h 7614571"/>
              <a:gd name="connsiteX108" fmla="*/ 2935267 w 7909979"/>
              <a:gd name="connsiteY108" fmla="*/ 2793598 h 7614571"/>
              <a:gd name="connsiteX109" fmla="*/ 3215967 w 7909979"/>
              <a:gd name="connsiteY109" fmla="*/ 3025950 h 7614571"/>
              <a:gd name="connsiteX110" fmla="*/ 3359675 w 7909979"/>
              <a:gd name="connsiteY110" fmla="*/ 3047441 h 7614571"/>
              <a:gd name="connsiteX111" fmla="*/ 3545690 w 7909979"/>
              <a:gd name="connsiteY111" fmla="*/ 3015206 h 7614571"/>
              <a:gd name="connsiteX112" fmla="*/ 3644405 w 7909979"/>
              <a:gd name="connsiteY112" fmla="*/ 2974242 h 7614571"/>
              <a:gd name="connsiteX113" fmla="*/ 3499354 w 7909979"/>
              <a:gd name="connsiteY113" fmla="*/ 3567882 h 7614571"/>
              <a:gd name="connsiteX114" fmla="*/ 4411295 w 7909979"/>
              <a:gd name="connsiteY114" fmla="*/ 3567882 h 7614571"/>
              <a:gd name="connsiteX115" fmla="*/ 4266244 w 7909979"/>
              <a:gd name="connsiteY115" fmla="*/ 2973570 h 7614571"/>
              <a:gd name="connsiteX116" fmla="*/ 4364959 w 7909979"/>
              <a:gd name="connsiteY116" fmla="*/ 3015206 h 7614571"/>
              <a:gd name="connsiteX117" fmla="*/ 4551645 w 7909979"/>
              <a:gd name="connsiteY117" fmla="*/ 3046768 h 7614571"/>
              <a:gd name="connsiteX118" fmla="*/ 4695353 w 7909979"/>
              <a:gd name="connsiteY118" fmla="*/ 3025279 h 7614571"/>
              <a:gd name="connsiteX119" fmla="*/ 4976054 w 7909979"/>
              <a:gd name="connsiteY119" fmla="*/ 2792927 h 7614571"/>
              <a:gd name="connsiteX120" fmla="*/ 4990827 w 7909979"/>
              <a:gd name="connsiteY120" fmla="*/ 2753307 h 7614571"/>
              <a:gd name="connsiteX121" fmla="*/ 5035820 w 7909979"/>
              <a:gd name="connsiteY121" fmla="*/ 2761364 h 7614571"/>
              <a:gd name="connsiteX122" fmla="*/ 5086185 w 7909979"/>
              <a:gd name="connsiteY122" fmla="*/ 2761364 h 7614571"/>
              <a:gd name="connsiteX123" fmla="*/ 5461572 w 7909979"/>
              <a:gd name="connsiteY123" fmla="*/ 2642502 h 7614571"/>
              <a:gd name="connsiteX124" fmla="*/ 5639528 w 7909979"/>
              <a:gd name="connsiteY124" fmla="*/ 2283900 h 7614571"/>
              <a:gd name="connsiteX125" fmla="*/ 5639528 w 7909979"/>
              <a:gd name="connsiteY125" fmla="*/ 2242938 h 7614571"/>
              <a:gd name="connsiteX126" fmla="*/ 5679820 w 7909979"/>
              <a:gd name="connsiteY126" fmla="*/ 2234879 h 7614571"/>
              <a:gd name="connsiteX127" fmla="*/ 6164666 w 7909979"/>
              <a:gd name="connsiteY127" fmla="*/ 1931344 h 7614571"/>
              <a:gd name="connsiteX128" fmla="*/ 6342622 w 7909979"/>
              <a:gd name="connsiteY128" fmla="*/ 1492829 h 7614571"/>
              <a:gd name="connsiteX129" fmla="*/ 4301835 w 7909979"/>
              <a:gd name="connsiteY129" fmla="*/ 1787635 h 7614571"/>
              <a:gd name="connsiteX130" fmla="*/ 4218565 w 7909979"/>
              <a:gd name="connsiteY130" fmla="*/ 1787635 h 7614571"/>
              <a:gd name="connsiteX131" fmla="*/ 4209835 w 7909979"/>
              <a:gd name="connsiteY131" fmla="*/ 1743984 h 7614571"/>
              <a:gd name="connsiteX132" fmla="*/ 4096346 w 7909979"/>
              <a:gd name="connsiteY132" fmla="*/ 1157731 h 7614571"/>
              <a:gd name="connsiteX133" fmla="*/ 4096346 w 7909979"/>
              <a:gd name="connsiteY133" fmla="*/ 1148331 h 7614571"/>
              <a:gd name="connsiteX134" fmla="*/ 3962040 w 7909979"/>
              <a:gd name="connsiteY134" fmla="*/ 958285 h 7614571"/>
              <a:gd name="connsiteX135" fmla="*/ 4863482 w 7909979"/>
              <a:gd name="connsiteY135" fmla="*/ 920396 h 7614571"/>
              <a:gd name="connsiteX136" fmla="*/ 5005601 w 7909979"/>
              <a:gd name="connsiteY136" fmla="*/ 934781 h 7614571"/>
              <a:gd name="connsiteX137" fmla="*/ 5268170 w 7909979"/>
              <a:gd name="connsiteY137" fmla="*/ 1104680 h 7614571"/>
              <a:gd name="connsiteX138" fmla="*/ 4956579 w 7909979"/>
              <a:gd name="connsiteY138" fmla="*/ 1122140 h 7614571"/>
              <a:gd name="connsiteX139" fmla="*/ 4724229 w 7909979"/>
              <a:gd name="connsiteY139" fmla="*/ 952241 h 7614571"/>
              <a:gd name="connsiteX140" fmla="*/ 4863482 w 7909979"/>
              <a:gd name="connsiteY140" fmla="*/ 920396 h 7614571"/>
              <a:gd name="connsiteX141" fmla="*/ 5293017 w 7909979"/>
              <a:gd name="connsiteY141" fmla="*/ 634604 h 7614571"/>
              <a:gd name="connsiteX142" fmla="*/ 5561630 w 7909979"/>
              <a:gd name="connsiteY142" fmla="*/ 671539 h 7614571"/>
              <a:gd name="connsiteX143" fmla="*/ 5309134 w 7909979"/>
              <a:gd name="connsiteY143" fmla="*/ 816591 h 7614571"/>
              <a:gd name="connsiteX144" fmla="*/ 5036492 w 7909979"/>
              <a:gd name="connsiteY144" fmla="*/ 729962 h 7614571"/>
              <a:gd name="connsiteX145" fmla="*/ 5294360 w 7909979"/>
              <a:gd name="connsiteY145" fmla="*/ 635276 h 7614571"/>
              <a:gd name="connsiteX146" fmla="*/ 4771237 w 7909979"/>
              <a:gd name="connsiteY146" fmla="*/ 300179 h 7614571"/>
              <a:gd name="connsiteX147" fmla="*/ 4824288 w 7909979"/>
              <a:gd name="connsiteY147" fmla="*/ 612443 h 7614571"/>
              <a:gd name="connsiteX148" fmla="*/ 4826974 w 7909979"/>
              <a:gd name="connsiteY148" fmla="*/ 612443 h 7614571"/>
              <a:gd name="connsiteX149" fmla="*/ 4692667 w 7909979"/>
              <a:gd name="connsiteY149" fmla="*/ 873000 h 7614571"/>
              <a:gd name="connsiteX150" fmla="*/ 4625514 w 7909979"/>
              <a:gd name="connsiteY150" fmla="*/ 582224 h 7614571"/>
              <a:gd name="connsiteX151" fmla="*/ 4771237 w 7909979"/>
              <a:gd name="connsiteY151" fmla="*/ 300179 h 7614571"/>
              <a:gd name="connsiteX152" fmla="*/ 5468959 w 7909979"/>
              <a:gd name="connsiteY152" fmla="*/ 0 h 7614571"/>
              <a:gd name="connsiteX153" fmla="*/ 5417923 w 7909979"/>
              <a:gd name="connsiteY153" fmla="*/ 301521 h 7614571"/>
              <a:gd name="connsiteX154" fmla="*/ 5260113 w 7909979"/>
              <a:gd name="connsiteY154" fmla="*/ 465376 h 7614571"/>
              <a:gd name="connsiteX155" fmla="*/ 5199003 w 7909979"/>
              <a:gd name="connsiteY155" fmla="*/ 566778 h 7614571"/>
              <a:gd name="connsiteX156" fmla="*/ 4405252 w 7909979"/>
              <a:gd name="connsiteY156" fmla="*/ 1114753 h 7614571"/>
              <a:gd name="connsiteX157" fmla="*/ 4639616 w 7909979"/>
              <a:gd name="connsiteY157" fmla="*/ 1130870 h 7614571"/>
              <a:gd name="connsiteX158" fmla="*/ 4640960 w 7909979"/>
              <a:gd name="connsiteY158" fmla="*/ 1129527 h 7614571"/>
              <a:gd name="connsiteX159" fmla="*/ 4898828 w 7909979"/>
              <a:gd name="connsiteY159" fmla="*/ 1314872 h 7614571"/>
              <a:gd name="connsiteX160" fmla="*/ 4594624 w 7909979"/>
              <a:gd name="connsiteY160" fmla="*/ 1319573 h 7614571"/>
              <a:gd name="connsiteX161" fmla="*/ 4380405 w 7909979"/>
              <a:gd name="connsiteY161" fmla="*/ 1124155 h 7614571"/>
              <a:gd name="connsiteX162" fmla="*/ 4212787 w 7909979"/>
              <a:gd name="connsiteY162" fmla="*/ 1185719 h 7614571"/>
              <a:gd name="connsiteX163" fmla="*/ 4219216 w 7909979"/>
              <a:gd name="connsiteY163" fmla="*/ 1218663 h 7614571"/>
              <a:gd name="connsiteX164" fmla="*/ 4308551 w 7909979"/>
              <a:gd name="connsiteY164" fmla="*/ 1678846 h 7614571"/>
              <a:gd name="connsiteX165" fmla="*/ 6383585 w 7909979"/>
              <a:gd name="connsiteY165" fmla="*/ 1367252 h 7614571"/>
              <a:gd name="connsiteX166" fmla="*/ 6455439 w 7909979"/>
              <a:gd name="connsiteY166" fmla="*/ 1343076 h 7614571"/>
              <a:gd name="connsiteX167" fmla="*/ 6455439 w 7909979"/>
              <a:gd name="connsiteY167" fmla="*/ 1414259 h 7614571"/>
              <a:gd name="connsiteX168" fmla="*/ 6249951 w 7909979"/>
              <a:gd name="connsiteY168" fmla="*/ 1996483 h 7614571"/>
              <a:gd name="connsiteX169" fmla="*/ 5739586 w 7909979"/>
              <a:gd name="connsiteY169" fmla="*/ 2328895 h 7614571"/>
              <a:gd name="connsiteX170" fmla="*/ 5526710 w 7909979"/>
              <a:gd name="connsiteY170" fmla="*/ 2723759 h 7614571"/>
              <a:gd name="connsiteX171" fmla="*/ 5428666 w 7909979"/>
              <a:gd name="connsiteY171" fmla="*/ 2790912 h 7614571"/>
              <a:gd name="connsiteX172" fmla="*/ 6409104 w 7909979"/>
              <a:gd name="connsiteY172" fmla="*/ 2641160 h 7614571"/>
              <a:gd name="connsiteX173" fmla="*/ 6486330 w 7909979"/>
              <a:gd name="connsiteY173" fmla="*/ 2626385 h 7614571"/>
              <a:gd name="connsiteX174" fmla="*/ 6480958 w 7909979"/>
              <a:gd name="connsiteY174" fmla="*/ 2626385 h 7614571"/>
              <a:gd name="connsiteX175" fmla="*/ 6691147 w 7909979"/>
              <a:gd name="connsiteY175" fmla="*/ 2582736 h 7614571"/>
              <a:gd name="connsiteX176" fmla="*/ 6365454 w 7909979"/>
              <a:gd name="connsiteY176" fmla="*/ 3062214 h 7614571"/>
              <a:gd name="connsiteX177" fmla="*/ 5598564 w 7909979"/>
              <a:gd name="connsiteY177" fmla="*/ 3673313 h 7614571"/>
              <a:gd name="connsiteX178" fmla="*/ 4775937 w 7909979"/>
              <a:gd name="connsiteY178" fmla="*/ 3935213 h 7614571"/>
              <a:gd name="connsiteX179" fmla="*/ 4641631 w 7909979"/>
              <a:gd name="connsiteY179" fmla="*/ 3944615 h 7614571"/>
              <a:gd name="connsiteX180" fmla="*/ 4391149 w 7909979"/>
              <a:gd name="connsiteY180" fmla="*/ 3926483 h 7614571"/>
              <a:gd name="connsiteX181" fmla="*/ 4311908 w 7909979"/>
              <a:gd name="connsiteY181" fmla="*/ 3914395 h 7614571"/>
              <a:gd name="connsiteX182" fmla="*/ 4465689 w 7909979"/>
              <a:gd name="connsiteY182" fmla="*/ 4557729 h 7614571"/>
              <a:gd name="connsiteX183" fmla="*/ 3952638 w 7909979"/>
              <a:gd name="connsiteY183" fmla="*/ 4589962 h 7614571"/>
              <a:gd name="connsiteX184" fmla="*/ 3440259 w 7909979"/>
              <a:gd name="connsiteY184" fmla="*/ 4557729 h 7614571"/>
              <a:gd name="connsiteX185" fmla="*/ 3594040 w 7909979"/>
              <a:gd name="connsiteY185" fmla="*/ 3914395 h 7614571"/>
              <a:gd name="connsiteX186" fmla="*/ 3514799 w 7909979"/>
              <a:gd name="connsiteY186" fmla="*/ 3926483 h 7614571"/>
              <a:gd name="connsiteX187" fmla="*/ 3264318 w 7909979"/>
              <a:gd name="connsiteY187" fmla="*/ 3944615 h 7614571"/>
              <a:gd name="connsiteX188" fmla="*/ 3130011 w 7909979"/>
              <a:gd name="connsiteY188" fmla="*/ 3935213 h 7614571"/>
              <a:gd name="connsiteX189" fmla="*/ 2307384 w 7909979"/>
              <a:gd name="connsiteY189" fmla="*/ 3673313 h 7614571"/>
              <a:gd name="connsiteX190" fmla="*/ 1540494 w 7909979"/>
              <a:gd name="connsiteY190" fmla="*/ 3062214 h 7614571"/>
              <a:gd name="connsiteX191" fmla="*/ 1214801 w 7909979"/>
              <a:gd name="connsiteY191" fmla="*/ 2582736 h 7614571"/>
              <a:gd name="connsiteX192" fmla="*/ 1424991 w 7909979"/>
              <a:gd name="connsiteY192" fmla="*/ 2626385 h 7614571"/>
              <a:gd name="connsiteX193" fmla="*/ 1502217 w 7909979"/>
              <a:gd name="connsiteY193" fmla="*/ 2641160 h 7614571"/>
              <a:gd name="connsiteX194" fmla="*/ 2482654 w 7909979"/>
              <a:gd name="connsiteY194" fmla="*/ 2790241 h 7614571"/>
              <a:gd name="connsiteX195" fmla="*/ 2384610 w 7909979"/>
              <a:gd name="connsiteY195" fmla="*/ 2726444 h 7614571"/>
              <a:gd name="connsiteX196" fmla="*/ 2171735 w 7909979"/>
              <a:gd name="connsiteY196" fmla="*/ 2331581 h 7614571"/>
              <a:gd name="connsiteX197" fmla="*/ 1661370 w 7909979"/>
              <a:gd name="connsiteY197" fmla="*/ 1999169 h 7614571"/>
              <a:gd name="connsiteX198" fmla="*/ 1455881 w 7909979"/>
              <a:gd name="connsiteY198" fmla="*/ 1416946 h 7614571"/>
              <a:gd name="connsiteX199" fmla="*/ 1455881 w 7909979"/>
              <a:gd name="connsiteY199" fmla="*/ 1343076 h 7614571"/>
              <a:gd name="connsiteX200" fmla="*/ 1531764 w 7909979"/>
              <a:gd name="connsiteY200" fmla="*/ 1365908 h 7614571"/>
              <a:gd name="connsiteX201" fmla="*/ 3606799 w 7909979"/>
              <a:gd name="connsiteY201" fmla="*/ 1678846 h 7614571"/>
              <a:gd name="connsiteX202" fmla="*/ 3712230 w 7909979"/>
              <a:gd name="connsiteY202" fmla="*/ 1136243 h 7614571"/>
              <a:gd name="connsiteX203" fmla="*/ 3712230 w 7909979"/>
              <a:gd name="connsiteY203" fmla="*/ 1127513 h 7614571"/>
              <a:gd name="connsiteX204" fmla="*/ 3953310 w 7909979"/>
              <a:gd name="connsiteY204" fmla="*/ 849496 h 7614571"/>
              <a:gd name="connsiteX205" fmla="*/ 3962040 w 7909979"/>
              <a:gd name="connsiteY205" fmla="*/ 849496 h 7614571"/>
              <a:gd name="connsiteX206" fmla="*/ 4196590 w 7909979"/>
              <a:gd name="connsiteY206" fmla="*/ 1096286 h 7614571"/>
              <a:gd name="connsiteX207" fmla="*/ 4198223 w 7909979"/>
              <a:gd name="connsiteY207" fmla="*/ 1104094 h 7614571"/>
              <a:gd name="connsiteX208" fmla="*/ 4252227 w 7909979"/>
              <a:gd name="connsiteY208" fmla="*/ 1085878 h 7614571"/>
              <a:gd name="connsiteX209" fmla="*/ 4356230 w 7909979"/>
              <a:gd name="connsiteY209" fmla="*/ 1044242 h 7614571"/>
              <a:gd name="connsiteX210" fmla="*/ 4289077 w 7909979"/>
              <a:gd name="connsiteY210" fmla="*/ 756824 h 7614571"/>
              <a:gd name="connsiteX211" fmla="*/ 4448230 w 7909979"/>
              <a:gd name="connsiteY211" fmla="*/ 480821 h 7614571"/>
              <a:gd name="connsiteX212" fmla="*/ 4499266 w 7909979"/>
              <a:gd name="connsiteY212" fmla="*/ 790401 h 7614571"/>
              <a:gd name="connsiteX213" fmla="*/ 4360259 w 7909979"/>
              <a:gd name="connsiteY213" fmla="*/ 1042227 h 7614571"/>
              <a:gd name="connsiteX214" fmla="*/ 4988142 w 7909979"/>
              <a:gd name="connsiteY214" fmla="*/ 671538 h 7614571"/>
              <a:gd name="connsiteX215" fmla="*/ 4925689 w 7909979"/>
              <a:gd name="connsiteY215" fmla="*/ 392850 h 7614571"/>
              <a:gd name="connsiteX216" fmla="*/ 5059996 w 7909979"/>
              <a:gd name="connsiteY216" fmla="*/ 124235 h 7614571"/>
              <a:gd name="connsiteX217" fmla="*/ 5109689 w 7909979"/>
              <a:gd name="connsiteY217" fmla="*/ 424412 h 7614571"/>
              <a:gd name="connsiteX218" fmla="*/ 4991500 w 7909979"/>
              <a:gd name="connsiteY218" fmla="*/ 671538 h 7614571"/>
              <a:gd name="connsiteX219" fmla="*/ 5184901 w 7909979"/>
              <a:gd name="connsiteY219" fmla="*/ 494924 h 7614571"/>
              <a:gd name="connsiteX220" fmla="*/ 5229222 w 7909979"/>
              <a:gd name="connsiteY220" fmla="*/ 442544 h 7614571"/>
              <a:gd name="connsiteX221" fmla="*/ 5267500 w 7909979"/>
              <a:gd name="connsiteY221" fmla="*/ 201461 h 7614571"/>
              <a:gd name="connsiteX222" fmla="*/ 5468959 w 7909979"/>
              <a:gd name="connsiteY222" fmla="*/ 0 h 761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7909979" h="7614571">
                <a:moveTo>
                  <a:pt x="0" y="5616073"/>
                </a:moveTo>
                <a:cubicBezTo>
                  <a:pt x="250124" y="5676512"/>
                  <a:pt x="504841" y="5716045"/>
                  <a:pt x="761518" y="5734264"/>
                </a:cubicBezTo>
                <a:cubicBezTo>
                  <a:pt x="1251736" y="5753739"/>
                  <a:pt x="1945429" y="5712103"/>
                  <a:pt x="2580699" y="5720162"/>
                </a:cubicBezTo>
                <a:cubicBezTo>
                  <a:pt x="2682772" y="5738965"/>
                  <a:pt x="2774100" y="5753739"/>
                  <a:pt x="2845282" y="5763140"/>
                </a:cubicBezTo>
                <a:cubicBezTo>
                  <a:pt x="3015852" y="5786644"/>
                  <a:pt x="3299910" y="5816863"/>
                  <a:pt x="3424815" y="5830294"/>
                </a:cubicBezTo>
                <a:lnTo>
                  <a:pt x="3243501" y="6549511"/>
                </a:lnTo>
                <a:lnTo>
                  <a:pt x="3955326" y="6670388"/>
                </a:lnTo>
                <a:lnTo>
                  <a:pt x="4667821" y="6551526"/>
                </a:lnTo>
                <a:lnTo>
                  <a:pt x="4489865" y="5832308"/>
                </a:lnTo>
                <a:cubicBezTo>
                  <a:pt x="4614770" y="5816863"/>
                  <a:pt x="4898828" y="5786644"/>
                  <a:pt x="5069398" y="5765155"/>
                </a:cubicBezTo>
                <a:cubicBezTo>
                  <a:pt x="5140580" y="5755753"/>
                  <a:pt x="5231909" y="5740979"/>
                  <a:pt x="5333981" y="5722176"/>
                </a:cubicBezTo>
                <a:cubicBezTo>
                  <a:pt x="5969251" y="5714118"/>
                  <a:pt x="6662944" y="5755753"/>
                  <a:pt x="7153162" y="5736278"/>
                </a:cubicBezTo>
                <a:lnTo>
                  <a:pt x="7151819" y="5736278"/>
                </a:lnTo>
                <a:cubicBezTo>
                  <a:pt x="7407405" y="5717214"/>
                  <a:pt x="7661042" y="5677009"/>
                  <a:pt x="7909979" y="5616073"/>
                </a:cubicBezTo>
                <a:cubicBezTo>
                  <a:pt x="7909979" y="5616073"/>
                  <a:pt x="7687702" y="5973331"/>
                  <a:pt x="7433192" y="6147932"/>
                </a:cubicBezTo>
                <a:cubicBezTo>
                  <a:pt x="6453694" y="6430965"/>
                  <a:pt x="5448323" y="6615215"/>
                  <a:pt x="4432114" y="6697921"/>
                </a:cubicBezTo>
                <a:lnTo>
                  <a:pt x="4628201" y="7468847"/>
                </a:lnTo>
                <a:lnTo>
                  <a:pt x="3956668" y="7614571"/>
                </a:lnTo>
                <a:lnTo>
                  <a:pt x="3285136" y="7468847"/>
                </a:lnTo>
                <a:lnTo>
                  <a:pt x="3477866" y="6697921"/>
                </a:lnTo>
                <a:cubicBezTo>
                  <a:pt x="2461656" y="6615215"/>
                  <a:pt x="1456285" y="6430965"/>
                  <a:pt x="476788" y="6147932"/>
                </a:cubicBezTo>
                <a:cubicBezTo>
                  <a:pt x="222277" y="5976689"/>
                  <a:pt x="0" y="5616073"/>
                  <a:pt x="0" y="5616073"/>
                </a:cubicBezTo>
                <a:close/>
                <a:moveTo>
                  <a:pt x="439853" y="4674577"/>
                </a:moveTo>
                <a:cubicBezTo>
                  <a:pt x="578620" y="4700425"/>
                  <a:pt x="719150" y="4715695"/>
                  <a:pt x="860232" y="4720242"/>
                </a:cubicBezTo>
                <a:cubicBezTo>
                  <a:pt x="960291" y="4724271"/>
                  <a:pt x="1083181" y="4720242"/>
                  <a:pt x="1224874" y="4720242"/>
                </a:cubicBezTo>
                <a:cubicBezTo>
                  <a:pt x="1350451" y="4716213"/>
                  <a:pt x="1492816" y="4716213"/>
                  <a:pt x="1642567" y="4716213"/>
                </a:cubicBezTo>
                <a:cubicBezTo>
                  <a:pt x="1816494" y="4716213"/>
                  <a:pt x="2036085" y="4718898"/>
                  <a:pt x="2273136" y="4732329"/>
                </a:cubicBezTo>
                <a:cubicBezTo>
                  <a:pt x="2496857" y="4799147"/>
                  <a:pt x="2724493" y="4852071"/>
                  <a:pt x="2954742" y="4890812"/>
                </a:cubicBezTo>
                <a:cubicBezTo>
                  <a:pt x="3114432" y="4913692"/>
                  <a:pt x="3275580" y="4924920"/>
                  <a:pt x="3436902" y="4924389"/>
                </a:cubicBezTo>
                <a:lnTo>
                  <a:pt x="3274391" y="5616073"/>
                </a:lnTo>
                <a:lnTo>
                  <a:pt x="3945923" y="5695315"/>
                </a:lnTo>
                <a:lnTo>
                  <a:pt x="3962040" y="5695315"/>
                </a:lnTo>
                <a:lnTo>
                  <a:pt x="4633572" y="5615402"/>
                </a:lnTo>
                <a:lnTo>
                  <a:pt x="4475091" y="4925732"/>
                </a:lnTo>
                <a:cubicBezTo>
                  <a:pt x="4636171" y="4926451"/>
                  <a:pt x="4797090" y="4915451"/>
                  <a:pt x="4956579" y="4892827"/>
                </a:cubicBezTo>
                <a:cubicBezTo>
                  <a:pt x="5186828" y="4854086"/>
                  <a:pt x="5414464" y="4801162"/>
                  <a:pt x="5638185" y="4734344"/>
                </a:cubicBezTo>
                <a:cubicBezTo>
                  <a:pt x="5875236" y="4718227"/>
                  <a:pt x="6094827" y="4718227"/>
                  <a:pt x="6268754" y="4718227"/>
                </a:cubicBezTo>
                <a:cubicBezTo>
                  <a:pt x="6417834" y="4718227"/>
                  <a:pt x="6560870" y="4722256"/>
                  <a:pt x="6686447" y="4722256"/>
                </a:cubicBezTo>
                <a:cubicBezTo>
                  <a:pt x="6827468" y="4722256"/>
                  <a:pt x="6951031" y="4722256"/>
                  <a:pt x="7051089" y="4722256"/>
                </a:cubicBezTo>
                <a:lnTo>
                  <a:pt x="7049746" y="4720913"/>
                </a:lnTo>
                <a:cubicBezTo>
                  <a:pt x="7190835" y="4716367"/>
                  <a:pt x="7331387" y="4701096"/>
                  <a:pt x="7470125" y="4675249"/>
                </a:cubicBezTo>
                <a:cubicBezTo>
                  <a:pt x="7356233" y="4826781"/>
                  <a:pt x="7220450" y="4960531"/>
                  <a:pt x="7067206" y="5072127"/>
                </a:cubicBezTo>
                <a:cubicBezTo>
                  <a:pt x="6880050" y="5178741"/>
                  <a:pt x="6683895" y="5268626"/>
                  <a:pt x="6480958" y="5340743"/>
                </a:cubicBezTo>
                <a:cubicBezTo>
                  <a:pt x="6012887" y="5476139"/>
                  <a:pt x="5536710" y="5581785"/>
                  <a:pt x="5055295" y="5657037"/>
                </a:cubicBezTo>
                <a:cubicBezTo>
                  <a:pt x="4835032" y="5685242"/>
                  <a:pt x="4420697" y="5728892"/>
                  <a:pt x="4416667" y="5728892"/>
                </a:cubicBezTo>
                <a:lnTo>
                  <a:pt x="4354215" y="5734936"/>
                </a:lnTo>
                <a:lnTo>
                  <a:pt x="4534185" y="6462212"/>
                </a:lnTo>
                <a:lnTo>
                  <a:pt x="3955325" y="6560256"/>
                </a:lnTo>
                <a:lnTo>
                  <a:pt x="3377136" y="6462212"/>
                </a:lnTo>
                <a:lnTo>
                  <a:pt x="3555763" y="5734264"/>
                </a:lnTo>
                <a:lnTo>
                  <a:pt x="3493311" y="5728221"/>
                </a:lnTo>
                <a:cubicBezTo>
                  <a:pt x="3489281" y="5727549"/>
                  <a:pt x="3074946" y="5684570"/>
                  <a:pt x="2854683" y="5656366"/>
                </a:cubicBezTo>
                <a:cubicBezTo>
                  <a:pt x="2373268" y="5581113"/>
                  <a:pt x="1897092" y="5475467"/>
                  <a:pt x="1429020" y="5340071"/>
                </a:cubicBezTo>
                <a:cubicBezTo>
                  <a:pt x="1226083" y="5267955"/>
                  <a:pt x="1029902" y="5178069"/>
                  <a:pt x="842772" y="5071456"/>
                </a:cubicBezTo>
                <a:cubicBezTo>
                  <a:pt x="689542" y="4959860"/>
                  <a:pt x="553749" y="4826110"/>
                  <a:pt x="439853" y="4674577"/>
                </a:cubicBezTo>
                <a:close/>
                <a:moveTo>
                  <a:pt x="7068549" y="3632350"/>
                </a:moveTo>
                <a:cubicBezTo>
                  <a:pt x="6958821" y="3796459"/>
                  <a:pt x="6825253" y="3943338"/>
                  <a:pt x="6672345" y="4068177"/>
                </a:cubicBezTo>
                <a:cubicBezTo>
                  <a:pt x="6494637" y="4219596"/>
                  <a:pt x="6297751" y="4346940"/>
                  <a:pt x="6086769" y="4446925"/>
                </a:cubicBezTo>
                <a:cubicBezTo>
                  <a:pt x="5719219" y="4610028"/>
                  <a:pt x="5331402" y="4722967"/>
                  <a:pt x="4933748" y="4782694"/>
                </a:cubicBezTo>
                <a:cubicBezTo>
                  <a:pt x="4768860" y="4805238"/>
                  <a:pt x="4602555" y="4815787"/>
                  <a:pt x="4436142" y="4814256"/>
                </a:cubicBezTo>
                <a:lnTo>
                  <a:pt x="4403237" y="4814256"/>
                </a:lnTo>
                <a:lnTo>
                  <a:pt x="4336084" y="4814256"/>
                </a:lnTo>
                <a:lnTo>
                  <a:pt x="4499938" y="5521386"/>
                </a:lnTo>
                <a:lnTo>
                  <a:pt x="3959354" y="5588540"/>
                </a:lnTo>
                <a:lnTo>
                  <a:pt x="3951967" y="5588540"/>
                </a:lnTo>
                <a:lnTo>
                  <a:pt x="3945252" y="5588540"/>
                </a:lnTo>
                <a:lnTo>
                  <a:pt x="3408026" y="5521386"/>
                </a:lnTo>
                <a:lnTo>
                  <a:pt x="3572552" y="4814928"/>
                </a:lnTo>
                <a:lnTo>
                  <a:pt x="3505398" y="4814928"/>
                </a:lnTo>
                <a:lnTo>
                  <a:pt x="3471822" y="4814928"/>
                </a:lnTo>
                <a:cubicBezTo>
                  <a:pt x="3305409" y="4816418"/>
                  <a:pt x="3139104" y="4805869"/>
                  <a:pt x="2974216" y="4783366"/>
                </a:cubicBezTo>
                <a:cubicBezTo>
                  <a:pt x="2576602" y="4723471"/>
                  <a:pt x="2188806" y="4610539"/>
                  <a:pt x="1821195" y="4447597"/>
                </a:cubicBezTo>
                <a:cubicBezTo>
                  <a:pt x="1610099" y="4347174"/>
                  <a:pt x="1413024" y="4219623"/>
                  <a:pt x="1234948" y="4068177"/>
                </a:cubicBezTo>
                <a:cubicBezTo>
                  <a:pt x="1082429" y="3943358"/>
                  <a:pt x="949150" y="3796728"/>
                  <a:pt x="839415" y="3633020"/>
                </a:cubicBezTo>
                <a:cubicBezTo>
                  <a:pt x="986481" y="3655181"/>
                  <a:pt x="1201371" y="3680028"/>
                  <a:pt x="1255094" y="3680028"/>
                </a:cubicBezTo>
                <a:lnTo>
                  <a:pt x="1416261" y="3687415"/>
                </a:lnTo>
                <a:cubicBezTo>
                  <a:pt x="1611677" y="3696817"/>
                  <a:pt x="1864845" y="3708233"/>
                  <a:pt x="2173078" y="3727037"/>
                </a:cubicBezTo>
                <a:lnTo>
                  <a:pt x="2257691" y="3772029"/>
                </a:lnTo>
                <a:cubicBezTo>
                  <a:pt x="2526761" y="3908036"/>
                  <a:pt x="2815788" y="4000298"/>
                  <a:pt x="3113895" y="4045345"/>
                </a:cubicBezTo>
                <a:cubicBezTo>
                  <a:pt x="3164609" y="4052497"/>
                  <a:pt x="3215787" y="4055861"/>
                  <a:pt x="3267005" y="4055418"/>
                </a:cubicBezTo>
                <a:cubicBezTo>
                  <a:pt x="3329591" y="4055338"/>
                  <a:pt x="3392131" y="4051980"/>
                  <a:pt x="3454362" y="4045345"/>
                </a:cubicBezTo>
                <a:lnTo>
                  <a:pt x="3307296" y="4660474"/>
                </a:lnTo>
                <a:lnTo>
                  <a:pt x="3955325" y="4700766"/>
                </a:lnTo>
                <a:lnTo>
                  <a:pt x="4604025" y="4657788"/>
                </a:lnTo>
                <a:lnTo>
                  <a:pt x="4456288" y="4042659"/>
                </a:lnTo>
                <a:cubicBezTo>
                  <a:pt x="4518747" y="4049273"/>
                  <a:pt x="4581509" y="4052631"/>
                  <a:pt x="4644317" y="4052732"/>
                </a:cubicBezTo>
                <a:cubicBezTo>
                  <a:pt x="4695535" y="4053175"/>
                  <a:pt x="4746712" y="4049811"/>
                  <a:pt x="4797427" y="4042659"/>
                </a:cubicBezTo>
                <a:cubicBezTo>
                  <a:pt x="5095346" y="3997713"/>
                  <a:pt x="5384165" y="3905443"/>
                  <a:pt x="5652959" y="3769343"/>
                </a:cubicBezTo>
                <a:lnTo>
                  <a:pt x="5738243" y="3724350"/>
                </a:lnTo>
                <a:cubicBezTo>
                  <a:pt x="6045805" y="3705547"/>
                  <a:pt x="6299644" y="3694130"/>
                  <a:pt x="6495060" y="3684729"/>
                </a:cubicBezTo>
                <a:lnTo>
                  <a:pt x="6656228" y="3677343"/>
                </a:lnTo>
                <a:lnTo>
                  <a:pt x="6653542" y="3679357"/>
                </a:lnTo>
                <a:cubicBezTo>
                  <a:pt x="6707264" y="3676671"/>
                  <a:pt x="6922155" y="3654510"/>
                  <a:pt x="7068549" y="3632350"/>
                </a:cubicBezTo>
                <a:close/>
                <a:moveTo>
                  <a:pt x="3949952" y="958285"/>
                </a:moveTo>
                <a:cubicBezTo>
                  <a:pt x="3863996" y="958285"/>
                  <a:pt x="3833777" y="1054314"/>
                  <a:pt x="3815646" y="1148331"/>
                </a:cubicBezTo>
                <a:lnTo>
                  <a:pt x="3815646" y="1157731"/>
                </a:lnTo>
                <a:cubicBezTo>
                  <a:pt x="3806244" y="1206754"/>
                  <a:pt x="3702157" y="1743984"/>
                  <a:pt x="3702157" y="1743984"/>
                </a:cubicBezTo>
                <a:lnTo>
                  <a:pt x="3693427" y="1787635"/>
                </a:lnTo>
                <a:lnTo>
                  <a:pt x="3608814" y="1787635"/>
                </a:lnTo>
                <a:cubicBezTo>
                  <a:pt x="2917760" y="1790240"/>
                  <a:pt x="2230097" y="1690905"/>
                  <a:pt x="1568027" y="1492829"/>
                </a:cubicBezTo>
                <a:cubicBezTo>
                  <a:pt x="1583150" y="1653266"/>
                  <a:pt x="1645025" y="1805740"/>
                  <a:pt x="1745983" y="1931344"/>
                </a:cubicBezTo>
                <a:cubicBezTo>
                  <a:pt x="1872587" y="2081399"/>
                  <a:pt x="2043512" y="2187435"/>
                  <a:pt x="2234187" y="2234208"/>
                </a:cubicBezTo>
                <a:lnTo>
                  <a:pt x="2274479" y="2242266"/>
                </a:lnTo>
                <a:lnTo>
                  <a:pt x="2274479" y="2283230"/>
                </a:lnTo>
                <a:cubicBezTo>
                  <a:pt x="2289246" y="2419356"/>
                  <a:pt x="2352397" y="2545654"/>
                  <a:pt x="2452435" y="2639144"/>
                </a:cubicBezTo>
                <a:cubicBezTo>
                  <a:pt x="2560955" y="2719233"/>
                  <a:pt x="2692985" y="2761043"/>
                  <a:pt x="2827822" y="2758007"/>
                </a:cubicBezTo>
                <a:cubicBezTo>
                  <a:pt x="2858712" y="2758007"/>
                  <a:pt x="2878187" y="2758007"/>
                  <a:pt x="2878187" y="2758007"/>
                </a:cubicBezTo>
                <a:lnTo>
                  <a:pt x="2920493" y="2753307"/>
                </a:lnTo>
                <a:lnTo>
                  <a:pt x="2935267" y="2793598"/>
                </a:lnTo>
                <a:cubicBezTo>
                  <a:pt x="2991266" y="2907652"/>
                  <a:pt x="3093460" y="2992246"/>
                  <a:pt x="3215967" y="3025950"/>
                </a:cubicBezTo>
                <a:cubicBezTo>
                  <a:pt x="3262505" y="3040363"/>
                  <a:pt x="3310962" y="3047608"/>
                  <a:pt x="3359675" y="3047441"/>
                </a:cubicBezTo>
                <a:cubicBezTo>
                  <a:pt x="3423061" y="3047352"/>
                  <a:pt x="3485971" y="3036446"/>
                  <a:pt x="3545690" y="3015206"/>
                </a:cubicBezTo>
                <a:lnTo>
                  <a:pt x="3644405" y="2974242"/>
                </a:lnTo>
                <a:lnTo>
                  <a:pt x="3499354" y="3567882"/>
                </a:lnTo>
                <a:lnTo>
                  <a:pt x="4411295" y="3567882"/>
                </a:lnTo>
                <a:lnTo>
                  <a:pt x="4266244" y="2973570"/>
                </a:lnTo>
                <a:lnTo>
                  <a:pt x="4364959" y="3015206"/>
                </a:lnTo>
                <a:cubicBezTo>
                  <a:pt x="4424934" y="3036299"/>
                  <a:pt x="4488071" y="3046969"/>
                  <a:pt x="4551645" y="3046768"/>
                </a:cubicBezTo>
                <a:cubicBezTo>
                  <a:pt x="4600358" y="3046936"/>
                  <a:pt x="4648816" y="3039690"/>
                  <a:pt x="4695353" y="3025279"/>
                </a:cubicBezTo>
                <a:cubicBezTo>
                  <a:pt x="4817901" y="2991656"/>
                  <a:pt x="4920122" y="2907041"/>
                  <a:pt x="4976054" y="2792927"/>
                </a:cubicBezTo>
                <a:lnTo>
                  <a:pt x="4990827" y="2753307"/>
                </a:lnTo>
                <a:lnTo>
                  <a:pt x="5035820" y="2761364"/>
                </a:lnTo>
                <a:cubicBezTo>
                  <a:pt x="5035820" y="2761364"/>
                  <a:pt x="5055294" y="2761364"/>
                  <a:pt x="5086185" y="2761364"/>
                </a:cubicBezTo>
                <a:cubicBezTo>
                  <a:pt x="5221022" y="2764400"/>
                  <a:pt x="5353052" y="2722590"/>
                  <a:pt x="5461572" y="2642502"/>
                </a:cubicBezTo>
                <a:cubicBezTo>
                  <a:pt x="5562187" y="2548333"/>
                  <a:pt x="5625385" y="2420982"/>
                  <a:pt x="5639528" y="2283900"/>
                </a:cubicBezTo>
                <a:lnTo>
                  <a:pt x="5639528" y="2242938"/>
                </a:lnTo>
                <a:lnTo>
                  <a:pt x="5679820" y="2234879"/>
                </a:lnTo>
                <a:cubicBezTo>
                  <a:pt x="5869145" y="2186769"/>
                  <a:pt x="6038680" y="2080634"/>
                  <a:pt x="6164666" y="1931344"/>
                </a:cubicBezTo>
                <a:cubicBezTo>
                  <a:pt x="6265624" y="1805740"/>
                  <a:pt x="6327499" y="1653266"/>
                  <a:pt x="6342622" y="1492829"/>
                </a:cubicBezTo>
                <a:cubicBezTo>
                  <a:pt x="5680551" y="1690905"/>
                  <a:pt x="4992889" y="1790240"/>
                  <a:pt x="4301835" y="1787635"/>
                </a:cubicBezTo>
                <a:lnTo>
                  <a:pt x="4218565" y="1787635"/>
                </a:lnTo>
                <a:lnTo>
                  <a:pt x="4209835" y="1743984"/>
                </a:lnTo>
                <a:cubicBezTo>
                  <a:pt x="4209835" y="1743984"/>
                  <a:pt x="4105076" y="1204068"/>
                  <a:pt x="4096346" y="1157731"/>
                </a:cubicBezTo>
                <a:lnTo>
                  <a:pt x="4096346" y="1148331"/>
                </a:lnTo>
                <a:cubicBezTo>
                  <a:pt x="4078887" y="1054314"/>
                  <a:pt x="4047996" y="958285"/>
                  <a:pt x="3962040" y="958285"/>
                </a:cubicBezTo>
                <a:close/>
                <a:moveTo>
                  <a:pt x="4863482" y="920396"/>
                </a:moveTo>
                <a:cubicBezTo>
                  <a:pt x="4911011" y="917447"/>
                  <a:pt x="4959017" y="922203"/>
                  <a:pt x="5005601" y="934781"/>
                </a:cubicBezTo>
                <a:cubicBezTo>
                  <a:pt x="5105505" y="969493"/>
                  <a:pt x="5195571" y="1027769"/>
                  <a:pt x="5268170" y="1104680"/>
                </a:cubicBezTo>
                <a:cubicBezTo>
                  <a:pt x="5165876" y="1126894"/>
                  <a:pt x="5060714" y="1132791"/>
                  <a:pt x="4956579" y="1122140"/>
                </a:cubicBezTo>
                <a:cubicBezTo>
                  <a:pt x="4827645" y="1108038"/>
                  <a:pt x="4724229" y="952241"/>
                  <a:pt x="4724229" y="952241"/>
                </a:cubicBezTo>
                <a:cubicBezTo>
                  <a:pt x="4768902" y="933999"/>
                  <a:pt x="4815953" y="923345"/>
                  <a:pt x="4863482" y="920396"/>
                </a:cubicBezTo>
                <a:close/>
                <a:moveTo>
                  <a:pt x="5293017" y="634604"/>
                </a:moveTo>
                <a:cubicBezTo>
                  <a:pt x="5383466" y="639017"/>
                  <a:pt x="5473351" y="651376"/>
                  <a:pt x="5561630" y="671539"/>
                </a:cubicBezTo>
                <a:cubicBezTo>
                  <a:pt x="5493336" y="743386"/>
                  <a:pt x="5405600" y="793785"/>
                  <a:pt x="5309134" y="816591"/>
                </a:cubicBezTo>
                <a:cubicBezTo>
                  <a:pt x="5189601" y="841438"/>
                  <a:pt x="5036492" y="729962"/>
                  <a:pt x="5036492" y="729962"/>
                </a:cubicBezTo>
                <a:cubicBezTo>
                  <a:pt x="5108702" y="669168"/>
                  <a:pt x="5199963" y="635657"/>
                  <a:pt x="5294360" y="635276"/>
                </a:cubicBezTo>
                <a:close/>
                <a:moveTo>
                  <a:pt x="4771237" y="300179"/>
                </a:moveTo>
                <a:cubicBezTo>
                  <a:pt x="4801308" y="401778"/>
                  <a:pt x="4819124" y="506612"/>
                  <a:pt x="4824288" y="612443"/>
                </a:cubicBezTo>
                <a:lnTo>
                  <a:pt x="4826974" y="612443"/>
                </a:lnTo>
                <a:cubicBezTo>
                  <a:pt x="4826974" y="744065"/>
                  <a:pt x="4692667" y="873000"/>
                  <a:pt x="4692667" y="873000"/>
                </a:cubicBezTo>
                <a:cubicBezTo>
                  <a:pt x="4639831" y="785721"/>
                  <a:pt x="4616301" y="683834"/>
                  <a:pt x="4625514" y="582224"/>
                </a:cubicBezTo>
                <a:cubicBezTo>
                  <a:pt x="4646050" y="476184"/>
                  <a:pt x="4696630" y="378282"/>
                  <a:pt x="4771237" y="300179"/>
                </a:cubicBezTo>
                <a:close/>
                <a:moveTo>
                  <a:pt x="5468959" y="0"/>
                </a:moveTo>
                <a:cubicBezTo>
                  <a:pt x="5467321" y="102512"/>
                  <a:pt x="5450109" y="204179"/>
                  <a:pt x="5417923" y="301521"/>
                </a:cubicBezTo>
                <a:cubicBezTo>
                  <a:pt x="5394110" y="377973"/>
                  <a:pt x="5335613" y="438706"/>
                  <a:pt x="5260113" y="465376"/>
                </a:cubicBezTo>
                <a:cubicBezTo>
                  <a:pt x="5245594" y="502374"/>
                  <a:pt x="5224931" y="536656"/>
                  <a:pt x="5199003" y="566778"/>
                </a:cubicBezTo>
                <a:cubicBezTo>
                  <a:pt x="5036492" y="760181"/>
                  <a:pt x="4741018" y="969701"/>
                  <a:pt x="4405252" y="1114753"/>
                </a:cubicBezTo>
                <a:cubicBezTo>
                  <a:pt x="4482767" y="1091733"/>
                  <a:pt x="4565983" y="1097455"/>
                  <a:pt x="4639616" y="1130870"/>
                </a:cubicBezTo>
                <a:lnTo>
                  <a:pt x="4640960" y="1129527"/>
                </a:lnTo>
                <a:cubicBezTo>
                  <a:pt x="4736801" y="1176239"/>
                  <a:pt x="4824006" y="1238914"/>
                  <a:pt x="4898828" y="1314872"/>
                </a:cubicBezTo>
                <a:cubicBezTo>
                  <a:pt x="4898828" y="1314872"/>
                  <a:pt x="4800784" y="1365909"/>
                  <a:pt x="4594624" y="1319573"/>
                </a:cubicBezTo>
                <a:cubicBezTo>
                  <a:pt x="4495976" y="1292630"/>
                  <a:pt x="4416272" y="1219923"/>
                  <a:pt x="4380405" y="1124155"/>
                </a:cubicBezTo>
                <a:lnTo>
                  <a:pt x="4212787" y="1185719"/>
                </a:lnTo>
                <a:lnTo>
                  <a:pt x="4219216" y="1218663"/>
                </a:lnTo>
                <a:cubicBezTo>
                  <a:pt x="4244084" y="1346182"/>
                  <a:pt x="4289916" y="1581640"/>
                  <a:pt x="4308551" y="1678846"/>
                </a:cubicBezTo>
                <a:cubicBezTo>
                  <a:pt x="5012202" y="1683250"/>
                  <a:pt x="5712262" y="1578128"/>
                  <a:pt x="6383585" y="1367252"/>
                </a:cubicBezTo>
                <a:lnTo>
                  <a:pt x="6455439" y="1343076"/>
                </a:lnTo>
                <a:lnTo>
                  <a:pt x="6455439" y="1414259"/>
                </a:lnTo>
                <a:cubicBezTo>
                  <a:pt x="6454439" y="1625934"/>
                  <a:pt x="6382034" y="1831077"/>
                  <a:pt x="6249951" y="1996483"/>
                </a:cubicBezTo>
                <a:cubicBezTo>
                  <a:pt x="6117310" y="2156288"/>
                  <a:pt x="5939373" y="2272183"/>
                  <a:pt x="5739586" y="2328895"/>
                </a:cubicBezTo>
                <a:cubicBezTo>
                  <a:pt x="5717445" y="2481515"/>
                  <a:pt x="5642039" y="2621383"/>
                  <a:pt x="5526710" y="2723759"/>
                </a:cubicBezTo>
                <a:cubicBezTo>
                  <a:pt x="5496384" y="2749405"/>
                  <a:pt x="5463532" y="2771902"/>
                  <a:pt x="5428666" y="2790912"/>
                </a:cubicBezTo>
                <a:cubicBezTo>
                  <a:pt x="5890009" y="2738532"/>
                  <a:pt x="6241221" y="2672721"/>
                  <a:pt x="6409104" y="2641160"/>
                </a:cubicBezTo>
                <a:lnTo>
                  <a:pt x="6486330" y="2626385"/>
                </a:lnTo>
                <a:lnTo>
                  <a:pt x="6480958" y="2626385"/>
                </a:lnTo>
                <a:cubicBezTo>
                  <a:pt x="6556841" y="2613626"/>
                  <a:pt x="6630038" y="2597509"/>
                  <a:pt x="6691147" y="2582736"/>
                </a:cubicBezTo>
                <a:cubicBezTo>
                  <a:pt x="6600524" y="2754039"/>
                  <a:pt x="6491299" y="2914831"/>
                  <a:pt x="6365454" y="3062214"/>
                </a:cubicBezTo>
                <a:cubicBezTo>
                  <a:pt x="6152760" y="3314631"/>
                  <a:pt x="5892097" y="3522338"/>
                  <a:pt x="5598564" y="3673313"/>
                </a:cubicBezTo>
                <a:cubicBezTo>
                  <a:pt x="5339950" y="3803619"/>
                  <a:pt x="5062285" y="3892026"/>
                  <a:pt x="4775937" y="3935213"/>
                </a:cubicBezTo>
                <a:cubicBezTo>
                  <a:pt x="4731468" y="3941693"/>
                  <a:pt x="4686569" y="3944836"/>
                  <a:pt x="4641631" y="3944615"/>
                </a:cubicBezTo>
                <a:cubicBezTo>
                  <a:pt x="4557837" y="3943869"/>
                  <a:pt x="4474177" y="3937812"/>
                  <a:pt x="4391149" y="3926483"/>
                </a:cubicBezTo>
                <a:lnTo>
                  <a:pt x="4311908" y="3914395"/>
                </a:lnTo>
                <a:lnTo>
                  <a:pt x="4465689" y="4557729"/>
                </a:lnTo>
                <a:lnTo>
                  <a:pt x="3952638" y="4589962"/>
                </a:lnTo>
                <a:lnTo>
                  <a:pt x="3440259" y="4557729"/>
                </a:lnTo>
                <a:lnTo>
                  <a:pt x="3594040" y="3914395"/>
                </a:lnTo>
                <a:lnTo>
                  <a:pt x="3514799" y="3926483"/>
                </a:lnTo>
                <a:cubicBezTo>
                  <a:pt x="3431771" y="3937812"/>
                  <a:pt x="3348112" y="3943869"/>
                  <a:pt x="3264318" y="3944615"/>
                </a:cubicBezTo>
                <a:cubicBezTo>
                  <a:pt x="3219379" y="3944836"/>
                  <a:pt x="3174480" y="3941693"/>
                  <a:pt x="3130011" y="3935213"/>
                </a:cubicBezTo>
                <a:cubicBezTo>
                  <a:pt x="2843663" y="3892019"/>
                  <a:pt x="2565998" y="3803619"/>
                  <a:pt x="2307384" y="3673313"/>
                </a:cubicBezTo>
                <a:cubicBezTo>
                  <a:pt x="2013696" y="3522579"/>
                  <a:pt x="1752994" y="3314833"/>
                  <a:pt x="1540494" y="3062214"/>
                </a:cubicBezTo>
                <a:cubicBezTo>
                  <a:pt x="1414649" y="2914831"/>
                  <a:pt x="1305424" y="2754039"/>
                  <a:pt x="1214801" y="2582736"/>
                </a:cubicBezTo>
                <a:cubicBezTo>
                  <a:pt x="1275910" y="2597509"/>
                  <a:pt x="1351122" y="2613626"/>
                  <a:pt x="1424991" y="2626385"/>
                </a:cubicBezTo>
                <a:lnTo>
                  <a:pt x="1502217" y="2641160"/>
                </a:lnTo>
                <a:cubicBezTo>
                  <a:pt x="1670100" y="2672721"/>
                  <a:pt x="2020640" y="2738532"/>
                  <a:pt x="2482654" y="2790241"/>
                </a:cubicBezTo>
                <a:cubicBezTo>
                  <a:pt x="2447775" y="2772566"/>
                  <a:pt x="2414903" y="2751178"/>
                  <a:pt x="2384610" y="2726444"/>
                </a:cubicBezTo>
                <a:cubicBezTo>
                  <a:pt x="2269275" y="2624069"/>
                  <a:pt x="2193875" y="2484201"/>
                  <a:pt x="2171735" y="2331581"/>
                </a:cubicBezTo>
                <a:cubicBezTo>
                  <a:pt x="1971947" y="2274869"/>
                  <a:pt x="1794011" y="2158974"/>
                  <a:pt x="1661370" y="1999169"/>
                </a:cubicBezTo>
                <a:cubicBezTo>
                  <a:pt x="1529286" y="1833763"/>
                  <a:pt x="1456882" y="1628620"/>
                  <a:pt x="1455881" y="1416946"/>
                </a:cubicBezTo>
                <a:lnTo>
                  <a:pt x="1455881" y="1343076"/>
                </a:lnTo>
                <a:lnTo>
                  <a:pt x="1531764" y="1365908"/>
                </a:lnTo>
                <a:cubicBezTo>
                  <a:pt x="2203021" y="1577242"/>
                  <a:pt x="2903073" y="1682813"/>
                  <a:pt x="3606799" y="1678846"/>
                </a:cubicBezTo>
                <a:cubicBezTo>
                  <a:pt x="3631646" y="1549239"/>
                  <a:pt x="3704843" y="1173848"/>
                  <a:pt x="3712230" y="1136243"/>
                </a:cubicBezTo>
                <a:lnTo>
                  <a:pt x="3712230" y="1127513"/>
                </a:lnTo>
                <a:cubicBezTo>
                  <a:pt x="3724989" y="1058344"/>
                  <a:pt x="3765952" y="849496"/>
                  <a:pt x="3953310" y="849496"/>
                </a:cubicBezTo>
                <a:lnTo>
                  <a:pt x="3962040" y="849496"/>
                </a:lnTo>
                <a:cubicBezTo>
                  <a:pt x="4125977" y="849496"/>
                  <a:pt x="4177318" y="1010937"/>
                  <a:pt x="4196590" y="1096286"/>
                </a:cubicBezTo>
                <a:lnTo>
                  <a:pt x="4198223" y="1104094"/>
                </a:lnTo>
                <a:lnTo>
                  <a:pt x="4252227" y="1085878"/>
                </a:lnTo>
                <a:cubicBezTo>
                  <a:pt x="4287566" y="1072951"/>
                  <a:pt x="4322654" y="1059016"/>
                  <a:pt x="4356230" y="1044242"/>
                </a:cubicBezTo>
                <a:cubicBezTo>
                  <a:pt x="4301917" y="958816"/>
                  <a:pt x="4278238" y="857474"/>
                  <a:pt x="4289077" y="756824"/>
                </a:cubicBezTo>
                <a:cubicBezTo>
                  <a:pt x="4313621" y="651091"/>
                  <a:pt x="4369016" y="555028"/>
                  <a:pt x="4448230" y="480821"/>
                </a:cubicBezTo>
                <a:cubicBezTo>
                  <a:pt x="4478489" y="581390"/>
                  <a:pt x="4495640" y="685439"/>
                  <a:pt x="4499266" y="790401"/>
                </a:cubicBezTo>
                <a:cubicBezTo>
                  <a:pt x="4503296" y="907920"/>
                  <a:pt x="4383763" y="1020738"/>
                  <a:pt x="4360259" y="1042227"/>
                </a:cubicBezTo>
                <a:cubicBezTo>
                  <a:pt x="4584880" y="946681"/>
                  <a:pt x="4795977" y="822050"/>
                  <a:pt x="4988142" y="671538"/>
                </a:cubicBezTo>
                <a:cubicBezTo>
                  <a:pt x="4938925" y="587368"/>
                  <a:pt x="4917101" y="489975"/>
                  <a:pt x="4925689" y="392850"/>
                </a:cubicBezTo>
                <a:cubicBezTo>
                  <a:pt x="4944432" y="292505"/>
                  <a:pt x="4990969" y="199437"/>
                  <a:pt x="5059996" y="124235"/>
                </a:cubicBezTo>
                <a:cubicBezTo>
                  <a:pt x="5087878" y="222088"/>
                  <a:pt x="5104545" y="322794"/>
                  <a:pt x="5109689" y="424412"/>
                </a:cubicBezTo>
                <a:cubicBezTo>
                  <a:pt x="5115733" y="537231"/>
                  <a:pt x="5009631" y="652735"/>
                  <a:pt x="4991500" y="671538"/>
                </a:cubicBezTo>
                <a:cubicBezTo>
                  <a:pt x="5060318" y="617613"/>
                  <a:pt x="5124967" y="558574"/>
                  <a:pt x="5184901" y="494924"/>
                </a:cubicBezTo>
                <a:cubicBezTo>
                  <a:pt x="5200642" y="478306"/>
                  <a:pt x="5215436" y="460818"/>
                  <a:pt x="5229222" y="442544"/>
                </a:cubicBezTo>
                <a:cubicBezTo>
                  <a:pt x="5213045" y="360186"/>
                  <a:pt x="5226610" y="274759"/>
                  <a:pt x="5267500" y="201461"/>
                </a:cubicBezTo>
                <a:cubicBezTo>
                  <a:pt x="5312197" y="115084"/>
                  <a:pt x="5382580" y="44696"/>
                  <a:pt x="5468959" y="0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 w="338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7531E762-7C0A-474A-AAA6-07B3F7CC811A}"/>
              </a:ext>
            </a:extLst>
          </p:cNvPr>
          <p:cNvSpPr/>
          <p:nvPr userDrawn="1"/>
        </p:nvSpPr>
        <p:spPr>
          <a:xfrm>
            <a:off x="246270" y="0"/>
            <a:ext cx="7536857" cy="6859978"/>
          </a:xfrm>
          <a:custGeom>
            <a:avLst/>
            <a:gdLst>
              <a:gd name="connsiteX0" fmla="*/ 6061826 w 7536857"/>
              <a:gd name="connsiteY0" fmla="*/ 0 h 6859978"/>
              <a:gd name="connsiteX1" fmla="*/ 6369661 w 7536857"/>
              <a:gd name="connsiteY1" fmla="*/ 0 h 6859978"/>
              <a:gd name="connsiteX2" fmla="*/ 6432300 w 7536857"/>
              <a:gd name="connsiteY2" fmla="*/ 80240 h 6859978"/>
              <a:gd name="connsiteX3" fmla="*/ 7536857 w 7536857"/>
              <a:gd name="connsiteY3" fmla="*/ 3429000 h 6859978"/>
              <a:gd name="connsiteX4" fmla="*/ 6432300 w 7536857"/>
              <a:gd name="connsiteY4" fmla="*/ 6777760 h 6859978"/>
              <a:gd name="connsiteX5" fmla="*/ 6368118 w 7536857"/>
              <a:gd name="connsiteY5" fmla="*/ 6859978 h 6859978"/>
              <a:gd name="connsiteX6" fmla="*/ 0 w 7536857"/>
              <a:gd name="connsiteY6" fmla="*/ 6859978 h 6859978"/>
              <a:gd name="connsiteX7" fmla="*/ 0 w 7536857"/>
              <a:gd name="connsiteY7" fmla="*/ 6858000 h 6859978"/>
              <a:gd name="connsiteX8" fmla="*/ 6061826 w 7536857"/>
              <a:gd name="connsiteY8" fmla="*/ 6858000 h 6859978"/>
              <a:gd name="connsiteX9" fmla="*/ 6145280 w 7536857"/>
              <a:gd name="connsiteY9" fmla="*/ 6755583 h 6859978"/>
              <a:gd name="connsiteX10" fmla="*/ 7290589 w 7536857"/>
              <a:gd name="connsiteY10" fmla="*/ 3429000 h 6859978"/>
              <a:gd name="connsiteX11" fmla="*/ 6145280 w 7536857"/>
              <a:gd name="connsiteY11" fmla="*/ 102417 h 685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36857" h="6859978">
                <a:moveTo>
                  <a:pt x="6061826" y="0"/>
                </a:moveTo>
                <a:lnTo>
                  <a:pt x="6369661" y="0"/>
                </a:lnTo>
                <a:lnTo>
                  <a:pt x="6432300" y="80240"/>
                </a:lnTo>
                <a:cubicBezTo>
                  <a:pt x="7126033" y="1014054"/>
                  <a:pt x="7536857" y="2173231"/>
                  <a:pt x="7536857" y="3429000"/>
                </a:cubicBezTo>
                <a:cubicBezTo>
                  <a:pt x="7536857" y="4684771"/>
                  <a:pt x="7126033" y="5843946"/>
                  <a:pt x="6432300" y="6777760"/>
                </a:cubicBezTo>
                <a:lnTo>
                  <a:pt x="6368118" y="6859978"/>
                </a:lnTo>
                <a:lnTo>
                  <a:pt x="0" y="6859978"/>
                </a:lnTo>
                <a:lnTo>
                  <a:pt x="0" y="6858000"/>
                </a:lnTo>
                <a:lnTo>
                  <a:pt x="6061826" y="6858000"/>
                </a:lnTo>
                <a:lnTo>
                  <a:pt x="6145280" y="6755583"/>
                </a:lnTo>
                <a:cubicBezTo>
                  <a:pt x="6864608" y="5827953"/>
                  <a:pt x="7290589" y="4676454"/>
                  <a:pt x="7290589" y="3429000"/>
                </a:cubicBezTo>
                <a:cubicBezTo>
                  <a:pt x="7290589" y="2181547"/>
                  <a:pt x="6864608" y="1030047"/>
                  <a:pt x="6145280" y="102417"/>
                </a:cubicBez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4D34FAA5-E4DA-43CB-9130-E3F11813BAEB}"/>
              </a:ext>
            </a:extLst>
          </p:cNvPr>
          <p:cNvSpPr/>
          <p:nvPr userDrawn="1"/>
        </p:nvSpPr>
        <p:spPr>
          <a:xfrm>
            <a:off x="-16050" y="0"/>
            <a:ext cx="7552909" cy="6858000"/>
          </a:xfrm>
          <a:custGeom>
            <a:avLst/>
            <a:gdLst>
              <a:gd name="connsiteX0" fmla="*/ 0 w 7552909"/>
              <a:gd name="connsiteY0" fmla="*/ 0 h 6858000"/>
              <a:gd name="connsiteX1" fmla="*/ 6324146 w 7552909"/>
              <a:gd name="connsiteY1" fmla="*/ 0 h 6858000"/>
              <a:gd name="connsiteX2" fmla="*/ 6407600 w 7552909"/>
              <a:gd name="connsiteY2" fmla="*/ 102417 h 6858000"/>
              <a:gd name="connsiteX3" fmla="*/ 7552909 w 7552909"/>
              <a:gd name="connsiteY3" fmla="*/ 3429000 h 6858000"/>
              <a:gd name="connsiteX4" fmla="*/ 6407600 w 7552909"/>
              <a:gd name="connsiteY4" fmla="*/ 6755583 h 6858000"/>
              <a:gd name="connsiteX5" fmla="*/ 6324146 w 7552909"/>
              <a:gd name="connsiteY5" fmla="*/ 6858000 h 6858000"/>
              <a:gd name="connsiteX6" fmla="*/ 0 w 755290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52909" h="6858000">
                <a:moveTo>
                  <a:pt x="0" y="0"/>
                </a:moveTo>
                <a:lnTo>
                  <a:pt x="6324146" y="0"/>
                </a:lnTo>
                <a:lnTo>
                  <a:pt x="6407600" y="102417"/>
                </a:lnTo>
                <a:cubicBezTo>
                  <a:pt x="7126928" y="1030047"/>
                  <a:pt x="7552909" y="2181547"/>
                  <a:pt x="7552909" y="3429000"/>
                </a:cubicBezTo>
                <a:cubicBezTo>
                  <a:pt x="7552909" y="4676454"/>
                  <a:pt x="7126928" y="5827953"/>
                  <a:pt x="6407600" y="6755583"/>
                </a:cubicBezTo>
                <a:lnTo>
                  <a:pt x="63241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任意多边形: 形状 74">
            <a:extLst>
              <a:ext uri="{FF2B5EF4-FFF2-40B4-BE49-F238E27FC236}">
                <a16:creationId xmlns:a16="http://schemas.microsoft.com/office/drawing/2014/main" id="{4CEDE2BC-7BF6-4AE3-8B04-4514441E4040}"/>
              </a:ext>
            </a:extLst>
          </p:cNvPr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2" name="标题 47">
            <a:extLst>
              <a:ext uri="{FF2B5EF4-FFF2-40B4-BE49-F238E27FC236}">
                <a16:creationId xmlns:a16="http://schemas.microsoft.com/office/drawing/2014/main" id="{26FA9A66-DBB6-484A-829A-BC30DE672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>
            <a:extLst>
              <a:ext uri="{FF2B5EF4-FFF2-40B4-BE49-F238E27FC236}">
                <a16:creationId xmlns:a16="http://schemas.microsoft.com/office/drawing/2014/main" id="{F56DEE86-1AA4-4820-A7A1-E4F787904C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>
            <a:extLst>
              <a:ext uri="{FF2B5EF4-FFF2-40B4-BE49-F238E27FC236}">
                <a16:creationId xmlns:a16="http://schemas.microsoft.com/office/drawing/2014/main" id="{28747CEA-1C37-4144-A247-245AD13935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B3719B-50EB-427A-B2F8-881E23198E25}"/>
              </a:ext>
            </a:extLst>
          </p:cNvPr>
          <p:cNvSpPr txBox="1"/>
          <p:nvPr userDrawn="1"/>
        </p:nvSpPr>
        <p:spPr>
          <a:xfrm>
            <a:off x="700962" y="616225"/>
            <a:ext cx="2449979" cy="288221"/>
          </a:xfrm>
          <a:custGeom>
            <a:avLst/>
            <a:gdLst/>
            <a:ahLst/>
            <a:cxnLst/>
            <a:rect l="l" t="t" r="r" b="b"/>
            <a:pathLst>
              <a:path w="1660787" h="195379">
                <a:moveTo>
                  <a:pt x="29161" y="90222"/>
                </a:moveTo>
                <a:lnTo>
                  <a:pt x="29161" y="127778"/>
                </a:lnTo>
                <a:lnTo>
                  <a:pt x="46481" y="127778"/>
                </a:lnTo>
                <a:cubicBezTo>
                  <a:pt x="53844" y="127778"/>
                  <a:pt x="59603" y="126070"/>
                  <a:pt x="63756" y="122653"/>
                </a:cubicBezTo>
                <a:cubicBezTo>
                  <a:pt x="67910" y="119236"/>
                  <a:pt x="69986" y="114494"/>
                  <a:pt x="69986" y="108426"/>
                </a:cubicBezTo>
                <a:cubicBezTo>
                  <a:pt x="69986" y="102652"/>
                  <a:pt x="67924" y="98175"/>
                  <a:pt x="63800" y="94994"/>
                </a:cubicBezTo>
                <a:cubicBezTo>
                  <a:pt x="59677" y="91813"/>
                  <a:pt x="53815" y="90222"/>
                  <a:pt x="46216" y="90222"/>
                </a:cubicBezTo>
                <a:close/>
                <a:moveTo>
                  <a:pt x="1496048" y="49397"/>
                </a:moveTo>
                <a:cubicBezTo>
                  <a:pt x="1493220" y="54699"/>
                  <a:pt x="1489170" y="61120"/>
                  <a:pt x="1483898" y="68661"/>
                </a:cubicBezTo>
                <a:cubicBezTo>
                  <a:pt x="1478625" y="76201"/>
                  <a:pt x="1470716" y="86511"/>
                  <a:pt x="1460171" y="99589"/>
                </a:cubicBezTo>
                <a:lnTo>
                  <a:pt x="1496048" y="99589"/>
                </a:lnTo>
                <a:close/>
                <a:moveTo>
                  <a:pt x="29161" y="34374"/>
                </a:moveTo>
                <a:lnTo>
                  <a:pt x="29161" y="68219"/>
                </a:lnTo>
                <a:lnTo>
                  <a:pt x="43034" y="68219"/>
                </a:lnTo>
                <a:cubicBezTo>
                  <a:pt x="49691" y="68219"/>
                  <a:pt x="54934" y="66628"/>
                  <a:pt x="58764" y="63447"/>
                </a:cubicBezTo>
                <a:cubicBezTo>
                  <a:pt x="62593" y="60266"/>
                  <a:pt x="64507" y="55818"/>
                  <a:pt x="64507" y="50104"/>
                </a:cubicBezTo>
                <a:cubicBezTo>
                  <a:pt x="64507" y="39618"/>
                  <a:pt x="56849" y="34374"/>
                  <a:pt x="41532" y="34374"/>
                </a:cubicBezTo>
                <a:close/>
                <a:moveTo>
                  <a:pt x="1612362" y="32254"/>
                </a:moveTo>
                <a:cubicBezTo>
                  <a:pt x="1598518" y="32254"/>
                  <a:pt x="1591596" y="49043"/>
                  <a:pt x="1591596" y="82623"/>
                </a:cubicBezTo>
                <a:cubicBezTo>
                  <a:pt x="1591596" y="114199"/>
                  <a:pt x="1598341" y="129987"/>
                  <a:pt x="1611832" y="129987"/>
                </a:cubicBezTo>
                <a:cubicBezTo>
                  <a:pt x="1625087" y="129987"/>
                  <a:pt x="1631714" y="113728"/>
                  <a:pt x="1631714" y="81209"/>
                </a:cubicBezTo>
                <a:cubicBezTo>
                  <a:pt x="1631714" y="48572"/>
                  <a:pt x="1625263" y="32254"/>
                  <a:pt x="1612362" y="32254"/>
                </a:cubicBezTo>
                <a:close/>
                <a:moveTo>
                  <a:pt x="1362679" y="32254"/>
                </a:moveTo>
                <a:cubicBezTo>
                  <a:pt x="1356965" y="32254"/>
                  <a:pt x="1352385" y="34522"/>
                  <a:pt x="1348938" y="39058"/>
                </a:cubicBezTo>
                <a:cubicBezTo>
                  <a:pt x="1345492" y="43594"/>
                  <a:pt x="1343769" y="49191"/>
                  <a:pt x="1343769" y="55848"/>
                </a:cubicBezTo>
                <a:cubicBezTo>
                  <a:pt x="1343769" y="63094"/>
                  <a:pt x="1345521" y="68779"/>
                  <a:pt x="1349027" y="72902"/>
                </a:cubicBezTo>
                <a:cubicBezTo>
                  <a:pt x="1352532" y="77026"/>
                  <a:pt x="1357318" y="79088"/>
                  <a:pt x="1363386" y="79088"/>
                </a:cubicBezTo>
                <a:cubicBezTo>
                  <a:pt x="1368806" y="79088"/>
                  <a:pt x="1373269" y="77114"/>
                  <a:pt x="1376774" y="73167"/>
                </a:cubicBezTo>
                <a:cubicBezTo>
                  <a:pt x="1380279" y="69220"/>
                  <a:pt x="1382032" y="64331"/>
                  <a:pt x="1382032" y="58499"/>
                </a:cubicBezTo>
                <a:cubicBezTo>
                  <a:pt x="1382032" y="51488"/>
                  <a:pt x="1380279" y="45361"/>
                  <a:pt x="1376774" y="40118"/>
                </a:cubicBezTo>
                <a:cubicBezTo>
                  <a:pt x="1373269" y="34875"/>
                  <a:pt x="1368570" y="32254"/>
                  <a:pt x="1362679" y="32254"/>
                </a:cubicBezTo>
                <a:close/>
                <a:moveTo>
                  <a:pt x="1495606" y="12636"/>
                </a:moveTo>
                <a:lnTo>
                  <a:pt x="1522028" y="12636"/>
                </a:lnTo>
                <a:lnTo>
                  <a:pt x="1522028" y="99589"/>
                </a:lnTo>
                <a:lnTo>
                  <a:pt x="1541380" y="99589"/>
                </a:lnTo>
                <a:lnTo>
                  <a:pt x="1541380" y="120355"/>
                </a:lnTo>
                <a:lnTo>
                  <a:pt x="1522028" y="120355"/>
                </a:lnTo>
                <a:lnTo>
                  <a:pt x="1522028" y="149516"/>
                </a:lnTo>
                <a:lnTo>
                  <a:pt x="1496048" y="149516"/>
                </a:lnTo>
                <a:lnTo>
                  <a:pt x="1496048" y="120355"/>
                </a:lnTo>
                <a:lnTo>
                  <a:pt x="1434898" y="120355"/>
                </a:lnTo>
                <a:lnTo>
                  <a:pt x="1434898" y="99412"/>
                </a:lnTo>
                <a:cubicBezTo>
                  <a:pt x="1447564" y="85274"/>
                  <a:pt x="1459435" y="70310"/>
                  <a:pt x="1470510" y="54522"/>
                </a:cubicBezTo>
                <a:cubicBezTo>
                  <a:pt x="1481585" y="38734"/>
                  <a:pt x="1489951" y="24772"/>
                  <a:pt x="1495606" y="12636"/>
                </a:cubicBezTo>
                <a:close/>
                <a:moveTo>
                  <a:pt x="1009650" y="12636"/>
                </a:moveTo>
                <a:lnTo>
                  <a:pt x="1087501" y="12636"/>
                </a:lnTo>
                <a:lnTo>
                  <a:pt x="1087501" y="36495"/>
                </a:lnTo>
                <a:lnTo>
                  <a:pt x="1038811" y="36495"/>
                </a:lnTo>
                <a:lnTo>
                  <a:pt x="1038811" y="68749"/>
                </a:lnTo>
                <a:lnTo>
                  <a:pt x="1084055" y="68749"/>
                </a:lnTo>
                <a:lnTo>
                  <a:pt x="1084055" y="92520"/>
                </a:lnTo>
                <a:lnTo>
                  <a:pt x="1038811" y="92520"/>
                </a:lnTo>
                <a:lnTo>
                  <a:pt x="1038811" y="125657"/>
                </a:lnTo>
                <a:lnTo>
                  <a:pt x="1090682" y="125657"/>
                </a:lnTo>
                <a:lnTo>
                  <a:pt x="1090682" y="149516"/>
                </a:lnTo>
                <a:lnTo>
                  <a:pt x="1009650" y="149516"/>
                </a:lnTo>
                <a:close/>
                <a:moveTo>
                  <a:pt x="714375" y="12636"/>
                </a:moveTo>
                <a:lnTo>
                  <a:pt x="746187" y="12636"/>
                </a:lnTo>
                <a:lnTo>
                  <a:pt x="802034" y="98705"/>
                </a:lnTo>
                <a:cubicBezTo>
                  <a:pt x="805746" y="104420"/>
                  <a:pt x="808014" y="108043"/>
                  <a:pt x="808839" y="109574"/>
                </a:cubicBezTo>
                <a:lnTo>
                  <a:pt x="809281" y="109574"/>
                </a:lnTo>
                <a:cubicBezTo>
                  <a:pt x="808691" y="106275"/>
                  <a:pt x="808397" y="99972"/>
                  <a:pt x="808397" y="90664"/>
                </a:cubicBezTo>
                <a:lnTo>
                  <a:pt x="808397" y="12636"/>
                </a:lnTo>
                <a:lnTo>
                  <a:pt x="836056" y="12636"/>
                </a:lnTo>
                <a:lnTo>
                  <a:pt x="836056" y="149516"/>
                </a:lnTo>
                <a:lnTo>
                  <a:pt x="806188" y="149516"/>
                </a:lnTo>
                <a:lnTo>
                  <a:pt x="748219" y="60973"/>
                </a:lnTo>
                <a:cubicBezTo>
                  <a:pt x="745215" y="56378"/>
                  <a:pt x="743035" y="52666"/>
                  <a:pt x="741680" y="49839"/>
                </a:cubicBezTo>
                <a:lnTo>
                  <a:pt x="741238" y="49839"/>
                </a:lnTo>
                <a:cubicBezTo>
                  <a:pt x="741768" y="54551"/>
                  <a:pt x="742033" y="61827"/>
                  <a:pt x="742033" y="71665"/>
                </a:cubicBezTo>
                <a:lnTo>
                  <a:pt x="742033" y="149516"/>
                </a:lnTo>
                <a:lnTo>
                  <a:pt x="714375" y="149516"/>
                </a:lnTo>
                <a:close/>
                <a:moveTo>
                  <a:pt x="647611" y="12636"/>
                </a:moveTo>
                <a:lnTo>
                  <a:pt x="676772" y="12636"/>
                </a:lnTo>
                <a:lnTo>
                  <a:pt x="676772" y="149516"/>
                </a:lnTo>
                <a:lnTo>
                  <a:pt x="647611" y="149516"/>
                </a:lnTo>
                <a:close/>
                <a:moveTo>
                  <a:pt x="187212" y="12636"/>
                </a:moveTo>
                <a:lnTo>
                  <a:pt x="294489" y="12636"/>
                </a:lnTo>
                <a:lnTo>
                  <a:pt x="294489" y="36495"/>
                </a:lnTo>
                <a:lnTo>
                  <a:pt x="255431" y="36495"/>
                </a:lnTo>
                <a:lnTo>
                  <a:pt x="255431" y="149516"/>
                </a:lnTo>
                <a:lnTo>
                  <a:pt x="226181" y="149516"/>
                </a:lnTo>
                <a:lnTo>
                  <a:pt x="226181" y="36495"/>
                </a:lnTo>
                <a:lnTo>
                  <a:pt x="187212" y="36495"/>
                </a:lnTo>
                <a:close/>
                <a:moveTo>
                  <a:pt x="133261" y="12636"/>
                </a:moveTo>
                <a:lnTo>
                  <a:pt x="162422" y="12636"/>
                </a:lnTo>
                <a:lnTo>
                  <a:pt x="162422" y="149516"/>
                </a:lnTo>
                <a:lnTo>
                  <a:pt x="133261" y="149516"/>
                </a:lnTo>
                <a:close/>
                <a:moveTo>
                  <a:pt x="0" y="12636"/>
                </a:moveTo>
                <a:lnTo>
                  <a:pt x="48601" y="12636"/>
                </a:lnTo>
                <a:cubicBezTo>
                  <a:pt x="63506" y="12636"/>
                  <a:pt x="74994" y="15464"/>
                  <a:pt x="83064" y="21119"/>
                </a:cubicBezTo>
                <a:cubicBezTo>
                  <a:pt x="91135" y="26775"/>
                  <a:pt x="95171" y="34610"/>
                  <a:pt x="95171" y="44625"/>
                </a:cubicBezTo>
                <a:cubicBezTo>
                  <a:pt x="95171" y="52048"/>
                  <a:pt x="92667" y="58557"/>
                  <a:pt x="87659" y="64154"/>
                </a:cubicBezTo>
                <a:cubicBezTo>
                  <a:pt x="82652" y="69751"/>
                  <a:pt x="76349" y="73609"/>
                  <a:pt x="68749" y="75730"/>
                </a:cubicBezTo>
                <a:lnTo>
                  <a:pt x="68749" y="76083"/>
                </a:lnTo>
                <a:cubicBezTo>
                  <a:pt x="78293" y="77262"/>
                  <a:pt x="85995" y="80796"/>
                  <a:pt x="91857" y="86687"/>
                </a:cubicBezTo>
                <a:cubicBezTo>
                  <a:pt x="97719" y="92579"/>
                  <a:pt x="100649" y="99972"/>
                  <a:pt x="100649" y="108868"/>
                </a:cubicBezTo>
                <a:cubicBezTo>
                  <a:pt x="100649" y="121298"/>
                  <a:pt x="96231" y="131180"/>
                  <a:pt x="87394" y="138515"/>
                </a:cubicBezTo>
                <a:cubicBezTo>
                  <a:pt x="78558" y="145849"/>
                  <a:pt x="66481" y="149516"/>
                  <a:pt x="51164" y="149516"/>
                </a:cubicBezTo>
                <a:lnTo>
                  <a:pt x="0" y="149516"/>
                </a:lnTo>
                <a:close/>
                <a:moveTo>
                  <a:pt x="1613599" y="10339"/>
                </a:moveTo>
                <a:cubicBezTo>
                  <a:pt x="1645057" y="10339"/>
                  <a:pt x="1660787" y="33609"/>
                  <a:pt x="1660787" y="80148"/>
                </a:cubicBezTo>
                <a:cubicBezTo>
                  <a:pt x="1660787" y="103065"/>
                  <a:pt x="1656516" y="120753"/>
                  <a:pt x="1647974" y="133213"/>
                </a:cubicBezTo>
                <a:cubicBezTo>
                  <a:pt x="1639431" y="145672"/>
                  <a:pt x="1627090" y="151902"/>
                  <a:pt x="1610948" y="151902"/>
                </a:cubicBezTo>
                <a:cubicBezTo>
                  <a:pt x="1578782" y="151902"/>
                  <a:pt x="1562700" y="129045"/>
                  <a:pt x="1562700" y="83330"/>
                </a:cubicBezTo>
                <a:cubicBezTo>
                  <a:pt x="1562700" y="59647"/>
                  <a:pt x="1567059" y="41562"/>
                  <a:pt x="1575778" y="29072"/>
                </a:cubicBezTo>
                <a:cubicBezTo>
                  <a:pt x="1584497" y="16583"/>
                  <a:pt x="1597104" y="10339"/>
                  <a:pt x="1613599" y="10339"/>
                </a:cubicBezTo>
                <a:close/>
                <a:moveTo>
                  <a:pt x="1363563" y="10339"/>
                </a:moveTo>
                <a:cubicBezTo>
                  <a:pt x="1378350" y="10339"/>
                  <a:pt x="1389955" y="15965"/>
                  <a:pt x="1398380" y="27217"/>
                </a:cubicBezTo>
                <a:cubicBezTo>
                  <a:pt x="1406804" y="38469"/>
                  <a:pt x="1411016" y="54169"/>
                  <a:pt x="1411016" y="74316"/>
                </a:cubicBezTo>
                <a:cubicBezTo>
                  <a:pt x="1411016" y="98234"/>
                  <a:pt x="1405935" y="117145"/>
                  <a:pt x="1395773" y="131048"/>
                </a:cubicBezTo>
                <a:cubicBezTo>
                  <a:pt x="1385611" y="144951"/>
                  <a:pt x="1370986" y="151902"/>
                  <a:pt x="1351899" y="151902"/>
                </a:cubicBezTo>
                <a:cubicBezTo>
                  <a:pt x="1341118" y="151902"/>
                  <a:pt x="1331663" y="150164"/>
                  <a:pt x="1323533" y="146688"/>
                </a:cubicBezTo>
                <a:lnTo>
                  <a:pt x="1323533" y="122918"/>
                </a:lnTo>
                <a:cubicBezTo>
                  <a:pt x="1330838" y="127631"/>
                  <a:pt x="1339439" y="129987"/>
                  <a:pt x="1349336" y="129987"/>
                </a:cubicBezTo>
                <a:cubicBezTo>
                  <a:pt x="1371428" y="129987"/>
                  <a:pt x="1382709" y="115613"/>
                  <a:pt x="1383180" y="86864"/>
                </a:cubicBezTo>
                <a:lnTo>
                  <a:pt x="1382650" y="86687"/>
                </a:lnTo>
                <a:cubicBezTo>
                  <a:pt x="1376641" y="95937"/>
                  <a:pt x="1367363" y="100561"/>
                  <a:pt x="1354815" y="100561"/>
                </a:cubicBezTo>
                <a:cubicBezTo>
                  <a:pt x="1343445" y="100561"/>
                  <a:pt x="1334093" y="96570"/>
                  <a:pt x="1326758" y="88587"/>
                </a:cubicBezTo>
                <a:cubicBezTo>
                  <a:pt x="1319424" y="80605"/>
                  <a:pt x="1315757" y="70546"/>
                  <a:pt x="1315757" y="58410"/>
                </a:cubicBezTo>
                <a:cubicBezTo>
                  <a:pt x="1315757" y="44154"/>
                  <a:pt x="1320175" y="32578"/>
                  <a:pt x="1329012" y="23682"/>
                </a:cubicBezTo>
                <a:cubicBezTo>
                  <a:pt x="1337848" y="14786"/>
                  <a:pt x="1349365" y="10339"/>
                  <a:pt x="1363563" y="10339"/>
                </a:cubicBezTo>
                <a:close/>
                <a:moveTo>
                  <a:pt x="940366" y="10339"/>
                </a:moveTo>
                <a:cubicBezTo>
                  <a:pt x="953738" y="10339"/>
                  <a:pt x="964932" y="12077"/>
                  <a:pt x="973945" y="15552"/>
                </a:cubicBezTo>
                <a:lnTo>
                  <a:pt x="973945" y="43741"/>
                </a:lnTo>
                <a:cubicBezTo>
                  <a:pt x="964696" y="38321"/>
                  <a:pt x="954210" y="35612"/>
                  <a:pt x="942486" y="35612"/>
                </a:cubicBezTo>
                <a:cubicBezTo>
                  <a:pt x="929114" y="35612"/>
                  <a:pt x="918421" y="39883"/>
                  <a:pt x="910409" y="48425"/>
                </a:cubicBezTo>
                <a:cubicBezTo>
                  <a:pt x="902397" y="56967"/>
                  <a:pt x="898391" y="68130"/>
                  <a:pt x="898391" y="81916"/>
                </a:cubicBezTo>
                <a:cubicBezTo>
                  <a:pt x="898391" y="95347"/>
                  <a:pt x="902191" y="106158"/>
                  <a:pt x="909791" y="114346"/>
                </a:cubicBezTo>
                <a:cubicBezTo>
                  <a:pt x="917390" y="122535"/>
                  <a:pt x="927670" y="126629"/>
                  <a:pt x="940631" y="126629"/>
                </a:cubicBezTo>
                <a:cubicBezTo>
                  <a:pt x="952825" y="126629"/>
                  <a:pt x="963930" y="123684"/>
                  <a:pt x="973945" y="117793"/>
                </a:cubicBezTo>
                <a:lnTo>
                  <a:pt x="973945" y="144568"/>
                </a:lnTo>
                <a:cubicBezTo>
                  <a:pt x="963989" y="149457"/>
                  <a:pt x="950999" y="151902"/>
                  <a:pt x="934975" y="151902"/>
                </a:cubicBezTo>
                <a:cubicBezTo>
                  <a:pt x="914356" y="151902"/>
                  <a:pt x="897994" y="145731"/>
                  <a:pt x="885887" y="133389"/>
                </a:cubicBezTo>
                <a:cubicBezTo>
                  <a:pt x="873781" y="121047"/>
                  <a:pt x="867728" y="104597"/>
                  <a:pt x="867728" y="84036"/>
                </a:cubicBezTo>
                <a:cubicBezTo>
                  <a:pt x="867728" y="62416"/>
                  <a:pt x="874488" y="44728"/>
                  <a:pt x="888008" y="30972"/>
                </a:cubicBezTo>
                <a:cubicBezTo>
                  <a:pt x="901528" y="17217"/>
                  <a:pt x="918981" y="10339"/>
                  <a:pt x="940366" y="10339"/>
                </a:cubicBezTo>
                <a:close/>
                <a:moveTo>
                  <a:pt x="579615" y="10339"/>
                </a:moveTo>
                <a:cubicBezTo>
                  <a:pt x="592988" y="10339"/>
                  <a:pt x="604211" y="12077"/>
                  <a:pt x="613283" y="15552"/>
                </a:cubicBezTo>
                <a:lnTo>
                  <a:pt x="613283" y="42946"/>
                </a:lnTo>
                <a:cubicBezTo>
                  <a:pt x="604093" y="36701"/>
                  <a:pt x="593342" y="33579"/>
                  <a:pt x="581029" y="33579"/>
                </a:cubicBezTo>
                <a:cubicBezTo>
                  <a:pt x="573842" y="33579"/>
                  <a:pt x="568098" y="34890"/>
                  <a:pt x="563798" y="37511"/>
                </a:cubicBezTo>
                <a:cubicBezTo>
                  <a:pt x="559497" y="40133"/>
                  <a:pt x="557347" y="43653"/>
                  <a:pt x="557347" y="48071"/>
                </a:cubicBezTo>
                <a:cubicBezTo>
                  <a:pt x="557347" y="51606"/>
                  <a:pt x="558820" y="54861"/>
                  <a:pt x="561765" y="57836"/>
                </a:cubicBezTo>
                <a:cubicBezTo>
                  <a:pt x="564711" y="60811"/>
                  <a:pt x="571986" y="64831"/>
                  <a:pt x="583592" y="69898"/>
                </a:cubicBezTo>
                <a:cubicBezTo>
                  <a:pt x="597200" y="75730"/>
                  <a:pt x="606553" y="81886"/>
                  <a:pt x="611648" y="88366"/>
                </a:cubicBezTo>
                <a:cubicBezTo>
                  <a:pt x="616744" y="94847"/>
                  <a:pt x="619292" y="102564"/>
                  <a:pt x="619292" y="111519"/>
                </a:cubicBezTo>
                <a:cubicBezTo>
                  <a:pt x="619292" y="124656"/>
                  <a:pt x="614638" y="134671"/>
                  <a:pt x="605330" y="141563"/>
                </a:cubicBezTo>
                <a:cubicBezTo>
                  <a:pt x="596022" y="148456"/>
                  <a:pt x="582797" y="151902"/>
                  <a:pt x="565654" y="151902"/>
                </a:cubicBezTo>
                <a:cubicBezTo>
                  <a:pt x="549983" y="151902"/>
                  <a:pt x="537141" y="149369"/>
                  <a:pt x="527126" y="144303"/>
                </a:cubicBezTo>
                <a:lnTo>
                  <a:pt x="527126" y="115053"/>
                </a:lnTo>
                <a:cubicBezTo>
                  <a:pt x="538142" y="124184"/>
                  <a:pt x="550661" y="128750"/>
                  <a:pt x="564682" y="128750"/>
                </a:cubicBezTo>
                <a:cubicBezTo>
                  <a:pt x="572635" y="128750"/>
                  <a:pt x="578614" y="127380"/>
                  <a:pt x="582620" y="124641"/>
                </a:cubicBezTo>
                <a:cubicBezTo>
                  <a:pt x="586626" y="121902"/>
                  <a:pt x="588629" y="118382"/>
                  <a:pt x="588629" y="114081"/>
                </a:cubicBezTo>
                <a:cubicBezTo>
                  <a:pt x="588629" y="110370"/>
                  <a:pt x="587038" y="106865"/>
                  <a:pt x="583857" y="103566"/>
                </a:cubicBezTo>
                <a:cubicBezTo>
                  <a:pt x="580676" y="100267"/>
                  <a:pt x="572281" y="95789"/>
                  <a:pt x="558673" y="90134"/>
                </a:cubicBezTo>
                <a:cubicBezTo>
                  <a:pt x="537288" y="81061"/>
                  <a:pt x="526595" y="67865"/>
                  <a:pt x="526595" y="50546"/>
                </a:cubicBezTo>
                <a:cubicBezTo>
                  <a:pt x="526595" y="37821"/>
                  <a:pt x="531441" y="27938"/>
                  <a:pt x="541132" y="20899"/>
                </a:cubicBezTo>
                <a:cubicBezTo>
                  <a:pt x="550823" y="13859"/>
                  <a:pt x="563651" y="10339"/>
                  <a:pt x="579615" y="10339"/>
                </a:cubicBezTo>
                <a:close/>
                <a:moveTo>
                  <a:pt x="1242919" y="9632"/>
                </a:moveTo>
                <a:lnTo>
                  <a:pt x="1261123" y="9632"/>
                </a:lnTo>
                <a:lnTo>
                  <a:pt x="1261123" y="149516"/>
                </a:lnTo>
                <a:lnTo>
                  <a:pt x="1232404" y="149516"/>
                </a:lnTo>
                <a:lnTo>
                  <a:pt x="1232404" y="41797"/>
                </a:lnTo>
                <a:cubicBezTo>
                  <a:pt x="1228869" y="44861"/>
                  <a:pt x="1224038" y="47615"/>
                  <a:pt x="1217911" y="50060"/>
                </a:cubicBezTo>
                <a:cubicBezTo>
                  <a:pt x="1211785" y="52504"/>
                  <a:pt x="1206159" y="54021"/>
                  <a:pt x="1201033" y="54610"/>
                </a:cubicBezTo>
                <a:lnTo>
                  <a:pt x="1201033" y="30133"/>
                </a:lnTo>
                <a:cubicBezTo>
                  <a:pt x="1217175" y="25420"/>
                  <a:pt x="1231137" y="18586"/>
                  <a:pt x="1242919" y="9632"/>
                </a:cubicBezTo>
                <a:close/>
                <a:moveTo>
                  <a:pt x="403761" y="0"/>
                </a:moveTo>
                <a:lnTo>
                  <a:pt x="426648" y="0"/>
                </a:lnTo>
                <a:lnTo>
                  <a:pt x="426648" y="195379"/>
                </a:lnTo>
                <a:lnTo>
                  <a:pt x="403761" y="195379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563C9BE5-50FA-4DA0-9D55-458D7A269778}"/>
              </a:ext>
            </a:extLst>
          </p:cNvPr>
          <p:cNvSpPr/>
          <p:nvPr/>
        </p:nvSpPr>
        <p:spPr>
          <a:xfrm>
            <a:off x="8249789" y="2190199"/>
            <a:ext cx="3242958" cy="2476997"/>
          </a:xfrm>
          <a:custGeom>
            <a:avLst/>
            <a:gdLst>
              <a:gd name="connsiteX0" fmla="*/ 54514 w 3242958"/>
              <a:gd name="connsiteY0" fmla="*/ 2417671 h 2476997"/>
              <a:gd name="connsiteX1" fmla="*/ 53384 w 3242958"/>
              <a:gd name="connsiteY1" fmla="*/ 2451846 h 2476997"/>
              <a:gd name="connsiteX2" fmla="*/ 83040 w 3242958"/>
              <a:gd name="connsiteY2" fmla="*/ 2451846 h 2476997"/>
              <a:gd name="connsiteX3" fmla="*/ 97445 w 3242958"/>
              <a:gd name="connsiteY3" fmla="*/ 2447327 h 2476997"/>
              <a:gd name="connsiteX4" fmla="*/ 102248 w 3242958"/>
              <a:gd name="connsiteY4" fmla="*/ 2433770 h 2476997"/>
              <a:gd name="connsiteX5" fmla="*/ 97445 w 3242958"/>
              <a:gd name="connsiteY5" fmla="*/ 2421624 h 2476997"/>
              <a:gd name="connsiteX6" fmla="*/ 82758 w 3242958"/>
              <a:gd name="connsiteY6" fmla="*/ 2417671 h 2476997"/>
              <a:gd name="connsiteX7" fmla="*/ 52536 w 3242958"/>
              <a:gd name="connsiteY7" fmla="*/ 2367114 h 2476997"/>
              <a:gd name="connsiteX8" fmla="*/ 53384 w 3242958"/>
              <a:gd name="connsiteY8" fmla="*/ 2395358 h 2476997"/>
              <a:gd name="connsiteX9" fmla="*/ 81628 w 3242958"/>
              <a:gd name="connsiteY9" fmla="*/ 2395358 h 2476997"/>
              <a:gd name="connsiteX10" fmla="*/ 95467 w 3242958"/>
              <a:gd name="connsiteY10" fmla="*/ 2391687 h 2476997"/>
              <a:gd name="connsiteX11" fmla="*/ 99986 w 3242958"/>
              <a:gd name="connsiteY11" fmla="*/ 2380390 h 2476997"/>
              <a:gd name="connsiteX12" fmla="*/ 95185 w 3242958"/>
              <a:gd name="connsiteY12" fmla="*/ 2370503 h 2476997"/>
              <a:gd name="connsiteX13" fmla="*/ 80780 w 3242958"/>
              <a:gd name="connsiteY13" fmla="*/ 2367114 h 2476997"/>
              <a:gd name="connsiteX14" fmla="*/ 2925216 w 3242958"/>
              <a:gd name="connsiteY14" fmla="*/ 2364572 h 2476997"/>
              <a:gd name="connsiteX15" fmla="*/ 2901776 w 3242958"/>
              <a:gd name="connsiteY15" fmla="*/ 2376436 h 2476997"/>
              <a:gd name="connsiteX16" fmla="*/ 2893301 w 3242958"/>
              <a:gd name="connsiteY16" fmla="*/ 2409765 h 2476997"/>
              <a:gd name="connsiteX17" fmla="*/ 2901776 w 3242958"/>
              <a:gd name="connsiteY17" fmla="*/ 2442243 h 2476997"/>
              <a:gd name="connsiteX18" fmla="*/ 2925216 w 3242958"/>
              <a:gd name="connsiteY18" fmla="*/ 2454107 h 2476997"/>
              <a:gd name="connsiteX19" fmla="*/ 2948659 w 3242958"/>
              <a:gd name="connsiteY19" fmla="*/ 2442243 h 2476997"/>
              <a:gd name="connsiteX20" fmla="*/ 2957131 w 3242958"/>
              <a:gd name="connsiteY20" fmla="*/ 2409765 h 2476997"/>
              <a:gd name="connsiteX21" fmla="*/ 2948659 w 3242958"/>
              <a:gd name="connsiteY21" fmla="*/ 2376436 h 2476997"/>
              <a:gd name="connsiteX22" fmla="*/ 2925216 w 3242958"/>
              <a:gd name="connsiteY22" fmla="*/ 2364572 h 2476997"/>
              <a:gd name="connsiteX23" fmla="*/ 2684296 w 3242958"/>
              <a:gd name="connsiteY23" fmla="*/ 2364572 h 2476997"/>
              <a:gd name="connsiteX24" fmla="*/ 2660856 w 3242958"/>
              <a:gd name="connsiteY24" fmla="*/ 2376436 h 2476997"/>
              <a:gd name="connsiteX25" fmla="*/ 2652381 w 3242958"/>
              <a:gd name="connsiteY25" fmla="*/ 2409765 h 2476997"/>
              <a:gd name="connsiteX26" fmla="*/ 2660856 w 3242958"/>
              <a:gd name="connsiteY26" fmla="*/ 2442243 h 2476997"/>
              <a:gd name="connsiteX27" fmla="*/ 2684296 w 3242958"/>
              <a:gd name="connsiteY27" fmla="*/ 2454107 h 2476997"/>
              <a:gd name="connsiteX28" fmla="*/ 2707739 w 3242958"/>
              <a:gd name="connsiteY28" fmla="*/ 2442243 h 2476997"/>
              <a:gd name="connsiteX29" fmla="*/ 2716211 w 3242958"/>
              <a:gd name="connsiteY29" fmla="*/ 2409765 h 2476997"/>
              <a:gd name="connsiteX30" fmla="*/ 2707739 w 3242958"/>
              <a:gd name="connsiteY30" fmla="*/ 2376436 h 2476997"/>
              <a:gd name="connsiteX31" fmla="*/ 2684296 w 3242958"/>
              <a:gd name="connsiteY31" fmla="*/ 2364572 h 2476997"/>
              <a:gd name="connsiteX32" fmla="*/ 1793767 w 3242958"/>
              <a:gd name="connsiteY32" fmla="*/ 2364572 h 2476997"/>
              <a:gd name="connsiteX33" fmla="*/ 1770327 w 3242958"/>
              <a:gd name="connsiteY33" fmla="*/ 2376435 h 2476997"/>
              <a:gd name="connsiteX34" fmla="*/ 1761852 w 3242958"/>
              <a:gd name="connsiteY34" fmla="*/ 2409762 h 2476997"/>
              <a:gd name="connsiteX35" fmla="*/ 1770327 w 3242958"/>
              <a:gd name="connsiteY35" fmla="*/ 2442243 h 2476997"/>
              <a:gd name="connsiteX36" fmla="*/ 1793767 w 3242958"/>
              <a:gd name="connsiteY36" fmla="*/ 2454106 h 2476997"/>
              <a:gd name="connsiteX37" fmla="*/ 1817211 w 3242958"/>
              <a:gd name="connsiteY37" fmla="*/ 2442243 h 2476997"/>
              <a:gd name="connsiteX38" fmla="*/ 1825967 w 3242958"/>
              <a:gd name="connsiteY38" fmla="*/ 2409762 h 2476997"/>
              <a:gd name="connsiteX39" fmla="*/ 1817211 w 3242958"/>
              <a:gd name="connsiteY39" fmla="*/ 2376435 h 2476997"/>
              <a:gd name="connsiteX40" fmla="*/ 1793767 w 3242958"/>
              <a:gd name="connsiteY40" fmla="*/ 2364572 h 2476997"/>
              <a:gd name="connsiteX41" fmla="*/ 3133325 w 3242958"/>
              <a:gd name="connsiteY41" fmla="*/ 2345769 h 2476997"/>
              <a:gd name="connsiteX42" fmla="*/ 3148012 w 3242958"/>
              <a:gd name="connsiteY42" fmla="*/ 2345769 h 2476997"/>
              <a:gd name="connsiteX43" fmla="*/ 3162417 w 3242958"/>
              <a:gd name="connsiteY43" fmla="*/ 2345769 h 2476997"/>
              <a:gd name="connsiteX44" fmla="*/ 3186990 w 3242958"/>
              <a:gd name="connsiteY44" fmla="*/ 2401127 h 2476997"/>
              <a:gd name="connsiteX45" fmla="*/ 3210148 w 3242958"/>
              <a:gd name="connsiteY45" fmla="*/ 2345769 h 2476997"/>
              <a:gd name="connsiteX46" fmla="*/ 3223987 w 3242958"/>
              <a:gd name="connsiteY46" fmla="*/ 2345769 h 2476997"/>
              <a:gd name="connsiteX47" fmla="*/ 3237826 w 3242958"/>
              <a:gd name="connsiteY47" fmla="*/ 2345769 h 2476997"/>
              <a:gd name="connsiteX48" fmla="*/ 3198851 w 3242958"/>
              <a:gd name="connsiteY48" fmla="*/ 2424851 h 2476997"/>
              <a:gd name="connsiteX49" fmla="*/ 3198851 w 3242958"/>
              <a:gd name="connsiteY49" fmla="*/ 2473712 h 2476997"/>
              <a:gd name="connsiteX50" fmla="*/ 3186705 w 3242958"/>
              <a:gd name="connsiteY50" fmla="*/ 2473712 h 2476997"/>
              <a:gd name="connsiteX51" fmla="*/ 3174278 w 3242958"/>
              <a:gd name="connsiteY51" fmla="*/ 2473712 h 2476997"/>
              <a:gd name="connsiteX52" fmla="*/ 3174278 w 3242958"/>
              <a:gd name="connsiteY52" fmla="*/ 2425418 h 2476997"/>
              <a:gd name="connsiteX53" fmla="*/ 2768133 w 3242958"/>
              <a:gd name="connsiteY53" fmla="*/ 2345769 h 2476997"/>
              <a:gd name="connsiteX54" fmla="*/ 2780279 w 3242958"/>
              <a:gd name="connsiteY54" fmla="*/ 2345769 h 2476997"/>
              <a:gd name="connsiteX55" fmla="*/ 2792706 w 3242958"/>
              <a:gd name="connsiteY55" fmla="*/ 2345769 h 2476997"/>
              <a:gd name="connsiteX56" fmla="*/ 2792706 w 3242958"/>
              <a:gd name="connsiteY56" fmla="*/ 2450836 h 2476997"/>
              <a:gd name="connsiteX57" fmla="*/ 2851453 w 3242958"/>
              <a:gd name="connsiteY57" fmla="*/ 2450836 h 2476997"/>
              <a:gd name="connsiteX58" fmla="*/ 2851453 w 3242958"/>
              <a:gd name="connsiteY58" fmla="*/ 2462133 h 2476997"/>
              <a:gd name="connsiteX59" fmla="*/ 2851453 w 3242958"/>
              <a:gd name="connsiteY59" fmla="*/ 2473712 h 2476997"/>
              <a:gd name="connsiteX60" fmla="*/ 2768133 w 3242958"/>
              <a:gd name="connsiteY60" fmla="*/ 2473712 h 2476997"/>
              <a:gd name="connsiteX61" fmla="*/ 2507723 w 3242958"/>
              <a:gd name="connsiteY61" fmla="*/ 2345769 h 2476997"/>
              <a:gd name="connsiteX62" fmla="*/ 2520714 w 3242958"/>
              <a:gd name="connsiteY62" fmla="*/ 2345769 h 2476997"/>
              <a:gd name="connsiteX63" fmla="*/ 2533426 w 3242958"/>
              <a:gd name="connsiteY63" fmla="*/ 2345769 h 2476997"/>
              <a:gd name="connsiteX64" fmla="*/ 2580875 w 3242958"/>
              <a:gd name="connsiteY64" fmla="*/ 2435583 h 2476997"/>
              <a:gd name="connsiteX65" fmla="*/ 2580875 w 3242958"/>
              <a:gd name="connsiteY65" fmla="*/ 2345769 h 2476997"/>
              <a:gd name="connsiteX66" fmla="*/ 2592173 w 3242958"/>
              <a:gd name="connsiteY66" fmla="*/ 2345769 h 2476997"/>
              <a:gd name="connsiteX67" fmla="*/ 2603752 w 3242958"/>
              <a:gd name="connsiteY67" fmla="*/ 2345769 h 2476997"/>
              <a:gd name="connsiteX68" fmla="*/ 2603752 w 3242958"/>
              <a:gd name="connsiteY68" fmla="*/ 2473712 h 2476997"/>
              <a:gd name="connsiteX69" fmla="*/ 2591606 w 3242958"/>
              <a:gd name="connsiteY69" fmla="*/ 2473712 h 2476997"/>
              <a:gd name="connsiteX70" fmla="*/ 2579179 w 3242958"/>
              <a:gd name="connsiteY70" fmla="*/ 2473712 h 2476997"/>
              <a:gd name="connsiteX71" fmla="*/ 2530600 w 3242958"/>
              <a:gd name="connsiteY71" fmla="*/ 2381355 h 2476997"/>
              <a:gd name="connsiteX72" fmla="*/ 2530600 w 3242958"/>
              <a:gd name="connsiteY72" fmla="*/ 2473712 h 2476997"/>
              <a:gd name="connsiteX73" fmla="*/ 2519302 w 3242958"/>
              <a:gd name="connsiteY73" fmla="*/ 2473712 h 2476997"/>
              <a:gd name="connsiteX74" fmla="*/ 2507723 w 3242958"/>
              <a:gd name="connsiteY74" fmla="*/ 2473712 h 2476997"/>
              <a:gd name="connsiteX75" fmla="*/ 2382887 w 3242958"/>
              <a:gd name="connsiteY75" fmla="*/ 2345769 h 2476997"/>
              <a:gd name="connsiteX76" fmla="*/ 2395314 w 3242958"/>
              <a:gd name="connsiteY76" fmla="*/ 2345769 h 2476997"/>
              <a:gd name="connsiteX77" fmla="*/ 2407741 w 3242958"/>
              <a:gd name="connsiteY77" fmla="*/ 2345769 h 2476997"/>
              <a:gd name="connsiteX78" fmla="*/ 2407741 w 3242958"/>
              <a:gd name="connsiteY78" fmla="*/ 2393500 h 2476997"/>
              <a:gd name="connsiteX79" fmla="*/ 2453779 w 3242958"/>
              <a:gd name="connsiteY79" fmla="*/ 2393500 h 2476997"/>
              <a:gd name="connsiteX80" fmla="*/ 2453779 w 3242958"/>
              <a:gd name="connsiteY80" fmla="*/ 2345769 h 2476997"/>
              <a:gd name="connsiteX81" fmla="*/ 2465925 w 3242958"/>
              <a:gd name="connsiteY81" fmla="*/ 2345769 h 2476997"/>
              <a:gd name="connsiteX82" fmla="*/ 2478349 w 3242958"/>
              <a:gd name="connsiteY82" fmla="*/ 2345769 h 2476997"/>
              <a:gd name="connsiteX83" fmla="*/ 2478349 w 3242958"/>
              <a:gd name="connsiteY83" fmla="*/ 2473712 h 2476997"/>
              <a:gd name="connsiteX84" fmla="*/ 2465925 w 3242958"/>
              <a:gd name="connsiteY84" fmla="*/ 2473712 h 2476997"/>
              <a:gd name="connsiteX85" fmla="*/ 2453779 w 3242958"/>
              <a:gd name="connsiteY85" fmla="*/ 2473712 h 2476997"/>
              <a:gd name="connsiteX86" fmla="*/ 2453779 w 3242958"/>
              <a:gd name="connsiteY86" fmla="*/ 2415814 h 2476997"/>
              <a:gd name="connsiteX87" fmla="*/ 2407741 w 3242958"/>
              <a:gd name="connsiteY87" fmla="*/ 2415814 h 2476997"/>
              <a:gd name="connsiteX88" fmla="*/ 2407741 w 3242958"/>
              <a:gd name="connsiteY88" fmla="*/ 2473712 h 2476997"/>
              <a:gd name="connsiteX89" fmla="*/ 2395314 w 3242958"/>
              <a:gd name="connsiteY89" fmla="*/ 2473712 h 2476997"/>
              <a:gd name="connsiteX90" fmla="*/ 2382887 w 3242958"/>
              <a:gd name="connsiteY90" fmla="*/ 2473712 h 2476997"/>
              <a:gd name="connsiteX91" fmla="*/ 2142813 w 3242958"/>
              <a:gd name="connsiteY91" fmla="*/ 2345769 h 2476997"/>
              <a:gd name="connsiteX92" fmla="*/ 2229522 w 3242958"/>
              <a:gd name="connsiteY92" fmla="*/ 2345769 h 2476997"/>
              <a:gd name="connsiteX93" fmla="*/ 2229522 w 3242958"/>
              <a:gd name="connsiteY93" fmla="*/ 2357067 h 2476997"/>
              <a:gd name="connsiteX94" fmla="*/ 2229522 w 3242958"/>
              <a:gd name="connsiteY94" fmla="*/ 2368364 h 2476997"/>
              <a:gd name="connsiteX95" fmla="*/ 2167386 w 3242958"/>
              <a:gd name="connsiteY95" fmla="*/ 2368364 h 2476997"/>
              <a:gd name="connsiteX96" fmla="*/ 2167386 w 3242958"/>
              <a:gd name="connsiteY96" fmla="*/ 2395478 h 2476997"/>
              <a:gd name="connsiteX97" fmla="*/ 2225003 w 3242958"/>
              <a:gd name="connsiteY97" fmla="*/ 2395478 h 2476997"/>
              <a:gd name="connsiteX98" fmla="*/ 2225003 w 3242958"/>
              <a:gd name="connsiteY98" fmla="*/ 2406494 h 2476997"/>
              <a:gd name="connsiteX99" fmla="*/ 2225003 w 3242958"/>
              <a:gd name="connsiteY99" fmla="*/ 2417507 h 2476997"/>
              <a:gd name="connsiteX100" fmla="*/ 2167386 w 3242958"/>
              <a:gd name="connsiteY100" fmla="*/ 2417507 h 2476997"/>
              <a:gd name="connsiteX101" fmla="*/ 2167386 w 3242958"/>
              <a:gd name="connsiteY101" fmla="*/ 2450836 h 2476997"/>
              <a:gd name="connsiteX102" fmla="*/ 2232345 w 3242958"/>
              <a:gd name="connsiteY102" fmla="*/ 2450836 h 2476997"/>
              <a:gd name="connsiteX103" fmla="*/ 2232345 w 3242958"/>
              <a:gd name="connsiteY103" fmla="*/ 2462133 h 2476997"/>
              <a:gd name="connsiteX104" fmla="*/ 2232345 w 3242958"/>
              <a:gd name="connsiteY104" fmla="*/ 2473712 h 2476997"/>
              <a:gd name="connsiteX105" fmla="*/ 2142813 w 3242958"/>
              <a:gd name="connsiteY105" fmla="*/ 2473712 h 2476997"/>
              <a:gd name="connsiteX106" fmla="*/ 1877039 w 3242958"/>
              <a:gd name="connsiteY106" fmla="*/ 2345769 h 2476997"/>
              <a:gd name="connsiteX107" fmla="*/ 1960922 w 3242958"/>
              <a:gd name="connsiteY107" fmla="*/ 2345769 h 2476997"/>
              <a:gd name="connsiteX108" fmla="*/ 1960922 w 3242958"/>
              <a:gd name="connsiteY108" fmla="*/ 2357067 h 2476997"/>
              <a:gd name="connsiteX109" fmla="*/ 1960922 w 3242958"/>
              <a:gd name="connsiteY109" fmla="*/ 2368364 h 2476997"/>
              <a:gd name="connsiteX110" fmla="*/ 1901612 w 3242958"/>
              <a:gd name="connsiteY110" fmla="*/ 2368364 h 2476997"/>
              <a:gd name="connsiteX111" fmla="*/ 1901612 w 3242958"/>
              <a:gd name="connsiteY111" fmla="*/ 2397456 h 2476997"/>
              <a:gd name="connsiteX112" fmla="*/ 1953298 w 3242958"/>
              <a:gd name="connsiteY112" fmla="*/ 2397456 h 2476997"/>
              <a:gd name="connsiteX113" fmla="*/ 1953298 w 3242958"/>
              <a:gd name="connsiteY113" fmla="*/ 2408472 h 2476997"/>
              <a:gd name="connsiteX114" fmla="*/ 1953298 w 3242958"/>
              <a:gd name="connsiteY114" fmla="*/ 2419484 h 2476997"/>
              <a:gd name="connsiteX115" fmla="*/ 1901612 w 3242958"/>
              <a:gd name="connsiteY115" fmla="*/ 2419484 h 2476997"/>
              <a:gd name="connsiteX116" fmla="*/ 1901612 w 3242958"/>
              <a:gd name="connsiteY116" fmla="*/ 2473712 h 2476997"/>
              <a:gd name="connsiteX117" fmla="*/ 1889466 w 3242958"/>
              <a:gd name="connsiteY117" fmla="*/ 2473712 h 2476997"/>
              <a:gd name="connsiteX118" fmla="*/ 1877039 w 3242958"/>
              <a:gd name="connsiteY118" fmla="*/ 2473712 h 2476997"/>
              <a:gd name="connsiteX119" fmla="*/ 1574832 w 3242958"/>
              <a:gd name="connsiteY119" fmla="*/ 2345769 h 2476997"/>
              <a:gd name="connsiteX120" fmla="*/ 1661541 w 3242958"/>
              <a:gd name="connsiteY120" fmla="*/ 2345769 h 2476997"/>
              <a:gd name="connsiteX121" fmla="*/ 1661541 w 3242958"/>
              <a:gd name="connsiteY121" fmla="*/ 2357067 h 2476997"/>
              <a:gd name="connsiteX122" fmla="*/ 1661541 w 3242958"/>
              <a:gd name="connsiteY122" fmla="*/ 2368364 h 2476997"/>
              <a:gd name="connsiteX123" fmla="*/ 1599405 w 3242958"/>
              <a:gd name="connsiteY123" fmla="*/ 2368364 h 2476997"/>
              <a:gd name="connsiteX124" fmla="*/ 1599405 w 3242958"/>
              <a:gd name="connsiteY124" fmla="*/ 2395478 h 2476997"/>
              <a:gd name="connsiteX125" fmla="*/ 1657022 w 3242958"/>
              <a:gd name="connsiteY125" fmla="*/ 2395478 h 2476997"/>
              <a:gd name="connsiteX126" fmla="*/ 1657022 w 3242958"/>
              <a:gd name="connsiteY126" fmla="*/ 2406494 h 2476997"/>
              <a:gd name="connsiteX127" fmla="*/ 1657022 w 3242958"/>
              <a:gd name="connsiteY127" fmla="*/ 2417507 h 2476997"/>
              <a:gd name="connsiteX128" fmla="*/ 1599405 w 3242958"/>
              <a:gd name="connsiteY128" fmla="*/ 2417507 h 2476997"/>
              <a:gd name="connsiteX129" fmla="*/ 1599405 w 3242958"/>
              <a:gd name="connsiteY129" fmla="*/ 2450836 h 2476997"/>
              <a:gd name="connsiteX130" fmla="*/ 1664082 w 3242958"/>
              <a:gd name="connsiteY130" fmla="*/ 2450836 h 2476997"/>
              <a:gd name="connsiteX131" fmla="*/ 1664082 w 3242958"/>
              <a:gd name="connsiteY131" fmla="*/ 2462133 h 2476997"/>
              <a:gd name="connsiteX132" fmla="*/ 1664082 w 3242958"/>
              <a:gd name="connsiteY132" fmla="*/ 2473712 h 2476997"/>
              <a:gd name="connsiteX133" fmla="*/ 1574832 w 3242958"/>
              <a:gd name="connsiteY133" fmla="*/ 2473712 h 2476997"/>
              <a:gd name="connsiteX134" fmla="*/ 1181960 w 3242958"/>
              <a:gd name="connsiteY134" fmla="*/ 2345769 h 2476997"/>
              <a:gd name="connsiteX135" fmla="*/ 1194387 w 3242958"/>
              <a:gd name="connsiteY135" fmla="*/ 2345769 h 2476997"/>
              <a:gd name="connsiteX136" fmla="*/ 1206815 w 3242958"/>
              <a:gd name="connsiteY136" fmla="*/ 2345769 h 2476997"/>
              <a:gd name="connsiteX137" fmla="*/ 1206815 w 3242958"/>
              <a:gd name="connsiteY137" fmla="*/ 2473712 h 2476997"/>
              <a:gd name="connsiteX138" fmla="*/ 1194387 w 3242958"/>
              <a:gd name="connsiteY138" fmla="*/ 2473712 h 2476997"/>
              <a:gd name="connsiteX139" fmla="*/ 1181960 w 3242958"/>
              <a:gd name="connsiteY139" fmla="*/ 2473712 h 2476997"/>
              <a:gd name="connsiteX140" fmla="*/ 835126 w 3242958"/>
              <a:gd name="connsiteY140" fmla="*/ 2345769 h 2476997"/>
              <a:gd name="connsiteX141" fmla="*/ 847835 w 3242958"/>
              <a:gd name="connsiteY141" fmla="*/ 2345769 h 2476997"/>
              <a:gd name="connsiteX142" fmla="*/ 860829 w 3242958"/>
              <a:gd name="connsiteY142" fmla="*/ 2345769 h 2476997"/>
              <a:gd name="connsiteX143" fmla="*/ 907997 w 3242958"/>
              <a:gd name="connsiteY143" fmla="*/ 2435583 h 2476997"/>
              <a:gd name="connsiteX144" fmla="*/ 907997 w 3242958"/>
              <a:gd name="connsiteY144" fmla="*/ 2345769 h 2476997"/>
              <a:gd name="connsiteX145" fmla="*/ 919576 w 3242958"/>
              <a:gd name="connsiteY145" fmla="*/ 2345769 h 2476997"/>
              <a:gd name="connsiteX146" fmla="*/ 931155 w 3242958"/>
              <a:gd name="connsiteY146" fmla="*/ 2345769 h 2476997"/>
              <a:gd name="connsiteX147" fmla="*/ 931155 w 3242958"/>
              <a:gd name="connsiteY147" fmla="*/ 2473712 h 2476997"/>
              <a:gd name="connsiteX148" fmla="*/ 918728 w 3242958"/>
              <a:gd name="connsiteY148" fmla="*/ 2473712 h 2476997"/>
              <a:gd name="connsiteX149" fmla="*/ 906582 w 3242958"/>
              <a:gd name="connsiteY149" fmla="*/ 2473712 h 2476997"/>
              <a:gd name="connsiteX150" fmla="*/ 858003 w 3242958"/>
              <a:gd name="connsiteY150" fmla="*/ 2381355 h 2476997"/>
              <a:gd name="connsiteX151" fmla="*/ 858003 w 3242958"/>
              <a:gd name="connsiteY151" fmla="*/ 2473712 h 2476997"/>
              <a:gd name="connsiteX152" fmla="*/ 846424 w 3242958"/>
              <a:gd name="connsiteY152" fmla="*/ 2473712 h 2476997"/>
              <a:gd name="connsiteX153" fmla="*/ 835126 w 3242958"/>
              <a:gd name="connsiteY153" fmla="*/ 2473712 h 2476997"/>
              <a:gd name="connsiteX154" fmla="*/ 782027 w 3242958"/>
              <a:gd name="connsiteY154" fmla="*/ 2345769 h 2476997"/>
              <a:gd name="connsiteX155" fmla="*/ 794454 w 3242958"/>
              <a:gd name="connsiteY155" fmla="*/ 2345769 h 2476997"/>
              <a:gd name="connsiteX156" fmla="*/ 806600 w 3242958"/>
              <a:gd name="connsiteY156" fmla="*/ 2345769 h 2476997"/>
              <a:gd name="connsiteX157" fmla="*/ 806600 w 3242958"/>
              <a:gd name="connsiteY157" fmla="*/ 2473712 h 2476997"/>
              <a:gd name="connsiteX158" fmla="*/ 794454 w 3242958"/>
              <a:gd name="connsiteY158" fmla="*/ 2473712 h 2476997"/>
              <a:gd name="connsiteX159" fmla="*/ 782027 w 3242958"/>
              <a:gd name="connsiteY159" fmla="*/ 2473712 h 2476997"/>
              <a:gd name="connsiteX160" fmla="*/ 471626 w 3242958"/>
              <a:gd name="connsiteY160" fmla="*/ 2345769 h 2476997"/>
              <a:gd name="connsiteX161" fmla="*/ 484335 w 3242958"/>
              <a:gd name="connsiteY161" fmla="*/ 2345769 h 2476997"/>
              <a:gd name="connsiteX162" fmla="*/ 497329 w 3242958"/>
              <a:gd name="connsiteY162" fmla="*/ 2345769 h 2476997"/>
              <a:gd name="connsiteX163" fmla="*/ 544497 w 3242958"/>
              <a:gd name="connsiteY163" fmla="*/ 2435583 h 2476997"/>
              <a:gd name="connsiteX164" fmla="*/ 544497 w 3242958"/>
              <a:gd name="connsiteY164" fmla="*/ 2345769 h 2476997"/>
              <a:gd name="connsiteX165" fmla="*/ 556076 w 3242958"/>
              <a:gd name="connsiteY165" fmla="*/ 2345769 h 2476997"/>
              <a:gd name="connsiteX166" fmla="*/ 567655 w 3242958"/>
              <a:gd name="connsiteY166" fmla="*/ 2345769 h 2476997"/>
              <a:gd name="connsiteX167" fmla="*/ 567655 w 3242958"/>
              <a:gd name="connsiteY167" fmla="*/ 2473712 h 2476997"/>
              <a:gd name="connsiteX168" fmla="*/ 555228 w 3242958"/>
              <a:gd name="connsiteY168" fmla="*/ 2473712 h 2476997"/>
              <a:gd name="connsiteX169" fmla="*/ 543082 w 3242958"/>
              <a:gd name="connsiteY169" fmla="*/ 2473712 h 2476997"/>
              <a:gd name="connsiteX170" fmla="*/ 494503 w 3242958"/>
              <a:gd name="connsiteY170" fmla="*/ 2381355 h 2476997"/>
              <a:gd name="connsiteX171" fmla="*/ 494503 w 3242958"/>
              <a:gd name="connsiteY171" fmla="*/ 2473712 h 2476997"/>
              <a:gd name="connsiteX172" fmla="*/ 482924 w 3242958"/>
              <a:gd name="connsiteY172" fmla="*/ 2473712 h 2476997"/>
              <a:gd name="connsiteX173" fmla="*/ 471626 w 3242958"/>
              <a:gd name="connsiteY173" fmla="*/ 2473712 h 2476997"/>
              <a:gd name="connsiteX174" fmla="*/ 418528 w 3242958"/>
              <a:gd name="connsiteY174" fmla="*/ 2345769 h 2476997"/>
              <a:gd name="connsiteX175" fmla="*/ 430955 w 3242958"/>
              <a:gd name="connsiteY175" fmla="*/ 2345769 h 2476997"/>
              <a:gd name="connsiteX176" fmla="*/ 443101 w 3242958"/>
              <a:gd name="connsiteY176" fmla="*/ 2345769 h 2476997"/>
              <a:gd name="connsiteX177" fmla="*/ 443101 w 3242958"/>
              <a:gd name="connsiteY177" fmla="*/ 2473712 h 2476997"/>
              <a:gd name="connsiteX178" fmla="*/ 430955 w 3242958"/>
              <a:gd name="connsiteY178" fmla="*/ 2473712 h 2476997"/>
              <a:gd name="connsiteX179" fmla="*/ 418528 w 3242958"/>
              <a:gd name="connsiteY179" fmla="*/ 2473712 h 2476997"/>
              <a:gd name="connsiteX180" fmla="*/ 268552 w 3242958"/>
              <a:gd name="connsiteY180" fmla="*/ 2345769 h 2476997"/>
              <a:gd name="connsiteX181" fmla="*/ 280979 w 3242958"/>
              <a:gd name="connsiteY181" fmla="*/ 2345769 h 2476997"/>
              <a:gd name="connsiteX182" fmla="*/ 293125 w 3242958"/>
              <a:gd name="connsiteY182" fmla="*/ 2345769 h 2476997"/>
              <a:gd name="connsiteX183" fmla="*/ 293125 w 3242958"/>
              <a:gd name="connsiteY183" fmla="*/ 2473712 h 2476997"/>
              <a:gd name="connsiteX184" fmla="*/ 280979 w 3242958"/>
              <a:gd name="connsiteY184" fmla="*/ 2473712 h 2476997"/>
              <a:gd name="connsiteX185" fmla="*/ 268552 w 3242958"/>
              <a:gd name="connsiteY185" fmla="*/ 2473712 h 2476997"/>
              <a:gd name="connsiteX186" fmla="*/ 154732 w 3242958"/>
              <a:gd name="connsiteY186" fmla="*/ 2345769 h 2476997"/>
              <a:gd name="connsiteX187" fmla="*/ 241441 w 3242958"/>
              <a:gd name="connsiteY187" fmla="*/ 2345769 h 2476997"/>
              <a:gd name="connsiteX188" fmla="*/ 241441 w 3242958"/>
              <a:gd name="connsiteY188" fmla="*/ 2357067 h 2476997"/>
              <a:gd name="connsiteX189" fmla="*/ 241441 w 3242958"/>
              <a:gd name="connsiteY189" fmla="*/ 2368364 h 2476997"/>
              <a:gd name="connsiteX190" fmla="*/ 179305 w 3242958"/>
              <a:gd name="connsiteY190" fmla="*/ 2368364 h 2476997"/>
              <a:gd name="connsiteX191" fmla="*/ 179305 w 3242958"/>
              <a:gd name="connsiteY191" fmla="*/ 2395478 h 2476997"/>
              <a:gd name="connsiteX192" fmla="*/ 236922 w 3242958"/>
              <a:gd name="connsiteY192" fmla="*/ 2395478 h 2476997"/>
              <a:gd name="connsiteX193" fmla="*/ 236922 w 3242958"/>
              <a:gd name="connsiteY193" fmla="*/ 2406494 h 2476997"/>
              <a:gd name="connsiteX194" fmla="*/ 236922 w 3242958"/>
              <a:gd name="connsiteY194" fmla="*/ 2417507 h 2476997"/>
              <a:gd name="connsiteX195" fmla="*/ 179305 w 3242958"/>
              <a:gd name="connsiteY195" fmla="*/ 2417507 h 2476997"/>
              <a:gd name="connsiteX196" fmla="*/ 179305 w 3242958"/>
              <a:gd name="connsiteY196" fmla="*/ 2450836 h 2476997"/>
              <a:gd name="connsiteX197" fmla="*/ 243982 w 3242958"/>
              <a:gd name="connsiteY197" fmla="*/ 2450836 h 2476997"/>
              <a:gd name="connsiteX198" fmla="*/ 243982 w 3242958"/>
              <a:gd name="connsiteY198" fmla="*/ 2462133 h 2476997"/>
              <a:gd name="connsiteX199" fmla="*/ 243982 w 3242958"/>
              <a:gd name="connsiteY199" fmla="*/ 2473712 h 2476997"/>
              <a:gd name="connsiteX200" fmla="*/ 154732 w 3242958"/>
              <a:gd name="connsiteY200" fmla="*/ 2473712 h 2476997"/>
              <a:gd name="connsiteX201" fmla="*/ 1341303 w 3242958"/>
              <a:gd name="connsiteY201" fmla="*/ 2345648 h 2476997"/>
              <a:gd name="connsiteX202" fmla="*/ 1365875 w 3242958"/>
              <a:gd name="connsiteY202" fmla="*/ 2345648 h 2476997"/>
              <a:gd name="connsiteX203" fmla="*/ 1365875 w 3242958"/>
              <a:gd name="connsiteY203" fmla="*/ 2426427 h 2476997"/>
              <a:gd name="connsiteX204" fmla="*/ 1371524 w 3242958"/>
              <a:gd name="connsiteY204" fmla="*/ 2447044 h 2476997"/>
              <a:gd name="connsiteX205" fmla="*/ 1388752 w 3242958"/>
              <a:gd name="connsiteY205" fmla="*/ 2453823 h 2476997"/>
              <a:gd name="connsiteX206" fmla="*/ 1406547 w 3242958"/>
              <a:gd name="connsiteY206" fmla="*/ 2447608 h 2476997"/>
              <a:gd name="connsiteX207" fmla="*/ 1411629 w 3242958"/>
              <a:gd name="connsiteY207" fmla="*/ 2426427 h 2476997"/>
              <a:gd name="connsiteX208" fmla="*/ 1411629 w 3242958"/>
              <a:gd name="connsiteY208" fmla="*/ 2345648 h 2476997"/>
              <a:gd name="connsiteX209" fmla="*/ 1436484 w 3242958"/>
              <a:gd name="connsiteY209" fmla="*/ 2345648 h 2476997"/>
              <a:gd name="connsiteX210" fmla="*/ 1436484 w 3242958"/>
              <a:gd name="connsiteY210" fmla="*/ 2425012 h 2476997"/>
              <a:gd name="connsiteX211" fmla="*/ 1425186 w 3242958"/>
              <a:gd name="connsiteY211" fmla="*/ 2464554 h 2476997"/>
              <a:gd name="connsiteX212" fmla="*/ 1352882 w 3242958"/>
              <a:gd name="connsiteY212" fmla="*/ 2464554 h 2476997"/>
              <a:gd name="connsiteX213" fmla="*/ 1341303 w 3242958"/>
              <a:gd name="connsiteY213" fmla="*/ 2425579 h 2476997"/>
              <a:gd name="connsiteX214" fmla="*/ 2025884 w 3242958"/>
              <a:gd name="connsiteY214" fmla="*/ 2345487 h 2476997"/>
              <a:gd name="connsiteX215" fmla="*/ 2121631 w 3242958"/>
              <a:gd name="connsiteY215" fmla="*/ 2345487 h 2476997"/>
              <a:gd name="connsiteX216" fmla="*/ 2121631 w 3242958"/>
              <a:gd name="connsiteY216" fmla="*/ 2357066 h 2476997"/>
              <a:gd name="connsiteX217" fmla="*/ 2121631 w 3242958"/>
              <a:gd name="connsiteY217" fmla="*/ 2368364 h 2476997"/>
              <a:gd name="connsiteX218" fmla="*/ 2086042 w 3242958"/>
              <a:gd name="connsiteY218" fmla="*/ 2368364 h 2476997"/>
              <a:gd name="connsiteX219" fmla="*/ 2086042 w 3242958"/>
              <a:gd name="connsiteY219" fmla="*/ 2473715 h 2476997"/>
              <a:gd name="connsiteX220" fmla="*/ 2073897 w 3242958"/>
              <a:gd name="connsiteY220" fmla="*/ 2473715 h 2476997"/>
              <a:gd name="connsiteX221" fmla="*/ 2061473 w 3242958"/>
              <a:gd name="connsiteY221" fmla="*/ 2473715 h 2476997"/>
              <a:gd name="connsiteX222" fmla="*/ 2061473 w 3242958"/>
              <a:gd name="connsiteY222" fmla="*/ 2368364 h 2476997"/>
              <a:gd name="connsiteX223" fmla="*/ 2025884 w 3242958"/>
              <a:gd name="connsiteY223" fmla="*/ 2368364 h 2476997"/>
              <a:gd name="connsiteX224" fmla="*/ 2025884 w 3242958"/>
              <a:gd name="connsiteY224" fmla="*/ 2357066 h 2476997"/>
              <a:gd name="connsiteX225" fmla="*/ 1457901 w 3242958"/>
              <a:gd name="connsiteY225" fmla="*/ 2345487 h 2476997"/>
              <a:gd name="connsiteX226" fmla="*/ 1553648 w 3242958"/>
              <a:gd name="connsiteY226" fmla="*/ 2345487 h 2476997"/>
              <a:gd name="connsiteX227" fmla="*/ 1553648 w 3242958"/>
              <a:gd name="connsiteY227" fmla="*/ 2357066 h 2476997"/>
              <a:gd name="connsiteX228" fmla="*/ 1553648 w 3242958"/>
              <a:gd name="connsiteY228" fmla="*/ 2368364 h 2476997"/>
              <a:gd name="connsiteX229" fmla="*/ 1518059 w 3242958"/>
              <a:gd name="connsiteY229" fmla="*/ 2368364 h 2476997"/>
              <a:gd name="connsiteX230" fmla="*/ 1518059 w 3242958"/>
              <a:gd name="connsiteY230" fmla="*/ 2473715 h 2476997"/>
              <a:gd name="connsiteX231" fmla="*/ 1505632 w 3242958"/>
              <a:gd name="connsiteY231" fmla="*/ 2473715 h 2476997"/>
              <a:gd name="connsiteX232" fmla="*/ 1493487 w 3242958"/>
              <a:gd name="connsiteY232" fmla="*/ 2473715 h 2476997"/>
              <a:gd name="connsiteX233" fmla="*/ 1493487 w 3242958"/>
              <a:gd name="connsiteY233" fmla="*/ 2368364 h 2476997"/>
              <a:gd name="connsiteX234" fmla="*/ 1457901 w 3242958"/>
              <a:gd name="connsiteY234" fmla="*/ 2368364 h 2476997"/>
              <a:gd name="connsiteX235" fmla="*/ 1457901 w 3242958"/>
              <a:gd name="connsiteY235" fmla="*/ 2357066 h 2476997"/>
              <a:gd name="connsiteX236" fmla="*/ 1226020 w 3242958"/>
              <a:gd name="connsiteY236" fmla="*/ 2345487 h 2476997"/>
              <a:gd name="connsiteX237" fmla="*/ 1321767 w 3242958"/>
              <a:gd name="connsiteY237" fmla="*/ 2345487 h 2476997"/>
              <a:gd name="connsiteX238" fmla="*/ 1321767 w 3242958"/>
              <a:gd name="connsiteY238" fmla="*/ 2357066 h 2476997"/>
              <a:gd name="connsiteX239" fmla="*/ 1321767 w 3242958"/>
              <a:gd name="connsiteY239" fmla="*/ 2368364 h 2476997"/>
              <a:gd name="connsiteX240" fmla="*/ 1286178 w 3242958"/>
              <a:gd name="connsiteY240" fmla="*/ 2368364 h 2476997"/>
              <a:gd name="connsiteX241" fmla="*/ 1286178 w 3242958"/>
              <a:gd name="connsiteY241" fmla="*/ 2473715 h 2476997"/>
              <a:gd name="connsiteX242" fmla="*/ 1274033 w 3242958"/>
              <a:gd name="connsiteY242" fmla="*/ 2473715 h 2476997"/>
              <a:gd name="connsiteX243" fmla="*/ 1261606 w 3242958"/>
              <a:gd name="connsiteY243" fmla="*/ 2473715 h 2476997"/>
              <a:gd name="connsiteX244" fmla="*/ 1261606 w 3242958"/>
              <a:gd name="connsiteY244" fmla="*/ 2368364 h 2476997"/>
              <a:gd name="connsiteX245" fmla="*/ 1226020 w 3242958"/>
              <a:gd name="connsiteY245" fmla="*/ 2368364 h 2476997"/>
              <a:gd name="connsiteX246" fmla="*/ 1226020 w 3242958"/>
              <a:gd name="connsiteY246" fmla="*/ 2357066 h 2476997"/>
              <a:gd name="connsiteX247" fmla="*/ 1067007 w 3242958"/>
              <a:gd name="connsiteY247" fmla="*/ 2345487 h 2476997"/>
              <a:gd name="connsiteX248" fmla="*/ 1162754 w 3242958"/>
              <a:gd name="connsiteY248" fmla="*/ 2345487 h 2476997"/>
              <a:gd name="connsiteX249" fmla="*/ 1162754 w 3242958"/>
              <a:gd name="connsiteY249" fmla="*/ 2357066 h 2476997"/>
              <a:gd name="connsiteX250" fmla="*/ 1162754 w 3242958"/>
              <a:gd name="connsiteY250" fmla="*/ 2368364 h 2476997"/>
              <a:gd name="connsiteX251" fmla="*/ 1127165 w 3242958"/>
              <a:gd name="connsiteY251" fmla="*/ 2368364 h 2476997"/>
              <a:gd name="connsiteX252" fmla="*/ 1127165 w 3242958"/>
              <a:gd name="connsiteY252" fmla="*/ 2473715 h 2476997"/>
              <a:gd name="connsiteX253" fmla="*/ 1115023 w 3242958"/>
              <a:gd name="connsiteY253" fmla="*/ 2473715 h 2476997"/>
              <a:gd name="connsiteX254" fmla="*/ 1102593 w 3242958"/>
              <a:gd name="connsiteY254" fmla="*/ 2473715 h 2476997"/>
              <a:gd name="connsiteX255" fmla="*/ 1102593 w 3242958"/>
              <a:gd name="connsiteY255" fmla="*/ 2368364 h 2476997"/>
              <a:gd name="connsiteX256" fmla="*/ 1067007 w 3242958"/>
              <a:gd name="connsiteY256" fmla="*/ 2368364 h 2476997"/>
              <a:gd name="connsiteX257" fmla="*/ 1067007 w 3242958"/>
              <a:gd name="connsiteY257" fmla="*/ 2357066 h 2476997"/>
              <a:gd name="connsiteX258" fmla="*/ 29659 w 3242958"/>
              <a:gd name="connsiteY258" fmla="*/ 2345085 h 2476997"/>
              <a:gd name="connsiteX259" fmla="*/ 86147 w 3242958"/>
              <a:gd name="connsiteY259" fmla="*/ 2345085 h 2476997"/>
              <a:gd name="connsiteX260" fmla="*/ 112980 w 3242958"/>
              <a:gd name="connsiteY260" fmla="*/ 2353839 h 2476997"/>
              <a:gd name="connsiteX261" fmla="*/ 122581 w 3242958"/>
              <a:gd name="connsiteY261" fmla="*/ 2377564 h 2476997"/>
              <a:gd name="connsiteX262" fmla="*/ 111565 w 3242958"/>
              <a:gd name="connsiteY262" fmla="*/ 2401855 h 2476997"/>
              <a:gd name="connsiteX263" fmla="*/ 107613 w 3242958"/>
              <a:gd name="connsiteY263" fmla="*/ 2404396 h 2476997"/>
              <a:gd name="connsiteX264" fmla="*/ 114957 w 3242958"/>
              <a:gd name="connsiteY264" fmla="*/ 2408633 h 2476997"/>
              <a:gd name="connsiteX265" fmla="*/ 126255 w 3242958"/>
              <a:gd name="connsiteY265" fmla="*/ 2433206 h 2476997"/>
              <a:gd name="connsiteX266" fmla="*/ 114391 w 3242958"/>
              <a:gd name="connsiteY266" fmla="*/ 2464273 h 2476997"/>
              <a:gd name="connsiteX267" fmla="*/ 81628 w 3242958"/>
              <a:gd name="connsiteY267" fmla="*/ 2474723 h 2476997"/>
              <a:gd name="connsiteX268" fmla="*/ 29659 w 3242958"/>
              <a:gd name="connsiteY268" fmla="*/ 2474723 h 2476997"/>
              <a:gd name="connsiteX269" fmla="*/ 364065 w 3242958"/>
              <a:gd name="connsiteY269" fmla="*/ 2345084 h 2476997"/>
              <a:gd name="connsiteX270" fmla="*/ 388638 w 3242958"/>
              <a:gd name="connsiteY270" fmla="*/ 2345084 h 2476997"/>
              <a:gd name="connsiteX271" fmla="*/ 388638 w 3242958"/>
              <a:gd name="connsiteY271" fmla="*/ 2436030 h 2476997"/>
              <a:gd name="connsiteX272" fmla="*/ 379034 w 3242958"/>
              <a:gd name="connsiteY272" fmla="*/ 2464274 h 2476997"/>
              <a:gd name="connsiteX273" fmla="*/ 350790 w 3242958"/>
              <a:gd name="connsiteY273" fmla="*/ 2474157 h 2476997"/>
              <a:gd name="connsiteX274" fmla="*/ 322546 w 3242958"/>
              <a:gd name="connsiteY274" fmla="*/ 2463141 h 2476997"/>
              <a:gd name="connsiteX275" fmla="*/ 314075 w 3242958"/>
              <a:gd name="connsiteY275" fmla="*/ 2429249 h 2476997"/>
              <a:gd name="connsiteX276" fmla="*/ 314075 w 3242958"/>
              <a:gd name="connsiteY276" fmla="*/ 2421625 h 2476997"/>
              <a:gd name="connsiteX277" fmla="*/ 337515 w 3242958"/>
              <a:gd name="connsiteY277" fmla="*/ 2421625 h 2476997"/>
              <a:gd name="connsiteX278" fmla="*/ 337515 w 3242958"/>
              <a:gd name="connsiteY278" fmla="*/ 2429252 h 2476997"/>
              <a:gd name="connsiteX279" fmla="*/ 340622 w 3242958"/>
              <a:gd name="connsiteY279" fmla="*/ 2446480 h 2476997"/>
              <a:gd name="connsiteX280" fmla="*/ 351638 w 3242958"/>
              <a:gd name="connsiteY280" fmla="*/ 2452128 h 2476997"/>
              <a:gd name="connsiteX281" fmla="*/ 362087 w 3242958"/>
              <a:gd name="connsiteY281" fmla="*/ 2448173 h 2476997"/>
              <a:gd name="connsiteX282" fmla="*/ 365195 w 3242958"/>
              <a:gd name="connsiteY282" fmla="*/ 2434616 h 2476997"/>
              <a:gd name="connsiteX283" fmla="*/ 2923357 w 3242958"/>
              <a:gd name="connsiteY283" fmla="*/ 2342204 h 2476997"/>
              <a:gd name="connsiteX284" fmla="*/ 2963824 w 3242958"/>
              <a:gd name="connsiteY284" fmla="*/ 2357426 h 2476997"/>
              <a:gd name="connsiteX285" fmla="*/ 2966454 w 3242958"/>
              <a:gd name="connsiteY285" fmla="*/ 2360053 h 2476997"/>
              <a:gd name="connsiteX286" fmla="*/ 2981704 w 3242958"/>
              <a:gd name="connsiteY286" fmla="*/ 2410047 h 2476997"/>
              <a:gd name="connsiteX287" fmla="*/ 2966454 w 3242958"/>
              <a:gd name="connsiteY287" fmla="*/ 2458626 h 2476997"/>
              <a:gd name="connsiteX288" fmla="*/ 2886609 w 3242958"/>
              <a:gd name="connsiteY288" fmla="*/ 2461253 h 2476997"/>
              <a:gd name="connsiteX289" fmla="*/ 2883979 w 3242958"/>
              <a:gd name="connsiteY289" fmla="*/ 2458626 h 2476997"/>
              <a:gd name="connsiteX290" fmla="*/ 2868728 w 3242958"/>
              <a:gd name="connsiteY290" fmla="*/ 2410047 h 2476997"/>
              <a:gd name="connsiteX291" fmla="*/ 2883979 w 3242958"/>
              <a:gd name="connsiteY291" fmla="*/ 2360053 h 2476997"/>
              <a:gd name="connsiteX292" fmla="*/ 2923357 w 3242958"/>
              <a:gd name="connsiteY292" fmla="*/ 2342204 h 2476997"/>
              <a:gd name="connsiteX293" fmla="*/ 2682437 w 3242958"/>
              <a:gd name="connsiteY293" fmla="*/ 2342204 h 2476997"/>
              <a:gd name="connsiteX294" fmla="*/ 2722904 w 3242958"/>
              <a:gd name="connsiteY294" fmla="*/ 2357426 h 2476997"/>
              <a:gd name="connsiteX295" fmla="*/ 2725534 w 3242958"/>
              <a:gd name="connsiteY295" fmla="*/ 2360053 h 2476997"/>
              <a:gd name="connsiteX296" fmla="*/ 2740784 w 3242958"/>
              <a:gd name="connsiteY296" fmla="*/ 2410047 h 2476997"/>
              <a:gd name="connsiteX297" fmla="*/ 2725534 w 3242958"/>
              <a:gd name="connsiteY297" fmla="*/ 2458626 h 2476997"/>
              <a:gd name="connsiteX298" fmla="*/ 2645689 w 3242958"/>
              <a:gd name="connsiteY298" fmla="*/ 2461253 h 2476997"/>
              <a:gd name="connsiteX299" fmla="*/ 2643059 w 3242958"/>
              <a:gd name="connsiteY299" fmla="*/ 2458626 h 2476997"/>
              <a:gd name="connsiteX300" fmla="*/ 2627808 w 3242958"/>
              <a:gd name="connsiteY300" fmla="*/ 2410047 h 2476997"/>
              <a:gd name="connsiteX301" fmla="*/ 2643059 w 3242958"/>
              <a:gd name="connsiteY301" fmla="*/ 2360053 h 2476997"/>
              <a:gd name="connsiteX302" fmla="*/ 2682437 w 3242958"/>
              <a:gd name="connsiteY302" fmla="*/ 2342204 h 2476997"/>
              <a:gd name="connsiteX303" fmla="*/ 1791842 w 3242958"/>
              <a:gd name="connsiteY303" fmla="*/ 2342059 h 2476997"/>
              <a:gd name="connsiteX304" fmla="*/ 1832363 w 3242958"/>
              <a:gd name="connsiteY304" fmla="*/ 2357132 h 2476997"/>
              <a:gd name="connsiteX305" fmla="*/ 1835287 w 3242958"/>
              <a:gd name="connsiteY305" fmla="*/ 2360053 h 2476997"/>
              <a:gd name="connsiteX306" fmla="*/ 1850537 w 3242958"/>
              <a:gd name="connsiteY306" fmla="*/ 2410046 h 2476997"/>
              <a:gd name="connsiteX307" fmla="*/ 1835287 w 3242958"/>
              <a:gd name="connsiteY307" fmla="*/ 2458625 h 2476997"/>
              <a:gd name="connsiteX308" fmla="*/ 1755453 w 3242958"/>
              <a:gd name="connsiteY308" fmla="*/ 2461546 h 2476997"/>
              <a:gd name="connsiteX309" fmla="*/ 1752530 w 3242958"/>
              <a:gd name="connsiteY309" fmla="*/ 2458625 h 2476997"/>
              <a:gd name="connsiteX310" fmla="*/ 1737279 w 3242958"/>
              <a:gd name="connsiteY310" fmla="*/ 2410046 h 2476997"/>
              <a:gd name="connsiteX311" fmla="*/ 1752530 w 3242958"/>
              <a:gd name="connsiteY311" fmla="*/ 2360053 h 2476997"/>
              <a:gd name="connsiteX312" fmla="*/ 1791842 w 3242958"/>
              <a:gd name="connsiteY312" fmla="*/ 2342059 h 2476997"/>
              <a:gd name="connsiteX313" fmla="*/ 644794 w 3242958"/>
              <a:gd name="connsiteY313" fmla="*/ 2341922 h 2476997"/>
              <a:gd name="connsiteX314" fmla="*/ 684917 w 3242958"/>
              <a:gd name="connsiteY314" fmla="*/ 2353274 h 2476997"/>
              <a:gd name="connsiteX315" fmla="*/ 701297 w 3242958"/>
              <a:gd name="connsiteY315" fmla="*/ 2384907 h 2476997"/>
              <a:gd name="connsiteX316" fmla="*/ 676727 w 3242958"/>
              <a:gd name="connsiteY316" fmla="*/ 2384907 h 2476997"/>
              <a:gd name="connsiteX317" fmla="*/ 667970 w 3242958"/>
              <a:gd name="connsiteY317" fmla="*/ 2370221 h 2476997"/>
              <a:gd name="connsiteX318" fmla="*/ 651024 w 3242958"/>
              <a:gd name="connsiteY318" fmla="*/ 2364008 h 2476997"/>
              <a:gd name="connsiteX319" fmla="*/ 625887 w 3242958"/>
              <a:gd name="connsiteY319" fmla="*/ 2375869 h 2476997"/>
              <a:gd name="connsiteX320" fmla="*/ 616846 w 3242958"/>
              <a:gd name="connsiteY320" fmla="*/ 2409480 h 2476997"/>
              <a:gd name="connsiteX321" fmla="*/ 625603 w 3242958"/>
              <a:gd name="connsiteY321" fmla="*/ 2442528 h 2476997"/>
              <a:gd name="connsiteX322" fmla="*/ 651024 w 3242958"/>
              <a:gd name="connsiteY322" fmla="*/ 2454107 h 2476997"/>
              <a:gd name="connsiteX323" fmla="*/ 673337 w 3242958"/>
              <a:gd name="connsiteY323" fmla="*/ 2442243 h 2476997"/>
              <a:gd name="connsiteX324" fmla="*/ 679834 w 3242958"/>
              <a:gd name="connsiteY324" fmla="*/ 2426427 h 2476997"/>
              <a:gd name="connsiteX325" fmla="*/ 651587 w 3242958"/>
              <a:gd name="connsiteY325" fmla="*/ 2426427 h 2476997"/>
              <a:gd name="connsiteX326" fmla="*/ 651587 w 3242958"/>
              <a:gd name="connsiteY326" fmla="*/ 2404395 h 2476997"/>
              <a:gd name="connsiteX327" fmla="*/ 701015 w 3242958"/>
              <a:gd name="connsiteY327" fmla="*/ 2404395 h 2476997"/>
              <a:gd name="connsiteX328" fmla="*/ 701015 w 3242958"/>
              <a:gd name="connsiteY328" fmla="*/ 2473310 h 2476997"/>
              <a:gd name="connsiteX329" fmla="*/ 684635 w 3242958"/>
              <a:gd name="connsiteY329" fmla="*/ 2473310 h 2476997"/>
              <a:gd name="connsiteX330" fmla="*/ 682091 w 3242958"/>
              <a:gd name="connsiteY330" fmla="*/ 2456930 h 2476997"/>
              <a:gd name="connsiteX331" fmla="*/ 680679 w 3242958"/>
              <a:gd name="connsiteY331" fmla="*/ 2458908 h 2476997"/>
              <a:gd name="connsiteX332" fmla="*/ 647068 w 3242958"/>
              <a:gd name="connsiteY332" fmla="*/ 2476984 h 2476997"/>
              <a:gd name="connsiteX333" fmla="*/ 647353 w 3242958"/>
              <a:gd name="connsiteY333" fmla="*/ 2476699 h 2476997"/>
              <a:gd name="connsiteX334" fmla="*/ 606682 w 3242958"/>
              <a:gd name="connsiteY334" fmla="*/ 2458623 h 2476997"/>
              <a:gd name="connsiteX335" fmla="*/ 591428 w 3242958"/>
              <a:gd name="connsiteY335" fmla="*/ 2409762 h 2476997"/>
              <a:gd name="connsiteX336" fmla="*/ 607245 w 3242958"/>
              <a:gd name="connsiteY336" fmla="*/ 2360053 h 2476997"/>
              <a:gd name="connsiteX337" fmla="*/ 644794 w 3242958"/>
              <a:gd name="connsiteY337" fmla="*/ 2341922 h 2476997"/>
              <a:gd name="connsiteX338" fmla="*/ 3055545 w 3242958"/>
              <a:gd name="connsiteY338" fmla="*/ 2341892 h 2476997"/>
              <a:gd name="connsiteX339" fmla="*/ 3095808 w 3242958"/>
              <a:gd name="connsiteY339" fmla="*/ 2353275 h 2476997"/>
              <a:gd name="connsiteX340" fmla="*/ 3111907 w 3242958"/>
              <a:gd name="connsiteY340" fmla="*/ 2384908 h 2476997"/>
              <a:gd name="connsiteX341" fmla="*/ 3087334 w 3242958"/>
              <a:gd name="connsiteY341" fmla="*/ 2384908 h 2476997"/>
              <a:gd name="connsiteX342" fmla="*/ 3078862 w 3242958"/>
              <a:gd name="connsiteY342" fmla="*/ 2370221 h 2476997"/>
              <a:gd name="connsiteX343" fmla="*/ 3061634 w 3242958"/>
              <a:gd name="connsiteY343" fmla="*/ 2364006 h 2476997"/>
              <a:gd name="connsiteX344" fmla="*/ 3036780 w 3242958"/>
              <a:gd name="connsiteY344" fmla="*/ 2375870 h 2476997"/>
              <a:gd name="connsiteX345" fmla="*/ 3036780 w 3242958"/>
              <a:gd name="connsiteY345" fmla="*/ 2442525 h 2476997"/>
              <a:gd name="connsiteX346" fmla="*/ 3062198 w 3242958"/>
              <a:gd name="connsiteY346" fmla="*/ 2454104 h 2476997"/>
              <a:gd name="connsiteX347" fmla="*/ 3084511 w 3242958"/>
              <a:gd name="connsiteY347" fmla="*/ 2442243 h 2476997"/>
              <a:gd name="connsiteX348" fmla="*/ 3091005 w 3242958"/>
              <a:gd name="connsiteY348" fmla="*/ 2426427 h 2476997"/>
              <a:gd name="connsiteX349" fmla="*/ 3062761 w 3242958"/>
              <a:gd name="connsiteY349" fmla="*/ 2426427 h 2476997"/>
              <a:gd name="connsiteX350" fmla="*/ 3062761 w 3242958"/>
              <a:gd name="connsiteY350" fmla="*/ 2404395 h 2476997"/>
              <a:gd name="connsiteX351" fmla="*/ 3111907 w 3242958"/>
              <a:gd name="connsiteY351" fmla="*/ 2404395 h 2476997"/>
              <a:gd name="connsiteX352" fmla="*/ 3111907 w 3242958"/>
              <a:gd name="connsiteY352" fmla="*/ 2473310 h 2476997"/>
              <a:gd name="connsiteX353" fmla="*/ 3095524 w 3242958"/>
              <a:gd name="connsiteY353" fmla="*/ 2473310 h 2476997"/>
              <a:gd name="connsiteX354" fmla="*/ 3093264 w 3242958"/>
              <a:gd name="connsiteY354" fmla="*/ 2456927 h 2476997"/>
              <a:gd name="connsiteX355" fmla="*/ 3091853 w 3242958"/>
              <a:gd name="connsiteY355" fmla="*/ 2458905 h 2476997"/>
              <a:gd name="connsiteX356" fmla="*/ 3057960 w 3242958"/>
              <a:gd name="connsiteY356" fmla="*/ 2476981 h 2476997"/>
              <a:gd name="connsiteX357" fmla="*/ 3058808 w 3242958"/>
              <a:gd name="connsiteY357" fmla="*/ 2476699 h 2476997"/>
              <a:gd name="connsiteX358" fmla="*/ 3017853 w 3242958"/>
              <a:gd name="connsiteY358" fmla="*/ 2458623 h 2476997"/>
              <a:gd name="connsiteX359" fmla="*/ 3017853 w 3242958"/>
              <a:gd name="connsiteY359" fmla="*/ 2360053 h 2476997"/>
              <a:gd name="connsiteX360" fmla="*/ 3055545 w 3242958"/>
              <a:gd name="connsiteY360" fmla="*/ 2341892 h 2476997"/>
              <a:gd name="connsiteX361" fmla="*/ 2306675 w 3242958"/>
              <a:gd name="connsiteY361" fmla="*/ 2341692 h 2476997"/>
              <a:gd name="connsiteX362" fmla="*/ 2357514 w 3242958"/>
              <a:gd name="connsiteY362" fmla="*/ 2387449 h 2476997"/>
              <a:gd name="connsiteX363" fmla="*/ 2332941 w 3242958"/>
              <a:gd name="connsiteY363" fmla="*/ 2387449 h 2476997"/>
              <a:gd name="connsiteX364" fmla="*/ 2324751 w 3242958"/>
              <a:gd name="connsiteY364" fmla="*/ 2371066 h 2476997"/>
              <a:gd name="connsiteX365" fmla="*/ 2306956 w 3242958"/>
              <a:gd name="connsiteY365" fmla="*/ 2364854 h 2476997"/>
              <a:gd name="connsiteX366" fmla="*/ 2285491 w 3242958"/>
              <a:gd name="connsiteY366" fmla="*/ 2376718 h 2476997"/>
              <a:gd name="connsiteX367" fmla="*/ 2277583 w 3242958"/>
              <a:gd name="connsiteY367" fmla="*/ 2409762 h 2476997"/>
              <a:gd name="connsiteX368" fmla="*/ 2285491 w 3242958"/>
              <a:gd name="connsiteY368" fmla="*/ 2441962 h 2476997"/>
              <a:gd name="connsiteX369" fmla="*/ 2306956 w 3242958"/>
              <a:gd name="connsiteY369" fmla="*/ 2453541 h 2476997"/>
              <a:gd name="connsiteX370" fmla="*/ 2324751 w 3242958"/>
              <a:gd name="connsiteY370" fmla="*/ 2446762 h 2476997"/>
              <a:gd name="connsiteX371" fmla="*/ 2332941 w 3242958"/>
              <a:gd name="connsiteY371" fmla="*/ 2428405 h 2476997"/>
              <a:gd name="connsiteX372" fmla="*/ 2357514 w 3242958"/>
              <a:gd name="connsiteY372" fmla="*/ 2428402 h 2476997"/>
              <a:gd name="connsiteX373" fmla="*/ 2341697 w 3242958"/>
              <a:gd name="connsiteY373" fmla="*/ 2463706 h 2476997"/>
              <a:gd name="connsiteX374" fmla="*/ 2306675 w 3242958"/>
              <a:gd name="connsiteY374" fmla="*/ 2476699 h 2476997"/>
              <a:gd name="connsiteX375" fmla="*/ 2267133 w 3242958"/>
              <a:gd name="connsiteY375" fmla="*/ 2458623 h 2476997"/>
              <a:gd name="connsiteX376" fmla="*/ 2252447 w 3242958"/>
              <a:gd name="connsiteY376" fmla="*/ 2409759 h 2476997"/>
              <a:gd name="connsiteX377" fmla="*/ 2267133 w 3242958"/>
              <a:gd name="connsiteY377" fmla="*/ 2360050 h 2476997"/>
              <a:gd name="connsiteX378" fmla="*/ 2306675 w 3242958"/>
              <a:gd name="connsiteY378" fmla="*/ 2341692 h 2476997"/>
              <a:gd name="connsiteX379" fmla="*/ 1002095 w 3242958"/>
              <a:gd name="connsiteY379" fmla="*/ 2341132 h 2476997"/>
              <a:gd name="connsiteX380" fmla="*/ 1034294 w 3242958"/>
              <a:gd name="connsiteY380" fmla="*/ 2352430 h 2476997"/>
              <a:gd name="connsiteX381" fmla="*/ 1048133 w 3242958"/>
              <a:gd name="connsiteY381" fmla="*/ 2382930 h 2476997"/>
              <a:gd name="connsiteX382" fmla="*/ 1024123 w 3242958"/>
              <a:gd name="connsiteY382" fmla="*/ 2383496 h 2476997"/>
              <a:gd name="connsiteX383" fmla="*/ 1016781 w 3242958"/>
              <a:gd name="connsiteY383" fmla="*/ 2369091 h 2476997"/>
              <a:gd name="connsiteX384" fmla="*/ 999269 w 3242958"/>
              <a:gd name="connsiteY384" fmla="*/ 2363724 h 2476997"/>
              <a:gd name="connsiteX385" fmla="*/ 984582 w 3242958"/>
              <a:gd name="connsiteY385" fmla="*/ 2368243 h 2476997"/>
              <a:gd name="connsiteX386" fmla="*/ 979218 w 3242958"/>
              <a:gd name="connsiteY386" fmla="*/ 2380670 h 2476997"/>
              <a:gd name="connsiteX387" fmla="*/ 984867 w 3242958"/>
              <a:gd name="connsiteY387" fmla="*/ 2389709 h 2476997"/>
              <a:gd name="connsiteX388" fmla="*/ 1008025 w 3242958"/>
              <a:gd name="connsiteY388" fmla="*/ 2397053 h 2476997"/>
              <a:gd name="connsiteX389" fmla="*/ 1042199 w 3242958"/>
              <a:gd name="connsiteY389" fmla="*/ 2411458 h 2476997"/>
              <a:gd name="connsiteX390" fmla="*/ 1050955 w 3242958"/>
              <a:gd name="connsiteY390" fmla="*/ 2437443 h 2476997"/>
              <a:gd name="connsiteX391" fmla="*/ 1037965 w 3242958"/>
              <a:gd name="connsiteY391" fmla="*/ 2465687 h 2476997"/>
              <a:gd name="connsiteX392" fmla="*/ 1002661 w 3242958"/>
              <a:gd name="connsiteY392" fmla="*/ 2476136 h 2476997"/>
              <a:gd name="connsiteX393" fmla="*/ 967639 w 3242958"/>
              <a:gd name="connsiteY393" fmla="*/ 2464839 h 2476997"/>
              <a:gd name="connsiteX394" fmla="*/ 954082 w 3242958"/>
              <a:gd name="connsiteY394" fmla="*/ 2432924 h 2476997"/>
              <a:gd name="connsiteX395" fmla="*/ 977803 w 3242958"/>
              <a:gd name="connsiteY395" fmla="*/ 2432924 h 2476997"/>
              <a:gd name="connsiteX396" fmla="*/ 984582 w 3242958"/>
              <a:gd name="connsiteY396" fmla="*/ 2448740 h 2476997"/>
              <a:gd name="connsiteX397" fmla="*/ 1002661 w 3242958"/>
              <a:gd name="connsiteY397" fmla="*/ 2454104 h 2476997"/>
              <a:gd name="connsiteX398" fmla="*/ 1021019 w 3242958"/>
              <a:gd name="connsiteY398" fmla="*/ 2449870 h 2476997"/>
              <a:gd name="connsiteX399" fmla="*/ 1027515 w 3242958"/>
              <a:gd name="connsiteY399" fmla="*/ 2438573 h 2476997"/>
              <a:gd name="connsiteX400" fmla="*/ 1022712 w 3242958"/>
              <a:gd name="connsiteY400" fmla="*/ 2427838 h 2476997"/>
              <a:gd name="connsiteX401" fmla="*/ 1002943 w 3242958"/>
              <a:gd name="connsiteY401" fmla="*/ 2420778 h 2476997"/>
              <a:gd name="connsiteX402" fmla="*/ 965376 w 3242958"/>
              <a:gd name="connsiteY402" fmla="*/ 2406091 h 2476997"/>
              <a:gd name="connsiteX403" fmla="*/ 956056 w 3242958"/>
              <a:gd name="connsiteY403" fmla="*/ 2381803 h 2476997"/>
              <a:gd name="connsiteX404" fmla="*/ 968484 w 3242958"/>
              <a:gd name="connsiteY404" fmla="*/ 2352148 h 2476997"/>
              <a:gd name="connsiteX405" fmla="*/ 1002095 w 3242958"/>
              <a:gd name="connsiteY405" fmla="*/ 2341132 h 2476997"/>
              <a:gd name="connsiteX406" fmla="*/ 670511 w 3242958"/>
              <a:gd name="connsiteY406" fmla="*/ 2134384 h 2476997"/>
              <a:gd name="connsiteX407" fmla="*/ 687457 w 3242958"/>
              <a:gd name="connsiteY407" fmla="*/ 2155568 h 2476997"/>
              <a:gd name="connsiteX408" fmla="*/ 705818 w 3242958"/>
              <a:gd name="connsiteY408" fmla="*/ 2151049 h 2476997"/>
              <a:gd name="connsiteX409" fmla="*/ 726717 w 3242958"/>
              <a:gd name="connsiteY409" fmla="*/ 2151049 h 2476997"/>
              <a:gd name="connsiteX410" fmla="*/ 734061 w 3242958"/>
              <a:gd name="connsiteY410" fmla="*/ 2154438 h 2476997"/>
              <a:gd name="connsiteX411" fmla="*/ 732365 w 3242958"/>
              <a:gd name="connsiteY411" fmla="*/ 2166581 h 2476997"/>
              <a:gd name="connsiteX412" fmla="*/ 730387 w 3242958"/>
              <a:gd name="connsiteY412" fmla="*/ 2179856 h 2476997"/>
              <a:gd name="connsiteX413" fmla="*/ 730387 w 3242958"/>
              <a:gd name="connsiteY413" fmla="*/ 2179574 h 2476997"/>
              <a:gd name="connsiteX414" fmla="*/ 721068 w 3242958"/>
              <a:gd name="connsiteY414" fmla="*/ 2189742 h 2476997"/>
              <a:gd name="connsiteX415" fmla="*/ 711748 w 3242958"/>
              <a:gd name="connsiteY415" fmla="*/ 2196521 h 2476997"/>
              <a:gd name="connsiteX416" fmla="*/ 704970 w 3242958"/>
              <a:gd name="connsiteY416" fmla="*/ 2215445 h 2476997"/>
              <a:gd name="connsiteX417" fmla="*/ 691694 w 3242958"/>
              <a:gd name="connsiteY417" fmla="*/ 2224765 h 2476997"/>
              <a:gd name="connsiteX418" fmla="*/ 676441 w 3242958"/>
              <a:gd name="connsiteY418" fmla="*/ 2226176 h 2476997"/>
              <a:gd name="connsiteX419" fmla="*/ 656106 w 3242958"/>
              <a:gd name="connsiteY419" fmla="*/ 2234366 h 2476997"/>
              <a:gd name="connsiteX420" fmla="*/ 631817 w 3242958"/>
              <a:gd name="connsiteY420" fmla="*/ 2214597 h 2476997"/>
              <a:gd name="connsiteX421" fmla="*/ 634359 w 3242958"/>
              <a:gd name="connsiteY421" fmla="*/ 2199344 h 2476997"/>
              <a:gd name="connsiteX422" fmla="*/ 630688 w 3242958"/>
              <a:gd name="connsiteY422" fmla="*/ 2187483 h 2476997"/>
              <a:gd name="connsiteX423" fmla="*/ 638033 w 3242958"/>
              <a:gd name="connsiteY423" fmla="*/ 2173644 h 2476997"/>
              <a:gd name="connsiteX424" fmla="*/ 656672 w 3242958"/>
              <a:gd name="connsiteY424" fmla="*/ 2141726 h 2476997"/>
              <a:gd name="connsiteX425" fmla="*/ 670511 w 3242958"/>
              <a:gd name="connsiteY425" fmla="*/ 2134384 h 2476997"/>
              <a:gd name="connsiteX426" fmla="*/ 898439 w 3242958"/>
              <a:gd name="connsiteY426" fmla="*/ 2093432 h 2476997"/>
              <a:gd name="connsiteX427" fmla="*/ 912278 w 3242958"/>
              <a:gd name="connsiteY427" fmla="*/ 2096539 h 2476997"/>
              <a:gd name="connsiteX428" fmla="*/ 926117 w 3242958"/>
              <a:gd name="connsiteY428" fmla="*/ 2103599 h 2476997"/>
              <a:gd name="connsiteX429" fmla="*/ 939959 w 3242958"/>
              <a:gd name="connsiteY429" fmla="*/ 2103599 h 2476997"/>
              <a:gd name="connsiteX430" fmla="*/ 953513 w 3242958"/>
              <a:gd name="connsiteY430" fmla="*/ 2107837 h 2476997"/>
              <a:gd name="connsiteX431" fmla="*/ 965095 w 3242958"/>
              <a:gd name="connsiteY431" fmla="*/ 2106144 h 2476997"/>
              <a:gd name="connsiteX432" fmla="*/ 993339 w 3242958"/>
              <a:gd name="connsiteY432" fmla="*/ 2130713 h 2476997"/>
              <a:gd name="connsiteX433" fmla="*/ 993054 w 3242958"/>
              <a:gd name="connsiteY433" fmla="*/ 2132410 h 2476997"/>
              <a:gd name="connsiteX434" fmla="*/ 1000399 w 3242958"/>
              <a:gd name="connsiteY434" fmla="*/ 2143141 h 2476997"/>
              <a:gd name="connsiteX435" fmla="*/ 1000399 w 3242958"/>
              <a:gd name="connsiteY435" fmla="*/ 2157264 h 2476997"/>
              <a:gd name="connsiteX436" fmla="*/ 990513 w 3242958"/>
              <a:gd name="connsiteY436" fmla="*/ 2170255 h 2476997"/>
              <a:gd name="connsiteX437" fmla="*/ 982886 w 3242958"/>
              <a:gd name="connsiteY437" fmla="*/ 2186071 h 2476997"/>
              <a:gd name="connsiteX438" fmla="*/ 973567 w 3242958"/>
              <a:gd name="connsiteY438" fmla="*/ 2196521 h 2476997"/>
              <a:gd name="connsiteX439" fmla="*/ 958032 w 3242958"/>
              <a:gd name="connsiteY439" fmla="*/ 2202736 h 2476997"/>
              <a:gd name="connsiteX440" fmla="*/ 944759 w 3242958"/>
              <a:gd name="connsiteY440" fmla="*/ 2202736 h 2476997"/>
              <a:gd name="connsiteX441" fmla="*/ 930636 w 3242958"/>
              <a:gd name="connsiteY441" fmla="*/ 2209233 h 2476997"/>
              <a:gd name="connsiteX442" fmla="*/ 919623 w 3242958"/>
              <a:gd name="connsiteY442" fmla="*/ 2197651 h 2476997"/>
              <a:gd name="connsiteX443" fmla="*/ 919620 w 3242958"/>
              <a:gd name="connsiteY443" fmla="*/ 2182401 h 2476997"/>
              <a:gd name="connsiteX444" fmla="*/ 908322 w 3242958"/>
              <a:gd name="connsiteY444" fmla="*/ 2161499 h 2476997"/>
              <a:gd name="connsiteX445" fmla="*/ 899287 w 3242958"/>
              <a:gd name="connsiteY445" fmla="*/ 2143707 h 2476997"/>
              <a:gd name="connsiteX446" fmla="*/ 893920 w 3242958"/>
              <a:gd name="connsiteY446" fmla="*/ 2123653 h 2476997"/>
              <a:gd name="connsiteX447" fmla="*/ 893920 w 3242958"/>
              <a:gd name="connsiteY447" fmla="*/ 2111508 h 2476997"/>
              <a:gd name="connsiteX448" fmla="*/ 898439 w 3242958"/>
              <a:gd name="connsiteY448" fmla="*/ 2093432 h 2476997"/>
              <a:gd name="connsiteX449" fmla="*/ 850990 w 3242958"/>
              <a:gd name="connsiteY449" fmla="*/ 1995425 h 2476997"/>
              <a:gd name="connsiteX450" fmla="*/ 838278 w 3242958"/>
              <a:gd name="connsiteY450" fmla="*/ 1997403 h 2476997"/>
              <a:gd name="connsiteX451" fmla="*/ 825287 w 3242958"/>
              <a:gd name="connsiteY451" fmla="*/ 2001637 h 2476997"/>
              <a:gd name="connsiteX452" fmla="*/ 815683 w 3242958"/>
              <a:gd name="connsiteY452" fmla="*/ 2007852 h 2476997"/>
              <a:gd name="connsiteX453" fmla="*/ 790265 w 3242958"/>
              <a:gd name="connsiteY453" fmla="*/ 2018583 h 2476997"/>
              <a:gd name="connsiteX454" fmla="*/ 782638 w 3242958"/>
              <a:gd name="connsiteY454" fmla="*/ 2031577 h 2476997"/>
              <a:gd name="connsiteX455" fmla="*/ 793654 w 3242958"/>
              <a:gd name="connsiteY455" fmla="*/ 2042593 h 2476997"/>
              <a:gd name="connsiteX456" fmla="*/ 812860 w 3242958"/>
              <a:gd name="connsiteY456" fmla="*/ 2036659 h 2476997"/>
              <a:gd name="connsiteX457" fmla="*/ 830936 w 3242958"/>
              <a:gd name="connsiteY457" fmla="*/ 2022539 h 2476997"/>
              <a:gd name="connsiteX458" fmla="*/ 846186 w 3242958"/>
              <a:gd name="connsiteY458" fmla="*/ 2009264 h 2476997"/>
              <a:gd name="connsiteX459" fmla="*/ 850990 w 3242958"/>
              <a:gd name="connsiteY459" fmla="*/ 1995425 h 2476997"/>
              <a:gd name="connsiteX460" fmla="*/ 1447218 w 3242958"/>
              <a:gd name="connsiteY460" fmla="*/ 1962098 h 2476997"/>
              <a:gd name="connsiteX461" fmla="*/ 1427164 w 3242958"/>
              <a:gd name="connsiteY461" fmla="*/ 1965206 h 2476997"/>
              <a:gd name="connsiteX462" fmla="*/ 1422363 w 3242958"/>
              <a:gd name="connsiteY462" fmla="*/ 1975937 h 2476997"/>
              <a:gd name="connsiteX463" fmla="*/ 1424056 w 3242958"/>
              <a:gd name="connsiteY463" fmla="*/ 1986105 h 2476997"/>
              <a:gd name="connsiteX464" fmla="*/ 1441287 w 3242958"/>
              <a:gd name="connsiteY464" fmla="*/ 1987801 h 2476997"/>
              <a:gd name="connsiteX465" fmla="*/ 1452867 w 3242958"/>
              <a:gd name="connsiteY465" fmla="*/ 1968029 h 2476997"/>
              <a:gd name="connsiteX466" fmla="*/ 1452887 w 3242958"/>
              <a:gd name="connsiteY466" fmla="*/ 1967142 h 2476997"/>
              <a:gd name="connsiteX467" fmla="*/ 1447218 w 3242958"/>
              <a:gd name="connsiteY467" fmla="*/ 1962098 h 2476997"/>
              <a:gd name="connsiteX468" fmla="*/ 1505965 w 3242958"/>
              <a:gd name="connsiteY468" fmla="*/ 1944589 h 2476997"/>
              <a:gd name="connsiteX469" fmla="*/ 1490430 w 3242958"/>
              <a:gd name="connsiteY469" fmla="*/ 1949953 h 2476997"/>
              <a:gd name="connsiteX470" fmla="*/ 1488452 w 3242958"/>
              <a:gd name="connsiteY470" fmla="*/ 1965206 h 2476997"/>
              <a:gd name="connsiteX471" fmla="*/ 1498057 w 3242958"/>
              <a:gd name="connsiteY471" fmla="*/ 1974244 h 2476997"/>
              <a:gd name="connsiteX472" fmla="*/ 1515566 w 3242958"/>
              <a:gd name="connsiteY472" fmla="*/ 1961250 h 2476997"/>
              <a:gd name="connsiteX473" fmla="*/ 1515851 w 3242958"/>
              <a:gd name="connsiteY473" fmla="*/ 1961250 h 2476997"/>
              <a:gd name="connsiteX474" fmla="*/ 1515851 w 3242958"/>
              <a:gd name="connsiteY474" fmla="*/ 1948260 h 2476997"/>
              <a:gd name="connsiteX475" fmla="*/ 1505965 w 3242958"/>
              <a:gd name="connsiteY475" fmla="*/ 1944589 h 2476997"/>
              <a:gd name="connsiteX476" fmla="*/ 885446 w 3242958"/>
              <a:gd name="connsiteY476" fmla="*/ 1928206 h 2476997"/>
              <a:gd name="connsiteX477" fmla="*/ 900133 w 3242958"/>
              <a:gd name="connsiteY477" fmla="*/ 1933855 h 2476997"/>
              <a:gd name="connsiteX478" fmla="*/ 916513 w 3242958"/>
              <a:gd name="connsiteY478" fmla="*/ 1933855 h 2476997"/>
              <a:gd name="connsiteX479" fmla="*/ 940804 w 3242958"/>
              <a:gd name="connsiteY479" fmla="*/ 1949671 h 2476997"/>
              <a:gd name="connsiteX480" fmla="*/ 947301 w 3242958"/>
              <a:gd name="connsiteY480" fmla="*/ 1969441 h 2476997"/>
              <a:gd name="connsiteX481" fmla="*/ 947301 w 3242958"/>
              <a:gd name="connsiteY481" fmla="*/ 1984975 h 2476997"/>
              <a:gd name="connsiteX482" fmla="*/ 926965 w 3242958"/>
              <a:gd name="connsiteY482" fmla="*/ 2005593 h 2476997"/>
              <a:gd name="connsiteX483" fmla="*/ 927813 w 3242958"/>
              <a:gd name="connsiteY483" fmla="*/ 2009264 h 2476997"/>
              <a:gd name="connsiteX484" fmla="*/ 917927 w 3242958"/>
              <a:gd name="connsiteY484" fmla="*/ 2025647 h 2476997"/>
              <a:gd name="connsiteX485" fmla="*/ 886012 w 3242958"/>
              <a:gd name="connsiteY485" fmla="*/ 2082134 h 2476997"/>
              <a:gd name="connsiteX486" fmla="*/ 871889 w 3242958"/>
              <a:gd name="connsiteY486" fmla="*/ 2099928 h 2476997"/>
              <a:gd name="connsiteX487" fmla="*/ 861439 w 3242958"/>
              <a:gd name="connsiteY487" fmla="*/ 2101340 h 2476997"/>
              <a:gd name="connsiteX488" fmla="*/ 851553 w 3242958"/>
              <a:gd name="connsiteY488" fmla="*/ 2112637 h 2476997"/>
              <a:gd name="connsiteX489" fmla="*/ 854942 w 3242958"/>
              <a:gd name="connsiteY489" fmla="*/ 2132973 h 2476997"/>
              <a:gd name="connsiteX490" fmla="*/ 854942 w 3242958"/>
              <a:gd name="connsiteY490" fmla="*/ 2223353 h 2476997"/>
              <a:gd name="connsiteX491" fmla="*/ 837714 w 3242958"/>
              <a:gd name="connsiteY491" fmla="*/ 2248771 h 2476997"/>
              <a:gd name="connsiteX492" fmla="*/ 819354 w 3242958"/>
              <a:gd name="connsiteY492" fmla="*/ 2267132 h 2476997"/>
              <a:gd name="connsiteX493" fmla="*/ 802692 w 3242958"/>
              <a:gd name="connsiteY493" fmla="*/ 2275888 h 2476997"/>
              <a:gd name="connsiteX494" fmla="*/ 795065 w 3242958"/>
              <a:gd name="connsiteY494" fmla="*/ 2270521 h 2476997"/>
              <a:gd name="connsiteX495" fmla="*/ 782920 w 3242958"/>
              <a:gd name="connsiteY495" fmla="*/ 2265154 h 2476997"/>
              <a:gd name="connsiteX496" fmla="*/ 773600 w 3242958"/>
              <a:gd name="connsiteY496" fmla="*/ 2257809 h 2476997"/>
              <a:gd name="connsiteX497" fmla="*/ 757783 w 3242958"/>
              <a:gd name="connsiteY497" fmla="*/ 2250185 h 2476997"/>
              <a:gd name="connsiteX498" fmla="*/ 749312 w 3242958"/>
              <a:gd name="connsiteY498" fmla="*/ 2234084 h 2476997"/>
              <a:gd name="connsiteX499" fmla="*/ 725302 w 3242958"/>
              <a:gd name="connsiteY499" fmla="*/ 2209514 h 2476997"/>
              <a:gd name="connsiteX500" fmla="*/ 740555 w 3242958"/>
              <a:gd name="connsiteY500" fmla="*/ 2203299 h 2476997"/>
              <a:gd name="connsiteX501" fmla="*/ 763432 w 3242958"/>
              <a:gd name="connsiteY501" fmla="*/ 2210926 h 2476997"/>
              <a:gd name="connsiteX502" fmla="*/ 781508 w 3242958"/>
              <a:gd name="connsiteY502" fmla="*/ 2189742 h 2476997"/>
              <a:gd name="connsiteX503" fmla="*/ 781508 w 3242958"/>
              <a:gd name="connsiteY503" fmla="*/ 2174774 h 2476997"/>
              <a:gd name="connsiteX504" fmla="*/ 781508 w 3242958"/>
              <a:gd name="connsiteY504" fmla="*/ 2154438 h 2476997"/>
              <a:gd name="connsiteX505" fmla="*/ 784616 w 3242958"/>
              <a:gd name="connsiteY505" fmla="*/ 2126194 h 2476997"/>
              <a:gd name="connsiteX506" fmla="*/ 779531 w 3242958"/>
              <a:gd name="connsiteY506" fmla="*/ 2116875 h 2476997"/>
              <a:gd name="connsiteX507" fmla="*/ 764844 w 3242958"/>
              <a:gd name="connsiteY507" fmla="*/ 2112919 h 2476997"/>
              <a:gd name="connsiteX508" fmla="*/ 753264 w 3242958"/>
              <a:gd name="connsiteY508" fmla="*/ 2114897 h 2476997"/>
              <a:gd name="connsiteX509" fmla="*/ 734907 w 3242958"/>
              <a:gd name="connsiteY509" fmla="*/ 2113201 h 2476997"/>
              <a:gd name="connsiteX510" fmla="*/ 728128 w 3242958"/>
              <a:gd name="connsiteY510" fmla="*/ 2107270 h 2476997"/>
              <a:gd name="connsiteX511" fmla="*/ 724172 w 3242958"/>
              <a:gd name="connsiteY511" fmla="*/ 2093432 h 2476997"/>
              <a:gd name="connsiteX512" fmla="*/ 721068 w 3242958"/>
              <a:gd name="connsiteY512" fmla="*/ 2086087 h 2476997"/>
              <a:gd name="connsiteX513" fmla="*/ 719372 w 3242958"/>
              <a:gd name="connsiteY513" fmla="*/ 2071685 h 2476997"/>
              <a:gd name="connsiteX514" fmla="*/ 714853 w 3242958"/>
              <a:gd name="connsiteY514" fmla="*/ 2050783 h 2476997"/>
              <a:gd name="connsiteX515" fmla="*/ 710334 w 3242958"/>
              <a:gd name="connsiteY515" fmla="*/ 2022539 h 2476997"/>
              <a:gd name="connsiteX516" fmla="*/ 710334 w 3242958"/>
              <a:gd name="connsiteY516" fmla="*/ 1994295 h 2476997"/>
              <a:gd name="connsiteX517" fmla="*/ 726714 w 3242958"/>
              <a:gd name="connsiteY517" fmla="*/ 1963510 h 2476997"/>
              <a:gd name="connsiteX518" fmla="*/ 742530 w 3242958"/>
              <a:gd name="connsiteY518" fmla="*/ 1956450 h 2476997"/>
              <a:gd name="connsiteX519" fmla="*/ 756654 w 3242958"/>
              <a:gd name="connsiteY519" fmla="*/ 1963792 h 2476997"/>
              <a:gd name="connsiteX520" fmla="*/ 763151 w 3242958"/>
              <a:gd name="connsiteY520" fmla="*/ 1972548 h 2476997"/>
              <a:gd name="connsiteX521" fmla="*/ 791394 w 3242958"/>
              <a:gd name="connsiteY521" fmla="*/ 1964073 h 2476997"/>
              <a:gd name="connsiteX522" fmla="*/ 812860 w 3242958"/>
              <a:gd name="connsiteY522" fmla="*/ 1958143 h 2476997"/>
              <a:gd name="connsiteX523" fmla="*/ 828676 w 3242958"/>
              <a:gd name="connsiteY523" fmla="*/ 1952494 h 2476997"/>
              <a:gd name="connsiteX524" fmla="*/ 840819 w 3242958"/>
              <a:gd name="connsiteY524" fmla="*/ 1949105 h 2476997"/>
              <a:gd name="connsiteX525" fmla="*/ 857202 w 3242958"/>
              <a:gd name="connsiteY525" fmla="*/ 1942326 h 2476997"/>
              <a:gd name="connsiteX526" fmla="*/ 867088 w 3242958"/>
              <a:gd name="connsiteY526" fmla="*/ 1936111 h 2476997"/>
              <a:gd name="connsiteX527" fmla="*/ 875560 w 3242958"/>
              <a:gd name="connsiteY527" fmla="*/ 1931592 h 2476997"/>
              <a:gd name="connsiteX528" fmla="*/ 885446 w 3242958"/>
              <a:gd name="connsiteY528" fmla="*/ 1928206 h 2476997"/>
              <a:gd name="connsiteX529" fmla="*/ 3235613 w 3242958"/>
              <a:gd name="connsiteY529" fmla="*/ 1913519 h 2476997"/>
              <a:gd name="connsiteX530" fmla="*/ 3237591 w 3242958"/>
              <a:gd name="connsiteY530" fmla="*/ 1915778 h 2476997"/>
              <a:gd name="connsiteX531" fmla="*/ 3235956 w 3242958"/>
              <a:gd name="connsiteY531" fmla="*/ 1914997 h 2476997"/>
              <a:gd name="connsiteX532" fmla="*/ 1441287 w 3242958"/>
              <a:gd name="connsiteY532" fmla="*/ 1897139 h 2476997"/>
              <a:gd name="connsiteX533" fmla="*/ 1425186 w 3242958"/>
              <a:gd name="connsiteY533" fmla="*/ 1909000 h 2476997"/>
              <a:gd name="connsiteX534" fmla="*/ 1426882 w 3242958"/>
              <a:gd name="connsiteY534" fmla="*/ 1925383 h 2476997"/>
              <a:gd name="connsiteX535" fmla="*/ 1434224 w 3242958"/>
              <a:gd name="connsiteY535" fmla="*/ 1929899 h 2476997"/>
              <a:gd name="connsiteX536" fmla="*/ 1453715 w 3242958"/>
              <a:gd name="connsiteY536" fmla="*/ 1911541 h 2476997"/>
              <a:gd name="connsiteX537" fmla="*/ 1441287 w 3242958"/>
              <a:gd name="connsiteY537" fmla="*/ 1897139 h 2476997"/>
              <a:gd name="connsiteX538" fmla="*/ 242333 w 3242958"/>
              <a:gd name="connsiteY538" fmla="*/ 1879345 h 2476997"/>
              <a:gd name="connsiteX539" fmla="*/ 244593 w 3242958"/>
              <a:gd name="connsiteY539" fmla="*/ 1883016 h 2476997"/>
              <a:gd name="connsiteX540" fmla="*/ 242333 w 3242958"/>
              <a:gd name="connsiteY540" fmla="*/ 1879501 h 2476997"/>
              <a:gd name="connsiteX541" fmla="*/ 1537032 w 3242958"/>
              <a:gd name="connsiteY541" fmla="*/ 1873129 h 2476997"/>
              <a:gd name="connsiteX542" fmla="*/ 1498057 w 3242958"/>
              <a:gd name="connsiteY542" fmla="*/ 1888664 h 2476997"/>
              <a:gd name="connsiteX543" fmla="*/ 1503424 w 3242958"/>
              <a:gd name="connsiteY543" fmla="*/ 1907304 h 2476997"/>
              <a:gd name="connsiteX544" fmla="*/ 1524607 w 3242958"/>
              <a:gd name="connsiteY544" fmla="*/ 1907304 h 2476997"/>
              <a:gd name="connsiteX545" fmla="*/ 1538374 w 3242958"/>
              <a:gd name="connsiteY545" fmla="*/ 1887637 h 2476997"/>
              <a:gd name="connsiteX546" fmla="*/ 1538443 w 3242958"/>
              <a:gd name="connsiteY546" fmla="*/ 1888383 h 2476997"/>
              <a:gd name="connsiteX547" fmla="*/ 1538446 w 3242958"/>
              <a:gd name="connsiteY547" fmla="*/ 1887535 h 2476997"/>
              <a:gd name="connsiteX548" fmla="*/ 1538374 w 3242958"/>
              <a:gd name="connsiteY548" fmla="*/ 1887637 h 2476997"/>
              <a:gd name="connsiteX549" fmla="*/ 2095977 w 3242958"/>
              <a:gd name="connsiteY549" fmla="*/ 1869741 h 2476997"/>
              <a:gd name="connsiteX550" fmla="*/ 2107275 w 3242958"/>
              <a:gd name="connsiteY550" fmla="*/ 1876238 h 2476997"/>
              <a:gd name="connsiteX551" fmla="*/ 2123655 w 3242958"/>
              <a:gd name="connsiteY551" fmla="*/ 1892336 h 2476997"/>
              <a:gd name="connsiteX552" fmla="*/ 2129022 w 3242958"/>
              <a:gd name="connsiteY552" fmla="*/ 1907871 h 2476997"/>
              <a:gd name="connsiteX553" fmla="*/ 2135519 w 3242958"/>
              <a:gd name="connsiteY553" fmla="*/ 1918320 h 2476997"/>
              <a:gd name="connsiteX554" fmla="*/ 2108968 w 3242958"/>
              <a:gd name="connsiteY554" fmla="*/ 1942893 h 2476997"/>
              <a:gd name="connsiteX555" fmla="*/ 2088069 w 3242958"/>
              <a:gd name="connsiteY555" fmla="*/ 1960687 h 2476997"/>
              <a:gd name="connsiteX556" fmla="*/ 2072252 w 3242958"/>
              <a:gd name="connsiteY556" fmla="*/ 1971419 h 2476997"/>
              <a:gd name="connsiteX557" fmla="*/ 2040053 w 3242958"/>
              <a:gd name="connsiteY557" fmla="*/ 1994014 h 2476997"/>
              <a:gd name="connsiteX558" fmla="*/ 2047679 w 3242958"/>
              <a:gd name="connsiteY558" fmla="*/ 2020562 h 2476997"/>
              <a:gd name="connsiteX559" fmla="*/ 2042594 w 3242958"/>
              <a:gd name="connsiteY559" fmla="*/ 2032707 h 2476997"/>
              <a:gd name="connsiteX560" fmla="*/ 2038360 w 3242958"/>
              <a:gd name="connsiteY560" fmla="*/ 2044286 h 2476997"/>
              <a:gd name="connsiteX561" fmla="*/ 2034970 w 3242958"/>
              <a:gd name="connsiteY561" fmla="*/ 2056150 h 2476997"/>
              <a:gd name="connsiteX562" fmla="*/ 2032711 w 3242958"/>
              <a:gd name="connsiteY562" fmla="*/ 2068859 h 2476997"/>
              <a:gd name="connsiteX563" fmla="*/ 2034404 w 3242958"/>
              <a:gd name="connsiteY563" fmla="*/ 2101622 h 2476997"/>
              <a:gd name="connsiteX564" fmla="*/ 2093718 w 3242958"/>
              <a:gd name="connsiteY564" fmla="*/ 2101622 h 2476997"/>
              <a:gd name="connsiteX565" fmla="*/ 2108968 w 3242958"/>
              <a:gd name="connsiteY565" fmla="*/ 2095410 h 2476997"/>
              <a:gd name="connsiteX566" fmla="*/ 2123655 w 3242958"/>
              <a:gd name="connsiteY566" fmla="*/ 2093998 h 2476997"/>
              <a:gd name="connsiteX567" fmla="*/ 2139756 w 3242958"/>
              <a:gd name="connsiteY567" fmla="*/ 2098236 h 2476997"/>
              <a:gd name="connsiteX568" fmla="*/ 2155288 w 3242958"/>
              <a:gd name="connsiteY568" fmla="*/ 2106989 h 2476997"/>
              <a:gd name="connsiteX569" fmla="*/ 2175905 w 3242958"/>
              <a:gd name="connsiteY569" fmla="*/ 2123372 h 2476997"/>
              <a:gd name="connsiteX570" fmla="*/ 2177644 w 3242958"/>
              <a:gd name="connsiteY570" fmla="*/ 2135787 h 2476997"/>
              <a:gd name="connsiteX571" fmla="*/ 2177319 w 3242958"/>
              <a:gd name="connsiteY571" fmla="*/ 2134951 h 2476997"/>
              <a:gd name="connsiteX572" fmla="*/ 2177883 w 3242958"/>
              <a:gd name="connsiteY572" fmla="*/ 2137492 h 2476997"/>
              <a:gd name="connsiteX573" fmla="*/ 2177644 w 3242958"/>
              <a:gd name="connsiteY573" fmla="*/ 2135787 h 2476997"/>
              <a:gd name="connsiteX574" fmla="*/ 2179297 w 3242958"/>
              <a:gd name="connsiteY574" fmla="*/ 2140037 h 2476997"/>
              <a:gd name="connsiteX575" fmla="*/ 2180709 w 3242958"/>
              <a:gd name="connsiteY575" fmla="*/ 2147660 h 2476997"/>
              <a:gd name="connsiteX576" fmla="*/ 2175623 w 3242958"/>
              <a:gd name="connsiteY576" fmla="*/ 2159806 h 2476997"/>
              <a:gd name="connsiteX577" fmla="*/ 2165174 w 3242958"/>
              <a:gd name="connsiteY577" fmla="*/ 2169974 h 2476997"/>
              <a:gd name="connsiteX578" fmla="*/ 2145402 w 3242958"/>
              <a:gd name="connsiteY578" fmla="*/ 2171385 h 2476997"/>
              <a:gd name="connsiteX579" fmla="*/ 2123655 w 3242958"/>
              <a:gd name="connsiteY579" fmla="*/ 2167432 h 2476997"/>
              <a:gd name="connsiteX580" fmla="*/ 2101341 w 3242958"/>
              <a:gd name="connsiteY580" fmla="*/ 2169407 h 2476997"/>
              <a:gd name="connsiteX581" fmla="*/ 2064626 w 3242958"/>
              <a:gd name="connsiteY581" fmla="*/ 2166303 h 2476997"/>
              <a:gd name="connsiteX582" fmla="*/ 2031297 w 3242958"/>
              <a:gd name="connsiteY582" fmla="*/ 2166303 h 2476997"/>
              <a:gd name="connsiteX583" fmla="*/ 1997122 w 3242958"/>
              <a:gd name="connsiteY583" fmla="*/ 2168844 h 2476997"/>
              <a:gd name="connsiteX584" fmla="*/ 1964644 w 3242958"/>
              <a:gd name="connsiteY584" fmla="*/ 2173645 h 2476997"/>
              <a:gd name="connsiteX585" fmla="*/ 1927359 w 3242958"/>
              <a:gd name="connsiteY585" fmla="*/ 2173645 h 2476997"/>
              <a:gd name="connsiteX586" fmla="*/ 1861552 w 3242958"/>
              <a:gd name="connsiteY586" fmla="*/ 2187202 h 2476997"/>
              <a:gd name="connsiteX587" fmla="*/ 1781058 w 3242958"/>
              <a:gd name="connsiteY587" fmla="*/ 2217705 h 2476997"/>
              <a:gd name="connsiteX588" fmla="*/ 1750273 w 3242958"/>
              <a:gd name="connsiteY588" fmla="*/ 2189461 h 2476997"/>
              <a:gd name="connsiteX589" fmla="*/ 1750273 w 3242958"/>
              <a:gd name="connsiteY589" fmla="*/ 2172515 h 2476997"/>
              <a:gd name="connsiteX590" fmla="*/ 1748295 w 3242958"/>
              <a:gd name="connsiteY590" fmla="*/ 2151616 h 2476997"/>
              <a:gd name="connsiteX591" fmla="*/ 1781621 w 3242958"/>
              <a:gd name="connsiteY591" fmla="*/ 2132973 h 2476997"/>
              <a:gd name="connsiteX592" fmla="*/ 1801393 w 3242958"/>
              <a:gd name="connsiteY592" fmla="*/ 2134951 h 2476997"/>
              <a:gd name="connsiteX593" fmla="*/ 1842628 w 3242958"/>
              <a:gd name="connsiteY593" fmla="*/ 2119416 h 2476997"/>
              <a:gd name="connsiteX594" fmla="*/ 1858729 w 3242958"/>
              <a:gd name="connsiteY594" fmla="*/ 2116027 h 2476997"/>
              <a:gd name="connsiteX595" fmla="*/ 1903919 w 3242958"/>
              <a:gd name="connsiteY595" fmla="*/ 2097388 h 2476997"/>
              <a:gd name="connsiteX596" fmla="*/ 1938941 w 3242958"/>
              <a:gd name="connsiteY596" fmla="*/ 2036944 h 2476997"/>
              <a:gd name="connsiteX597" fmla="*/ 1942612 w 3242958"/>
              <a:gd name="connsiteY597" fmla="*/ 2016891 h 2476997"/>
              <a:gd name="connsiteX598" fmla="*/ 1938941 w 3242958"/>
              <a:gd name="connsiteY598" fmla="*/ 2001077 h 2476997"/>
              <a:gd name="connsiteX599" fmla="*/ 1921429 w 3242958"/>
              <a:gd name="connsiteY599" fmla="*/ 2003900 h 2476997"/>
              <a:gd name="connsiteX600" fmla="*/ 1899400 w 3242958"/>
              <a:gd name="connsiteY600" fmla="*/ 2005311 h 2476997"/>
              <a:gd name="connsiteX601" fmla="*/ 1892337 w 3242958"/>
              <a:gd name="connsiteY601" fmla="*/ 1984976 h 2476997"/>
              <a:gd name="connsiteX602" fmla="*/ 1879064 w 3242958"/>
              <a:gd name="connsiteY602" fmla="*/ 1960687 h 2476997"/>
              <a:gd name="connsiteX603" fmla="*/ 1875675 w 3242958"/>
              <a:gd name="connsiteY603" fmla="*/ 1940915 h 2476997"/>
              <a:gd name="connsiteX604" fmla="*/ 1873979 w 3242958"/>
              <a:gd name="connsiteY604" fmla="*/ 1921991 h 2476997"/>
              <a:gd name="connsiteX605" fmla="*/ 1890362 w 3242958"/>
              <a:gd name="connsiteY605" fmla="*/ 1907871 h 2476997"/>
              <a:gd name="connsiteX606" fmla="*/ 1920581 w 3242958"/>
              <a:gd name="connsiteY606" fmla="*/ 1914931 h 2476997"/>
              <a:gd name="connsiteX607" fmla="*/ 1992321 w 3242958"/>
              <a:gd name="connsiteY607" fmla="*/ 1903070 h 2476997"/>
              <a:gd name="connsiteX608" fmla="*/ 2004749 w 3242958"/>
              <a:gd name="connsiteY608" fmla="*/ 1899396 h 2476997"/>
              <a:gd name="connsiteX609" fmla="*/ 2013787 w 3242958"/>
              <a:gd name="connsiteY609" fmla="*/ 1896292 h 2476997"/>
              <a:gd name="connsiteX610" fmla="*/ 2067449 w 3242958"/>
              <a:gd name="connsiteY610" fmla="*/ 1873412 h 2476997"/>
              <a:gd name="connsiteX611" fmla="*/ 2082702 w 3242958"/>
              <a:gd name="connsiteY611" fmla="*/ 1871719 h 2476997"/>
              <a:gd name="connsiteX612" fmla="*/ 2095977 w 3242958"/>
              <a:gd name="connsiteY612" fmla="*/ 1869741 h 2476997"/>
              <a:gd name="connsiteX613" fmla="*/ 1339887 w 3242958"/>
              <a:gd name="connsiteY613" fmla="*/ 1851101 h 2476997"/>
              <a:gd name="connsiteX614" fmla="*/ 1355422 w 3242958"/>
              <a:gd name="connsiteY614" fmla="*/ 1871436 h 2476997"/>
              <a:gd name="connsiteX615" fmla="*/ 1351751 w 3242958"/>
              <a:gd name="connsiteY615" fmla="*/ 1891490 h 2476997"/>
              <a:gd name="connsiteX616" fmla="*/ 1344688 w 3242958"/>
              <a:gd name="connsiteY616" fmla="*/ 1914930 h 2476997"/>
              <a:gd name="connsiteX617" fmla="*/ 1332260 w 3242958"/>
              <a:gd name="connsiteY617" fmla="*/ 1931595 h 2476997"/>
              <a:gd name="connsiteX618" fmla="*/ 1311080 w 3242958"/>
              <a:gd name="connsiteY618" fmla="*/ 1954756 h 2476997"/>
              <a:gd name="connsiteX619" fmla="*/ 1308820 w 3242958"/>
              <a:gd name="connsiteY619" fmla="*/ 1980456 h 2476997"/>
              <a:gd name="connsiteX620" fmla="*/ 1310513 w 3242958"/>
              <a:gd name="connsiteY620" fmla="*/ 1998250 h 2476997"/>
              <a:gd name="connsiteX621" fmla="*/ 1324070 w 3242958"/>
              <a:gd name="connsiteY621" fmla="*/ 1998250 h 2476997"/>
              <a:gd name="connsiteX622" fmla="*/ 1328589 w 3242958"/>
              <a:gd name="connsiteY622" fmla="*/ 2010678 h 2476997"/>
              <a:gd name="connsiteX623" fmla="*/ 1337064 w 3242958"/>
              <a:gd name="connsiteY623" fmla="*/ 2030450 h 2476997"/>
              <a:gd name="connsiteX624" fmla="*/ 1333956 w 3242958"/>
              <a:gd name="connsiteY624" fmla="*/ 2038640 h 2476997"/>
              <a:gd name="connsiteX625" fmla="*/ 1293852 w 3242958"/>
              <a:gd name="connsiteY625" fmla="*/ 2076769 h 2476997"/>
              <a:gd name="connsiteX626" fmla="*/ 1295545 w 3242958"/>
              <a:gd name="connsiteY626" fmla="*/ 2092020 h 2476997"/>
              <a:gd name="connsiteX627" fmla="*/ 1310795 w 3242958"/>
              <a:gd name="connsiteY627" fmla="*/ 2092020 h 2476997"/>
              <a:gd name="connsiteX628" fmla="*/ 1309665 w 3242958"/>
              <a:gd name="connsiteY628" fmla="*/ 2092868 h 2476997"/>
              <a:gd name="connsiteX629" fmla="*/ 1323222 w 3242958"/>
              <a:gd name="connsiteY629" fmla="*/ 2101906 h 2476997"/>
              <a:gd name="connsiteX630" fmla="*/ 1327460 w 3242958"/>
              <a:gd name="connsiteY630" fmla="*/ 2116592 h 2476997"/>
              <a:gd name="connsiteX631" fmla="*/ 1289048 w 3242958"/>
              <a:gd name="connsiteY631" fmla="*/ 2162631 h 2476997"/>
              <a:gd name="connsiteX632" fmla="*/ 1226348 w 3242958"/>
              <a:gd name="connsiteY632" fmla="*/ 2193979 h 2476997"/>
              <a:gd name="connsiteX633" fmla="*/ 1195560 w 3242958"/>
              <a:gd name="connsiteY633" fmla="*/ 2222223 h 2476997"/>
              <a:gd name="connsiteX634" fmla="*/ 1183418 w 3242958"/>
              <a:gd name="connsiteY634" fmla="*/ 2222223 h 2476997"/>
              <a:gd name="connsiteX635" fmla="*/ 1166187 w 3242958"/>
              <a:gd name="connsiteY635" fmla="*/ 2217422 h 2476997"/>
              <a:gd name="connsiteX636" fmla="*/ 1158845 w 3242958"/>
              <a:gd name="connsiteY636" fmla="*/ 2202454 h 2476997"/>
              <a:gd name="connsiteX637" fmla="*/ 1148110 w 3242958"/>
              <a:gd name="connsiteY637" fmla="*/ 2187200 h 2476997"/>
              <a:gd name="connsiteX638" fmla="*/ 1143310 w 3242958"/>
              <a:gd name="connsiteY638" fmla="*/ 2158957 h 2476997"/>
              <a:gd name="connsiteX639" fmla="*/ 1171554 w 3242958"/>
              <a:gd name="connsiteY639" fmla="*/ 2132691 h 2476997"/>
              <a:gd name="connsiteX640" fmla="*/ 1187088 w 3242958"/>
              <a:gd name="connsiteY640" fmla="*/ 2121393 h 2476997"/>
              <a:gd name="connsiteX641" fmla="*/ 1198104 w 3242958"/>
              <a:gd name="connsiteY641" fmla="*/ 2110096 h 2476997"/>
              <a:gd name="connsiteX642" fmla="*/ 1200927 w 3242958"/>
              <a:gd name="connsiteY642" fmla="*/ 2098798 h 2476997"/>
              <a:gd name="connsiteX643" fmla="*/ 1204316 w 3242958"/>
              <a:gd name="connsiteY643" fmla="*/ 2084393 h 2476997"/>
              <a:gd name="connsiteX644" fmla="*/ 1199234 w 3242958"/>
              <a:gd name="connsiteY644" fmla="*/ 2073096 h 2476997"/>
              <a:gd name="connsiteX645" fmla="*/ 1192737 w 3242958"/>
              <a:gd name="connsiteY645" fmla="*/ 2063212 h 2476997"/>
              <a:gd name="connsiteX646" fmla="*/ 1180592 w 3242958"/>
              <a:gd name="connsiteY646" fmla="*/ 2041747 h 2476997"/>
              <a:gd name="connsiteX647" fmla="*/ 1200079 w 3242958"/>
              <a:gd name="connsiteY647" fmla="*/ 2021412 h 2476997"/>
              <a:gd name="connsiteX648" fmla="*/ 1213639 w 3242958"/>
              <a:gd name="connsiteY648" fmla="*/ 2021412 h 2476997"/>
              <a:gd name="connsiteX649" fmla="*/ 1231994 w 3242958"/>
              <a:gd name="connsiteY649" fmla="*/ 2006159 h 2476997"/>
              <a:gd name="connsiteX650" fmla="*/ 1235950 w 3242958"/>
              <a:gd name="connsiteY650" fmla="*/ 1977915 h 2476997"/>
              <a:gd name="connsiteX651" fmla="*/ 1221544 w 3242958"/>
              <a:gd name="connsiteY651" fmla="*/ 1964639 h 2476997"/>
              <a:gd name="connsiteX652" fmla="*/ 1204883 w 3242958"/>
              <a:gd name="connsiteY652" fmla="*/ 1958427 h 2476997"/>
              <a:gd name="connsiteX653" fmla="*/ 1194430 w 3242958"/>
              <a:gd name="connsiteY653" fmla="*/ 1946563 h 2476997"/>
              <a:gd name="connsiteX654" fmla="*/ 1185395 w 3242958"/>
              <a:gd name="connsiteY654" fmla="*/ 1940633 h 2476997"/>
              <a:gd name="connsiteX655" fmla="*/ 1180592 w 3242958"/>
              <a:gd name="connsiteY655" fmla="*/ 1920864 h 2476997"/>
              <a:gd name="connsiteX656" fmla="*/ 1189911 w 3242958"/>
              <a:gd name="connsiteY656" fmla="*/ 1914930 h 2476997"/>
              <a:gd name="connsiteX657" fmla="*/ 1196975 w 3242958"/>
              <a:gd name="connsiteY657" fmla="*/ 1904199 h 2476997"/>
              <a:gd name="connsiteX658" fmla="*/ 1211661 w 3242958"/>
              <a:gd name="connsiteY658" fmla="*/ 1895443 h 2476997"/>
              <a:gd name="connsiteX659" fmla="*/ 1231149 w 3242958"/>
              <a:gd name="connsiteY659" fmla="*/ 1893183 h 2476997"/>
              <a:gd name="connsiteX660" fmla="*/ 1315880 w 3242958"/>
              <a:gd name="connsiteY660" fmla="*/ 1852794 h 2476997"/>
              <a:gd name="connsiteX661" fmla="*/ 1339887 w 3242958"/>
              <a:gd name="connsiteY661" fmla="*/ 1851101 h 2476997"/>
              <a:gd name="connsiteX662" fmla="*/ 2533932 w 3242958"/>
              <a:gd name="connsiteY662" fmla="*/ 1850321 h 2476997"/>
              <a:gd name="connsiteX663" fmla="*/ 2543923 w 3242958"/>
              <a:gd name="connsiteY663" fmla="*/ 1851380 h 2476997"/>
              <a:gd name="connsiteX664" fmla="*/ 2563692 w 3242958"/>
              <a:gd name="connsiteY664" fmla="*/ 1867763 h 2476997"/>
              <a:gd name="connsiteX665" fmla="*/ 2568211 w 3242958"/>
              <a:gd name="connsiteY665" fmla="*/ 1881883 h 2476997"/>
              <a:gd name="connsiteX666" fmla="*/ 2571037 w 3242958"/>
              <a:gd name="connsiteY666" fmla="*/ 1895159 h 2476997"/>
              <a:gd name="connsiteX667" fmla="*/ 2560587 w 3242958"/>
              <a:gd name="connsiteY667" fmla="*/ 1920295 h 2476997"/>
              <a:gd name="connsiteX668" fmla="*/ 2560587 w 3242958"/>
              <a:gd name="connsiteY668" fmla="*/ 1934982 h 2476997"/>
              <a:gd name="connsiteX669" fmla="*/ 2570755 w 3242958"/>
              <a:gd name="connsiteY669" fmla="*/ 1932440 h 2476997"/>
              <a:gd name="connsiteX670" fmla="*/ 2583182 w 3242958"/>
              <a:gd name="connsiteY670" fmla="*/ 1926792 h 2476997"/>
              <a:gd name="connsiteX671" fmla="*/ 2598151 w 3242958"/>
              <a:gd name="connsiteY671" fmla="*/ 1921709 h 2476997"/>
              <a:gd name="connsiteX672" fmla="*/ 2615660 w 3242958"/>
              <a:gd name="connsiteY672" fmla="*/ 1909564 h 2476997"/>
              <a:gd name="connsiteX673" fmla="*/ 2642493 w 3242958"/>
              <a:gd name="connsiteY673" fmla="*/ 1909564 h 2476997"/>
              <a:gd name="connsiteX674" fmla="*/ 2665654 w 3242958"/>
              <a:gd name="connsiteY674" fmla="*/ 1916906 h 2476997"/>
              <a:gd name="connsiteX675" fmla="*/ 2681752 w 3242958"/>
              <a:gd name="connsiteY675" fmla="*/ 1947691 h 2476997"/>
              <a:gd name="connsiteX676" fmla="*/ 2675537 w 3242958"/>
              <a:gd name="connsiteY676" fmla="*/ 1955317 h 2476997"/>
              <a:gd name="connsiteX677" fmla="*/ 2662828 w 3242958"/>
              <a:gd name="connsiteY677" fmla="*/ 1964922 h 2476997"/>
              <a:gd name="connsiteX678" fmla="*/ 2633173 w 3242958"/>
              <a:gd name="connsiteY678" fmla="*/ 1977631 h 2476997"/>
              <a:gd name="connsiteX679" fmla="*/ 2615660 w 3242958"/>
              <a:gd name="connsiteY679" fmla="*/ 1984975 h 2476997"/>
              <a:gd name="connsiteX680" fmla="*/ 2595891 w 3242958"/>
              <a:gd name="connsiteY680" fmla="*/ 1987517 h 2476997"/>
              <a:gd name="connsiteX681" fmla="*/ 2565388 w 3242958"/>
              <a:gd name="connsiteY681" fmla="*/ 1999096 h 2476997"/>
              <a:gd name="connsiteX682" fmla="*/ 2555502 w 3242958"/>
              <a:gd name="connsiteY682" fmla="*/ 2013783 h 2476997"/>
              <a:gd name="connsiteX683" fmla="*/ 2558891 w 3242958"/>
              <a:gd name="connsiteY683" fmla="*/ 2037226 h 2476997"/>
              <a:gd name="connsiteX684" fmla="*/ 2609167 w 3242958"/>
              <a:gd name="connsiteY684" fmla="*/ 2088628 h 2476997"/>
              <a:gd name="connsiteX685" fmla="*/ 2646448 w 3242958"/>
              <a:gd name="connsiteY685" fmla="*/ 2130429 h 2476997"/>
              <a:gd name="connsiteX686" fmla="*/ 2684575 w 3242958"/>
              <a:gd name="connsiteY686" fmla="*/ 2156413 h 2476997"/>
              <a:gd name="connsiteX687" fmla="*/ 2706325 w 3242958"/>
              <a:gd name="connsiteY687" fmla="*/ 2165169 h 2476997"/>
              <a:gd name="connsiteX688" fmla="*/ 2722705 w 3242958"/>
              <a:gd name="connsiteY688" fmla="*/ 2175903 h 2476997"/>
              <a:gd name="connsiteX689" fmla="*/ 2760553 w 3242958"/>
              <a:gd name="connsiteY689" fmla="*/ 2190024 h 2476997"/>
              <a:gd name="connsiteX690" fmla="*/ 2773544 w 3242958"/>
              <a:gd name="connsiteY690" fmla="*/ 2195954 h 2476997"/>
              <a:gd name="connsiteX691" fmla="*/ 2773262 w 3242958"/>
              <a:gd name="connsiteY691" fmla="*/ 2197932 h 2476997"/>
              <a:gd name="connsiteX692" fmla="*/ 2769025 w 3242958"/>
              <a:gd name="connsiteY692" fmla="*/ 2207818 h 2476997"/>
              <a:gd name="connsiteX693" fmla="*/ 2767332 w 3242958"/>
              <a:gd name="connsiteY693" fmla="*/ 2221657 h 2476997"/>
              <a:gd name="connsiteX694" fmla="*/ 2745582 w 3242958"/>
              <a:gd name="connsiteY694" fmla="*/ 2232954 h 2476997"/>
              <a:gd name="connsiteX695" fmla="*/ 2736829 w 3242958"/>
              <a:gd name="connsiteY695" fmla="*/ 2240581 h 2476997"/>
              <a:gd name="connsiteX696" fmla="*/ 2727791 w 3242958"/>
              <a:gd name="connsiteY696" fmla="*/ 2242274 h 2476997"/>
              <a:gd name="connsiteX697" fmla="*/ 2707737 w 3242958"/>
              <a:gd name="connsiteY697" fmla="*/ 2242274 h 2476997"/>
              <a:gd name="connsiteX698" fmla="*/ 2687119 w 3242958"/>
              <a:gd name="connsiteY698" fmla="*/ 2242274 h 2476997"/>
              <a:gd name="connsiteX699" fmla="*/ 2669043 w 3242958"/>
              <a:gd name="connsiteY699" fmla="*/ 2238885 h 2476997"/>
              <a:gd name="connsiteX700" fmla="*/ 2640800 w 3242958"/>
              <a:gd name="connsiteY700" fmla="*/ 2234932 h 2476997"/>
              <a:gd name="connsiteX701" fmla="*/ 2624698 w 3242958"/>
              <a:gd name="connsiteY701" fmla="*/ 2223916 h 2476997"/>
              <a:gd name="connsiteX702" fmla="*/ 2600410 w 3242958"/>
              <a:gd name="connsiteY702" fmla="*/ 2179856 h 2476997"/>
              <a:gd name="connsiteX703" fmla="*/ 2572166 w 3242958"/>
              <a:gd name="connsiteY703" fmla="*/ 2144552 h 2476997"/>
              <a:gd name="connsiteX704" fmla="*/ 2554090 w 3242958"/>
              <a:gd name="connsiteY704" fmla="*/ 2125062 h 2476997"/>
              <a:gd name="connsiteX705" fmla="*/ 2515397 w 3242958"/>
              <a:gd name="connsiteY705" fmla="*/ 2091172 h 2476997"/>
              <a:gd name="connsiteX706" fmla="*/ 2488565 w 3242958"/>
              <a:gd name="connsiteY706" fmla="*/ 2131843 h 2476997"/>
              <a:gd name="connsiteX707" fmla="*/ 2449587 w 3242958"/>
              <a:gd name="connsiteY707" fmla="*/ 2169688 h 2476997"/>
              <a:gd name="connsiteX708" fmla="*/ 2410045 w 3242958"/>
              <a:gd name="connsiteY708" fmla="*/ 2193976 h 2476997"/>
              <a:gd name="connsiteX709" fmla="*/ 2380390 w 3242958"/>
              <a:gd name="connsiteY709" fmla="*/ 2210078 h 2476997"/>
              <a:gd name="connsiteX710" fmla="*/ 2352146 w 3242958"/>
              <a:gd name="connsiteY710" fmla="*/ 2217138 h 2476997"/>
              <a:gd name="connsiteX711" fmla="*/ 2337178 w 3242958"/>
              <a:gd name="connsiteY711" fmla="*/ 2219964 h 2476997"/>
              <a:gd name="connsiteX712" fmla="*/ 2327010 w 3242958"/>
              <a:gd name="connsiteY712" fmla="*/ 2211207 h 2476997"/>
              <a:gd name="connsiteX713" fmla="*/ 2319383 w 3242958"/>
              <a:gd name="connsiteY713" fmla="*/ 2195672 h 2476997"/>
              <a:gd name="connsiteX714" fmla="*/ 2306393 w 3242958"/>
              <a:gd name="connsiteY714" fmla="*/ 2191153 h 2476997"/>
              <a:gd name="connsiteX715" fmla="*/ 2314864 w 3242958"/>
              <a:gd name="connsiteY715" fmla="*/ 2181552 h 2476997"/>
              <a:gd name="connsiteX716" fmla="*/ 2334070 w 3242958"/>
              <a:gd name="connsiteY716" fmla="*/ 2170536 h 2476997"/>
              <a:gd name="connsiteX717" fmla="*/ 2347064 w 3242958"/>
              <a:gd name="connsiteY717" fmla="*/ 2160650 h 2476997"/>
              <a:gd name="connsiteX718" fmla="*/ 2356384 w 3242958"/>
              <a:gd name="connsiteY718" fmla="*/ 2156413 h 2476997"/>
              <a:gd name="connsiteX719" fmla="*/ 2417954 w 3242958"/>
              <a:gd name="connsiteY719" fmla="*/ 2097666 h 2476997"/>
              <a:gd name="connsiteX720" fmla="*/ 2441678 w 3242958"/>
              <a:gd name="connsiteY720" fmla="*/ 2055865 h 2476997"/>
              <a:gd name="connsiteX721" fmla="*/ 2446482 w 3242958"/>
              <a:gd name="connsiteY721" fmla="*/ 2038637 h 2476997"/>
              <a:gd name="connsiteX722" fmla="*/ 2434336 w 3242958"/>
              <a:gd name="connsiteY722" fmla="*/ 2038637 h 2476997"/>
              <a:gd name="connsiteX723" fmla="*/ 2424732 w 3242958"/>
              <a:gd name="connsiteY723" fmla="*/ 2038637 h 2476997"/>
              <a:gd name="connsiteX724" fmla="*/ 2412305 w 3242958"/>
              <a:gd name="connsiteY724" fmla="*/ 2042026 h 2476997"/>
              <a:gd name="connsiteX725" fmla="*/ 2400162 w 3242958"/>
              <a:gd name="connsiteY725" fmla="*/ 2042026 h 2476997"/>
              <a:gd name="connsiteX726" fmla="*/ 2381520 w 3242958"/>
              <a:gd name="connsiteY726" fmla="*/ 2033270 h 2476997"/>
              <a:gd name="connsiteX727" fmla="*/ 2359773 w 3242958"/>
              <a:gd name="connsiteY727" fmla="*/ 2005026 h 2476997"/>
              <a:gd name="connsiteX728" fmla="*/ 2365703 w 3242958"/>
              <a:gd name="connsiteY728" fmla="*/ 1988362 h 2476997"/>
              <a:gd name="connsiteX729" fmla="*/ 2375871 w 3242958"/>
              <a:gd name="connsiteY729" fmla="*/ 1977912 h 2476997"/>
              <a:gd name="connsiteX730" fmla="*/ 2388865 w 3242958"/>
              <a:gd name="connsiteY730" fmla="*/ 1972830 h 2476997"/>
              <a:gd name="connsiteX731" fmla="*/ 2399881 w 3242958"/>
              <a:gd name="connsiteY731" fmla="*/ 1965770 h 2476997"/>
              <a:gd name="connsiteX732" fmla="*/ 2426428 w 3242958"/>
              <a:gd name="connsiteY732" fmla="*/ 1965767 h 2476997"/>
              <a:gd name="connsiteX733" fmla="*/ 2470207 w 3242958"/>
              <a:gd name="connsiteY733" fmla="*/ 1950235 h 2476997"/>
              <a:gd name="connsiteX734" fmla="*/ 2478679 w 3242958"/>
              <a:gd name="connsiteY734" fmla="*/ 1909845 h 2476997"/>
              <a:gd name="connsiteX735" fmla="*/ 2481504 w 3242958"/>
              <a:gd name="connsiteY735" fmla="*/ 1884143 h 2476997"/>
              <a:gd name="connsiteX736" fmla="*/ 2481504 w 3242958"/>
              <a:gd name="connsiteY736" fmla="*/ 1862114 h 2476997"/>
              <a:gd name="connsiteX737" fmla="*/ 2488283 w 3242958"/>
              <a:gd name="connsiteY737" fmla="*/ 1854206 h 2476997"/>
              <a:gd name="connsiteX738" fmla="*/ 2505793 w 3242958"/>
              <a:gd name="connsiteY738" fmla="*/ 1855617 h 2476997"/>
              <a:gd name="connsiteX739" fmla="*/ 2519068 w 3242958"/>
              <a:gd name="connsiteY739" fmla="*/ 1851380 h 2476997"/>
              <a:gd name="connsiteX740" fmla="*/ 2533932 w 3242958"/>
              <a:gd name="connsiteY740" fmla="*/ 1850321 h 2476997"/>
              <a:gd name="connsiteX741" fmla="*/ 153646 w 3242958"/>
              <a:gd name="connsiteY741" fmla="*/ 1845168 h 2476997"/>
              <a:gd name="connsiteX742" fmla="*/ 166074 w 3242958"/>
              <a:gd name="connsiteY742" fmla="*/ 1852231 h 2476997"/>
              <a:gd name="connsiteX743" fmla="*/ 186409 w 3242958"/>
              <a:gd name="connsiteY743" fmla="*/ 1854206 h 2476997"/>
              <a:gd name="connsiteX744" fmla="*/ 206745 w 3242958"/>
              <a:gd name="connsiteY744" fmla="*/ 1854206 h 2476997"/>
              <a:gd name="connsiteX745" fmla="*/ 220302 w 3242958"/>
              <a:gd name="connsiteY745" fmla="*/ 1857595 h 2476997"/>
              <a:gd name="connsiteX746" fmla="*/ 231881 w 3242958"/>
              <a:gd name="connsiteY746" fmla="*/ 1863244 h 2476997"/>
              <a:gd name="connsiteX747" fmla="*/ 242333 w 3242958"/>
              <a:gd name="connsiteY747" fmla="*/ 1879501 h 2476997"/>
              <a:gd name="connsiteX748" fmla="*/ 242333 w 3242958"/>
              <a:gd name="connsiteY748" fmla="*/ 1892336 h 2476997"/>
              <a:gd name="connsiteX749" fmla="*/ 242333 w 3242958"/>
              <a:gd name="connsiteY749" fmla="*/ 1912108 h 2476997"/>
              <a:gd name="connsiteX750" fmla="*/ 232165 w 3242958"/>
              <a:gd name="connsiteY750" fmla="*/ 1933574 h 2476997"/>
              <a:gd name="connsiteX751" fmla="*/ 229340 w 3242958"/>
              <a:gd name="connsiteY751" fmla="*/ 1955884 h 2476997"/>
              <a:gd name="connsiteX752" fmla="*/ 227080 w 3242958"/>
              <a:gd name="connsiteY752" fmla="*/ 1996273 h 2476997"/>
              <a:gd name="connsiteX753" fmla="*/ 223409 w 3242958"/>
              <a:gd name="connsiteY753" fmla="*/ 2020846 h 2476997"/>
              <a:gd name="connsiteX754" fmla="*/ 221998 w 3242958"/>
              <a:gd name="connsiteY754" fmla="*/ 2041748 h 2476997"/>
              <a:gd name="connsiteX755" fmla="*/ 226798 w 3242958"/>
              <a:gd name="connsiteY755" fmla="*/ 2055869 h 2476997"/>
              <a:gd name="connsiteX756" fmla="*/ 228210 w 3242958"/>
              <a:gd name="connsiteY756" fmla="*/ 2064059 h 2476997"/>
              <a:gd name="connsiteX757" fmla="*/ 230751 w 3242958"/>
              <a:gd name="connsiteY757" fmla="*/ 2076768 h 2476997"/>
              <a:gd name="connsiteX758" fmla="*/ 223127 w 3242958"/>
              <a:gd name="connsiteY758" fmla="*/ 2105012 h 2476997"/>
              <a:gd name="connsiteX759" fmla="*/ 213523 w 3242958"/>
              <a:gd name="connsiteY759" fmla="*/ 2119983 h 2476997"/>
              <a:gd name="connsiteX760" fmla="*/ 185279 w 3242958"/>
              <a:gd name="connsiteY760" fmla="*/ 2137774 h 2476997"/>
              <a:gd name="connsiteX761" fmla="*/ 159862 w 3242958"/>
              <a:gd name="connsiteY761" fmla="*/ 2161784 h 2476997"/>
              <a:gd name="connsiteX762" fmla="*/ 131618 w 3242958"/>
              <a:gd name="connsiteY762" fmla="*/ 2174211 h 2476997"/>
              <a:gd name="connsiteX763" fmla="*/ 96877 w 3242958"/>
              <a:gd name="connsiteY763" fmla="*/ 2194262 h 2476997"/>
              <a:gd name="connsiteX764" fmla="*/ 75978 w 3242958"/>
              <a:gd name="connsiteY764" fmla="*/ 2203303 h 2476997"/>
              <a:gd name="connsiteX765" fmla="*/ 42931 w 3242958"/>
              <a:gd name="connsiteY765" fmla="*/ 2227028 h 2476997"/>
              <a:gd name="connsiteX766" fmla="*/ 22032 w 3242958"/>
              <a:gd name="connsiteY766" fmla="*/ 2207819 h 2476997"/>
              <a:gd name="connsiteX767" fmla="*/ 8475 w 3242958"/>
              <a:gd name="connsiteY767" fmla="*/ 2197651 h 2476997"/>
              <a:gd name="connsiteX768" fmla="*/ 4801 w 3242958"/>
              <a:gd name="connsiteY768" fmla="*/ 2180423 h 2476997"/>
              <a:gd name="connsiteX769" fmla="*/ 0 w 3242958"/>
              <a:gd name="connsiteY769" fmla="*/ 2165737 h 2476997"/>
              <a:gd name="connsiteX770" fmla="*/ 8190 w 3242958"/>
              <a:gd name="connsiteY770" fmla="*/ 2154157 h 2476997"/>
              <a:gd name="connsiteX771" fmla="*/ 20902 w 3242958"/>
              <a:gd name="connsiteY771" fmla="*/ 2154157 h 2476997"/>
              <a:gd name="connsiteX772" fmla="*/ 40671 w 3242958"/>
              <a:gd name="connsiteY772" fmla="*/ 2142578 h 2476997"/>
              <a:gd name="connsiteX773" fmla="*/ 61573 w 3242958"/>
              <a:gd name="connsiteY773" fmla="*/ 2134670 h 2476997"/>
              <a:gd name="connsiteX774" fmla="*/ 98007 w 3242958"/>
              <a:gd name="connsiteY774" fmla="*/ 2114334 h 2476997"/>
              <a:gd name="connsiteX775" fmla="*/ 114953 w 3242958"/>
              <a:gd name="connsiteY775" fmla="*/ 2097670 h 2476997"/>
              <a:gd name="connsiteX776" fmla="*/ 114953 w 3242958"/>
              <a:gd name="connsiteY776" fmla="*/ 2059258 h 2476997"/>
              <a:gd name="connsiteX777" fmla="*/ 105915 w 3242958"/>
              <a:gd name="connsiteY777" fmla="*/ 2053609 h 2476997"/>
              <a:gd name="connsiteX778" fmla="*/ 88687 w 3242958"/>
              <a:gd name="connsiteY778" fmla="*/ 2055869 h 2476997"/>
              <a:gd name="connsiteX779" fmla="*/ 72586 w 3242958"/>
              <a:gd name="connsiteY779" fmla="*/ 2061518 h 2476997"/>
              <a:gd name="connsiteX780" fmla="*/ 60443 w 3242958"/>
              <a:gd name="connsiteY780" fmla="*/ 2063211 h 2476997"/>
              <a:gd name="connsiteX781" fmla="*/ 52535 w 3242958"/>
              <a:gd name="connsiteY781" fmla="*/ 2056714 h 2476997"/>
              <a:gd name="connsiteX782" fmla="*/ 48861 w 3242958"/>
              <a:gd name="connsiteY782" fmla="*/ 2036663 h 2476997"/>
              <a:gd name="connsiteX783" fmla="*/ 45472 w 3242958"/>
              <a:gd name="connsiteY783" fmla="*/ 2022824 h 2476997"/>
              <a:gd name="connsiteX784" fmla="*/ 47168 w 3242958"/>
              <a:gd name="connsiteY784" fmla="*/ 1994580 h 2476997"/>
              <a:gd name="connsiteX785" fmla="*/ 63551 w 3242958"/>
              <a:gd name="connsiteY785" fmla="*/ 1978197 h 2476997"/>
              <a:gd name="connsiteX786" fmla="*/ 86428 w 3242958"/>
              <a:gd name="connsiteY786" fmla="*/ 1971137 h 2476997"/>
              <a:gd name="connsiteX787" fmla="*/ 103089 w 3242958"/>
              <a:gd name="connsiteY787" fmla="*/ 1971137 h 2476997"/>
              <a:gd name="connsiteX788" fmla="*/ 125969 w 3242958"/>
              <a:gd name="connsiteY788" fmla="*/ 1960688 h 2476997"/>
              <a:gd name="connsiteX789" fmla="*/ 137266 w 3242958"/>
              <a:gd name="connsiteY789" fmla="*/ 1939786 h 2476997"/>
              <a:gd name="connsiteX790" fmla="*/ 144045 w 3242958"/>
              <a:gd name="connsiteY790" fmla="*/ 1894877 h 2476997"/>
              <a:gd name="connsiteX791" fmla="*/ 132747 w 3242958"/>
              <a:gd name="connsiteY791" fmla="*/ 1866633 h 2476997"/>
              <a:gd name="connsiteX792" fmla="*/ 132747 w 3242958"/>
              <a:gd name="connsiteY792" fmla="*/ 1858443 h 2476997"/>
              <a:gd name="connsiteX793" fmla="*/ 145738 w 3242958"/>
              <a:gd name="connsiteY793" fmla="*/ 1848557 h 2476997"/>
              <a:gd name="connsiteX794" fmla="*/ 153646 w 3242958"/>
              <a:gd name="connsiteY794" fmla="*/ 1845168 h 2476997"/>
              <a:gd name="connsiteX795" fmla="*/ 397676 w 3242958"/>
              <a:gd name="connsiteY795" fmla="*/ 1819750 h 2476997"/>
              <a:gd name="connsiteX796" fmla="*/ 410104 w 3242958"/>
              <a:gd name="connsiteY796" fmla="*/ 1827094 h 2476997"/>
              <a:gd name="connsiteX797" fmla="*/ 420553 w 3242958"/>
              <a:gd name="connsiteY797" fmla="*/ 1829351 h 2476997"/>
              <a:gd name="connsiteX798" fmla="*/ 428743 w 3242958"/>
              <a:gd name="connsiteY798" fmla="*/ 1838674 h 2476997"/>
              <a:gd name="connsiteX799" fmla="*/ 434958 w 3242958"/>
              <a:gd name="connsiteY799" fmla="*/ 1863529 h 2476997"/>
              <a:gd name="connsiteX800" fmla="*/ 416316 w 3242958"/>
              <a:gd name="connsiteY800" fmla="*/ 1898269 h 2476997"/>
              <a:gd name="connsiteX801" fmla="*/ 412926 w 3242958"/>
              <a:gd name="connsiteY801" fmla="*/ 1915779 h 2476997"/>
              <a:gd name="connsiteX802" fmla="*/ 428180 w 3242958"/>
              <a:gd name="connsiteY802" fmla="*/ 1921146 h 2476997"/>
              <a:gd name="connsiteX803" fmla="*/ 443430 w 3242958"/>
              <a:gd name="connsiteY803" fmla="*/ 1912390 h 2476997"/>
              <a:gd name="connsiteX804" fmla="*/ 468284 w 3242958"/>
              <a:gd name="connsiteY804" fmla="*/ 1921146 h 2476997"/>
              <a:gd name="connsiteX805" fmla="*/ 482405 w 3242958"/>
              <a:gd name="connsiteY805" fmla="*/ 1947130 h 2476997"/>
              <a:gd name="connsiteX806" fmla="*/ 485230 w 3242958"/>
              <a:gd name="connsiteY806" fmla="*/ 1965488 h 2476997"/>
              <a:gd name="connsiteX807" fmla="*/ 476759 w 3242958"/>
              <a:gd name="connsiteY807" fmla="*/ 1975092 h 2476997"/>
              <a:gd name="connsiteX808" fmla="*/ 459249 w 3242958"/>
              <a:gd name="connsiteY808" fmla="*/ 1979330 h 2476997"/>
              <a:gd name="connsiteX809" fmla="*/ 444278 w 3242958"/>
              <a:gd name="connsiteY809" fmla="*/ 1990061 h 2476997"/>
              <a:gd name="connsiteX810" fmla="*/ 423661 w 3242958"/>
              <a:gd name="connsiteY810" fmla="*/ 2001640 h 2476997"/>
              <a:gd name="connsiteX811" fmla="*/ 390616 w 3242958"/>
              <a:gd name="connsiteY811" fmla="*/ 2017457 h 2476997"/>
              <a:gd name="connsiteX812" fmla="*/ 379034 w 3242958"/>
              <a:gd name="connsiteY812" fmla="*/ 2054175 h 2476997"/>
              <a:gd name="connsiteX813" fmla="*/ 379034 w 3242958"/>
              <a:gd name="connsiteY813" fmla="*/ 2071685 h 2476997"/>
              <a:gd name="connsiteX814" fmla="*/ 388354 w 3242958"/>
              <a:gd name="connsiteY814" fmla="*/ 2101907 h 2476997"/>
              <a:gd name="connsiteX815" fmla="*/ 413775 w 3242958"/>
              <a:gd name="connsiteY815" fmla="*/ 2113204 h 2476997"/>
              <a:gd name="connsiteX816" fmla="*/ 431569 w 3242958"/>
              <a:gd name="connsiteY816" fmla="*/ 2115745 h 2476997"/>
              <a:gd name="connsiteX817" fmla="*/ 444559 w 3242958"/>
              <a:gd name="connsiteY817" fmla="*/ 2118287 h 2476997"/>
              <a:gd name="connsiteX818" fmla="*/ 457268 w 3242958"/>
              <a:gd name="connsiteY818" fmla="*/ 2123372 h 2476997"/>
              <a:gd name="connsiteX819" fmla="*/ 477041 w 3242958"/>
              <a:gd name="connsiteY819" fmla="*/ 2125350 h 2476997"/>
              <a:gd name="connsiteX820" fmla="*/ 478170 w 3242958"/>
              <a:gd name="connsiteY820" fmla="*/ 2124502 h 2476997"/>
              <a:gd name="connsiteX821" fmla="*/ 489186 w 3242958"/>
              <a:gd name="connsiteY821" fmla="*/ 2149920 h 2476997"/>
              <a:gd name="connsiteX822" fmla="*/ 479300 w 3242958"/>
              <a:gd name="connsiteY822" fmla="*/ 2178164 h 2476997"/>
              <a:gd name="connsiteX823" fmla="*/ 471110 w 3242958"/>
              <a:gd name="connsiteY823" fmla="*/ 2196806 h 2476997"/>
              <a:gd name="connsiteX824" fmla="*/ 449645 w 3242958"/>
              <a:gd name="connsiteY824" fmla="*/ 2199914 h 2476997"/>
              <a:gd name="connsiteX825" fmla="*/ 428743 w 3242958"/>
              <a:gd name="connsiteY825" fmla="*/ 2204996 h 2476997"/>
              <a:gd name="connsiteX826" fmla="*/ 414056 w 3242958"/>
              <a:gd name="connsiteY826" fmla="*/ 2198499 h 2476997"/>
              <a:gd name="connsiteX827" fmla="*/ 391461 w 3242958"/>
              <a:gd name="connsiteY827" fmla="*/ 2196240 h 2476997"/>
              <a:gd name="connsiteX828" fmla="*/ 368866 w 3242958"/>
              <a:gd name="connsiteY828" fmla="*/ 2196240 h 2476997"/>
              <a:gd name="connsiteX829" fmla="*/ 349945 w 3242958"/>
              <a:gd name="connsiteY829" fmla="*/ 2190876 h 2476997"/>
              <a:gd name="connsiteX830" fmla="*/ 321701 w 3242958"/>
              <a:gd name="connsiteY830" fmla="*/ 2189461 h 2476997"/>
              <a:gd name="connsiteX831" fmla="*/ 307860 w 3242958"/>
              <a:gd name="connsiteY831" fmla="*/ 2181553 h 2476997"/>
              <a:gd name="connsiteX832" fmla="*/ 294869 w 3242958"/>
              <a:gd name="connsiteY832" fmla="*/ 2160654 h 2476997"/>
              <a:gd name="connsiteX833" fmla="*/ 292891 w 3242958"/>
              <a:gd name="connsiteY833" fmla="*/ 2136647 h 2476997"/>
              <a:gd name="connsiteX834" fmla="*/ 286961 w 3242958"/>
              <a:gd name="connsiteY834" fmla="*/ 2108404 h 2476997"/>
              <a:gd name="connsiteX835" fmla="*/ 286961 w 3242958"/>
              <a:gd name="connsiteY835" fmla="*/ 2090327 h 2476997"/>
              <a:gd name="connsiteX836" fmla="*/ 284701 w 3242958"/>
              <a:gd name="connsiteY836" fmla="*/ 2073099 h 2476997"/>
              <a:gd name="connsiteX837" fmla="*/ 281875 w 3242958"/>
              <a:gd name="connsiteY837" fmla="*/ 2046267 h 2476997"/>
              <a:gd name="connsiteX838" fmla="*/ 289220 w 3242958"/>
              <a:gd name="connsiteY838" fmla="*/ 2003052 h 2476997"/>
              <a:gd name="connsiteX839" fmla="*/ 295151 w 3242958"/>
              <a:gd name="connsiteY839" fmla="*/ 1989495 h 2476997"/>
              <a:gd name="connsiteX840" fmla="*/ 300233 w 3242958"/>
              <a:gd name="connsiteY840" fmla="*/ 1967184 h 2476997"/>
              <a:gd name="connsiteX841" fmla="*/ 305037 w 3242958"/>
              <a:gd name="connsiteY841" fmla="*/ 1944589 h 2476997"/>
              <a:gd name="connsiteX842" fmla="*/ 307015 w 3242958"/>
              <a:gd name="connsiteY842" fmla="*/ 1909282 h 2476997"/>
              <a:gd name="connsiteX843" fmla="*/ 312097 w 3242958"/>
              <a:gd name="connsiteY843" fmla="*/ 1887817 h 2476997"/>
              <a:gd name="connsiteX844" fmla="*/ 319724 w 3242958"/>
              <a:gd name="connsiteY844" fmla="*/ 1852794 h 2476997"/>
              <a:gd name="connsiteX845" fmla="*/ 319724 w 3242958"/>
              <a:gd name="connsiteY845" fmla="*/ 1829351 h 2476997"/>
              <a:gd name="connsiteX846" fmla="*/ 333281 w 3242958"/>
              <a:gd name="connsiteY846" fmla="*/ 1820031 h 2476997"/>
              <a:gd name="connsiteX847" fmla="*/ 351357 w 3242958"/>
              <a:gd name="connsiteY847" fmla="*/ 1823421 h 2476997"/>
              <a:gd name="connsiteX848" fmla="*/ 366607 w 3242958"/>
              <a:gd name="connsiteY848" fmla="*/ 1820313 h 2476997"/>
              <a:gd name="connsiteX849" fmla="*/ 380164 w 3242958"/>
              <a:gd name="connsiteY849" fmla="*/ 1822857 h 2476997"/>
              <a:gd name="connsiteX850" fmla="*/ 397676 w 3242958"/>
              <a:gd name="connsiteY850" fmla="*/ 1819750 h 2476997"/>
              <a:gd name="connsiteX851" fmla="*/ 1560757 w 3242958"/>
              <a:gd name="connsiteY851" fmla="*/ 1817490 h 2476997"/>
              <a:gd name="connsiteX852" fmla="*/ 1578551 w 3242958"/>
              <a:gd name="connsiteY852" fmla="*/ 1823986 h 2476997"/>
              <a:gd name="connsiteX853" fmla="*/ 1612725 w 3242958"/>
              <a:gd name="connsiteY853" fmla="*/ 1826528 h 2476997"/>
              <a:gd name="connsiteX854" fmla="*/ 1612725 w 3242958"/>
              <a:gd name="connsiteY854" fmla="*/ 1823986 h 2476997"/>
              <a:gd name="connsiteX855" fmla="*/ 1618656 w 3242958"/>
              <a:gd name="connsiteY855" fmla="*/ 1838107 h 2476997"/>
              <a:gd name="connsiteX856" fmla="*/ 1630520 w 3242958"/>
              <a:gd name="connsiteY856" fmla="*/ 1862114 h 2476997"/>
              <a:gd name="connsiteX857" fmla="*/ 1620918 w 3242958"/>
              <a:gd name="connsiteY857" fmla="*/ 1882449 h 2476997"/>
              <a:gd name="connsiteX858" fmla="*/ 1616399 w 3242958"/>
              <a:gd name="connsiteY858" fmla="*/ 1901092 h 2476997"/>
              <a:gd name="connsiteX859" fmla="*/ 1600298 w 3242958"/>
              <a:gd name="connsiteY859" fmla="*/ 1931313 h 2476997"/>
              <a:gd name="connsiteX860" fmla="*/ 1584766 w 3242958"/>
              <a:gd name="connsiteY860" fmla="*/ 1949108 h 2476997"/>
              <a:gd name="connsiteX861" fmla="*/ 1550589 w 3242958"/>
              <a:gd name="connsiteY861" fmla="*/ 2020564 h 2476997"/>
              <a:gd name="connsiteX862" fmla="*/ 1539010 w 3242958"/>
              <a:gd name="connsiteY862" fmla="*/ 2032143 h 2476997"/>
              <a:gd name="connsiteX863" fmla="*/ 1524889 w 3242958"/>
              <a:gd name="connsiteY863" fmla="*/ 2032143 h 2476997"/>
              <a:gd name="connsiteX864" fmla="*/ 1510202 w 3242958"/>
              <a:gd name="connsiteY864" fmla="*/ 2036944 h 2476997"/>
              <a:gd name="connsiteX865" fmla="*/ 1488452 w 3242958"/>
              <a:gd name="connsiteY865" fmla="*/ 2043722 h 2476997"/>
              <a:gd name="connsiteX866" fmla="*/ 1488452 w 3242958"/>
              <a:gd name="connsiteY866" fmla="*/ 2060669 h 2476997"/>
              <a:gd name="connsiteX867" fmla="*/ 1505117 w 3242958"/>
              <a:gd name="connsiteY867" fmla="*/ 2057564 h 2476997"/>
              <a:gd name="connsiteX868" fmla="*/ 1518392 w 3242958"/>
              <a:gd name="connsiteY868" fmla="*/ 2051349 h 2476997"/>
              <a:gd name="connsiteX869" fmla="*/ 1536750 w 3242958"/>
              <a:gd name="connsiteY869" fmla="*/ 2057279 h 2476997"/>
              <a:gd name="connsiteX870" fmla="*/ 1544095 w 3242958"/>
              <a:gd name="connsiteY870" fmla="*/ 2065754 h 2476997"/>
              <a:gd name="connsiteX871" fmla="*/ 1548896 w 3242958"/>
              <a:gd name="connsiteY871" fmla="*/ 2088912 h 2476997"/>
              <a:gd name="connsiteX872" fmla="*/ 1546070 w 3242958"/>
              <a:gd name="connsiteY872" fmla="*/ 2098517 h 2476997"/>
              <a:gd name="connsiteX873" fmla="*/ 1529408 w 3242958"/>
              <a:gd name="connsiteY873" fmla="*/ 2110378 h 2476997"/>
              <a:gd name="connsiteX874" fmla="*/ 1510199 w 3242958"/>
              <a:gd name="connsiteY874" fmla="*/ 2117438 h 2476997"/>
              <a:gd name="connsiteX875" fmla="*/ 1504269 w 3242958"/>
              <a:gd name="connsiteY875" fmla="*/ 2128454 h 2476997"/>
              <a:gd name="connsiteX876" fmla="*/ 1513592 w 3242958"/>
              <a:gd name="connsiteY876" fmla="*/ 2135799 h 2476997"/>
              <a:gd name="connsiteX877" fmla="*/ 1539010 w 3242958"/>
              <a:gd name="connsiteY877" fmla="*/ 2130998 h 2476997"/>
              <a:gd name="connsiteX878" fmla="*/ 1558215 w 3242958"/>
              <a:gd name="connsiteY878" fmla="*/ 2130998 h 2476997"/>
              <a:gd name="connsiteX879" fmla="*/ 1581940 w 3242958"/>
              <a:gd name="connsiteY879" fmla="*/ 2126194 h 2476997"/>
              <a:gd name="connsiteX880" fmla="*/ 1602558 w 3242958"/>
              <a:gd name="connsiteY880" fmla="*/ 2126194 h 2476997"/>
              <a:gd name="connsiteX881" fmla="*/ 1618940 w 3242958"/>
              <a:gd name="connsiteY881" fmla="*/ 2154438 h 2476997"/>
              <a:gd name="connsiteX882" fmla="*/ 1588719 w 3242958"/>
              <a:gd name="connsiteY882" fmla="*/ 2197935 h 2476997"/>
              <a:gd name="connsiteX883" fmla="*/ 1560475 w 3242958"/>
              <a:gd name="connsiteY883" fmla="*/ 2193131 h 2476997"/>
              <a:gd name="connsiteX884" fmla="*/ 1515285 w 3242958"/>
              <a:gd name="connsiteY884" fmla="*/ 2194827 h 2476997"/>
              <a:gd name="connsiteX885" fmla="*/ 1490430 w 3242958"/>
              <a:gd name="connsiteY885" fmla="*/ 2194827 h 2476997"/>
              <a:gd name="connsiteX886" fmla="*/ 1468683 w 3242958"/>
              <a:gd name="connsiteY886" fmla="*/ 2197087 h 2476997"/>
              <a:gd name="connsiteX887" fmla="*/ 1444392 w 3242958"/>
              <a:gd name="connsiteY887" fmla="*/ 2201043 h 2476997"/>
              <a:gd name="connsiteX888" fmla="*/ 1416148 w 3242958"/>
              <a:gd name="connsiteY888" fmla="*/ 2206973 h 2476997"/>
              <a:gd name="connsiteX889" fmla="*/ 1385363 w 3242958"/>
              <a:gd name="connsiteY889" fmla="*/ 2210078 h 2476997"/>
              <a:gd name="connsiteX890" fmla="*/ 1353730 w 3242958"/>
              <a:gd name="connsiteY890" fmla="*/ 2217986 h 2476997"/>
              <a:gd name="connsiteX891" fmla="*/ 1333961 w 3242958"/>
              <a:gd name="connsiteY891" fmla="*/ 2207821 h 2476997"/>
              <a:gd name="connsiteX892" fmla="*/ 1329442 w 3242958"/>
              <a:gd name="connsiteY892" fmla="*/ 2181270 h 2476997"/>
              <a:gd name="connsiteX893" fmla="*/ 1329442 w 3242958"/>
              <a:gd name="connsiteY893" fmla="*/ 2169125 h 2476997"/>
              <a:gd name="connsiteX894" fmla="*/ 1336220 w 3242958"/>
              <a:gd name="connsiteY894" fmla="*/ 2155004 h 2476997"/>
              <a:gd name="connsiteX895" fmla="*/ 1343562 w 3242958"/>
              <a:gd name="connsiteY895" fmla="*/ 2149071 h 2476997"/>
              <a:gd name="connsiteX896" fmla="*/ 1352600 w 3242958"/>
              <a:gd name="connsiteY896" fmla="*/ 2153590 h 2476997"/>
              <a:gd name="connsiteX897" fmla="*/ 1380844 w 3242958"/>
              <a:gd name="connsiteY897" fmla="*/ 2144270 h 2476997"/>
              <a:gd name="connsiteX898" fmla="*/ 1415018 w 3242958"/>
              <a:gd name="connsiteY898" fmla="*/ 2129302 h 2476997"/>
              <a:gd name="connsiteX899" fmla="*/ 1409370 w 3242958"/>
              <a:gd name="connsiteY899" fmla="*/ 2119700 h 2476997"/>
              <a:gd name="connsiteX900" fmla="*/ 1395531 w 3242958"/>
              <a:gd name="connsiteY900" fmla="*/ 2117723 h 2476997"/>
              <a:gd name="connsiteX901" fmla="*/ 1383670 w 3242958"/>
              <a:gd name="connsiteY901" fmla="*/ 2111789 h 2476997"/>
              <a:gd name="connsiteX902" fmla="*/ 1383670 w 3242958"/>
              <a:gd name="connsiteY902" fmla="*/ 2100492 h 2476997"/>
              <a:gd name="connsiteX903" fmla="*/ 1385363 w 3242958"/>
              <a:gd name="connsiteY903" fmla="*/ 2086371 h 2476997"/>
              <a:gd name="connsiteX904" fmla="*/ 1392990 w 3242958"/>
              <a:gd name="connsiteY904" fmla="*/ 2076203 h 2476997"/>
              <a:gd name="connsiteX905" fmla="*/ 1400616 w 3242958"/>
              <a:gd name="connsiteY905" fmla="*/ 2078745 h 2476997"/>
              <a:gd name="connsiteX906" fmla="*/ 1409088 w 3242958"/>
              <a:gd name="connsiteY906" fmla="*/ 2077333 h 2476997"/>
              <a:gd name="connsiteX907" fmla="*/ 1417278 w 3242958"/>
              <a:gd name="connsiteY907" fmla="*/ 2077333 h 2476997"/>
              <a:gd name="connsiteX908" fmla="*/ 1424623 w 3242958"/>
              <a:gd name="connsiteY908" fmla="*/ 2070836 h 2476997"/>
              <a:gd name="connsiteX909" fmla="*/ 1426601 w 3242958"/>
              <a:gd name="connsiteY909" fmla="*/ 2054175 h 2476997"/>
              <a:gd name="connsiteX910" fmla="*/ 1416714 w 3242958"/>
              <a:gd name="connsiteY910" fmla="*/ 2054172 h 2476997"/>
              <a:gd name="connsiteX911" fmla="*/ 1403721 w 3242958"/>
              <a:gd name="connsiteY911" fmla="*/ 2057846 h 2476997"/>
              <a:gd name="connsiteX912" fmla="*/ 1391860 w 3242958"/>
              <a:gd name="connsiteY912" fmla="*/ 2060387 h 2476997"/>
              <a:gd name="connsiteX913" fmla="*/ 1382255 w 3242958"/>
              <a:gd name="connsiteY913" fmla="*/ 2058975 h 2476997"/>
              <a:gd name="connsiteX914" fmla="*/ 1377455 w 3242958"/>
              <a:gd name="connsiteY914" fmla="*/ 2051631 h 2476997"/>
              <a:gd name="connsiteX915" fmla="*/ 1373784 w 3242958"/>
              <a:gd name="connsiteY915" fmla="*/ 2040615 h 2476997"/>
              <a:gd name="connsiteX916" fmla="*/ 1365309 w 3242958"/>
              <a:gd name="connsiteY916" fmla="*/ 2024798 h 2476997"/>
              <a:gd name="connsiteX917" fmla="*/ 1360508 w 3242958"/>
              <a:gd name="connsiteY917" fmla="*/ 2007007 h 2476997"/>
              <a:gd name="connsiteX918" fmla="*/ 1369828 w 3242958"/>
              <a:gd name="connsiteY918" fmla="*/ 1980174 h 2476997"/>
              <a:gd name="connsiteX919" fmla="*/ 1365309 w 3242958"/>
              <a:gd name="connsiteY919" fmla="*/ 1936962 h 2476997"/>
              <a:gd name="connsiteX920" fmla="*/ 1359942 w 3242958"/>
              <a:gd name="connsiteY920" fmla="*/ 1918320 h 2476997"/>
              <a:gd name="connsiteX921" fmla="*/ 1361920 w 3242958"/>
              <a:gd name="connsiteY921" fmla="*/ 1904481 h 2476997"/>
              <a:gd name="connsiteX922" fmla="*/ 1366724 w 3242958"/>
              <a:gd name="connsiteY922" fmla="*/ 1880474 h 2476997"/>
              <a:gd name="connsiteX923" fmla="*/ 1378584 w 3242958"/>
              <a:gd name="connsiteY923" fmla="*/ 1856183 h 2476997"/>
              <a:gd name="connsiteX924" fmla="*/ 1393835 w 3242958"/>
              <a:gd name="connsiteY924" fmla="*/ 1865221 h 2476997"/>
              <a:gd name="connsiteX925" fmla="*/ 1408240 w 3242958"/>
              <a:gd name="connsiteY925" fmla="*/ 1863810 h 2476997"/>
              <a:gd name="connsiteX926" fmla="*/ 1426882 w 3242958"/>
              <a:gd name="connsiteY926" fmla="*/ 1857879 h 2476997"/>
              <a:gd name="connsiteX927" fmla="*/ 1459079 w 3242958"/>
              <a:gd name="connsiteY927" fmla="*/ 1844604 h 2476997"/>
              <a:gd name="connsiteX928" fmla="*/ 1484500 w 3242958"/>
              <a:gd name="connsiteY928" fmla="*/ 1842062 h 2476997"/>
              <a:gd name="connsiteX929" fmla="*/ 1560757 w 3242958"/>
              <a:gd name="connsiteY929" fmla="*/ 1817490 h 2476997"/>
              <a:gd name="connsiteX930" fmla="*/ 840821 w 3242958"/>
              <a:gd name="connsiteY930" fmla="*/ 1744338 h 2476997"/>
              <a:gd name="connsiteX931" fmla="*/ 853812 w 3242958"/>
              <a:gd name="connsiteY931" fmla="*/ 1745749 h 2476997"/>
              <a:gd name="connsiteX932" fmla="*/ 869913 w 3242958"/>
              <a:gd name="connsiteY932" fmla="*/ 1745749 h 2476997"/>
              <a:gd name="connsiteX933" fmla="*/ 878384 w 3242958"/>
              <a:gd name="connsiteY933" fmla="*/ 1752246 h 2476997"/>
              <a:gd name="connsiteX934" fmla="*/ 893353 w 3242958"/>
              <a:gd name="connsiteY934" fmla="*/ 1756765 h 2476997"/>
              <a:gd name="connsiteX935" fmla="*/ 898157 w 3242958"/>
              <a:gd name="connsiteY935" fmla="*/ 1774277 h 2476997"/>
              <a:gd name="connsiteX936" fmla="*/ 909736 w 3242958"/>
              <a:gd name="connsiteY936" fmla="*/ 1799977 h 2476997"/>
              <a:gd name="connsiteX937" fmla="*/ 895331 w 3242958"/>
              <a:gd name="connsiteY937" fmla="*/ 1826243 h 2476997"/>
              <a:gd name="connsiteX938" fmla="*/ 898157 w 3242958"/>
              <a:gd name="connsiteY938" fmla="*/ 1834999 h 2476997"/>
              <a:gd name="connsiteX939" fmla="*/ 948995 w 3242958"/>
              <a:gd name="connsiteY939" fmla="*/ 1823138 h 2476997"/>
              <a:gd name="connsiteX940" fmla="*/ 977239 w 3242958"/>
              <a:gd name="connsiteY940" fmla="*/ 1816360 h 2476997"/>
              <a:gd name="connsiteX941" fmla="*/ 989948 w 3242958"/>
              <a:gd name="connsiteY941" fmla="*/ 1821724 h 2476997"/>
              <a:gd name="connsiteX942" fmla="*/ 1002939 w 3242958"/>
              <a:gd name="connsiteY942" fmla="*/ 1825961 h 2476997"/>
              <a:gd name="connsiteX943" fmla="*/ 1018192 w 3242958"/>
              <a:gd name="connsiteY943" fmla="*/ 1839518 h 2476997"/>
              <a:gd name="connsiteX944" fmla="*/ 1017628 w 3242958"/>
              <a:gd name="connsiteY944" fmla="*/ 1837259 h 2476997"/>
              <a:gd name="connsiteX945" fmla="*/ 1024689 w 3242958"/>
              <a:gd name="connsiteY945" fmla="*/ 1844885 h 2476997"/>
              <a:gd name="connsiteX946" fmla="*/ 1024689 w 3242958"/>
              <a:gd name="connsiteY946" fmla="*/ 1860702 h 2476997"/>
              <a:gd name="connsiteX947" fmla="*/ 996445 w 3242958"/>
              <a:gd name="connsiteY947" fmla="*/ 1884708 h 2476997"/>
              <a:gd name="connsiteX948" fmla="*/ 981476 w 3242958"/>
              <a:gd name="connsiteY948" fmla="*/ 1879907 h 2476997"/>
              <a:gd name="connsiteX949" fmla="*/ 955774 w 3242958"/>
              <a:gd name="connsiteY949" fmla="*/ 1881885 h 2476997"/>
              <a:gd name="connsiteX950" fmla="*/ 935438 w 3242958"/>
              <a:gd name="connsiteY950" fmla="*/ 1884145 h 2476997"/>
              <a:gd name="connsiteX951" fmla="*/ 917081 w 3242958"/>
              <a:gd name="connsiteY951" fmla="*/ 1889794 h 2476997"/>
              <a:gd name="connsiteX952" fmla="*/ 898438 w 3242958"/>
              <a:gd name="connsiteY952" fmla="*/ 1896572 h 2476997"/>
              <a:gd name="connsiteX953" fmla="*/ 880644 w 3242958"/>
              <a:gd name="connsiteY953" fmla="*/ 1896572 h 2476997"/>
              <a:gd name="connsiteX954" fmla="*/ 854660 w 3242958"/>
              <a:gd name="connsiteY954" fmla="*/ 1907588 h 2476997"/>
              <a:gd name="connsiteX955" fmla="*/ 793935 w 3242958"/>
              <a:gd name="connsiteY955" fmla="*/ 1922556 h 2476997"/>
              <a:gd name="connsiteX956" fmla="*/ 777273 w 3242958"/>
              <a:gd name="connsiteY956" fmla="*/ 1927075 h 2476997"/>
              <a:gd name="connsiteX957" fmla="*/ 760609 w 3242958"/>
              <a:gd name="connsiteY957" fmla="*/ 1931310 h 2476997"/>
              <a:gd name="connsiteX958" fmla="*/ 745355 w 3242958"/>
              <a:gd name="connsiteY958" fmla="*/ 1935265 h 2476997"/>
              <a:gd name="connsiteX959" fmla="*/ 732365 w 3242958"/>
              <a:gd name="connsiteY959" fmla="*/ 1936958 h 2476997"/>
              <a:gd name="connsiteX960" fmla="*/ 718244 w 3242958"/>
              <a:gd name="connsiteY960" fmla="*/ 1940914 h 2476997"/>
              <a:gd name="connsiteX961" fmla="*/ 706099 w 3242958"/>
              <a:gd name="connsiteY961" fmla="*/ 1940914 h 2476997"/>
              <a:gd name="connsiteX962" fmla="*/ 696213 w 3242958"/>
              <a:gd name="connsiteY962" fmla="*/ 1940914 h 2476997"/>
              <a:gd name="connsiteX963" fmla="*/ 680396 w 3242958"/>
              <a:gd name="connsiteY963" fmla="*/ 1945151 h 2476997"/>
              <a:gd name="connsiteX964" fmla="*/ 667121 w 3242958"/>
              <a:gd name="connsiteY964" fmla="*/ 1949670 h 2476997"/>
              <a:gd name="connsiteX965" fmla="*/ 655542 w 3242958"/>
              <a:gd name="connsiteY965" fmla="*/ 1956449 h 2476997"/>
              <a:gd name="connsiteX966" fmla="*/ 646222 w 3242958"/>
              <a:gd name="connsiteY966" fmla="*/ 1949670 h 2476997"/>
              <a:gd name="connsiteX967" fmla="*/ 628991 w 3242958"/>
              <a:gd name="connsiteY967" fmla="*/ 1949670 h 2476997"/>
              <a:gd name="connsiteX968" fmla="*/ 624475 w 3242958"/>
              <a:gd name="connsiteY968" fmla="*/ 1931594 h 2476997"/>
              <a:gd name="connsiteX969" fmla="*/ 624475 w 3242958"/>
              <a:gd name="connsiteY969" fmla="*/ 1916341 h 2476997"/>
              <a:gd name="connsiteX970" fmla="*/ 627864 w 3242958"/>
              <a:gd name="connsiteY970" fmla="*/ 1904480 h 2476997"/>
              <a:gd name="connsiteX971" fmla="*/ 662038 w 3242958"/>
              <a:gd name="connsiteY971" fmla="*/ 1886968 h 2476997"/>
              <a:gd name="connsiteX972" fmla="*/ 671076 w 3242958"/>
              <a:gd name="connsiteY972" fmla="*/ 1892335 h 2476997"/>
              <a:gd name="connsiteX973" fmla="*/ 690846 w 3242958"/>
              <a:gd name="connsiteY973" fmla="*/ 1885556 h 2476997"/>
              <a:gd name="connsiteX974" fmla="*/ 737732 w 3242958"/>
              <a:gd name="connsiteY974" fmla="*/ 1876237 h 2476997"/>
              <a:gd name="connsiteX975" fmla="*/ 757783 w 3242958"/>
              <a:gd name="connsiteY975" fmla="*/ 1873411 h 2476997"/>
              <a:gd name="connsiteX976" fmla="*/ 794501 w 3242958"/>
              <a:gd name="connsiteY976" fmla="*/ 1862113 h 2476997"/>
              <a:gd name="connsiteX977" fmla="*/ 809470 w 3242958"/>
              <a:gd name="connsiteY977" fmla="*/ 1853357 h 2476997"/>
              <a:gd name="connsiteX978" fmla="*/ 807776 w 3242958"/>
              <a:gd name="connsiteY978" fmla="*/ 1843192 h 2476997"/>
              <a:gd name="connsiteX979" fmla="*/ 797324 w 3242958"/>
              <a:gd name="connsiteY979" fmla="*/ 1839800 h 2476997"/>
              <a:gd name="connsiteX980" fmla="*/ 787159 w 3242958"/>
              <a:gd name="connsiteY980" fmla="*/ 1832176 h 2476997"/>
              <a:gd name="connsiteX981" fmla="*/ 789700 w 3242958"/>
              <a:gd name="connsiteY981" fmla="*/ 1821442 h 2476997"/>
              <a:gd name="connsiteX982" fmla="*/ 793371 w 3242958"/>
              <a:gd name="connsiteY982" fmla="*/ 1811274 h 2476997"/>
              <a:gd name="connsiteX983" fmla="*/ 797609 w 3242958"/>
              <a:gd name="connsiteY983" fmla="*/ 1798847 h 2476997"/>
              <a:gd name="connsiteX984" fmla="*/ 784615 w 3242958"/>
              <a:gd name="connsiteY984" fmla="*/ 1767214 h 2476997"/>
              <a:gd name="connsiteX985" fmla="*/ 788571 w 3242958"/>
              <a:gd name="connsiteY985" fmla="*/ 1756483 h 2476997"/>
              <a:gd name="connsiteX986" fmla="*/ 807776 w 3242958"/>
              <a:gd name="connsiteY986" fmla="*/ 1753094 h 2476997"/>
              <a:gd name="connsiteX987" fmla="*/ 819074 w 3242958"/>
              <a:gd name="connsiteY987" fmla="*/ 1748575 h 2476997"/>
              <a:gd name="connsiteX988" fmla="*/ 829805 w 3242958"/>
              <a:gd name="connsiteY988" fmla="*/ 1748575 h 2476997"/>
              <a:gd name="connsiteX989" fmla="*/ 840821 w 3242958"/>
              <a:gd name="connsiteY989" fmla="*/ 1744338 h 2476997"/>
              <a:gd name="connsiteX990" fmla="*/ 3094394 w 3242958"/>
              <a:gd name="connsiteY990" fmla="*/ 1740385 h 2476997"/>
              <a:gd name="connsiteX991" fmla="*/ 3112470 w 3242958"/>
              <a:gd name="connsiteY991" fmla="*/ 1754224 h 2476997"/>
              <a:gd name="connsiteX992" fmla="*/ 3104844 w 3242958"/>
              <a:gd name="connsiteY992" fmla="*/ 1776537 h 2476997"/>
              <a:gd name="connsiteX993" fmla="*/ 3090157 w 3242958"/>
              <a:gd name="connsiteY993" fmla="*/ 1796024 h 2476997"/>
              <a:gd name="connsiteX994" fmla="*/ 3090160 w 3242958"/>
              <a:gd name="connsiteY994" fmla="*/ 1813537 h 2476997"/>
              <a:gd name="connsiteX995" fmla="*/ 3099761 w 3242958"/>
              <a:gd name="connsiteY995" fmla="*/ 1827376 h 2476997"/>
              <a:gd name="connsiteX996" fmla="*/ 3079426 w 3242958"/>
              <a:gd name="connsiteY996" fmla="*/ 1868047 h 2476997"/>
              <a:gd name="connsiteX997" fmla="*/ 3064173 w 3242958"/>
              <a:gd name="connsiteY997" fmla="*/ 1890076 h 2476997"/>
              <a:gd name="connsiteX998" fmla="*/ 3082533 w 3242958"/>
              <a:gd name="connsiteY998" fmla="*/ 1899962 h 2476997"/>
              <a:gd name="connsiteX999" fmla="*/ 3091572 w 3242958"/>
              <a:gd name="connsiteY999" fmla="*/ 1914367 h 2476997"/>
              <a:gd name="connsiteX1000" fmla="*/ 3107951 w 3242958"/>
              <a:gd name="connsiteY1000" fmla="*/ 1897139 h 2476997"/>
              <a:gd name="connsiteX1001" fmla="*/ 3093265 w 3242958"/>
              <a:gd name="connsiteY1001" fmla="*/ 1892335 h 2476997"/>
              <a:gd name="connsiteX1002" fmla="*/ 3089875 w 3242958"/>
              <a:gd name="connsiteY1002" fmla="*/ 1875674 h 2476997"/>
              <a:gd name="connsiteX1003" fmla="*/ 3099480 w 3242958"/>
              <a:gd name="connsiteY1003" fmla="*/ 1868329 h 2476997"/>
              <a:gd name="connsiteX1004" fmla="*/ 3107388 w 3242958"/>
              <a:gd name="connsiteY1004" fmla="*/ 1858724 h 2476997"/>
              <a:gd name="connsiteX1005" fmla="*/ 3107388 w 3242958"/>
              <a:gd name="connsiteY1005" fmla="*/ 1842626 h 2476997"/>
              <a:gd name="connsiteX1006" fmla="*/ 3121227 w 3242958"/>
              <a:gd name="connsiteY1006" fmla="*/ 1835847 h 2476997"/>
              <a:gd name="connsiteX1007" fmla="*/ 3129135 w 3242958"/>
              <a:gd name="connsiteY1007" fmla="*/ 1823702 h 2476997"/>
              <a:gd name="connsiteX1008" fmla="*/ 3132806 w 3242958"/>
              <a:gd name="connsiteY1008" fmla="*/ 1810711 h 2476997"/>
              <a:gd name="connsiteX1009" fmla="*/ 3122920 w 3242958"/>
              <a:gd name="connsiteY1009" fmla="*/ 1786986 h 2476997"/>
              <a:gd name="connsiteX1010" fmla="*/ 3172629 w 3242958"/>
              <a:gd name="connsiteY1010" fmla="*/ 1760720 h 2476997"/>
              <a:gd name="connsiteX1011" fmla="*/ 3177148 w 3242958"/>
              <a:gd name="connsiteY1011" fmla="*/ 1754505 h 2476997"/>
              <a:gd name="connsiteX1012" fmla="*/ 3191835 w 3242958"/>
              <a:gd name="connsiteY1012" fmla="*/ 1752530 h 2476997"/>
              <a:gd name="connsiteX1013" fmla="*/ 3207936 w 3242958"/>
              <a:gd name="connsiteY1013" fmla="*/ 1762698 h 2476997"/>
              <a:gd name="connsiteX1014" fmla="*/ 3211888 w 3242958"/>
              <a:gd name="connsiteY1014" fmla="*/ 1774277 h 2476997"/>
              <a:gd name="connsiteX1015" fmla="*/ 3210195 w 3242958"/>
              <a:gd name="connsiteY1015" fmla="*/ 1795176 h 2476997"/>
              <a:gd name="connsiteX1016" fmla="*/ 3188445 w 3242958"/>
              <a:gd name="connsiteY1016" fmla="*/ 1813252 h 2476997"/>
              <a:gd name="connsiteX1017" fmla="*/ 3171217 w 3242958"/>
              <a:gd name="connsiteY1017" fmla="*/ 1854490 h 2476997"/>
              <a:gd name="connsiteX1018" fmla="*/ 3166135 w 3242958"/>
              <a:gd name="connsiteY1018" fmla="*/ 1868895 h 2476997"/>
              <a:gd name="connsiteX1019" fmla="*/ 3161898 w 3242958"/>
              <a:gd name="connsiteY1019" fmla="*/ 1885557 h 2476997"/>
              <a:gd name="connsiteX1020" fmla="*/ 3158227 w 3242958"/>
              <a:gd name="connsiteY1020" fmla="*/ 1907022 h 2476997"/>
              <a:gd name="connsiteX1021" fmla="*/ 3168395 w 3242958"/>
              <a:gd name="connsiteY1021" fmla="*/ 1910130 h 2476997"/>
              <a:gd name="connsiteX1022" fmla="*/ 3187600 w 3242958"/>
              <a:gd name="connsiteY1022" fmla="*/ 1899395 h 2476997"/>
              <a:gd name="connsiteX1023" fmla="*/ 3200873 w 3242958"/>
              <a:gd name="connsiteY1023" fmla="*/ 1899395 h 2476997"/>
              <a:gd name="connsiteX1024" fmla="*/ 3211607 w 3242958"/>
              <a:gd name="connsiteY1024" fmla="*/ 1907304 h 2476997"/>
              <a:gd name="connsiteX1025" fmla="*/ 3223752 w 3242958"/>
              <a:gd name="connsiteY1025" fmla="*/ 1910978 h 2476997"/>
              <a:gd name="connsiteX1026" fmla="*/ 3230354 w 3242958"/>
              <a:gd name="connsiteY1026" fmla="*/ 1912319 h 2476997"/>
              <a:gd name="connsiteX1027" fmla="*/ 3235956 w 3242958"/>
              <a:gd name="connsiteY1027" fmla="*/ 1914997 h 2476997"/>
              <a:gd name="connsiteX1028" fmla="*/ 3242958 w 3242958"/>
              <a:gd name="connsiteY1028" fmla="*/ 1945152 h 2476997"/>
              <a:gd name="connsiteX1029" fmla="*/ 3235332 w 3242958"/>
              <a:gd name="connsiteY1029" fmla="*/ 1973396 h 2476997"/>
              <a:gd name="connsiteX1030" fmla="*/ 3192119 w 3242958"/>
              <a:gd name="connsiteY1030" fmla="*/ 1984975 h 2476997"/>
              <a:gd name="connsiteX1031" fmla="*/ 3178844 w 3242958"/>
              <a:gd name="connsiteY1031" fmla="*/ 1990624 h 2476997"/>
              <a:gd name="connsiteX1032" fmla="*/ 3162179 w 3242958"/>
              <a:gd name="connsiteY1032" fmla="*/ 1988930 h 2476997"/>
              <a:gd name="connsiteX1033" fmla="*/ 3140714 w 3242958"/>
              <a:gd name="connsiteY1033" fmla="*/ 1988930 h 2476997"/>
              <a:gd name="connsiteX1034" fmla="*/ 3103999 w 3242958"/>
              <a:gd name="connsiteY1034" fmla="*/ 2014915 h 2476997"/>
              <a:gd name="connsiteX1035" fmla="*/ 3090442 w 3242958"/>
              <a:gd name="connsiteY1035" fmla="*/ 2029320 h 2476997"/>
              <a:gd name="connsiteX1036" fmla="*/ 3072081 w 3242958"/>
              <a:gd name="connsiteY1036" fmla="*/ 2047678 h 2476997"/>
              <a:gd name="connsiteX1037" fmla="*/ 3068692 w 3242958"/>
              <a:gd name="connsiteY1037" fmla="*/ 2068013 h 2476997"/>
              <a:gd name="connsiteX1038" fmla="*/ 3078860 w 3242958"/>
              <a:gd name="connsiteY1038" fmla="*/ 2069991 h 2476997"/>
              <a:gd name="connsiteX1039" fmla="*/ 3097502 w 3242958"/>
              <a:gd name="connsiteY1039" fmla="*/ 2062646 h 2476997"/>
              <a:gd name="connsiteX1040" fmla="*/ 3109648 w 3242958"/>
              <a:gd name="connsiteY1040" fmla="*/ 2056149 h 2476997"/>
              <a:gd name="connsiteX1041" fmla="*/ 3130828 w 3242958"/>
              <a:gd name="connsiteY1041" fmla="*/ 2066883 h 2476997"/>
              <a:gd name="connsiteX1042" fmla="*/ 3151448 w 3242958"/>
              <a:gd name="connsiteY1042" fmla="*/ 2075355 h 2476997"/>
              <a:gd name="connsiteX1043" fmla="*/ 3159638 w 3242958"/>
              <a:gd name="connsiteY1043" fmla="*/ 2083548 h 2476997"/>
              <a:gd name="connsiteX1044" fmla="*/ 3154271 w 3242958"/>
              <a:gd name="connsiteY1044" fmla="*/ 2105295 h 2476997"/>
              <a:gd name="connsiteX1045" fmla="*/ 3141844 w 3242958"/>
              <a:gd name="connsiteY1045" fmla="*/ 2115744 h 2476997"/>
              <a:gd name="connsiteX1046" fmla="*/ 3120097 w 3242958"/>
              <a:gd name="connsiteY1046" fmla="*/ 2119697 h 2476997"/>
              <a:gd name="connsiteX1047" fmla="*/ 3105410 w 3242958"/>
              <a:gd name="connsiteY1047" fmla="*/ 2124782 h 2476997"/>
              <a:gd name="connsiteX1048" fmla="*/ 3071518 w 3242958"/>
              <a:gd name="connsiteY1048" fmla="*/ 2140036 h 2476997"/>
              <a:gd name="connsiteX1049" fmla="*/ 3072929 w 3242958"/>
              <a:gd name="connsiteY1049" fmla="*/ 2163760 h 2476997"/>
              <a:gd name="connsiteX1050" fmla="*/ 3070388 w 3242958"/>
              <a:gd name="connsiteY1050" fmla="*/ 2183811 h 2476997"/>
              <a:gd name="connsiteX1051" fmla="*/ 3065587 w 3242958"/>
              <a:gd name="connsiteY1051" fmla="*/ 2206973 h 2476997"/>
              <a:gd name="connsiteX1052" fmla="*/ 3056831 w 3242958"/>
              <a:gd name="connsiteY1052" fmla="*/ 2222223 h 2476997"/>
              <a:gd name="connsiteX1053" fmla="*/ 3039885 w 3242958"/>
              <a:gd name="connsiteY1053" fmla="*/ 2255552 h 2476997"/>
              <a:gd name="connsiteX1054" fmla="*/ 3015030 w 3242958"/>
              <a:gd name="connsiteY1054" fmla="*/ 2264305 h 2476997"/>
              <a:gd name="connsiteX1055" fmla="*/ 2994976 w 3242958"/>
              <a:gd name="connsiteY1055" fmla="*/ 2269954 h 2476997"/>
              <a:gd name="connsiteX1056" fmla="*/ 2964758 w 3242958"/>
              <a:gd name="connsiteY1056" fmla="*/ 2269954 h 2476997"/>
              <a:gd name="connsiteX1057" fmla="*/ 2963062 w 3242958"/>
              <a:gd name="connsiteY1057" fmla="*/ 2251881 h 2476997"/>
              <a:gd name="connsiteX1058" fmla="*/ 2934818 w 3242958"/>
              <a:gd name="connsiteY1058" fmla="*/ 2223637 h 2476997"/>
              <a:gd name="connsiteX1059" fmla="*/ 2950353 w 3242958"/>
              <a:gd name="connsiteY1059" fmla="*/ 2215729 h 2476997"/>
              <a:gd name="connsiteX1060" fmla="*/ 2987916 w 3242958"/>
              <a:gd name="connsiteY1060" fmla="*/ 2208947 h 2476997"/>
              <a:gd name="connsiteX1061" fmla="*/ 3017571 w 3242958"/>
              <a:gd name="connsiteY1061" fmla="*/ 2158393 h 2476997"/>
              <a:gd name="connsiteX1062" fmla="*/ 3009381 w 3242958"/>
              <a:gd name="connsiteY1062" fmla="*/ 2146529 h 2476997"/>
              <a:gd name="connsiteX1063" fmla="*/ 2981138 w 3242958"/>
              <a:gd name="connsiteY1063" fmla="*/ 2151615 h 2476997"/>
              <a:gd name="connsiteX1064" fmla="*/ 2952894 w 3242958"/>
              <a:gd name="connsiteY1064" fmla="*/ 2156416 h 2476997"/>
              <a:gd name="connsiteX1065" fmla="*/ 2929451 w 3242958"/>
              <a:gd name="connsiteY1065" fmla="*/ 2164887 h 2476997"/>
              <a:gd name="connsiteX1066" fmla="*/ 2908270 w 3242958"/>
              <a:gd name="connsiteY1066" fmla="*/ 2159805 h 2476997"/>
              <a:gd name="connsiteX1067" fmla="*/ 2898948 w 3242958"/>
              <a:gd name="connsiteY1067" fmla="*/ 2155567 h 2476997"/>
              <a:gd name="connsiteX1068" fmla="*/ 2896688 w 3242958"/>
              <a:gd name="connsiteY1068" fmla="*/ 2140033 h 2476997"/>
              <a:gd name="connsiteX1069" fmla="*/ 2900925 w 3242958"/>
              <a:gd name="connsiteY1069" fmla="*/ 2118852 h 2476997"/>
              <a:gd name="connsiteX1070" fmla="*/ 2926343 w 3242958"/>
              <a:gd name="connsiteY1070" fmla="*/ 2103035 h 2476997"/>
              <a:gd name="connsiteX1071" fmla="*/ 2945267 w 3242958"/>
              <a:gd name="connsiteY1071" fmla="*/ 2107836 h 2476997"/>
              <a:gd name="connsiteX1072" fmla="*/ 2963343 w 3242958"/>
              <a:gd name="connsiteY1072" fmla="*/ 2096539 h 2476997"/>
              <a:gd name="connsiteX1073" fmla="*/ 2985657 w 3242958"/>
              <a:gd name="connsiteY1073" fmla="*/ 2090608 h 2476997"/>
              <a:gd name="connsiteX1074" fmla="*/ 2999214 w 3242958"/>
              <a:gd name="connsiteY1074" fmla="*/ 2083830 h 2476997"/>
              <a:gd name="connsiteX1075" fmla="*/ 3004014 w 3242958"/>
              <a:gd name="connsiteY1075" fmla="*/ 2075921 h 2476997"/>
              <a:gd name="connsiteX1076" fmla="*/ 3006274 w 3242958"/>
              <a:gd name="connsiteY1076" fmla="*/ 2059257 h 2476997"/>
              <a:gd name="connsiteX1077" fmla="*/ 3012489 w 3242958"/>
              <a:gd name="connsiteY1077" fmla="*/ 2042874 h 2476997"/>
              <a:gd name="connsiteX1078" fmla="*/ 2999495 w 3242958"/>
              <a:gd name="connsiteY1078" fmla="*/ 2042877 h 2476997"/>
              <a:gd name="connsiteX1079" fmla="*/ 2985375 w 3242958"/>
              <a:gd name="connsiteY1079" fmla="*/ 2052197 h 2476997"/>
              <a:gd name="connsiteX1080" fmla="*/ 2968992 w 3242958"/>
              <a:gd name="connsiteY1080" fmla="*/ 2060668 h 2476997"/>
              <a:gd name="connsiteX1081" fmla="*/ 2955435 w 3242958"/>
              <a:gd name="connsiteY1081" fmla="*/ 2060668 h 2476997"/>
              <a:gd name="connsiteX1082" fmla="*/ 2950068 w 3242958"/>
              <a:gd name="connsiteY1082" fmla="*/ 2048241 h 2476997"/>
              <a:gd name="connsiteX1083" fmla="*/ 2954024 w 3242958"/>
              <a:gd name="connsiteY1083" fmla="*/ 2029883 h 2476997"/>
              <a:gd name="connsiteX1084" fmla="*/ 2968429 w 3242958"/>
              <a:gd name="connsiteY1084" fmla="*/ 1995991 h 2476997"/>
              <a:gd name="connsiteX1085" fmla="*/ 2988480 w 3242958"/>
              <a:gd name="connsiteY1085" fmla="*/ 1994579 h 2476997"/>
              <a:gd name="connsiteX1086" fmla="*/ 2995824 w 3242958"/>
              <a:gd name="connsiteY1086" fmla="*/ 1989779 h 2476997"/>
              <a:gd name="connsiteX1087" fmla="*/ 3014464 w 3242958"/>
              <a:gd name="connsiteY1087" fmla="*/ 1987801 h 2476997"/>
              <a:gd name="connsiteX1088" fmla="*/ 3035929 w 3242958"/>
              <a:gd name="connsiteY1088" fmla="*/ 1982715 h 2476997"/>
              <a:gd name="connsiteX1089" fmla="*/ 3051746 w 3242958"/>
              <a:gd name="connsiteY1089" fmla="*/ 1979892 h 2476997"/>
              <a:gd name="connsiteX1090" fmla="*/ 3065021 w 3242958"/>
              <a:gd name="connsiteY1090" fmla="*/ 1975089 h 2476997"/>
              <a:gd name="connsiteX1091" fmla="*/ 3072929 w 3242958"/>
              <a:gd name="connsiteY1091" fmla="*/ 1969443 h 2476997"/>
              <a:gd name="connsiteX1092" fmla="*/ 3091572 w 3242958"/>
              <a:gd name="connsiteY1092" fmla="*/ 1969443 h 2476997"/>
              <a:gd name="connsiteX1093" fmla="*/ 3106822 w 3242958"/>
              <a:gd name="connsiteY1093" fmla="*/ 1969440 h 2476997"/>
              <a:gd name="connsiteX1094" fmla="*/ 3122356 w 3242958"/>
              <a:gd name="connsiteY1094" fmla="*/ 1973114 h 2476997"/>
              <a:gd name="connsiteX1095" fmla="*/ 3139866 w 3242958"/>
              <a:gd name="connsiteY1095" fmla="*/ 1964924 h 2476997"/>
              <a:gd name="connsiteX1096" fmla="*/ 3149189 w 3242958"/>
              <a:gd name="connsiteY1096" fmla="*/ 1946563 h 2476997"/>
              <a:gd name="connsiteX1097" fmla="*/ 3126594 w 3242958"/>
              <a:gd name="connsiteY1097" fmla="*/ 1949107 h 2476997"/>
              <a:gd name="connsiteX1098" fmla="*/ 3102587 w 3242958"/>
              <a:gd name="connsiteY1098" fmla="*/ 1952494 h 2476997"/>
              <a:gd name="connsiteX1099" fmla="*/ 3065021 w 3242958"/>
              <a:gd name="connsiteY1099" fmla="*/ 1956449 h 2476997"/>
              <a:gd name="connsiteX1100" fmla="*/ 3046100 w 3242958"/>
              <a:gd name="connsiteY1100" fmla="*/ 1960968 h 2476997"/>
              <a:gd name="connsiteX1101" fmla="*/ 3027176 w 3242958"/>
              <a:gd name="connsiteY1101" fmla="*/ 1964921 h 2476997"/>
              <a:gd name="connsiteX1102" fmla="*/ 2996391 w 3242958"/>
              <a:gd name="connsiteY1102" fmla="*/ 1968877 h 2476997"/>
              <a:gd name="connsiteX1103" fmla="*/ 2972948 w 3242958"/>
              <a:gd name="connsiteY1103" fmla="*/ 1973677 h 2476997"/>
              <a:gd name="connsiteX1104" fmla="*/ 2944704 w 3242958"/>
              <a:gd name="connsiteY1104" fmla="*/ 1984693 h 2476997"/>
              <a:gd name="connsiteX1105" fmla="*/ 2927191 w 3242958"/>
              <a:gd name="connsiteY1105" fmla="*/ 2007570 h 2476997"/>
              <a:gd name="connsiteX1106" fmla="*/ 2919001 w 3242958"/>
              <a:gd name="connsiteY1106" fmla="*/ 2017456 h 2476997"/>
              <a:gd name="connsiteX1107" fmla="*/ 2883131 w 3242958"/>
              <a:gd name="connsiteY1107" fmla="*/ 2045700 h 2476997"/>
              <a:gd name="connsiteX1108" fmla="*/ 2869574 w 3242958"/>
              <a:gd name="connsiteY1108" fmla="*/ 2040051 h 2476997"/>
              <a:gd name="connsiteX1109" fmla="*/ 2858843 w 3242958"/>
              <a:gd name="connsiteY1109" fmla="*/ 2007288 h 2476997"/>
              <a:gd name="connsiteX1110" fmla="*/ 2858843 w 3242958"/>
              <a:gd name="connsiteY1110" fmla="*/ 1974525 h 2476997"/>
              <a:gd name="connsiteX1111" fmla="*/ 2864210 w 3242958"/>
              <a:gd name="connsiteY1111" fmla="*/ 1961250 h 2476997"/>
              <a:gd name="connsiteX1112" fmla="*/ 2873530 w 3242958"/>
              <a:gd name="connsiteY1112" fmla="*/ 1955038 h 2476997"/>
              <a:gd name="connsiteX1113" fmla="*/ 2896406 w 3242958"/>
              <a:gd name="connsiteY1113" fmla="*/ 1917190 h 2476997"/>
              <a:gd name="connsiteX1114" fmla="*/ 2902900 w 3242958"/>
              <a:gd name="connsiteY1114" fmla="*/ 1917190 h 2476997"/>
              <a:gd name="connsiteX1115" fmla="*/ 2907704 w 3242958"/>
              <a:gd name="connsiteY1115" fmla="*/ 1945434 h 2476997"/>
              <a:gd name="connsiteX1116" fmla="*/ 2908134 w 3242958"/>
              <a:gd name="connsiteY1116" fmla="*/ 1948763 h 2476997"/>
              <a:gd name="connsiteX1117" fmla="*/ 2917590 w 3242958"/>
              <a:gd name="connsiteY1117" fmla="*/ 1953060 h 2476997"/>
              <a:gd name="connsiteX1118" fmla="*/ 2937359 w 3242958"/>
              <a:gd name="connsiteY1118" fmla="*/ 1945434 h 2476997"/>
              <a:gd name="connsiteX1119" fmla="*/ 2943856 w 3242958"/>
              <a:gd name="connsiteY1119" fmla="*/ 1938655 h 2476997"/>
              <a:gd name="connsiteX1120" fmla="*/ 2938771 w 3242958"/>
              <a:gd name="connsiteY1120" fmla="*/ 1925098 h 2476997"/>
              <a:gd name="connsiteX1121" fmla="*/ 2935381 w 3242958"/>
              <a:gd name="connsiteY1121" fmla="*/ 1905047 h 2476997"/>
              <a:gd name="connsiteX1122" fmla="*/ 2938489 w 3242958"/>
              <a:gd name="connsiteY1122" fmla="*/ 1864658 h 2476997"/>
              <a:gd name="connsiteX1123" fmla="*/ 2935381 w 3242958"/>
              <a:gd name="connsiteY1123" fmla="*/ 1821442 h 2476997"/>
              <a:gd name="connsiteX1124" fmla="*/ 2931710 w 3242958"/>
              <a:gd name="connsiteY1124" fmla="*/ 1796872 h 2476997"/>
              <a:gd name="connsiteX1125" fmla="*/ 2939619 w 3242958"/>
              <a:gd name="connsiteY1125" fmla="*/ 1782749 h 2476997"/>
              <a:gd name="connsiteX1126" fmla="*/ 2951482 w 3242958"/>
              <a:gd name="connsiteY1126" fmla="*/ 1782749 h 2476997"/>
              <a:gd name="connsiteX1127" fmla="*/ 2957413 w 3242958"/>
              <a:gd name="connsiteY1127" fmla="*/ 1778796 h 2476997"/>
              <a:gd name="connsiteX1128" fmla="*/ 2962495 w 3242958"/>
              <a:gd name="connsiteY1128" fmla="*/ 1786705 h 2476997"/>
              <a:gd name="connsiteX1129" fmla="*/ 2964758 w 3242958"/>
              <a:gd name="connsiteY1129" fmla="*/ 1800543 h 2476997"/>
              <a:gd name="connsiteX1130" fmla="*/ 2966169 w 3242958"/>
              <a:gd name="connsiteY1130" fmla="*/ 1817771 h 2476997"/>
              <a:gd name="connsiteX1131" fmla="*/ 2966169 w 3242958"/>
              <a:gd name="connsiteY1131" fmla="*/ 1828505 h 2476997"/>
              <a:gd name="connsiteX1132" fmla="*/ 2966169 w 3242958"/>
              <a:gd name="connsiteY1132" fmla="*/ 1840366 h 2476997"/>
              <a:gd name="connsiteX1133" fmla="*/ 2966169 w 3242958"/>
              <a:gd name="connsiteY1133" fmla="*/ 1855053 h 2476997"/>
              <a:gd name="connsiteX1134" fmla="*/ 2967862 w 3242958"/>
              <a:gd name="connsiteY1134" fmla="*/ 1883297 h 2476997"/>
              <a:gd name="connsiteX1135" fmla="*/ 2971533 w 3242958"/>
              <a:gd name="connsiteY1135" fmla="*/ 1902785 h 2476997"/>
              <a:gd name="connsiteX1136" fmla="*/ 2971533 w 3242958"/>
              <a:gd name="connsiteY1136" fmla="*/ 1917190 h 2476997"/>
              <a:gd name="connsiteX1137" fmla="*/ 2965885 w 3242958"/>
              <a:gd name="connsiteY1137" fmla="*/ 1934418 h 2476997"/>
              <a:gd name="connsiteX1138" fmla="*/ 2974077 w 3242958"/>
              <a:gd name="connsiteY1138" fmla="*/ 1942611 h 2476997"/>
              <a:gd name="connsiteX1139" fmla="*/ 2990176 w 3242958"/>
              <a:gd name="connsiteY1139" fmla="*/ 1938373 h 2476997"/>
              <a:gd name="connsiteX1140" fmla="*/ 3004299 w 3242958"/>
              <a:gd name="connsiteY1140" fmla="*/ 1938373 h 2476997"/>
              <a:gd name="connsiteX1141" fmla="*/ 3027176 w 3242958"/>
              <a:gd name="connsiteY1141" fmla="*/ 1934418 h 2476997"/>
              <a:gd name="connsiteX1142" fmla="*/ 3039603 w 3242958"/>
              <a:gd name="connsiteY1142" fmla="*/ 1930183 h 2476997"/>
              <a:gd name="connsiteX1143" fmla="*/ 3049489 w 3242958"/>
              <a:gd name="connsiteY1143" fmla="*/ 1923687 h 2476997"/>
              <a:gd name="connsiteX1144" fmla="*/ 3050900 w 3242958"/>
              <a:gd name="connsiteY1144" fmla="*/ 1916345 h 2476997"/>
              <a:gd name="connsiteX1145" fmla="*/ 3037062 w 3242958"/>
              <a:gd name="connsiteY1145" fmla="*/ 1914930 h 2476997"/>
              <a:gd name="connsiteX1146" fmla="*/ 3024635 w 3242958"/>
              <a:gd name="connsiteY1146" fmla="*/ 1920016 h 2476997"/>
              <a:gd name="connsiteX1147" fmla="*/ 3020961 w 3242958"/>
              <a:gd name="connsiteY1147" fmla="*/ 1908718 h 2476997"/>
              <a:gd name="connsiteX1148" fmla="*/ 3013619 w 3242958"/>
              <a:gd name="connsiteY1148" fmla="*/ 1899114 h 2476997"/>
              <a:gd name="connsiteX1149" fmla="*/ 3008533 w 3242958"/>
              <a:gd name="connsiteY1149" fmla="*/ 1913237 h 2476997"/>
              <a:gd name="connsiteX1150" fmla="*/ 3002603 w 3242958"/>
              <a:gd name="connsiteY1150" fmla="*/ 1921427 h 2476997"/>
              <a:gd name="connsiteX1151" fmla="*/ 2994128 w 3242958"/>
              <a:gd name="connsiteY1151" fmla="*/ 1926228 h 2476997"/>
              <a:gd name="connsiteX1152" fmla="*/ 2985657 w 3242958"/>
              <a:gd name="connsiteY1152" fmla="*/ 1910130 h 2476997"/>
              <a:gd name="connsiteX1153" fmla="*/ 2985657 w 3242958"/>
              <a:gd name="connsiteY1153" fmla="*/ 1876803 h 2476997"/>
              <a:gd name="connsiteX1154" fmla="*/ 2981983 w 3242958"/>
              <a:gd name="connsiteY1154" fmla="*/ 1854490 h 2476997"/>
              <a:gd name="connsiteX1155" fmla="*/ 2981983 w 3242958"/>
              <a:gd name="connsiteY1155" fmla="*/ 1822290 h 2476997"/>
              <a:gd name="connsiteX1156" fmla="*/ 2979726 w 3242958"/>
              <a:gd name="connsiteY1156" fmla="*/ 1811559 h 2476997"/>
              <a:gd name="connsiteX1157" fmla="*/ 2986220 w 3242958"/>
              <a:gd name="connsiteY1157" fmla="*/ 1796024 h 2476997"/>
              <a:gd name="connsiteX1158" fmla="*/ 2997236 w 3242958"/>
              <a:gd name="connsiteY1158" fmla="*/ 1790094 h 2476997"/>
              <a:gd name="connsiteX1159" fmla="*/ 3002321 w 3242958"/>
              <a:gd name="connsiteY1159" fmla="*/ 1807604 h 2476997"/>
              <a:gd name="connsiteX1160" fmla="*/ 3005992 w 3242958"/>
              <a:gd name="connsiteY1160" fmla="*/ 1818053 h 2476997"/>
              <a:gd name="connsiteX1161" fmla="*/ 3011075 w 3242958"/>
              <a:gd name="connsiteY1161" fmla="*/ 1854205 h 2476997"/>
              <a:gd name="connsiteX1162" fmla="*/ 3015878 w 3242958"/>
              <a:gd name="connsiteY1162" fmla="*/ 1862680 h 2476997"/>
              <a:gd name="connsiteX1163" fmla="*/ 3034518 w 3242958"/>
              <a:gd name="connsiteY1163" fmla="*/ 1862680 h 2476997"/>
              <a:gd name="connsiteX1164" fmla="*/ 3041581 w 3242958"/>
              <a:gd name="connsiteY1164" fmla="*/ 1871436 h 2476997"/>
              <a:gd name="connsiteX1165" fmla="*/ 3057961 w 3242958"/>
              <a:gd name="connsiteY1165" fmla="*/ 1855620 h 2476997"/>
              <a:gd name="connsiteX1166" fmla="*/ 3048923 w 3242958"/>
              <a:gd name="connsiteY1166" fmla="*/ 1833870 h 2476997"/>
              <a:gd name="connsiteX1167" fmla="*/ 3033670 w 3242958"/>
              <a:gd name="connsiteY1167" fmla="*/ 1839803 h 2476997"/>
              <a:gd name="connsiteX1168" fmla="*/ 3023220 w 3242958"/>
              <a:gd name="connsiteY1168" fmla="*/ 1844604 h 2476997"/>
              <a:gd name="connsiteX1169" fmla="*/ 3023220 w 3242958"/>
              <a:gd name="connsiteY1169" fmla="*/ 1823420 h 2476997"/>
              <a:gd name="connsiteX1170" fmla="*/ 3029717 w 3242958"/>
              <a:gd name="connsiteY1170" fmla="*/ 1805626 h 2476997"/>
              <a:gd name="connsiteX1171" fmla="*/ 3022657 w 3242958"/>
              <a:gd name="connsiteY1171" fmla="*/ 1786420 h 2476997"/>
              <a:gd name="connsiteX1172" fmla="*/ 3034518 w 3242958"/>
              <a:gd name="connsiteY1172" fmla="*/ 1774559 h 2476997"/>
              <a:gd name="connsiteX1173" fmla="*/ 3047511 w 3242958"/>
              <a:gd name="connsiteY1173" fmla="*/ 1785290 h 2476997"/>
              <a:gd name="connsiteX1174" fmla="*/ 3063609 w 3242958"/>
              <a:gd name="connsiteY1174" fmla="*/ 1764391 h 2476997"/>
              <a:gd name="connsiteX1175" fmla="*/ 3075470 w 3242958"/>
              <a:gd name="connsiteY1175" fmla="*/ 1742363 h 2476997"/>
              <a:gd name="connsiteX1176" fmla="*/ 3085075 w 3242958"/>
              <a:gd name="connsiteY1176" fmla="*/ 1742363 h 2476997"/>
              <a:gd name="connsiteX1177" fmla="*/ 3094394 w 3242958"/>
              <a:gd name="connsiteY1177" fmla="*/ 1740385 h 2476997"/>
              <a:gd name="connsiteX1178" fmla="*/ 1749824 w 3242958"/>
              <a:gd name="connsiteY1178" fmla="*/ 1465234 h 2476997"/>
              <a:gd name="connsiteX1179" fmla="*/ 1762696 w 3242958"/>
              <a:gd name="connsiteY1179" fmla="*/ 1470064 h 2476997"/>
              <a:gd name="connsiteX1180" fmla="*/ 1771757 w 3242958"/>
              <a:gd name="connsiteY1180" fmla="*/ 1489309 h 2476997"/>
              <a:gd name="connsiteX1181" fmla="*/ 1770473 w 3242958"/>
              <a:gd name="connsiteY1181" fmla="*/ 1509997 h 2476997"/>
              <a:gd name="connsiteX1182" fmla="*/ 1767667 w 3242958"/>
              <a:gd name="connsiteY1182" fmla="*/ 1514183 h 2476997"/>
              <a:gd name="connsiteX1183" fmla="*/ 1741847 w 3242958"/>
              <a:gd name="connsiteY1183" fmla="*/ 1515610 h 2476997"/>
              <a:gd name="connsiteX1184" fmla="*/ 1732866 w 3242958"/>
              <a:gd name="connsiteY1184" fmla="*/ 1496846 h 2476997"/>
              <a:gd name="connsiteX1185" fmla="*/ 1734149 w 3242958"/>
              <a:gd name="connsiteY1185" fmla="*/ 1475597 h 2476997"/>
              <a:gd name="connsiteX1186" fmla="*/ 1737308 w 3242958"/>
              <a:gd name="connsiteY1186" fmla="*/ 1470922 h 2476997"/>
              <a:gd name="connsiteX1187" fmla="*/ 1749824 w 3242958"/>
              <a:gd name="connsiteY1187" fmla="*/ 1465234 h 2476997"/>
              <a:gd name="connsiteX1188" fmla="*/ 1653641 w 3242958"/>
              <a:gd name="connsiteY1188" fmla="*/ 1464852 h 2476997"/>
              <a:gd name="connsiteX1189" fmla="*/ 1599996 w 3242958"/>
              <a:gd name="connsiteY1189" fmla="*/ 1465814 h 2476997"/>
              <a:gd name="connsiteX1190" fmla="*/ 1601439 w 3242958"/>
              <a:gd name="connsiteY1190" fmla="*/ 1545039 h 2476997"/>
              <a:gd name="connsiteX1191" fmla="*/ 1655325 w 3242958"/>
              <a:gd name="connsiteY1191" fmla="*/ 1543996 h 2476997"/>
              <a:gd name="connsiteX1192" fmla="*/ 1655325 w 3242958"/>
              <a:gd name="connsiteY1192" fmla="*/ 1536940 h 2476997"/>
              <a:gd name="connsiteX1193" fmla="*/ 1655325 w 3242958"/>
              <a:gd name="connsiteY1193" fmla="*/ 1529963 h 2476997"/>
              <a:gd name="connsiteX1194" fmla="*/ 1615232 w 3242958"/>
              <a:gd name="connsiteY1194" fmla="*/ 1530685 h 2476997"/>
              <a:gd name="connsiteX1195" fmla="*/ 1615232 w 3242958"/>
              <a:gd name="connsiteY1195" fmla="*/ 1510077 h 2476997"/>
              <a:gd name="connsiteX1196" fmla="*/ 1650835 w 3242958"/>
              <a:gd name="connsiteY1196" fmla="*/ 1509436 h 2476997"/>
              <a:gd name="connsiteX1197" fmla="*/ 1650835 w 3242958"/>
              <a:gd name="connsiteY1197" fmla="*/ 1502620 h 2476997"/>
              <a:gd name="connsiteX1198" fmla="*/ 1650835 w 3242958"/>
              <a:gd name="connsiteY1198" fmla="*/ 1495804 h 2476997"/>
              <a:gd name="connsiteX1199" fmla="*/ 1615232 w 3242958"/>
              <a:gd name="connsiteY1199" fmla="*/ 1496445 h 2476997"/>
              <a:gd name="connsiteX1200" fmla="*/ 1615232 w 3242958"/>
              <a:gd name="connsiteY1200" fmla="*/ 1479606 h 2476997"/>
              <a:gd name="connsiteX1201" fmla="*/ 1653641 w 3242958"/>
              <a:gd name="connsiteY1201" fmla="*/ 1478965 h 2476997"/>
              <a:gd name="connsiteX1202" fmla="*/ 1653641 w 3242958"/>
              <a:gd name="connsiteY1202" fmla="*/ 1471908 h 2476997"/>
              <a:gd name="connsiteX1203" fmla="*/ 1522135 w 3242958"/>
              <a:gd name="connsiteY1203" fmla="*/ 1458758 h 2476997"/>
              <a:gd name="connsiteX1204" fmla="*/ 1521253 w 3242958"/>
              <a:gd name="connsiteY1204" fmla="*/ 1465734 h 2476997"/>
              <a:gd name="connsiteX1205" fmla="*/ 1520451 w 3242958"/>
              <a:gd name="connsiteY1205" fmla="*/ 1472710 h 2476997"/>
              <a:gd name="connsiteX1206" fmla="*/ 1542262 w 3242958"/>
              <a:gd name="connsiteY1206" fmla="*/ 1475356 h 2476997"/>
              <a:gd name="connsiteX1207" fmla="*/ 1534243 w 3242958"/>
              <a:gd name="connsiteY1207" fmla="*/ 1539987 h 2476997"/>
              <a:gd name="connsiteX1208" fmla="*/ 1542262 w 3242958"/>
              <a:gd name="connsiteY1208" fmla="*/ 1540949 h 2476997"/>
              <a:gd name="connsiteX1209" fmla="*/ 1549719 w 3242958"/>
              <a:gd name="connsiteY1209" fmla="*/ 1541831 h 2476997"/>
              <a:gd name="connsiteX1210" fmla="*/ 1557738 w 3242958"/>
              <a:gd name="connsiteY1210" fmla="*/ 1477201 h 2476997"/>
              <a:gd name="connsiteX1211" fmla="*/ 1579629 w 3242958"/>
              <a:gd name="connsiteY1211" fmla="*/ 1479927 h 2476997"/>
              <a:gd name="connsiteX1212" fmla="*/ 1580430 w 3242958"/>
              <a:gd name="connsiteY1212" fmla="*/ 1472871 h 2476997"/>
              <a:gd name="connsiteX1213" fmla="*/ 1580912 w 3242958"/>
              <a:gd name="connsiteY1213" fmla="*/ 1465974 h 2476997"/>
              <a:gd name="connsiteX1214" fmla="*/ 1742874 w 3242958"/>
              <a:gd name="connsiteY1214" fmla="*/ 1452382 h 2476997"/>
              <a:gd name="connsiteX1215" fmla="*/ 1721720 w 3242958"/>
              <a:gd name="connsiteY1215" fmla="*/ 1468059 h 2476997"/>
              <a:gd name="connsiteX1216" fmla="*/ 1718272 w 3242958"/>
              <a:gd name="connsiteY1216" fmla="*/ 1500134 h 2476997"/>
              <a:gd name="connsiteX1217" fmla="*/ 1733347 w 3242958"/>
              <a:gd name="connsiteY1217" fmla="*/ 1527959 h 2476997"/>
              <a:gd name="connsiteX1218" fmla="*/ 1735648 w 3242958"/>
              <a:gd name="connsiteY1218" fmla="*/ 1529514 h 2476997"/>
              <a:gd name="connsiteX1219" fmla="*/ 1783544 w 3242958"/>
              <a:gd name="connsiteY1219" fmla="*/ 1518176 h 2476997"/>
              <a:gd name="connsiteX1220" fmla="*/ 1786992 w 3242958"/>
              <a:gd name="connsiteY1220" fmla="*/ 1486743 h 2476997"/>
              <a:gd name="connsiteX1221" fmla="*/ 1771916 w 3242958"/>
              <a:gd name="connsiteY1221" fmla="*/ 1458277 h 2476997"/>
              <a:gd name="connsiteX1222" fmla="*/ 1768918 w 3242958"/>
              <a:gd name="connsiteY1222" fmla="*/ 1456256 h 2476997"/>
              <a:gd name="connsiteX1223" fmla="*/ 1742874 w 3242958"/>
              <a:gd name="connsiteY1223" fmla="*/ 1452382 h 2476997"/>
              <a:gd name="connsiteX1224" fmla="*/ 1448042 w 3242958"/>
              <a:gd name="connsiteY1224" fmla="*/ 1441758 h 2476997"/>
              <a:gd name="connsiteX1225" fmla="*/ 1436094 w 3242958"/>
              <a:gd name="connsiteY1225" fmla="*/ 1489870 h 2476997"/>
              <a:gd name="connsiteX1226" fmla="*/ 1437297 w 3242958"/>
              <a:gd name="connsiteY1226" fmla="*/ 1515049 h 2476997"/>
              <a:gd name="connsiteX1227" fmla="*/ 1456943 w 3242958"/>
              <a:gd name="connsiteY1227" fmla="*/ 1528039 h 2476997"/>
              <a:gd name="connsiteX1228" fmla="*/ 1480598 w 3242958"/>
              <a:gd name="connsiteY1228" fmla="*/ 1526195 h 2476997"/>
              <a:gd name="connsiteX1229" fmla="*/ 1493187 w 3242958"/>
              <a:gd name="connsiteY1229" fmla="*/ 1504063 h 2476997"/>
              <a:gd name="connsiteX1230" fmla="*/ 1504814 w 3242958"/>
              <a:gd name="connsiteY1230" fmla="*/ 1455951 h 2476997"/>
              <a:gd name="connsiteX1231" fmla="*/ 1497437 w 3242958"/>
              <a:gd name="connsiteY1231" fmla="*/ 1454107 h 2476997"/>
              <a:gd name="connsiteX1232" fmla="*/ 1490060 w 3242958"/>
              <a:gd name="connsiteY1232" fmla="*/ 1452343 h 2476997"/>
              <a:gd name="connsiteX1233" fmla="*/ 1477952 w 3242958"/>
              <a:gd name="connsiteY1233" fmla="*/ 1500455 h 2476997"/>
              <a:gd name="connsiteX1234" fmla="*/ 1471617 w 3242958"/>
              <a:gd name="connsiteY1234" fmla="*/ 1512403 h 2476997"/>
              <a:gd name="connsiteX1235" fmla="*/ 1460070 w 3242958"/>
              <a:gd name="connsiteY1235" fmla="*/ 1513525 h 2476997"/>
              <a:gd name="connsiteX1236" fmla="*/ 1450769 w 3242958"/>
              <a:gd name="connsiteY1236" fmla="*/ 1506870 h 2476997"/>
              <a:gd name="connsiteX1237" fmla="*/ 1450769 w 3242958"/>
              <a:gd name="connsiteY1237" fmla="*/ 1493559 h 2476997"/>
              <a:gd name="connsiteX1238" fmla="*/ 1462797 w 3242958"/>
              <a:gd name="connsiteY1238" fmla="*/ 1445447 h 2476997"/>
              <a:gd name="connsiteX1239" fmla="*/ 1455420 w 3242958"/>
              <a:gd name="connsiteY1239" fmla="*/ 1443602 h 2476997"/>
              <a:gd name="connsiteX1240" fmla="*/ 1850420 w 3242958"/>
              <a:gd name="connsiteY1240" fmla="*/ 1426042 h 2476997"/>
              <a:gd name="connsiteX1241" fmla="*/ 1801105 w 3242958"/>
              <a:gd name="connsiteY1241" fmla="*/ 1442079 h 2476997"/>
              <a:gd name="connsiteX1242" fmla="*/ 1825161 w 3242958"/>
              <a:gd name="connsiteY1242" fmla="*/ 1517374 h 2476997"/>
              <a:gd name="connsiteX1243" fmla="*/ 1832457 w 3242958"/>
              <a:gd name="connsiteY1243" fmla="*/ 1514969 h 2476997"/>
              <a:gd name="connsiteX1244" fmla="*/ 1839674 w 3242958"/>
              <a:gd name="connsiteY1244" fmla="*/ 1512643 h 2476997"/>
              <a:gd name="connsiteX1245" fmla="*/ 1829651 w 3242958"/>
              <a:gd name="connsiteY1245" fmla="*/ 1480809 h 2476997"/>
              <a:gd name="connsiteX1246" fmla="*/ 1860042 w 3242958"/>
              <a:gd name="connsiteY1246" fmla="*/ 1470946 h 2476997"/>
              <a:gd name="connsiteX1247" fmla="*/ 1857957 w 3242958"/>
              <a:gd name="connsiteY1247" fmla="*/ 1464451 h 2476997"/>
              <a:gd name="connsiteX1248" fmla="*/ 1855792 w 3242958"/>
              <a:gd name="connsiteY1248" fmla="*/ 1457956 h 2476997"/>
              <a:gd name="connsiteX1249" fmla="*/ 1825481 w 3242958"/>
              <a:gd name="connsiteY1249" fmla="*/ 1467819 h 2476997"/>
              <a:gd name="connsiteX1250" fmla="*/ 1819948 w 3242958"/>
              <a:gd name="connsiteY1250" fmla="*/ 1450739 h 2476997"/>
              <a:gd name="connsiteX1251" fmla="*/ 1854750 w 3242958"/>
              <a:gd name="connsiteY1251" fmla="*/ 1439433 h 2476997"/>
              <a:gd name="connsiteX1252" fmla="*/ 1852584 w 3242958"/>
              <a:gd name="connsiteY1252" fmla="*/ 1432697 h 2476997"/>
              <a:gd name="connsiteX1253" fmla="*/ 1375313 w 3242958"/>
              <a:gd name="connsiteY1253" fmla="*/ 1416980 h 2476997"/>
              <a:gd name="connsiteX1254" fmla="*/ 1372987 w 3242958"/>
              <a:gd name="connsiteY1254" fmla="*/ 1423636 h 2476997"/>
              <a:gd name="connsiteX1255" fmla="*/ 1370742 w 3242958"/>
              <a:gd name="connsiteY1255" fmla="*/ 1430291 h 2476997"/>
              <a:gd name="connsiteX1256" fmla="*/ 1391511 w 3242958"/>
              <a:gd name="connsiteY1256" fmla="*/ 1437428 h 2476997"/>
              <a:gd name="connsiteX1257" fmla="*/ 1370341 w 3242958"/>
              <a:gd name="connsiteY1257" fmla="*/ 1499011 h 2476997"/>
              <a:gd name="connsiteX1258" fmla="*/ 1377558 w 3242958"/>
              <a:gd name="connsiteY1258" fmla="*/ 1501497 h 2476997"/>
              <a:gd name="connsiteX1259" fmla="*/ 1384695 w 3242958"/>
              <a:gd name="connsiteY1259" fmla="*/ 1503983 h 2476997"/>
              <a:gd name="connsiteX1260" fmla="*/ 1405864 w 3242958"/>
              <a:gd name="connsiteY1260" fmla="*/ 1442399 h 2476997"/>
              <a:gd name="connsiteX1261" fmla="*/ 1426713 w 3242958"/>
              <a:gd name="connsiteY1261" fmla="*/ 1449536 h 2476997"/>
              <a:gd name="connsiteX1262" fmla="*/ 1429038 w 3242958"/>
              <a:gd name="connsiteY1262" fmla="*/ 1442881 h 2476997"/>
              <a:gd name="connsiteX1263" fmla="*/ 1431444 w 3242958"/>
              <a:gd name="connsiteY1263" fmla="*/ 1436305 h 2476997"/>
              <a:gd name="connsiteX1264" fmla="*/ 1346526 w 3242958"/>
              <a:gd name="connsiteY1264" fmla="*/ 1402867 h 2476997"/>
              <a:gd name="connsiteX1265" fmla="*/ 1313088 w 3242958"/>
              <a:gd name="connsiteY1265" fmla="*/ 1474635 h 2476997"/>
              <a:gd name="connsiteX1266" fmla="*/ 1319984 w 3242958"/>
              <a:gd name="connsiteY1266" fmla="*/ 1477842 h 2476997"/>
              <a:gd name="connsiteX1267" fmla="*/ 1326800 w 3242958"/>
              <a:gd name="connsiteY1267" fmla="*/ 1481050 h 2476997"/>
              <a:gd name="connsiteX1268" fmla="*/ 1360318 w 3242958"/>
              <a:gd name="connsiteY1268" fmla="*/ 1409283 h 2476997"/>
              <a:gd name="connsiteX1269" fmla="*/ 1353342 w 3242958"/>
              <a:gd name="connsiteY1269" fmla="*/ 1406075 h 2476997"/>
              <a:gd name="connsiteX1270" fmla="*/ 1947205 w 3242958"/>
              <a:gd name="connsiteY1270" fmla="*/ 1379132 h 2476997"/>
              <a:gd name="connsiteX1271" fmla="*/ 1894923 w 3242958"/>
              <a:gd name="connsiteY1271" fmla="*/ 1406877 h 2476997"/>
              <a:gd name="connsiteX1272" fmla="*/ 1898211 w 3242958"/>
              <a:gd name="connsiteY1272" fmla="*/ 1413131 h 2476997"/>
              <a:gd name="connsiteX1273" fmla="*/ 1901499 w 3242958"/>
              <a:gd name="connsiteY1273" fmla="*/ 1419306 h 2476997"/>
              <a:gd name="connsiteX1274" fmla="*/ 1920904 w 3242958"/>
              <a:gd name="connsiteY1274" fmla="*/ 1408962 h 2476997"/>
              <a:gd name="connsiteX1275" fmla="*/ 1951535 w 3242958"/>
              <a:gd name="connsiteY1275" fmla="*/ 1466455 h 2476997"/>
              <a:gd name="connsiteX1276" fmla="*/ 1958270 w 3242958"/>
              <a:gd name="connsiteY1276" fmla="*/ 1462927 h 2476997"/>
              <a:gd name="connsiteX1277" fmla="*/ 1964926 w 3242958"/>
              <a:gd name="connsiteY1277" fmla="*/ 1459319 h 2476997"/>
              <a:gd name="connsiteX1278" fmla="*/ 1934375 w 3242958"/>
              <a:gd name="connsiteY1278" fmla="*/ 1401825 h 2476997"/>
              <a:gd name="connsiteX1279" fmla="*/ 1953780 w 3242958"/>
              <a:gd name="connsiteY1279" fmla="*/ 1391481 h 2476997"/>
              <a:gd name="connsiteX1280" fmla="*/ 1950493 w 3242958"/>
              <a:gd name="connsiteY1280" fmla="*/ 1385307 h 2476997"/>
              <a:gd name="connsiteX1281" fmla="*/ 1278367 w 3242958"/>
              <a:gd name="connsiteY1281" fmla="*/ 1365821 h 2476997"/>
              <a:gd name="connsiteX1282" fmla="*/ 1275240 w 3242958"/>
              <a:gd name="connsiteY1282" fmla="*/ 1372397 h 2476997"/>
              <a:gd name="connsiteX1283" fmla="*/ 1271872 w 3242958"/>
              <a:gd name="connsiteY1283" fmla="*/ 1378571 h 2476997"/>
              <a:gd name="connsiteX1284" fmla="*/ 1291117 w 3242958"/>
              <a:gd name="connsiteY1284" fmla="*/ 1389236 h 2476997"/>
              <a:gd name="connsiteX1285" fmla="*/ 1259523 w 3242958"/>
              <a:gd name="connsiteY1285" fmla="*/ 1446168 h 2476997"/>
              <a:gd name="connsiteX1286" fmla="*/ 1266179 w 3242958"/>
              <a:gd name="connsiteY1286" fmla="*/ 1449857 h 2476997"/>
              <a:gd name="connsiteX1287" fmla="*/ 1272834 w 3242958"/>
              <a:gd name="connsiteY1287" fmla="*/ 1453546 h 2476997"/>
              <a:gd name="connsiteX1288" fmla="*/ 1304107 w 3242958"/>
              <a:gd name="connsiteY1288" fmla="*/ 1396132 h 2476997"/>
              <a:gd name="connsiteX1289" fmla="*/ 1323352 w 3242958"/>
              <a:gd name="connsiteY1289" fmla="*/ 1406797 h 2476997"/>
              <a:gd name="connsiteX1290" fmla="*/ 1326720 w 3242958"/>
              <a:gd name="connsiteY1290" fmla="*/ 1400703 h 2476997"/>
              <a:gd name="connsiteX1291" fmla="*/ 1330168 w 3242958"/>
              <a:gd name="connsiteY1291" fmla="*/ 1394528 h 2476997"/>
              <a:gd name="connsiteX1292" fmla="*/ 1776247 w 3242958"/>
              <a:gd name="connsiteY1292" fmla="*/ 1354274 h 2476997"/>
              <a:gd name="connsiteX1293" fmla="*/ 1776247 w 3242958"/>
              <a:gd name="connsiteY1293" fmla="*/ 1354515 h 2476997"/>
              <a:gd name="connsiteX1294" fmla="*/ 1779374 w 3242958"/>
              <a:gd name="connsiteY1294" fmla="*/ 1361331 h 2476997"/>
              <a:gd name="connsiteX1295" fmla="*/ 1776167 w 3242958"/>
              <a:gd name="connsiteY1295" fmla="*/ 1381538 h 2476997"/>
              <a:gd name="connsiteX1296" fmla="*/ 1774242 w 3242958"/>
              <a:gd name="connsiteY1296" fmla="*/ 1362293 h 2476997"/>
              <a:gd name="connsiteX1297" fmla="*/ 1776247 w 3242958"/>
              <a:gd name="connsiteY1297" fmla="*/ 1354274 h 2476997"/>
              <a:gd name="connsiteX1298" fmla="*/ 1640811 w 3242958"/>
              <a:gd name="connsiteY1298" fmla="*/ 1354274 h 2476997"/>
              <a:gd name="connsiteX1299" fmla="*/ 1640811 w 3242958"/>
              <a:gd name="connsiteY1299" fmla="*/ 1354515 h 2476997"/>
              <a:gd name="connsiteX1300" fmla="*/ 1643938 w 3242958"/>
              <a:gd name="connsiteY1300" fmla="*/ 1361331 h 2476997"/>
              <a:gd name="connsiteX1301" fmla="*/ 1640731 w 3242958"/>
              <a:gd name="connsiteY1301" fmla="*/ 1381538 h 2476997"/>
              <a:gd name="connsiteX1302" fmla="*/ 1638806 w 3242958"/>
              <a:gd name="connsiteY1302" fmla="*/ 1362293 h 2476997"/>
              <a:gd name="connsiteX1303" fmla="*/ 1640811 w 3242958"/>
              <a:gd name="connsiteY1303" fmla="*/ 1354274 h 2476997"/>
              <a:gd name="connsiteX1304" fmla="*/ 1480117 w 3242958"/>
              <a:gd name="connsiteY1304" fmla="*/ 1353472 h 2476997"/>
              <a:gd name="connsiteX1305" fmla="*/ 1484448 w 3242958"/>
              <a:gd name="connsiteY1305" fmla="*/ 1354114 h 2476997"/>
              <a:gd name="connsiteX1306" fmla="*/ 1485009 w 3242958"/>
              <a:gd name="connsiteY1306" fmla="*/ 1380094 h 2476997"/>
              <a:gd name="connsiteX1307" fmla="*/ 1480117 w 3242958"/>
              <a:gd name="connsiteY1307" fmla="*/ 1380094 h 2476997"/>
              <a:gd name="connsiteX1308" fmla="*/ 1480117 w 3242958"/>
              <a:gd name="connsiteY1308" fmla="*/ 1353633 h 2476997"/>
              <a:gd name="connsiteX1309" fmla="*/ 1753794 w 3242958"/>
              <a:gd name="connsiteY1309" fmla="*/ 1353071 h 2476997"/>
              <a:gd name="connsiteX1310" fmla="*/ 1756761 w 3242958"/>
              <a:gd name="connsiteY1310" fmla="*/ 1361090 h 2476997"/>
              <a:gd name="connsiteX1311" fmla="*/ 1754195 w 3242958"/>
              <a:gd name="connsiteY1311" fmla="*/ 1380896 h 2476997"/>
              <a:gd name="connsiteX1312" fmla="*/ 1750426 w 3242958"/>
              <a:gd name="connsiteY1312" fmla="*/ 1361731 h 2476997"/>
              <a:gd name="connsiteX1313" fmla="*/ 1753794 w 3242958"/>
              <a:gd name="connsiteY1313" fmla="*/ 1353312 h 2476997"/>
              <a:gd name="connsiteX1314" fmla="*/ 1618360 w 3242958"/>
              <a:gd name="connsiteY1314" fmla="*/ 1353071 h 2476997"/>
              <a:gd name="connsiteX1315" fmla="*/ 1621326 w 3242958"/>
              <a:gd name="connsiteY1315" fmla="*/ 1361090 h 2476997"/>
              <a:gd name="connsiteX1316" fmla="*/ 1618841 w 3242958"/>
              <a:gd name="connsiteY1316" fmla="*/ 1381297 h 2476997"/>
              <a:gd name="connsiteX1317" fmla="*/ 1614991 w 3242958"/>
              <a:gd name="connsiteY1317" fmla="*/ 1361731 h 2476997"/>
              <a:gd name="connsiteX1318" fmla="*/ 1618360 w 3242958"/>
              <a:gd name="connsiteY1318" fmla="*/ 1353312 h 2476997"/>
              <a:gd name="connsiteX1319" fmla="*/ 1503692 w 3242958"/>
              <a:gd name="connsiteY1319" fmla="*/ 1351628 h 2476997"/>
              <a:gd name="connsiteX1320" fmla="*/ 1505937 w 3242958"/>
              <a:gd name="connsiteY1320" fmla="*/ 1361090 h 2476997"/>
              <a:gd name="connsiteX1321" fmla="*/ 1503692 w 3242958"/>
              <a:gd name="connsiteY1321" fmla="*/ 1379934 h 2476997"/>
              <a:gd name="connsiteX1322" fmla="*/ 1501286 w 3242958"/>
              <a:gd name="connsiteY1322" fmla="*/ 1361090 h 2476997"/>
              <a:gd name="connsiteX1323" fmla="*/ 1503692 w 3242958"/>
              <a:gd name="connsiteY1323" fmla="*/ 1351628 h 2476997"/>
              <a:gd name="connsiteX1324" fmla="*/ 1490542 w 3242958"/>
              <a:gd name="connsiteY1324" fmla="*/ 1349784 h 2476997"/>
              <a:gd name="connsiteX1325" fmla="*/ 1490560 w 3242958"/>
              <a:gd name="connsiteY1325" fmla="*/ 1350324 h 2476997"/>
              <a:gd name="connsiteX1326" fmla="*/ 1490542 w 3242958"/>
              <a:gd name="connsiteY1326" fmla="*/ 1350345 h 2476997"/>
              <a:gd name="connsiteX1327" fmla="*/ 1491857 w 3242958"/>
              <a:gd name="connsiteY1327" fmla="*/ 1348733 h 2476997"/>
              <a:gd name="connsiteX1328" fmla="*/ 1496154 w 3242958"/>
              <a:gd name="connsiteY1328" fmla="*/ 1349784 h 2476997"/>
              <a:gd name="connsiteX1329" fmla="*/ 1497117 w 3242958"/>
              <a:gd name="connsiteY1329" fmla="*/ 1381859 h 2476997"/>
              <a:gd name="connsiteX1330" fmla="*/ 1491584 w 3242958"/>
              <a:gd name="connsiteY1330" fmla="*/ 1381859 h 2476997"/>
              <a:gd name="connsiteX1331" fmla="*/ 1490560 w 3242958"/>
              <a:gd name="connsiteY1331" fmla="*/ 1350324 h 2476997"/>
              <a:gd name="connsiteX1332" fmla="*/ 1765983 w 3242958"/>
              <a:gd name="connsiteY1332" fmla="*/ 1347538 h 2476997"/>
              <a:gd name="connsiteX1333" fmla="*/ 1768870 w 3242958"/>
              <a:gd name="connsiteY1333" fmla="*/ 1359566 h 2476997"/>
              <a:gd name="connsiteX1334" fmla="*/ 1765502 w 3242958"/>
              <a:gd name="connsiteY1334" fmla="*/ 1382901 h 2476997"/>
              <a:gd name="connsiteX1335" fmla="*/ 1762054 w 3242958"/>
              <a:gd name="connsiteY1335" fmla="*/ 1359246 h 2476997"/>
              <a:gd name="connsiteX1336" fmla="*/ 1765983 w 3242958"/>
              <a:gd name="connsiteY1336" fmla="*/ 1347538 h 2476997"/>
              <a:gd name="connsiteX1337" fmla="*/ 1630547 w 3242958"/>
              <a:gd name="connsiteY1337" fmla="*/ 1347538 h 2476997"/>
              <a:gd name="connsiteX1338" fmla="*/ 1633434 w 3242958"/>
              <a:gd name="connsiteY1338" fmla="*/ 1359566 h 2476997"/>
              <a:gd name="connsiteX1339" fmla="*/ 1630066 w 3242958"/>
              <a:gd name="connsiteY1339" fmla="*/ 1382901 h 2476997"/>
              <a:gd name="connsiteX1340" fmla="*/ 1626618 w 3242958"/>
              <a:gd name="connsiteY1340" fmla="*/ 1359246 h 2476997"/>
              <a:gd name="connsiteX1341" fmla="*/ 1630547 w 3242958"/>
              <a:gd name="connsiteY1341" fmla="*/ 1347538 h 2476997"/>
              <a:gd name="connsiteX1342" fmla="*/ 1414124 w 3242958"/>
              <a:gd name="connsiteY1342" fmla="*/ 1345052 h 2476997"/>
              <a:gd name="connsiteX1343" fmla="*/ 1414607 w 3242958"/>
              <a:gd name="connsiteY1343" fmla="*/ 1345496 h 2476997"/>
              <a:gd name="connsiteX1344" fmla="*/ 1413883 w 3242958"/>
              <a:gd name="connsiteY1344" fmla="*/ 1345373 h 2476997"/>
              <a:gd name="connsiteX1345" fmla="*/ 2008227 w 3242958"/>
              <a:gd name="connsiteY1345" fmla="*/ 1340723 h 2476997"/>
              <a:gd name="connsiteX1346" fmla="*/ 1963242 w 3242958"/>
              <a:gd name="connsiteY1346" fmla="*/ 1369911 h 2476997"/>
              <a:gd name="connsiteX1347" fmla="*/ 2006382 w 3242958"/>
              <a:gd name="connsiteY1347" fmla="*/ 1436305 h 2476997"/>
              <a:gd name="connsiteX1348" fmla="*/ 2052570 w 3242958"/>
              <a:gd name="connsiteY1348" fmla="*/ 1405995 h 2476997"/>
              <a:gd name="connsiteX1349" fmla="*/ 2048721 w 3242958"/>
              <a:gd name="connsiteY1349" fmla="*/ 1400061 h 2476997"/>
              <a:gd name="connsiteX1350" fmla="*/ 2044952 w 3242958"/>
              <a:gd name="connsiteY1350" fmla="*/ 1394207 h 2476997"/>
              <a:gd name="connsiteX1351" fmla="*/ 2011354 w 3242958"/>
              <a:gd name="connsiteY1351" fmla="*/ 1416018 h 2476997"/>
              <a:gd name="connsiteX1352" fmla="*/ 2000048 w 3242958"/>
              <a:gd name="connsiteY1352" fmla="*/ 1398778 h 2476997"/>
              <a:gd name="connsiteX1353" fmla="*/ 2030198 w 3242958"/>
              <a:gd name="connsiteY1353" fmla="*/ 1379533 h 2476997"/>
              <a:gd name="connsiteX1354" fmla="*/ 2026509 w 3242958"/>
              <a:gd name="connsiteY1354" fmla="*/ 1373760 h 2476997"/>
              <a:gd name="connsiteX1355" fmla="*/ 2022821 w 3242958"/>
              <a:gd name="connsiteY1355" fmla="*/ 1368066 h 2476997"/>
              <a:gd name="connsiteX1356" fmla="*/ 1992911 w 3242958"/>
              <a:gd name="connsiteY1356" fmla="*/ 1387472 h 2476997"/>
              <a:gd name="connsiteX1357" fmla="*/ 1983770 w 3242958"/>
              <a:gd name="connsiteY1357" fmla="*/ 1373359 h 2476997"/>
              <a:gd name="connsiteX1358" fmla="*/ 2015844 w 3242958"/>
              <a:gd name="connsiteY1358" fmla="*/ 1352510 h 2476997"/>
              <a:gd name="connsiteX1359" fmla="*/ 2012076 w 3242958"/>
              <a:gd name="connsiteY1359" fmla="*/ 1346577 h 2476997"/>
              <a:gd name="connsiteX1360" fmla="*/ 1222637 w 3242958"/>
              <a:gd name="connsiteY1360" fmla="*/ 1332704 h 2476997"/>
              <a:gd name="connsiteX1361" fmla="*/ 1205718 w 3242958"/>
              <a:gd name="connsiteY1361" fmla="*/ 1342968 h 2476997"/>
              <a:gd name="connsiteX1362" fmla="*/ 1201468 w 3242958"/>
              <a:gd name="connsiteY1362" fmla="*/ 1358605 h 2476997"/>
              <a:gd name="connsiteX1363" fmla="*/ 1214859 w 3242958"/>
              <a:gd name="connsiteY1363" fmla="*/ 1379613 h 2476997"/>
              <a:gd name="connsiteX1364" fmla="*/ 1222236 w 3242958"/>
              <a:gd name="connsiteY1364" fmla="*/ 1390358 h 2476997"/>
              <a:gd name="connsiteX1365" fmla="*/ 1220793 w 3242958"/>
              <a:gd name="connsiteY1365" fmla="*/ 1397415 h 2476997"/>
              <a:gd name="connsiteX1366" fmla="*/ 1213336 w 3242958"/>
              <a:gd name="connsiteY1366" fmla="*/ 1400783 h 2476997"/>
              <a:gd name="connsiteX1367" fmla="*/ 1202591 w 3242958"/>
              <a:gd name="connsiteY1367" fmla="*/ 1396132 h 2476997"/>
              <a:gd name="connsiteX1368" fmla="*/ 1195695 w 3242958"/>
              <a:gd name="connsiteY1368" fmla="*/ 1386910 h 2476997"/>
              <a:gd name="connsiteX1369" fmla="*/ 1197940 w 3242958"/>
              <a:gd name="connsiteY1369" fmla="*/ 1376566 h 2476997"/>
              <a:gd name="connsiteX1370" fmla="*/ 1186072 w 3242958"/>
              <a:gd name="connsiteY1370" fmla="*/ 1367986 h 2476997"/>
              <a:gd name="connsiteX1371" fmla="*/ 1181181 w 3242958"/>
              <a:gd name="connsiteY1371" fmla="*/ 1388835 h 2476997"/>
              <a:gd name="connsiteX1372" fmla="*/ 1194572 w 3242958"/>
              <a:gd name="connsiteY1372" fmla="*/ 1407198 h 2476997"/>
              <a:gd name="connsiteX1373" fmla="*/ 1216142 w 3242958"/>
              <a:gd name="connsiteY1373" fmla="*/ 1414735 h 2476997"/>
              <a:gd name="connsiteX1374" fmla="*/ 1233062 w 3242958"/>
              <a:gd name="connsiteY1374" fmla="*/ 1405113 h 2476997"/>
              <a:gd name="connsiteX1375" fmla="*/ 1238193 w 3242958"/>
              <a:gd name="connsiteY1375" fmla="*/ 1389075 h 2476997"/>
              <a:gd name="connsiteX1376" fmla="*/ 1226246 w 3242958"/>
              <a:gd name="connsiteY1376" fmla="*/ 1369349 h 2476997"/>
              <a:gd name="connsiteX1377" fmla="*/ 1217345 w 3242958"/>
              <a:gd name="connsiteY1377" fmla="*/ 1357161 h 2476997"/>
              <a:gd name="connsiteX1378" fmla="*/ 1217826 w 3242958"/>
              <a:gd name="connsiteY1378" fmla="*/ 1350746 h 2476997"/>
              <a:gd name="connsiteX1379" fmla="*/ 1224963 w 3242958"/>
              <a:gd name="connsiteY1379" fmla="*/ 1346416 h 2476997"/>
              <a:gd name="connsiteX1380" fmla="*/ 1233944 w 3242958"/>
              <a:gd name="connsiteY1380" fmla="*/ 1349463 h 2476997"/>
              <a:gd name="connsiteX1381" fmla="*/ 1240760 w 3242958"/>
              <a:gd name="connsiteY1381" fmla="*/ 1358524 h 2476997"/>
              <a:gd name="connsiteX1382" fmla="*/ 1239236 w 3242958"/>
              <a:gd name="connsiteY1382" fmla="*/ 1368467 h 2476997"/>
              <a:gd name="connsiteX1383" fmla="*/ 1251184 w 3242958"/>
              <a:gd name="connsiteY1383" fmla="*/ 1377208 h 2476997"/>
              <a:gd name="connsiteX1384" fmla="*/ 1251184 w 3242958"/>
              <a:gd name="connsiteY1384" fmla="*/ 1377047 h 2476997"/>
              <a:gd name="connsiteX1385" fmla="*/ 1255434 w 3242958"/>
              <a:gd name="connsiteY1385" fmla="*/ 1356840 h 2476997"/>
              <a:gd name="connsiteX1386" fmla="*/ 1243406 w 3242958"/>
              <a:gd name="connsiteY1386" fmla="*/ 1339440 h 2476997"/>
              <a:gd name="connsiteX1387" fmla="*/ 1222637 w 3242958"/>
              <a:gd name="connsiteY1387" fmla="*/ 1332704 h 2476997"/>
              <a:gd name="connsiteX1388" fmla="*/ 2069249 w 3242958"/>
              <a:gd name="connsiteY1388" fmla="*/ 1297101 h 2476997"/>
              <a:gd name="connsiteX1389" fmla="*/ 2047919 w 3242958"/>
              <a:gd name="connsiteY1389" fmla="*/ 1305120 h 2476997"/>
              <a:gd name="connsiteX1390" fmla="*/ 2036533 w 3242958"/>
              <a:gd name="connsiteY1390" fmla="*/ 1329176 h 2476997"/>
              <a:gd name="connsiteX1391" fmla="*/ 2049363 w 3242958"/>
              <a:gd name="connsiteY1391" fmla="*/ 1358605 h 2476997"/>
              <a:gd name="connsiteX1392" fmla="*/ 2075744 w 3242958"/>
              <a:gd name="connsiteY1392" fmla="*/ 1375845 h 2476997"/>
              <a:gd name="connsiteX1393" fmla="*/ 2112951 w 3242958"/>
              <a:gd name="connsiteY1393" fmla="*/ 1348661 h 2476997"/>
              <a:gd name="connsiteX1394" fmla="*/ 2112790 w 3242958"/>
              <a:gd name="connsiteY1394" fmla="*/ 1348501 h 2476997"/>
              <a:gd name="connsiteX1395" fmla="*/ 2106135 w 3242958"/>
              <a:gd name="connsiteY1395" fmla="*/ 1325888 h 2476997"/>
              <a:gd name="connsiteX1396" fmla="*/ 2094428 w 3242958"/>
              <a:gd name="connsiteY1396" fmla="*/ 1335671 h 2476997"/>
              <a:gd name="connsiteX1397" fmla="*/ 2097876 w 3242958"/>
              <a:gd name="connsiteY1397" fmla="*/ 1347699 h 2476997"/>
              <a:gd name="connsiteX1398" fmla="*/ 2097298 w 3242958"/>
              <a:gd name="connsiteY1398" fmla="*/ 1350377 h 2476997"/>
              <a:gd name="connsiteX1399" fmla="*/ 2077268 w 3242958"/>
              <a:gd name="connsiteY1399" fmla="*/ 1361010 h 2476997"/>
              <a:gd name="connsiteX1400" fmla="*/ 2061230 w 3242958"/>
              <a:gd name="connsiteY1400" fmla="*/ 1348822 h 2476997"/>
              <a:gd name="connsiteX1401" fmla="*/ 2051768 w 3242958"/>
              <a:gd name="connsiteY1401" fmla="*/ 1330138 h 2476997"/>
              <a:gd name="connsiteX1402" fmla="*/ 2057221 w 3242958"/>
              <a:gd name="connsiteY1402" fmla="*/ 1315945 h 2476997"/>
              <a:gd name="connsiteX1403" fmla="*/ 2068126 w 3242958"/>
              <a:gd name="connsiteY1403" fmla="*/ 1311776 h 2476997"/>
              <a:gd name="connsiteX1404" fmla="*/ 2078551 w 3242958"/>
              <a:gd name="connsiteY1404" fmla="*/ 1316266 h 2476997"/>
              <a:gd name="connsiteX1405" fmla="*/ 2090258 w 3242958"/>
              <a:gd name="connsiteY1405" fmla="*/ 1306483 h 2476997"/>
              <a:gd name="connsiteX1406" fmla="*/ 2069249 w 3242958"/>
              <a:gd name="connsiteY1406" fmla="*/ 1297101 h 2476997"/>
              <a:gd name="connsiteX1407" fmla="*/ 1650486 w 3242958"/>
              <a:gd name="connsiteY1407" fmla="*/ 1294415 h 2476997"/>
              <a:gd name="connsiteX1408" fmla="*/ 1650646 w 3242958"/>
              <a:gd name="connsiteY1408" fmla="*/ 1294415 h 2476997"/>
              <a:gd name="connsiteX1409" fmla="*/ 1650646 w 3242958"/>
              <a:gd name="connsiteY1409" fmla="*/ 1315825 h 2476997"/>
              <a:gd name="connsiteX1410" fmla="*/ 1632444 w 3242958"/>
              <a:gd name="connsiteY1410" fmla="*/ 1315825 h 2476997"/>
              <a:gd name="connsiteX1411" fmla="*/ 1694857 w 3242958"/>
              <a:gd name="connsiteY1411" fmla="*/ 1290285 h 2476997"/>
              <a:gd name="connsiteX1412" fmla="*/ 1706724 w 3242958"/>
              <a:gd name="connsiteY1412" fmla="*/ 1309210 h 2476997"/>
              <a:gd name="connsiteX1413" fmla="*/ 1694857 w 3242958"/>
              <a:gd name="connsiteY1413" fmla="*/ 1328133 h 2476997"/>
              <a:gd name="connsiteX1414" fmla="*/ 1682989 w 3242958"/>
              <a:gd name="connsiteY1414" fmla="*/ 1309210 h 2476997"/>
              <a:gd name="connsiteX1415" fmla="*/ 1694857 w 3242958"/>
              <a:gd name="connsiteY1415" fmla="*/ 1290285 h 2476997"/>
              <a:gd name="connsiteX1416" fmla="*/ 1596147 w 3242958"/>
              <a:gd name="connsiteY1416" fmla="*/ 1290285 h 2476997"/>
              <a:gd name="connsiteX1417" fmla="*/ 1607614 w 3242958"/>
              <a:gd name="connsiteY1417" fmla="*/ 1300388 h 2476997"/>
              <a:gd name="connsiteX1418" fmla="*/ 1607598 w 3242958"/>
              <a:gd name="connsiteY1418" fmla="*/ 1302241 h 2476997"/>
              <a:gd name="connsiteX1419" fmla="*/ 1596708 w 3242958"/>
              <a:gd name="connsiteY1419" fmla="*/ 1311133 h 2476997"/>
              <a:gd name="connsiteX1420" fmla="*/ 1585242 w 3242958"/>
              <a:gd name="connsiteY1420" fmla="*/ 1300869 h 2476997"/>
              <a:gd name="connsiteX1421" fmla="*/ 1585257 w 3242958"/>
              <a:gd name="connsiteY1421" fmla="*/ 1299715 h 2476997"/>
              <a:gd name="connsiteX1422" fmla="*/ 1596147 w 3242958"/>
              <a:gd name="connsiteY1422" fmla="*/ 1290285 h 2476997"/>
              <a:gd name="connsiteX1423" fmla="*/ 1593918 w 3242958"/>
              <a:gd name="connsiteY1423" fmla="*/ 1285410 h 2476997"/>
              <a:gd name="connsiteX1424" fmla="*/ 1578025 w 3242958"/>
              <a:gd name="connsiteY1424" fmla="*/ 1301592 h 2476997"/>
              <a:gd name="connsiteX1425" fmla="*/ 1578105 w 3242958"/>
              <a:gd name="connsiteY1425" fmla="*/ 1302666 h 2476997"/>
              <a:gd name="connsiteX1426" fmla="*/ 1595826 w 3242958"/>
              <a:gd name="connsiteY1426" fmla="*/ 1316827 h 2476997"/>
              <a:gd name="connsiteX1427" fmla="*/ 1608817 w 3242958"/>
              <a:gd name="connsiteY1427" fmla="*/ 1311214 h 2476997"/>
              <a:gd name="connsiteX1428" fmla="*/ 1595185 w 3242958"/>
              <a:gd name="connsiteY1428" fmla="*/ 1328855 h 2476997"/>
              <a:gd name="connsiteX1429" fmla="*/ 1593517 w 3242958"/>
              <a:gd name="connsiteY1429" fmla="*/ 1329000 h 2476997"/>
              <a:gd name="connsiteX1430" fmla="*/ 1585643 w 3242958"/>
              <a:gd name="connsiteY1430" fmla="*/ 1320837 h 2476997"/>
              <a:gd name="connsiteX1431" fmla="*/ 1578506 w 3242958"/>
              <a:gd name="connsiteY1431" fmla="*/ 1320837 h 2476997"/>
              <a:gd name="connsiteX1432" fmla="*/ 1595345 w 3242958"/>
              <a:gd name="connsiteY1432" fmla="*/ 1333506 h 2476997"/>
              <a:gd name="connsiteX1433" fmla="*/ 1595345 w 3242958"/>
              <a:gd name="connsiteY1433" fmla="*/ 1333747 h 2476997"/>
              <a:gd name="connsiteX1434" fmla="*/ 1616113 w 3242958"/>
              <a:gd name="connsiteY1434" fmla="*/ 1307445 h 2476997"/>
              <a:gd name="connsiteX1435" fmla="*/ 1596227 w 3242958"/>
              <a:gd name="connsiteY1435" fmla="*/ 1285554 h 2476997"/>
              <a:gd name="connsiteX1436" fmla="*/ 1593918 w 3242958"/>
              <a:gd name="connsiteY1436" fmla="*/ 1285410 h 2476997"/>
              <a:gd name="connsiteX1437" fmla="*/ 1694857 w 3242958"/>
              <a:gd name="connsiteY1437" fmla="*/ 1285314 h 2476997"/>
              <a:gd name="connsiteX1438" fmla="*/ 1675452 w 3242958"/>
              <a:gd name="connsiteY1438" fmla="*/ 1309370 h 2476997"/>
              <a:gd name="connsiteX1439" fmla="*/ 1694857 w 3242958"/>
              <a:gd name="connsiteY1439" fmla="*/ 1333426 h 2476997"/>
              <a:gd name="connsiteX1440" fmla="*/ 1694857 w 3242958"/>
              <a:gd name="connsiteY1440" fmla="*/ 1333747 h 2476997"/>
              <a:gd name="connsiteX1441" fmla="*/ 1714262 w 3242958"/>
              <a:gd name="connsiteY1441" fmla="*/ 1309370 h 2476997"/>
              <a:gd name="connsiteX1442" fmla="*/ 1694857 w 3242958"/>
              <a:gd name="connsiteY1442" fmla="*/ 1285314 h 2476997"/>
              <a:gd name="connsiteX1443" fmla="*/ 1651636 w 3242958"/>
              <a:gd name="connsiteY1443" fmla="*/ 1284993 h 2476997"/>
              <a:gd name="connsiteX1444" fmla="*/ 1625736 w 3242958"/>
              <a:gd name="connsiteY1444" fmla="*/ 1314903 h 2476997"/>
              <a:gd name="connsiteX1445" fmla="*/ 1625736 w 3242958"/>
              <a:gd name="connsiteY1445" fmla="*/ 1320676 h 2476997"/>
              <a:gd name="connsiteX1446" fmla="*/ 1650434 w 3242958"/>
              <a:gd name="connsiteY1446" fmla="*/ 1320676 h 2476997"/>
              <a:gd name="connsiteX1447" fmla="*/ 1650434 w 3242958"/>
              <a:gd name="connsiteY1447" fmla="*/ 1332223 h 2476997"/>
              <a:gd name="connsiteX1448" fmla="*/ 1657570 w 3242958"/>
              <a:gd name="connsiteY1448" fmla="*/ 1332223 h 2476997"/>
              <a:gd name="connsiteX1449" fmla="*/ 1657570 w 3242958"/>
              <a:gd name="connsiteY1449" fmla="*/ 1320676 h 2476997"/>
              <a:gd name="connsiteX1450" fmla="*/ 1665589 w 3242958"/>
              <a:gd name="connsiteY1450" fmla="*/ 1320676 h 2476997"/>
              <a:gd name="connsiteX1451" fmla="*/ 1665589 w 3242958"/>
              <a:gd name="connsiteY1451" fmla="*/ 1315624 h 2476997"/>
              <a:gd name="connsiteX1452" fmla="*/ 1657570 w 3242958"/>
              <a:gd name="connsiteY1452" fmla="*/ 1315624 h 2476997"/>
              <a:gd name="connsiteX1453" fmla="*/ 1657570 w 3242958"/>
              <a:gd name="connsiteY1453" fmla="*/ 1284993 h 2476997"/>
              <a:gd name="connsiteX1454" fmla="*/ 1548917 w 3242958"/>
              <a:gd name="connsiteY1454" fmla="*/ 1284672 h 2476997"/>
              <a:gd name="connsiteX1455" fmla="*/ 1533682 w 3242958"/>
              <a:gd name="connsiteY1455" fmla="*/ 1293653 h 2476997"/>
              <a:gd name="connsiteX1456" fmla="*/ 1533682 w 3242958"/>
              <a:gd name="connsiteY1456" fmla="*/ 1298705 h 2476997"/>
              <a:gd name="connsiteX1457" fmla="*/ 1546912 w 3242958"/>
              <a:gd name="connsiteY1457" fmla="*/ 1298705 h 2476997"/>
              <a:gd name="connsiteX1458" fmla="*/ 1546912 w 3242958"/>
              <a:gd name="connsiteY1458" fmla="*/ 1332223 h 2476997"/>
              <a:gd name="connsiteX1459" fmla="*/ 1554450 w 3242958"/>
              <a:gd name="connsiteY1459" fmla="*/ 1332223 h 2476997"/>
              <a:gd name="connsiteX1460" fmla="*/ 1554450 w 3242958"/>
              <a:gd name="connsiteY1460" fmla="*/ 1284672 h 2476997"/>
              <a:gd name="connsiteX1461" fmla="*/ 1158809 w 3242958"/>
              <a:gd name="connsiteY1461" fmla="*/ 1270961 h 2476997"/>
              <a:gd name="connsiteX1462" fmla="*/ 1104763 w 3242958"/>
              <a:gd name="connsiteY1462" fmla="*/ 1328855 h 2476997"/>
              <a:gd name="connsiteX1463" fmla="*/ 1109975 w 3242958"/>
              <a:gd name="connsiteY1463" fmla="*/ 1333747 h 2476997"/>
              <a:gd name="connsiteX1464" fmla="*/ 1115187 w 3242958"/>
              <a:gd name="connsiteY1464" fmla="*/ 1338879 h 2476997"/>
              <a:gd name="connsiteX1465" fmla="*/ 1154078 w 3242958"/>
              <a:gd name="connsiteY1465" fmla="*/ 1297101 h 2476997"/>
              <a:gd name="connsiteX1466" fmla="*/ 1137158 w 3242958"/>
              <a:gd name="connsiteY1466" fmla="*/ 1359406 h 2476997"/>
              <a:gd name="connsiteX1467" fmla="*/ 1142691 w 3242958"/>
              <a:gd name="connsiteY1467" fmla="*/ 1364538 h 2476997"/>
              <a:gd name="connsiteX1468" fmla="*/ 1148224 w 3242958"/>
              <a:gd name="connsiteY1468" fmla="*/ 1369430 h 2476997"/>
              <a:gd name="connsiteX1469" fmla="*/ 1202190 w 3242958"/>
              <a:gd name="connsiteY1469" fmla="*/ 1311455 h 2476997"/>
              <a:gd name="connsiteX1470" fmla="*/ 1196978 w 3242958"/>
              <a:gd name="connsiteY1470" fmla="*/ 1306643 h 2476997"/>
              <a:gd name="connsiteX1471" fmla="*/ 1191846 w 3242958"/>
              <a:gd name="connsiteY1471" fmla="*/ 1301832 h 2476997"/>
              <a:gd name="connsiteX1472" fmla="*/ 1153917 w 3242958"/>
              <a:gd name="connsiteY1472" fmla="*/ 1342487 h 2476997"/>
              <a:gd name="connsiteX1473" fmla="*/ 1170436 w 3242958"/>
              <a:gd name="connsiteY1473" fmla="*/ 1281866 h 2476997"/>
              <a:gd name="connsiteX1474" fmla="*/ 1164582 w 3242958"/>
              <a:gd name="connsiteY1474" fmla="*/ 1276413 h 2476997"/>
              <a:gd name="connsiteX1475" fmla="*/ 1133229 w 3242958"/>
              <a:gd name="connsiteY1475" fmla="*/ 1243055 h 2476997"/>
              <a:gd name="connsiteX1476" fmla="*/ 1074372 w 3242958"/>
              <a:gd name="connsiteY1476" fmla="*/ 1296059 h 2476997"/>
              <a:gd name="connsiteX1477" fmla="*/ 1079504 w 3242958"/>
              <a:gd name="connsiteY1477" fmla="*/ 1301672 h 2476997"/>
              <a:gd name="connsiteX1478" fmla="*/ 1084556 w 3242958"/>
              <a:gd name="connsiteY1478" fmla="*/ 1307365 h 2476997"/>
              <a:gd name="connsiteX1479" fmla="*/ 1143413 w 3242958"/>
              <a:gd name="connsiteY1479" fmla="*/ 1254362 h 2476997"/>
              <a:gd name="connsiteX1480" fmla="*/ 1138361 w 3242958"/>
              <a:gd name="connsiteY1480" fmla="*/ 1248669 h 2476997"/>
              <a:gd name="connsiteX1481" fmla="*/ 2127625 w 3242958"/>
              <a:gd name="connsiteY1481" fmla="*/ 1227579 h 2476997"/>
              <a:gd name="connsiteX1482" fmla="*/ 2122573 w 3242958"/>
              <a:gd name="connsiteY1482" fmla="*/ 1233273 h 2476997"/>
              <a:gd name="connsiteX1483" fmla="*/ 2117441 w 3242958"/>
              <a:gd name="connsiteY1483" fmla="*/ 1238886 h 2476997"/>
              <a:gd name="connsiteX1484" fmla="*/ 2139493 w 3242958"/>
              <a:gd name="connsiteY1484" fmla="*/ 1258772 h 2476997"/>
              <a:gd name="connsiteX1485" fmla="*/ 2120489 w 3242958"/>
              <a:gd name="connsiteY1485" fmla="*/ 1279941 h 2476997"/>
              <a:gd name="connsiteX1486" fmla="*/ 2098437 w 3242958"/>
              <a:gd name="connsiteY1486" fmla="*/ 1260055 h 2476997"/>
              <a:gd name="connsiteX1487" fmla="*/ 2093305 w 3242958"/>
              <a:gd name="connsiteY1487" fmla="*/ 1265748 h 2476997"/>
              <a:gd name="connsiteX1488" fmla="*/ 2088253 w 3242958"/>
              <a:gd name="connsiteY1488" fmla="*/ 1271361 h 2476997"/>
              <a:gd name="connsiteX1489" fmla="*/ 2146950 w 3242958"/>
              <a:gd name="connsiteY1489" fmla="*/ 1324525 h 2476997"/>
              <a:gd name="connsiteX1490" fmla="*/ 2152002 w 3242958"/>
              <a:gd name="connsiteY1490" fmla="*/ 1318832 h 2476997"/>
              <a:gd name="connsiteX1491" fmla="*/ 2157134 w 3242958"/>
              <a:gd name="connsiteY1491" fmla="*/ 1313219 h 2476997"/>
              <a:gd name="connsiteX1492" fmla="*/ 2130432 w 3242958"/>
              <a:gd name="connsiteY1492" fmla="*/ 1289163 h 2476997"/>
              <a:gd name="connsiteX1493" fmla="*/ 2149516 w 3242958"/>
              <a:gd name="connsiteY1493" fmla="*/ 1267993 h 2476997"/>
              <a:gd name="connsiteX1494" fmla="*/ 2176138 w 3242958"/>
              <a:gd name="connsiteY1494" fmla="*/ 1292049 h 2476997"/>
              <a:gd name="connsiteX1495" fmla="*/ 2181270 w 3242958"/>
              <a:gd name="connsiteY1495" fmla="*/ 1286356 h 2476997"/>
              <a:gd name="connsiteX1496" fmla="*/ 2186482 w 3242958"/>
              <a:gd name="connsiteY1496" fmla="*/ 1280583 h 2476997"/>
              <a:gd name="connsiteX1497" fmla="*/ 1623490 w 3242958"/>
              <a:gd name="connsiteY1497" fmla="*/ 1187967 h 2476997"/>
              <a:gd name="connsiteX1498" fmla="*/ 1629344 w 3242958"/>
              <a:gd name="connsiteY1498" fmla="*/ 1195344 h 2476997"/>
              <a:gd name="connsiteX1499" fmla="*/ 1635759 w 3242958"/>
              <a:gd name="connsiteY1499" fmla="*/ 1201519 h 2476997"/>
              <a:gd name="connsiteX1500" fmla="*/ 1633995 w 3242958"/>
              <a:gd name="connsiteY1500" fmla="*/ 1203443 h 2476997"/>
              <a:gd name="connsiteX1501" fmla="*/ 1633995 w 3242958"/>
              <a:gd name="connsiteY1501" fmla="*/ 1252838 h 2476997"/>
              <a:gd name="connsiteX1502" fmla="*/ 1658853 w 3242958"/>
              <a:gd name="connsiteY1502" fmla="*/ 1257168 h 2476997"/>
              <a:gd name="connsiteX1503" fmla="*/ 1678178 w 3242958"/>
              <a:gd name="connsiteY1503" fmla="*/ 1268956 h 2476997"/>
              <a:gd name="connsiteX1504" fmla="*/ 1696942 w 3242958"/>
              <a:gd name="connsiteY1504" fmla="*/ 1274168 h 2476997"/>
              <a:gd name="connsiteX1505" fmla="*/ 1706484 w 3242958"/>
              <a:gd name="connsiteY1505" fmla="*/ 1283470 h 2476997"/>
              <a:gd name="connsiteX1506" fmla="*/ 1717149 w 3242958"/>
              <a:gd name="connsiteY1506" fmla="*/ 1284432 h 2476997"/>
              <a:gd name="connsiteX1507" fmla="*/ 1732064 w 3242958"/>
              <a:gd name="connsiteY1507" fmla="*/ 1295578 h 2476997"/>
              <a:gd name="connsiteX1508" fmla="*/ 1743611 w 3242958"/>
              <a:gd name="connsiteY1508" fmla="*/ 1302714 h 2476997"/>
              <a:gd name="connsiteX1509" fmla="*/ 1749384 w 3242958"/>
              <a:gd name="connsiteY1509" fmla="*/ 1309931 h 2476997"/>
              <a:gd name="connsiteX1510" fmla="*/ 1760129 w 3242958"/>
              <a:gd name="connsiteY1510" fmla="*/ 1314261 h 2476997"/>
              <a:gd name="connsiteX1511" fmla="*/ 1772317 w 3242958"/>
              <a:gd name="connsiteY1511" fmla="*/ 1315705 h 2476997"/>
              <a:gd name="connsiteX1512" fmla="*/ 1788354 w 3242958"/>
              <a:gd name="connsiteY1512" fmla="*/ 1322120 h 2476997"/>
              <a:gd name="connsiteX1513" fmla="*/ 1811529 w 3242958"/>
              <a:gd name="connsiteY1513" fmla="*/ 1335030 h 2476997"/>
              <a:gd name="connsiteX1514" fmla="*/ 1856513 w 3242958"/>
              <a:gd name="connsiteY1514" fmla="*/ 1342647 h 2476997"/>
              <a:gd name="connsiteX1515" fmla="*/ 1396642 w 3242958"/>
              <a:gd name="connsiteY1515" fmla="*/ 1343129 h 2476997"/>
              <a:gd name="connsiteX1516" fmla="*/ 1451570 w 3242958"/>
              <a:gd name="connsiteY1516" fmla="*/ 1336714 h 2476997"/>
              <a:gd name="connsiteX1517" fmla="*/ 1475626 w 3242958"/>
              <a:gd name="connsiteY1517" fmla="*/ 1323804 h 2476997"/>
              <a:gd name="connsiteX1518" fmla="*/ 1488537 w 3242958"/>
              <a:gd name="connsiteY1518" fmla="*/ 1311615 h 2476997"/>
              <a:gd name="connsiteX1519" fmla="*/ 1501446 w 3242958"/>
              <a:gd name="connsiteY1519" fmla="*/ 1305120 h 2476997"/>
              <a:gd name="connsiteX1520" fmla="*/ 1512993 w 3242958"/>
              <a:gd name="connsiteY1520" fmla="*/ 1298625 h 2476997"/>
              <a:gd name="connsiteX1521" fmla="*/ 1523017 w 3242958"/>
              <a:gd name="connsiteY1521" fmla="*/ 1285715 h 2476997"/>
              <a:gd name="connsiteX1522" fmla="*/ 1538092 w 3242958"/>
              <a:gd name="connsiteY1522" fmla="*/ 1279941 h 2476997"/>
              <a:gd name="connsiteX1523" fmla="*/ 1552445 w 3242958"/>
              <a:gd name="connsiteY1523" fmla="*/ 1269918 h 2476997"/>
              <a:gd name="connsiteX1524" fmla="*/ 1571129 w 3242958"/>
              <a:gd name="connsiteY1524" fmla="*/ 1264866 h 2476997"/>
              <a:gd name="connsiteX1525" fmla="*/ 1587647 w 3242958"/>
              <a:gd name="connsiteY1525" fmla="*/ 1254843 h 2476997"/>
              <a:gd name="connsiteX1526" fmla="*/ 1613868 w 3242958"/>
              <a:gd name="connsiteY1526" fmla="*/ 1253560 h 2476997"/>
              <a:gd name="connsiteX1527" fmla="*/ 1613868 w 3242958"/>
              <a:gd name="connsiteY1527" fmla="*/ 1204486 h 2476997"/>
              <a:gd name="connsiteX1528" fmla="*/ 1611462 w 3242958"/>
              <a:gd name="connsiteY1528" fmla="*/ 1202241 h 2476997"/>
              <a:gd name="connsiteX1529" fmla="*/ 1617798 w 3242958"/>
              <a:gd name="connsiteY1529" fmla="*/ 1195344 h 2476997"/>
              <a:gd name="connsiteX1530" fmla="*/ 1623490 w 3242958"/>
              <a:gd name="connsiteY1530" fmla="*/ 1187967 h 2476997"/>
              <a:gd name="connsiteX1531" fmla="*/ 2176058 w 3242958"/>
              <a:gd name="connsiteY1531" fmla="*/ 1161345 h 2476997"/>
              <a:gd name="connsiteX1532" fmla="*/ 2171968 w 3242958"/>
              <a:gd name="connsiteY1532" fmla="*/ 1167199 h 2476997"/>
              <a:gd name="connsiteX1533" fmla="*/ 2167879 w 3242958"/>
              <a:gd name="connsiteY1533" fmla="*/ 1173052 h 2476997"/>
              <a:gd name="connsiteX1534" fmla="*/ 2213425 w 3242958"/>
              <a:gd name="connsiteY1534" fmla="*/ 1205127 h 2476997"/>
              <a:gd name="connsiteX1535" fmla="*/ 2151120 w 3242958"/>
              <a:gd name="connsiteY1535" fmla="*/ 1197108 h 2476997"/>
              <a:gd name="connsiteX1536" fmla="*/ 2146549 w 3242958"/>
              <a:gd name="connsiteY1536" fmla="*/ 1203684 h 2476997"/>
              <a:gd name="connsiteX1537" fmla="*/ 2141979 w 3242958"/>
              <a:gd name="connsiteY1537" fmla="*/ 1210179 h 2476997"/>
              <a:gd name="connsiteX1538" fmla="*/ 2206849 w 3242958"/>
              <a:gd name="connsiteY1538" fmla="*/ 1255645 h 2476997"/>
              <a:gd name="connsiteX1539" fmla="*/ 2210939 w 3242958"/>
              <a:gd name="connsiteY1539" fmla="*/ 1249791 h 2476997"/>
              <a:gd name="connsiteX1540" fmla="*/ 2214948 w 3242958"/>
              <a:gd name="connsiteY1540" fmla="*/ 1243937 h 2476997"/>
              <a:gd name="connsiteX1541" fmla="*/ 2168199 w 3242958"/>
              <a:gd name="connsiteY1541" fmla="*/ 1211221 h 2476997"/>
              <a:gd name="connsiteX1542" fmla="*/ 2232349 w 3242958"/>
              <a:gd name="connsiteY1542" fmla="*/ 1219240 h 2476997"/>
              <a:gd name="connsiteX1543" fmla="*/ 2236759 w 3242958"/>
              <a:gd name="connsiteY1543" fmla="*/ 1212985 h 2476997"/>
              <a:gd name="connsiteX1544" fmla="*/ 2240929 w 3242958"/>
              <a:gd name="connsiteY1544" fmla="*/ 1206811 h 2476997"/>
              <a:gd name="connsiteX1545" fmla="*/ 1057212 w 3242958"/>
              <a:gd name="connsiteY1545" fmla="*/ 1154369 h 2476997"/>
              <a:gd name="connsiteX1546" fmla="*/ 1005892 w 3242958"/>
              <a:gd name="connsiteY1546" fmla="*/ 1187246 h 2476997"/>
              <a:gd name="connsiteX1547" fmla="*/ 1010303 w 3242958"/>
              <a:gd name="connsiteY1547" fmla="*/ 1214429 h 2476997"/>
              <a:gd name="connsiteX1548" fmla="*/ 1030991 w 3242958"/>
              <a:gd name="connsiteY1548" fmla="*/ 1225815 h 2476997"/>
              <a:gd name="connsiteX1549" fmla="*/ 1032515 w 3242958"/>
              <a:gd name="connsiteY1549" fmla="*/ 1225815 h 2476997"/>
              <a:gd name="connsiteX1550" fmla="*/ 1024496 w 3242958"/>
              <a:gd name="connsiteY1550" fmla="*/ 1232631 h 2476997"/>
              <a:gd name="connsiteX1551" fmla="*/ 1030029 w 3242958"/>
              <a:gd name="connsiteY1551" fmla="*/ 1241211 h 2476997"/>
              <a:gd name="connsiteX1552" fmla="*/ 1065872 w 3242958"/>
              <a:gd name="connsiteY1552" fmla="*/ 1217957 h 2476997"/>
              <a:gd name="connsiteX1553" fmla="*/ 1049274 w 3242958"/>
              <a:gd name="connsiteY1553" fmla="*/ 1192297 h 2476997"/>
              <a:gd name="connsiteX1554" fmla="*/ 1037807 w 3242958"/>
              <a:gd name="connsiteY1554" fmla="*/ 1199755 h 2476997"/>
              <a:gd name="connsiteX1555" fmla="*/ 1046707 w 3242958"/>
              <a:gd name="connsiteY1555" fmla="*/ 1214429 h 2476997"/>
              <a:gd name="connsiteX1556" fmla="*/ 1036364 w 3242958"/>
              <a:gd name="connsiteY1556" fmla="*/ 1216433 h 2476997"/>
              <a:gd name="connsiteX1557" fmla="*/ 1022732 w 3242958"/>
              <a:gd name="connsiteY1557" fmla="*/ 1208896 h 2476997"/>
              <a:gd name="connsiteX1558" fmla="*/ 1020086 w 3242958"/>
              <a:gd name="connsiteY1558" fmla="*/ 1191816 h 2476997"/>
              <a:gd name="connsiteX1559" fmla="*/ 1034359 w 3242958"/>
              <a:gd name="connsiteY1559" fmla="*/ 1176180 h 2476997"/>
              <a:gd name="connsiteX1560" fmla="*/ 1054726 w 3242958"/>
              <a:gd name="connsiteY1560" fmla="*/ 1169604 h 2476997"/>
              <a:gd name="connsiteX1561" fmla="*/ 1069481 w 3242958"/>
              <a:gd name="connsiteY1561" fmla="*/ 1178585 h 2476997"/>
              <a:gd name="connsiteX1562" fmla="*/ 1071886 w 3242958"/>
              <a:gd name="connsiteY1562" fmla="*/ 1189491 h 2476997"/>
              <a:gd name="connsiteX1563" fmla="*/ 1067236 w 3242958"/>
              <a:gd name="connsiteY1563" fmla="*/ 1198953 h 2476997"/>
              <a:gd name="connsiteX1564" fmla="*/ 1076216 w 3242958"/>
              <a:gd name="connsiteY1564" fmla="*/ 1211702 h 2476997"/>
              <a:gd name="connsiteX1565" fmla="*/ 1087122 w 3242958"/>
              <a:gd name="connsiteY1565" fmla="*/ 1192698 h 2476997"/>
              <a:gd name="connsiteX1566" fmla="*/ 1081268 w 3242958"/>
              <a:gd name="connsiteY1566" fmla="*/ 1170406 h 2476997"/>
              <a:gd name="connsiteX1567" fmla="*/ 1057212 w 3242958"/>
              <a:gd name="connsiteY1567" fmla="*/ 1154369 h 2476997"/>
              <a:gd name="connsiteX1568" fmla="*/ 2226816 w 3242958"/>
              <a:gd name="connsiteY1568" fmla="*/ 1108261 h 2476997"/>
              <a:gd name="connsiteX1569" fmla="*/ 2247424 w 3242958"/>
              <a:gd name="connsiteY1569" fmla="*/ 1113313 h 2476997"/>
              <a:gd name="connsiteX1570" fmla="*/ 2263382 w 3242958"/>
              <a:gd name="connsiteY1570" fmla="*/ 1127105 h 2476997"/>
              <a:gd name="connsiteX1571" fmla="*/ 2264801 w 3242958"/>
              <a:gd name="connsiteY1571" fmla="*/ 1131740 h 2476997"/>
              <a:gd name="connsiteX1572" fmla="*/ 2249750 w 3242958"/>
              <a:gd name="connsiteY1572" fmla="*/ 1152764 h 2476997"/>
              <a:gd name="connsiteX1573" fmla="*/ 2229462 w 3242958"/>
              <a:gd name="connsiteY1573" fmla="*/ 1147953 h 2476997"/>
              <a:gd name="connsiteX1574" fmla="*/ 2213425 w 3242958"/>
              <a:gd name="connsiteY1574" fmla="*/ 1133680 h 2476997"/>
              <a:gd name="connsiteX1575" fmla="*/ 2213425 w 3242958"/>
              <a:gd name="connsiteY1575" fmla="*/ 1117643 h 2476997"/>
              <a:gd name="connsiteX1576" fmla="*/ 2226816 w 3242958"/>
              <a:gd name="connsiteY1576" fmla="*/ 1108261 h 2476997"/>
              <a:gd name="connsiteX1577" fmla="*/ 2223288 w 3242958"/>
              <a:gd name="connsiteY1577" fmla="*/ 1093988 h 2476997"/>
              <a:gd name="connsiteX1578" fmla="*/ 2219808 w 3242958"/>
              <a:gd name="connsiteY1578" fmla="*/ 1095047 h 2476997"/>
              <a:gd name="connsiteX1579" fmla="*/ 2199232 w 3242958"/>
              <a:gd name="connsiteY1579" fmla="*/ 1139134 h 2476997"/>
              <a:gd name="connsiteX1580" fmla="*/ 2221925 w 3242958"/>
              <a:gd name="connsiteY1580" fmla="*/ 1161907 h 2476997"/>
              <a:gd name="connsiteX1581" fmla="*/ 2253037 w 3242958"/>
              <a:gd name="connsiteY1581" fmla="*/ 1167680 h 2476997"/>
              <a:gd name="connsiteX1582" fmla="*/ 2274848 w 3242958"/>
              <a:gd name="connsiteY1582" fmla="*/ 1150440 h 2476997"/>
              <a:gd name="connsiteX1583" fmla="*/ 2274688 w 3242958"/>
              <a:gd name="connsiteY1583" fmla="*/ 1150279 h 2476997"/>
              <a:gd name="connsiteX1584" fmla="*/ 2277093 w 3242958"/>
              <a:gd name="connsiteY1584" fmla="*/ 1122615 h 2476997"/>
              <a:gd name="connsiteX1585" fmla="*/ 2254882 w 3242958"/>
              <a:gd name="connsiteY1585" fmla="*/ 1100082 h 2476997"/>
              <a:gd name="connsiteX1586" fmla="*/ 2223288 w 3242958"/>
              <a:gd name="connsiteY1586" fmla="*/ 1093988 h 2476997"/>
              <a:gd name="connsiteX1587" fmla="*/ 1024656 w 3242958"/>
              <a:gd name="connsiteY1587" fmla="*/ 1068890 h 2476997"/>
              <a:gd name="connsiteX1588" fmla="*/ 952889 w 3242958"/>
              <a:gd name="connsiteY1588" fmla="*/ 1102408 h 2476997"/>
              <a:gd name="connsiteX1589" fmla="*/ 955856 w 3242958"/>
              <a:gd name="connsiteY1589" fmla="*/ 1108823 h 2476997"/>
              <a:gd name="connsiteX1590" fmla="*/ 958903 w 3242958"/>
              <a:gd name="connsiteY1590" fmla="*/ 1115238 h 2476997"/>
              <a:gd name="connsiteX1591" fmla="*/ 1010623 w 3242958"/>
              <a:gd name="connsiteY1591" fmla="*/ 1091182 h 2476997"/>
              <a:gd name="connsiteX1592" fmla="*/ 971573 w 3242958"/>
              <a:gd name="connsiteY1592" fmla="*/ 1142582 h 2476997"/>
              <a:gd name="connsiteX1593" fmla="*/ 974780 w 3242958"/>
              <a:gd name="connsiteY1593" fmla="*/ 1149397 h 2476997"/>
              <a:gd name="connsiteX1594" fmla="*/ 977988 w 3242958"/>
              <a:gd name="connsiteY1594" fmla="*/ 1156133 h 2476997"/>
              <a:gd name="connsiteX1595" fmla="*/ 1049755 w 3242958"/>
              <a:gd name="connsiteY1595" fmla="*/ 1122695 h 2476997"/>
              <a:gd name="connsiteX1596" fmla="*/ 1046707 w 3242958"/>
              <a:gd name="connsiteY1596" fmla="*/ 1116200 h 2476997"/>
              <a:gd name="connsiteX1597" fmla="*/ 1043741 w 3242958"/>
              <a:gd name="connsiteY1597" fmla="*/ 1109785 h 2476997"/>
              <a:gd name="connsiteX1598" fmla="*/ 993383 w 3242958"/>
              <a:gd name="connsiteY1598" fmla="*/ 1133280 h 2476997"/>
              <a:gd name="connsiteX1599" fmla="*/ 1031392 w 3242958"/>
              <a:gd name="connsiteY1599" fmla="*/ 1083404 h 2476997"/>
              <a:gd name="connsiteX1600" fmla="*/ 1028024 w 3242958"/>
              <a:gd name="connsiteY1600" fmla="*/ 1076187 h 2476997"/>
              <a:gd name="connsiteX1601" fmla="*/ 2305479 w 3242958"/>
              <a:gd name="connsiteY1601" fmla="*/ 1036414 h 2476997"/>
              <a:gd name="connsiteX1602" fmla="*/ 2292489 w 3242958"/>
              <a:gd name="connsiteY1602" fmla="*/ 1070253 h 2476997"/>
              <a:gd name="connsiteX1603" fmla="*/ 2231708 w 3242958"/>
              <a:gd name="connsiteY1603" fmla="*/ 1046919 h 2476997"/>
              <a:gd name="connsiteX1604" fmla="*/ 2228981 w 3242958"/>
              <a:gd name="connsiteY1604" fmla="*/ 1054055 h 2476997"/>
              <a:gd name="connsiteX1605" fmla="*/ 2226255 w 3242958"/>
              <a:gd name="connsiteY1605" fmla="*/ 1061112 h 2476997"/>
              <a:gd name="connsiteX1606" fmla="*/ 2300347 w 3242958"/>
              <a:gd name="connsiteY1606" fmla="*/ 1089578 h 2476997"/>
              <a:gd name="connsiteX1607" fmla="*/ 2318630 w 3242958"/>
              <a:gd name="connsiteY1607" fmla="*/ 1041466 h 2476997"/>
              <a:gd name="connsiteX1608" fmla="*/ 2312054 w 3242958"/>
              <a:gd name="connsiteY1608" fmla="*/ 1038980 h 2476997"/>
              <a:gd name="connsiteX1609" fmla="*/ 1010704 w 3242958"/>
              <a:gd name="connsiteY1609" fmla="*/ 1033688 h 2476997"/>
              <a:gd name="connsiteX1610" fmla="*/ 936772 w 3242958"/>
              <a:gd name="connsiteY1610" fmla="*/ 1062074 h 2476997"/>
              <a:gd name="connsiteX1611" fmla="*/ 939498 w 3242958"/>
              <a:gd name="connsiteY1611" fmla="*/ 1069211 h 2476997"/>
              <a:gd name="connsiteX1612" fmla="*/ 942224 w 3242958"/>
              <a:gd name="connsiteY1612" fmla="*/ 1076267 h 2476997"/>
              <a:gd name="connsiteX1613" fmla="*/ 1016156 w 3242958"/>
              <a:gd name="connsiteY1613" fmla="*/ 1047881 h 2476997"/>
              <a:gd name="connsiteX1614" fmla="*/ 1013430 w 3242958"/>
              <a:gd name="connsiteY1614" fmla="*/ 1040825 h 2476997"/>
              <a:gd name="connsiteX1615" fmla="*/ 942946 w 3242958"/>
              <a:gd name="connsiteY1615" fmla="*/ 979722 h 2476997"/>
              <a:gd name="connsiteX1616" fmla="*/ 938375 w 3242958"/>
              <a:gd name="connsiteY1616" fmla="*/ 980925 h 2476997"/>
              <a:gd name="connsiteX1617" fmla="*/ 919451 w 3242958"/>
              <a:gd name="connsiteY1617" fmla="*/ 991670 h 2476997"/>
              <a:gd name="connsiteX1618" fmla="*/ 917607 w 3242958"/>
              <a:gd name="connsiteY1618" fmla="*/ 1010915 h 2476997"/>
              <a:gd name="connsiteX1619" fmla="*/ 928111 w 3242958"/>
              <a:gd name="connsiteY1619" fmla="*/ 1026231 h 2476997"/>
              <a:gd name="connsiteX1620" fmla="*/ 928111 w 3242958"/>
              <a:gd name="connsiteY1620" fmla="*/ 1026070 h 2476997"/>
              <a:gd name="connsiteX1621" fmla="*/ 947276 w 3242958"/>
              <a:gd name="connsiteY1621" fmla="*/ 1027353 h 2476997"/>
              <a:gd name="connsiteX1622" fmla="*/ 1002284 w 3242958"/>
              <a:gd name="connsiteY1622" fmla="*/ 1012599 h 2476997"/>
              <a:gd name="connsiteX1623" fmla="*/ 1000280 w 3242958"/>
              <a:gd name="connsiteY1623" fmla="*/ 1005222 h 2476997"/>
              <a:gd name="connsiteX1624" fmla="*/ 998355 w 3242958"/>
              <a:gd name="connsiteY1624" fmla="*/ 997925 h 2476997"/>
              <a:gd name="connsiteX1625" fmla="*/ 943347 w 3242958"/>
              <a:gd name="connsiteY1625" fmla="*/ 1012679 h 2476997"/>
              <a:gd name="connsiteX1626" fmla="*/ 934767 w 3242958"/>
              <a:gd name="connsiteY1626" fmla="*/ 1012679 h 2476997"/>
              <a:gd name="connsiteX1627" fmla="*/ 933949 w 3242958"/>
              <a:gd name="connsiteY1627" fmla="*/ 1012118 h 2476997"/>
              <a:gd name="connsiteX1628" fmla="*/ 932281 w 3242958"/>
              <a:gd name="connsiteY1628" fmla="*/ 999528 h 2476997"/>
              <a:gd name="connsiteX1629" fmla="*/ 942064 w 3242958"/>
              <a:gd name="connsiteY1629" fmla="*/ 994877 h 2476997"/>
              <a:gd name="connsiteX1630" fmla="*/ 946635 w 3242958"/>
              <a:gd name="connsiteY1630" fmla="*/ 993675 h 2476997"/>
              <a:gd name="connsiteX1631" fmla="*/ 2280381 w 3242958"/>
              <a:gd name="connsiteY1631" fmla="*/ 954223 h 2476997"/>
              <a:gd name="connsiteX1632" fmla="*/ 2301630 w 3242958"/>
              <a:gd name="connsiteY1632" fmla="*/ 954223 h 2476997"/>
              <a:gd name="connsiteX1633" fmla="*/ 2319913 w 3242958"/>
              <a:gd name="connsiteY1633" fmla="*/ 964246 h 2476997"/>
              <a:gd name="connsiteX1634" fmla="*/ 2322415 w 3242958"/>
              <a:gd name="connsiteY1634" fmla="*/ 968408 h 2476997"/>
              <a:gd name="connsiteX1635" fmla="*/ 2312857 w 3242958"/>
              <a:gd name="connsiteY1635" fmla="*/ 992552 h 2476997"/>
              <a:gd name="connsiteX1636" fmla="*/ 2292008 w 3242958"/>
              <a:gd name="connsiteY1636" fmla="*/ 992552 h 2476997"/>
              <a:gd name="connsiteX1637" fmla="*/ 2273325 w 3242958"/>
              <a:gd name="connsiteY1637" fmla="*/ 982449 h 2476997"/>
              <a:gd name="connsiteX1638" fmla="*/ 2270406 w 3242958"/>
              <a:gd name="connsiteY1638" fmla="*/ 977581 h 2476997"/>
              <a:gd name="connsiteX1639" fmla="*/ 2280381 w 3242958"/>
              <a:gd name="connsiteY1639" fmla="*/ 954223 h 2476997"/>
              <a:gd name="connsiteX1640" fmla="*/ 2305158 w 3242958"/>
              <a:gd name="connsiteY1640" fmla="*/ 939468 h 2476997"/>
              <a:gd name="connsiteX1641" fmla="*/ 2273084 w 3242958"/>
              <a:gd name="connsiteY1641" fmla="*/ 941233 h 2476997"/>
              <a:gd name="connsiteX1642" fmla="*/ 2269924 w 3242958"/>
              <a:gd name="connsiteY1642" fmla="*/ 943133 h 2476997"/>
              <a:gd name="connsiteX1643" fmla="*/ 2260735 w 3242958"/>
              <a:gd name="connsiteY1643" fmla="*/ 990788 h 2476997"/>
              <a:gd name="connsiteX1644" fmla="*/ 2288319 w 3242958"/>
              <a:gd name="connsiteY1644" fmla="*/ 1007467 h 2476997"/>
              <a:gd name="connsiteX1645" fmla="*/ 2319913 w 3242958"/>
              <a:gd name="connsiteY1645" fmla="*/ 1005542 h 2476997"/>
              <a:gd name="connsiteX1646" fmla="*/ 2336832 w 3242958"/>
              <a:gd name="connsiteY1646" fmla="*/ 983491 h 2476997"/>
              <a:gd name="connsiteX1647" fmla="*/ 2332181 w 3242958"/>
              <a:gd name="connsiteY1647" fmla="*/ 955987 h 2476997"/>
              <a:gd name="connsiteX1648" fmla="*/ 2305158 w 3242958"/>
              <a:gd name="connsiteY1648" fmla="*/ 939468 h 2476997"/>
              <a:gd name="connsiteX1649" fmla="*/ 983360 w 3242958"/>
              <a:gd name="connsiteY1649" fmla="*/ 934256 h 2476997"/>
              <a:gd name="connsiteX1650" fmla="*/ 905659 w 3242958"/>
              <a:gd name="connsiteY1650" fmla="*/ 949412 h 2476997"/>
              <a:gd name="connsiteX1651" fmla="*/ 907103 w 3242958"/>
              <a:gd name="connsiteY1651" fmla="*/ 956869 h 2476997"/>
              <a:gd name="connsiteX1652" fmla="*/ 908546 w 3242958"/>
              <a:gd name="connsiteY1652" fmla="*/ 964326 h 2476997"/>
              <a:gd name="connsiteX1653" fmla="*/ 986247 w 3242958"/>
              <a:gd name="connsiteY1653" fmla="*/ 949251 h 2476997"/>
              <a:gd name="connsiteX1654" fmla="*/ 984804 w 3242958"/>
              <a:gd name="connsiteY1654" fmla="*/ 941714 h 2476997"/>
              <a:gd name="connsiteX1655" fmla="*/ 1152073 w 3242958"/>
              <a:gd name="connsiteY1655" fmla="*/ 933454 h 2476997"/>
              <a:gd name="connsiteX1656" fmla="*/ 1242604 w 3242958"/>
              <a:gd name="connsiteY1656" fmla="*/ 947808 h 2476997"/>
              <a:gd name="connsiteX1657" fmla="*/ 1459910 w 3242958"/>
              <a:gd name="connsiteY1657" fmla="*/ 946044 h 2476997"/>
              <a:gd name="connsiteX1658" fmla="*/ 1491424 w 3242958"/>
              <a:gd name="connsiteY1658" fmla="*/ 951176 h 2476997"/>
              <a:gd name="connsiteX1659" fmla="*/ 1560625 w 3242958"/>
              <a:gd name="connsiteY1659" fmla="*/ 959194 h 2476997"/>
              <a:gd name="connsiteX1660" fmla="*/ 1539375 w 3242958"/>
              <a:gd name="connsiteY1660" fmla="*/ 1045074 h 2476997"/>
              <a:gd name="connsiteX1661" fmla="*/ 1624453 w 3242958"/>
              <a:gd name="connsiteY1661" fmla="*/ 1059508 h 2476997"/>
              <a:gd name="connsiteX1662" fmla="*/ 1709452 w 3242958"/>
              <a:gd name="connsiteY1662" fmla="*/ 1045074 h 2476997"/>
              <a:gd name="connsiteX1663" fmla="*/ 1688202 w 3242958"/>
              <a:gd name="connsiteY1663" fmla="*/ 959274 h 2476997"/>
              <a:gd name="connsiteX1664" fmla="*/ 1757403 w 3242958"/>
              <a:gd name="connsiteY1664" fmla="*/ 951256 h 2476997"/>
              <a:gd name="connsiteX1665" fmla="*/ 1788997 w 3242958"/>
              <a:gd name="connsiteY1665" fmla="*/ 946124 h 2476997"/>
              <a:gd name="connsiteX1666" fmla="*/ 2006303 w 3242958"/>
              <a:gd name="connsiteY1666" fmla="*/ 947888 h 2476997"/>
              <a:gd name="connsiteX1667" fmla="*/ 2006624 w 3242958"/>
              <a:gd name="connsiteY1667" fmla="*/ 947808 h 2476997"/>
              <a:gd name="connsiteX1668" fmla="*/ 2097074 w 3242958"/>
              <a:gd name="connsiteY1668" fmla="*/ 933454 h 2476997"/>
              <a:gd name="connsiteX1669" fmla="*/ 2040142 w 3242958"/>
              <a:gd name="connsiteY1669" fmla="*/ 996962 h 2476997"/>
              <a:gd name="connsiteX1670" fmla="*/ 1681386 w 3242958"/>
              <a:gd name="connsiteY1670" fmla="*/ 1062715 h 2476997"/>
              <a:gd name="connsiteX1671" fmla="*/ 1704400 w 3242958"/>
              <a:gd name="connsiteY1671" fmla="*/ 1154770 h 2476997"/>
              <a:gd name="connsiteX1672" fmla="*/ 1624213 w 3242958"/>
              <a:gd name="connsiteY1672" fmla="*/ 1172090 h 2476997"/>
              <a:gd name="connsiteX1673" fmla="*/ 1544026 w 3242958"/>
              <a:gd name="connsiteY1673" fmla="*/ 1154770 h 2476997"/>
              <a:gd name="connsiteX1674" fmla="*/ 1567040 w 3242958"/>
              <a:gd name="connsiteY1674" fmla="*/ 1062715 h 2476997"/>
              <a:gd name="connsiteX1675" fmla="*/ 1209006 w 3242958"/>
              <a:gd name="connsiteY1675" fmla="*/ 996962 h 2476997"/>
              <a:gd name="connsiteX1676" fmla="*/ 1152073 w 3242958"/>
              <a:gd name="connsiteY1676" fmla="*/ 933454 h 2476997"/>
              <a:gd name="connsiteX1677" fmla="*/ 974139 w 3242958"/>
              <a:gd name="connsiteY1677" fmla="*/ 859282 h 2476997"/>
              <a:gd name="connsiteX1678" fmla="*/ 895556 w 3242958"/>
              <a:gd name="connsiteY1678" fmla="*/ 868985 h 2476997"/>
              <a:gd name="connsiteX1679" fmla="*/ 902291 w 3242958"/>
              <a:gd name="connsiteY1679" fmla="*/ 924153 h 2476997"/>
              <a:gd name="connsiteX1680" fmla="*/ 909268 w 3242958"/>
              <a:gd name="connsiteY1680" fmla="*/ 923351 h 2476997"/>
              <a:gd name="connsiteX1681" fmla="*/ 916244 w 3242958"/>
              <a:gd name="connsiteY1681" fmla="*/ 922469 h 2476997"/>
              <a:gd name="connsiteX1682" fmla="*/ 911352 w 3242958"/>
              <a:gd name="connsiteY1682" fmla="*/ 882376 h 2476997"/>
              <a:gd name="connsiteX1683" fmla="*/ 931800 w 3242958"/>
              <a:gd name="connsiteY1683" fmla="*/ 879810 h 2476997"/>
              <a:gd name="connsiteX1684" fmla="*/ 936130 w 3242958"/>
              <a:gd name="connsiteY1684" fmla="*/ 915172 h 2476997"/>
              <a:gd name="connsiteX1685" fmla="*/ 942946 w 3242958"/>
              <a:gd name="connsiteY1685" fmla="*/ 914370 h 2476997"/>
              <a:gd name="connsiteX1686" fmla="*/ 949682 w 3242958"/>
              <a:gd name="connsiteY1686" fmla="*/ 913568 h 2476997"/>
              <a:gd name="connsiteX1687" fmla="*/ 945352 w 3242958"/>
              <a:gd name="connsiteY1687" fmla="*/ 878206 h 2476997"/>
              <a:gd name="connsiteX1688" fmla="*/ 962030 w 3242958"/>
              <a:gd name="connsiteY1688" fmla="*/ 876121 h 2476997"/>
              <a:gd name="connsiteX1689" fmla="*/ 966681 w 3242958"/>
              <a:gd name="connsiteY1689" fmla="*/ 914210 h 2476997"/>
              <a:gd name="connsiteX1690" fmla="*/ 973738 w 3242958"/>
              <a:gd name="connsiteY1690" fmla="*/ 913408 h 2476997"/>
              <a:gd name="connsiteX1691" fmla="*/ 980634 w 3242958"/>
              <a:gd name="connsiteY1691" fmla="*/ 912526 h 2476997"/>
              <a:gd name="connsiteX1692" fmla="*/ 2299385 w 3242958"/>
              <a:gd name="connsiteY1692" fmla="*/ 845891 h 2476997"/>
              <a:gd name="connsiteX1693" fmla="*/ 2279098 w 3242958"/>
              <a:gd name="connsiteY1693" fmla="*/ 853909 h 2476997"/>
              <a:gd name="connsiteX1694" fmla="*/ 2279098 w 3242958"/>
              <a:gd name="connsiteY1694" fmla="*/ 902021 h 2476997"/>
              <a:gd name="connsiteX1695" fmla="*/ 2339719 w 3242958"/>
              <a:gd name="connsiteY1695" fmla="*/ 907715 h 2476997"/>
              <a:gd name="connsiteX1696" fmla="*/ 2353030 w 3242958"/>
              <a:gd name="connsiteY1696" fmla="*/ 883659 h 2476997"/>
              <a:gd name="connsiteX1697" fmla="*/ 2343728 w 3242958"/>
              <a:gd name="connsiteY1697" fmla="*/ 861928 h 2476997"/>
              <a:gd name="connsiteX1698" fmla="*/ 2342526 w 3242958"/>
              <a:gd name="connsiteY1698" fmla="*/ 861286 h 2476997"/>
              <a:gd name="connsiteX1699" fmla="*/ 2352870 w 3242958"/>
              <a:gd name="connsiteY1699" fmla="*/ 860645 h 2476997"/>
              <a:gd name="connsiteX1700" fmla="*/ 2353592 w 3242958"/>
              <a:gd name="connsiteY1700" fmla="*/ 850622 h 2476997"/>
              <a:gd name="connsiteX1701" fmla="*/ 2311012 w 3242958"/>
              <a:gd name="connsiteY1701" fmla="*/ 846933 h 2476997"/>
              <a:gd name="connsiteX1702" fmla="*/ 2308366 w 3242958"/>
              <a:gd name="connsiteY1702" fmla="*/ 877324 h 2476997"/>
              <a:gd name="connsiteX1703" fmla="*/ 2321998 w 3242958"/>
              <a:gd name="connsiteY1703" fmla="*/ 878527 h 2476997"/>
              <a:gd name="connsiteX1704" fmla="*/ 2323441 w 3242958"/>
              <a:gd name="connsiteY1704" fmla="*/ 861367 h 2476997"/>
              <a:gd name="connsiteX1705" fmla="*/ 2332823 w 3242958"/>
              <a:gd name="connsiteY1705" fmla="*/ 866178 h 2476997"/>
              <a:gd name="connsiteX1706" fmla="*/ 2338917 w 3242958"/>
              <a:gd name="connsiteY1706" fmla="*/ 880531 h 2476997"/>
              <a:gd name="connsiteX1707" fmla="*/ 2330899 w 3242958"/>
              <a:gd name="connsiteY1707" fmla="*/ 895606 h 2476997"/>
              <a:gd name="connsiteX1708" fmla="*/ 2309970 w 3242958"/>
              <a:gd name="connsiteY1708" fmla="*/ 899135 h 2476997"/>
              <a:gd name="connsiteX1709" fmla="*/ 2289843 w 3242958"/>
              <a:gd name="connsiteY1709" fmla="*/ 891758 h 2476997"/>
              <a:gd name="connsiteX1710" fmla="*/ 2283749 w 3242958"/>
              <a:gd name="connsiteY1710" fmla="*/ 875720 h 2476997"/>
              <a:gd name="connsiteX1711" fmla="*/ 2288560 w 3242958"/>
              <a:gd name="connsiteY1711" fmla="*/ 865536 h 2476997"/>
              <a:gd name="connsiteX1712" fmla="*/ 2298102 w 3242958"/>
              <a:gd name="connsiteY1712" fmla="*/ 861046 h 2476997"/>
              <a:gd name="connsiteX1713" fmla="*/ 1204114 w 3242958"/>
              <a:gd name="connsiteY1713" fmla="*/ 821273 h 2476997"/>
              <a:gd name="connsiteX1714" fmla="*/ 1254311 w 3242958"/>
              <a:gd name="connsiteY1714" fmla="*/ 826726 h 2476997"/>
              <a:gd name="connsiteX1715" fmla="*/ 1297853 w 3242958"/>
              <a:gd name="connsiteY1715" fmla="*/ 826726 h 2476997"/>
              <a:gd name="connsiteX1716" fmla="*/ 1347729 w 3242958"/>
              <a:gd name="connsiteY1716" fmla="*/ 826245 h 2476997"/>
              <a:gd name="connsiteX1717" fmla="*/ 1423024 w 3242958"/>
              <a:gd name="connsiteY1717" fmla="*/ 828170 h 2476997"/>
              <a:gd name="connsiteX1718" fmla="*/ 1504414 w 3242958"/>
              <a:gd name="connsiteY1718" fmla="*/ 847093 h 2476997"/>
              <a:gd name="connsiteX1719" fmla="*/ 1561908 w 3242958"/>
              <a:gd name="connsiteY1719" fmla="*/ 851023 h 2476997"/>
              <a:gd name="connsiteX1720" fmla="*/ 1542503 w 3242958"/>
              <a:gd name="connsiteY1720" fmla="*/ 933535 h 2476997"/>
              <a:gd name="connsiteX1721" fmla="*/ 1622689 w 3242958"/>
              <a:gd name="connsiteY1721" fmla="*/ 942997 h 2476997"/>
              <a:gd name="connsiteX1722" fmla="*/ 1623571 w 3242958"/>
              <a:gd name="connsiteY1722" fmla="*/ 942997 h 2476997"/>
              <a:gd name="connsiteX1723" fmla="*/ 1624614 w 3242958"/>
              <a:gd name="connsiteY1723" fmla="*/ 942997 h 2476997"/>
              <a:gd name="connsiteX1724" fmla="*/ 1705362 w 3242958"/>
              <a:gd name="connsiteY1724" fmla="*/ 933374 h 2476997"/>
              <a:gd name="connsiteX1725" fmla="*/ 1685957 w 3242958"/>
              <a:gd name="connsiteY1725" fmla="*/ 850862 h 2476997"/>
              <a:gd name="connsiteX1726" fmla="*/ 1743451 w 3242958"/>
              <a:gd name="connsiteY1726" fmla="*/ 846933 h 2476997"/>
              <a:gd name="connsiteX1727" fmla="*/ 1825161 w 3242958"/>
              <a:gd name="connsiteY1727" fmla="*/ 828250 h 2476997"/>
              <a:gd name="connsiteX1728" fmla="*/ 1900456 w 3242958"/>
              <a:gd name="connsiteY1728" fmla="*/ 826325 h 2476997"/>
              <a:gd name="connsiteX1729" fmla="*/ 1950332 w 3242958"/>
              <a:gd name="connsiteY1729" fmla="*/ 826806 h 2476997"/>
              <a:gd name="connsiteX1730" fmla="*/ 1993874 w 3242958"/>
              <a:gd name="connsiteY1730" fmla="*/ 826806 h 2476997"/>
              <a:gd name="connsiteX1731" fmla="*/ 1993874 w 3242958"/>
              <a:gd name="connsiteY1731" fmla="*/ 826726 h 2476997"/>
              <a:gd name="connsiteX1732" fmla="*/ 2044071 w 3242958"/>
              <a:gd name="connsiteY1732" fmla="*/ 821273 h 2476997"/>
              <a:gd name="connsiteX1733" fmla="*/ 1995959 w 3242958"/>
              <a:gd name="connsiteY1733" fmla="*/ 868664 h 2476997"/>
              <a:gd name="connsiteX1734" fmla="*/ 1925956 w 3242958"/>
              <a:gd name="connsiteY1734" fmla="*/ 900738 h 2476997"/>
              <a:gd name="connsiteX1735" fmla="*/ 1755078 w 3242958"/>
              <a:gd name="connsiteY1735" fmla="*/ 938506 h 2476997"/>
              <a:gd name="connsiteX1736" fmla="*/ 1678820 w 3242958"/>
              <a:gd name="connsiteY1736" fmla="*/ 947086 h 2476997"/>
              <a:gd name="connsiteX1737" fmla="*/ 1671443 w 3242958"/>
              <a:gd name="connsiteY1737" fmla="*/ 947808 h 2476997"/>
              <a:gd name="connsiteX1738" fmla="*/ 1692853 w 3242958"/>
              <a:gd name="connsiteY1738" fmla="*/ 1034650 h 2476997"/>
              <a:gd name="connsiteX1739" fmla="*/ 1623812 w 3242958"/>
              <a:gd name="connsiteY1739" fmla="*/ 1046357 h 2476997"/>
              <a:gd name="connsiteX1740" fmla="*/ 1554691 w 3242958"/>
              <a:gd name="connsiteY1740" fmla="*/ 1034650 h 2476997"/>
              <a:gd name="connsiteX1741" fmla="*/ 1576181 w 3242958"/>
              <a:gd name="connsiteY1741" fmla="*/ 947808 h 2476997"/>
              <a:gd name="connsiteX1742" fmla="*/ 1568724 w 3242958"/>
              <a:gd name="connsiteY1742" fmla="*/ 947086 h 2476997"/>
              <a:gd name="connsiteX1743" fmla="*/ 1492466 w 3242958"/>
              <a:gd name="connsiteY1743" fmla="*/ 938506 h 2476997"/>
              <a:gd name="connsiteX1744" fmla="*/ 1322229 w 3242958"/>
              <a:gd name="connsiteY1744" fmla="*/ 900738 h 2476997"/>
              <a:gd name="connsiteX1745" fmla="*/ 1252226 w 3242958"/>
              <a:gd name="connsiteY1745" fmla="*/ 868664 h 2476997"/>
              <a:gd name="connsiteX1746" fmla="*/ 1204114 w 3242958"/>
              <a:gd name="connsiteY1746" fmla="*/ 821273 h 2476997"/>
              <a:gd name="connsiteX1747" fmla="*/ 941743 w 3242958"/>
              <a:gd name="connsiteY1747" fmla="*/ 791924 h 2476997"/>
              <a:gd name="connsiteX1748" fmla="*/ 959144 w 3242958"/>
              <a:gd name="connsiteY1748" fmla="*/ 791924 h 2476997"/>
              <a:gd name="connsiteX1749" fmla="*/ 959144 w 3242958"/>
              <a:gd name="connsiteY1749" fmla="*/ 808764 h 2476997"/>
              <a:gd name="connsiteX1750" fmla="*/ 956979 w 3242958"/>
              <a:gd name="connsiteY1750" fmla="*/ 817664 h 2476997"/>
              <a:gd name="connsiteX1751" fmla="*/ 950884 w 3242958"/>
              <a:gd name="connsiteY1751" fmla="*/ 820551 h 2476997"/>
              <a:gd name="connsiteX1752" fmla="*/ 943908 w 3242958"/>
              <a:gd name="connsiteY1752" fmla="*/ 817905 h 2476997"/>
              <a:gd name="connsiteX1753" fmla="*/ 941743 w 3242958"/>
              <a:gd name="connsiteY1753" fmla="*/ 809325 h 2476997"/>
              <a:gd name="connsiteX1754" fmla="*/ 907343 w 3242958"/>
              <a:gd name="connsiteY1754" fmla="*/ 790882 h 2476997"/>
              <a:gd name="connsiteX1755" fmla="*/ 928432 w 3242958"/>
              <a:gd name="connsiteY1755" fmla="*/ 791283 h 2476997"/>
              <a:gd name="connsiteX1756" fmla="*/ 928432 w 3242958"/>
              <a:gd name="connsiteY1756" fmla="*/ 809405 h 2476997"/>
              <a:gd name="connsiteX1757" fmla="*/ 925866 w 3242958"/>
              <a:gd name="connsiteY1757" fmla="*/ 818547 h 2476997"/>
              <a:gd name="connsiteX1758" fmla="*/ 918408 w 3242958"/>
              <a:gd name="connsiteY1758" fmla="*/ 821433 h 2476997"/>
              <a:gd name="connsiteX1759" fmla="*/ 909989 w 3242958"/>
              <a:gd name="connsiteY1759" fmla="*/ 818306 h 2476997"/>
              <a:gd name="connsiteX1760" fmla="*/ 907343 w 3242958"/>
              <a:gd name="connsiteY1760" fmla="*/ 809325 h 2476997"/>
              <a:gd name="connsiteX1761" fmla="*/ 894112 w 3242958"/>
              <a:gd name="connsiteY1761" fmla="*/ 776048 h 2476997"/>
              <a:gd name="connsiteX1762" fmla="*/ 894112 w 3242958"/>
              <a:gd name="connsiteY1762" fmla="*/ 783345 h 2476997"/>
              <a:gd name="connsiteX1763" fmla="*/ 894032 w 3242958"/>
              <a:gd name="connsiteY1763" fmla="*/ 809085 h 2476997"/>
              <a:gd name="connsiteX1764" fmla="*/ 899966 w 3242958"/>
              <a:gd name="connsiteY1764" fmla="*/ 829452 h 2476997"/>
              <a:gd name="connsiteX1765" fmla="*/ 918329 w 3242958"/>
              <a:gd name="connsiteY1765" fmla="*/ 836669 h 2476997"/>
              <a:gd name="connsiteX1766" fmla="*/ 933644 w 3242958"/>
              <a:gd name="connsiteY1766" fmla="*/ 829934 h 2476997"/>
              <a:gd name="connsiteX1767" fmla="*/ 936290 w 3242958"/>
              <a:gd name="connsiteY1767" fmla="*/ 825443 h 2476997"/>
              <a:gd name="connsiteX1768" fmla="*/ 952328 w 3242958"/>
              <a:gd name="connsiteY1768" fmla="*/ 834825 h 2476997"/>
              <a:gd name="connsiteX1769" fmla="*/ 967162 w 3242958"/>
              <a:gd name="connsiteY1769" fmla="*/ 829132 h 2476997"/>
              <a:gd name="connsiteX1770" fmla="*/ 972695 w 3242958"/>
              <a:gd name="connsiteY1770" fmla="*/ 812693 h 2476997"/>
              <a:gd name="connsiteX1771" fmla="*/ 973257 w 3242958"/>
              <a:gd name="connsiteY1771" fmla="*/ 784708 h 2476997"/>
              <a:gd name="connsiteX1772" fmla="*/ 973257 w 3242958"/>
              <a:gd name="connsiteY1772" fmla="*/ 777491 h 2476997"/>
              <a:gd name="connsiteX1773" fmla="*/ 2275650 w 3242958"/>
              <a:gd name="connsiteY1773" fmla="*/ 761935 h 2476997"/>
              <a:gd name="connsiteX1774" fmla="*/ 2275650 w 3242958"/>
              <a:gd name="connsiteY1774" fmla="*/ 770595 h 2476997"/>
              <a:gd name="connsiteX1775" fmla="*/ 2275650 w 3242958"/>
              <a:gd name="connsiteY1775" fmla="*/ 779175 h 2476997"/>
              <a:gd name="connsiteX1776" fmla="*/ 2310371 w 3242958"/>
              <a:gd name="connsiteY1776" fmla="*/ 792166 h 2476997"/>
              <a:gd name="connsiteX1777" fmla="*/ 2276612 w 3242958"/>
              <a:gd name="connsiteY1777" fmla="*/ 808203 h 2476997"/>
              <a:gd name="connsiteX1778" fmla="*/ 2276612 w 3242958"/>
              <a:gd name="connsiteY1778" fmla="*/ 817264 h 2476997"/>
              <a:gd name="connsiteX1779" fmla="*/ 2276612 w 3242958"/>
              <a:gd name="connsiteY1779" fmla="*/ 826325 h 2476997"/>
              <a:gd name="connsiteX1780" fmla="*/ 2324724 w 3242958"/>
              <a:gd name="connsiteY1780" fmla="*/ 799142 h 2476997"/>
              <a:gd name="connsiteX1781" fmla="*/ 2354473 w 3242958"/>
              <a:gd name="connsiteY1781" fmla="*/ 798099 h 2476997"/>
              <a:gd name="connsiteX1782" fmla="*/ 2354473 w 3242958"/>
              <a:gd name="connsiteY1782" fmla="*/ 790482 h 2476997"/>
              <a:gd name="connsiteX1783" fmla="*/ 2354473 w 3242958"/>
              <a:gd name="connsiteY1783" fmla="*/ 782944 h 2476997"/>
              <a:gd name="connsiteX1784" fmla="*/ 2324403 w 3242958"/>
              <a:gd name="connsiteY1784" fmla="*/ 783987 h 2476997"/>
              <a:gd name="connsiteX1785" fmla="*/ 1995718 w 3242958"/>
              <a:gd name="connsiteY1785" fmla="*/ 696262 h 2476997"/>
              <a:gd name="connsiteX1786" fmla="*/ 1948327 w 3242958"/>
              <a:gd name="connsiteY1786" fmla="*/ 748303 h 2476997"/>
              <a:gd name="connsiteX1787" fmla="*/ 1878485 w 3242958"/>
              <a:gd name="connsiteY1787" fmla="*/ 793529 h 2476997"/>
              <a:gd name="connsiteX1788" fmla="*/ 1740804 w 3242958"/>
              <a:gd name="connsiteY1788" fmla="*/ 834023 h 2476997"/>
              <a:gd name="connsiteX1789" fmla="*/ 1681385 w 3242958"/>
              <a:gd name="connsiteY1789" fmla="*/ 837792 h 2476997"/>
              <a:gd name="connsiteX1790" fmla="*/ 1669117 w 3242958"/>
              <a:gd name="connsiteY1790" fmla="*/ 837792 h 2476997"/>
              <a:gd name="connsiteX1791" fmla="*/ 1689003 w 3242958"/>
              <a:gd name="connsiteY1791" fmla="*/ 922228 h 2476997"/>
              <a:gd name="connsiteX1792" fmla="*/ 1624854 w 3242958"/>
              <a:gd name="connsiteY1792" fmla="*/ 930247 h 2476997"/>
              <a:gd name="connsiteX1793" fmla="*/ 1624052 w 3242958"/>
              <a:gd name="connsiteY1793" fmla="*/ 930247 h 2476997"/>
              <a:gd name="connsiteX1794" fmla="*/ 1623170 w 3242958"/>
              <a:gd name="connsiteY1794" fmla="*/ 930247 h 2476997"/>
              <a:gd name="connsiteX1795" fmla="*/ 1559020 w 3242958"/>
              <a:gd name="connsiteY1795" fmla="*/ 922228 h 2476997"/>
              <a:gd name="connsiteX1796" fmla="*/ 1578987 w 3242958"/>
              <a:gd name="connsiteY1796" fmla="*/ 837952 h 2476997"/>
              <a:gd name="connsiteX1797" fmla="*/ 1566718 w 3242958"/>
              <a:gd name="connsiteY1797" fmla="*/ 837952 h 2476997"/>
              <a:gd name="connsiteX1798" fmla="*/ 1507300 w 3242958"/>
              <a:gd name="connsiteY1798" fmla="*/ 834184 h 2476997"/>
              <a:gd name="connsiteX1799" fmla="*/ 1369619 w 3242958"/>
              <a:gd name="connsiteY1799" fmla="*/ 793689 h 2476997"/>
              <a:gd name="connsiteX1800" fmla="*/ 1299616 w 3242958"/>
              <a:gd name="connsiteY1800" fmla="*/ 748384 h 2476997"/>
              <a:gd name="connsiteX1801" fmla="*/ 1252386 w 3242958"/>
              <a:gd name="connsiteY1801" fmla="*/ 696423 h 2476997"/>
              <a:gd name="connsiteX1802" fmla="*/ 1301942 w 3242958"/>
              <a:gd name="connsiteY1802" fmla="*/ 702036 h 2476997"/>
              <a:gd name="connsiteX1803" fmla="*/ 1321187 w 3242958"/>
              <a:gd name="connsiteY1803" fmla="*/ 702918 h 2476997"/>
              <a:gd name="connsiteX1804" fmla="*/ 1411637 w 3242958"/>
              <a:gd name="connsiteY1804" fmla="*/ 707649 h 2476997"/>
              <a:gd name="connsiteX1805" fmla="*/ 1421741 w 3242958"/>
              <a:gd name="connsiteY1805" fmla="*/ 713021 h 2476997"/>
              <a:gd name="connsiteX1806" fmla="*/ 1523899 w 3242958"/>
              <a:gd name="connsiteY1806" fmla="*/ 745657 h 2476997"/>
              <a:gd name="connsiteX1807" fmla="*/ 1542181 w 3242958"/>
              <a:gd name="connsiteY1807" fmla="*/ 746860 h 2476997"/>
              <a:gd name="connsiteX1808" fmla="*/ 1564634 w 3242958"/>
              <a:gd name="connsiteY1808" fmla="*/ 745657 h 2476997"/>
              <a:gd name="connsiteX1809" fmla="*/ 1546992 w 3242958"/>
              <a:gd name="connsiteY1809" fmla="*/ 819028 h 2476997"/>
              <a:gd name="connsiteX1810" fmla="*/ 1624453 w 3242958"/>
              <a:gd name="connsiteY1810" fmla="*/ 823920 h 2476997"/>
              <a:gd name="connsiteX1811" fmla="*/ 1701833 w 3242958"/>
              <a:gd name="connsiteY1811" fmla="*/ 819028 h 2476997"/>
              <a:gd name="connsiteX1812" fmla="*/ 1684272 w 3242958"/>
              <a:gd name="connsiteY1812" fmla="*/ 745657 h 2476997"/>
              <a:gd name="connsiteX1813" fmla="*/ 1706644 w 3242958"/>
              <a:gd name="connsiteY1813" fmla="*/ 746860 h 2476997"/>
              <a:gd name="connsiteX1814" fmla="*/ 1724927 w 3242958"/>
              <a:gd name="connsiteY1814" fmla="*/ 745657 h 2476997"/>
              <a:gd name="connsiteX1815" fmla="*/ 1827165 w 3242958"/>
              <a:gd name="connsiteY1815" fmla="*/ 713021 h 2476997"/>
              <a:gd name="connsiteX1816" fmla="*/ 1837269 w 3242958"/>
              <a:gd name="connsiteY1816" fmla="*/ 707649 h 2476997"/>
              <a:gd name="connsiteX1817" fmla="*/ 1927719 w 3242958"/>
              <a:gd name="connsiteY1817" fmla="*/ 702918 h 2476997"/>
              <a:gd name="connsiteX1818" fmla="*/ 1946884 w 3242958"/>
              <a:gd name="connsiteY1818" fmla="*/ 702036 h 2476997"/>
              <a:gd name="connsiteX1819" fmla="*/ 1946082 w 3242958"/>
              <a:gd name="connsiteY1819" fmla="*/ 701875 h 2476997"/>
              <a:gd name="connsiteX1820" fmla="*/ 1995718 w 3242958"/>
              <a:gd name="connsiteY1820" fmla="*/ 696262 h 2476997"/>
              <a:gd name="connsiteX1821" fmla="*/ 1623651 w 3242958"/>
              <a:gd name="connsiteY1821" fmla="*/ 377359 h 2476997"/>
              <a:gd name="connsiteX1822" fmla="*/ 1607613 w 3242958"/>
              <a:gd name="connsiteY1822" fmla="*/ 400052 h 2476997"/>
              <a:gd name="connsiteX1823" fmla="*/ 1607613 w 3242958"/>
              <a:gd name="connsiteY1823" fmla="*/ 401175 h 2476997"/>
              <a:gd name="connsiteX1824" fmla="*/ 1594062 w 3242958"/>
              <a:gd name="connsiteY1824" fmla="*/ 471178 h 2476997"/>
              <a:gd name="connsiteX1825" fmla="*/ 1593019 w 3242958"/>
              <a:gd name="connsiteY1825" fmla="*/ 476390 h 2476997"/>
              <a:gd name="connsiteX1826" fmla="*/ 1583076 w 3242958"/>
              <a:gd name="connsiteY1826" fmla="*/ 476390 h 2476997"/>
              <a:gd name="connsiteX1827" fmla="*/ 1339148 w 3242958"/>
              <a:gd name="connsiteY1827" fmla="*/ 441188 h 2476997"/>
              <a:gd name="connsiteX1828" fmla="*/ 1360398 w 3242958"/>
              <a:gd name="connsiteY1828" fmla="*/ 493550 h 2476997"/>
              <a:gd name="connsiteX1829" fmla="*/ 1418373 w 3242958"/>
              <a:gd name="connsiteY1829" fmla="*/ 529794 h 2476997"/>
              <a:gd name="connsiteX1830" fmla="*/ 1423184 w 3242958"/>
              <a:gd name="connsiteY1830" fmla="*/ 530756 h 2476997"/>
              <a:gd name="connsiteX1831" fmla="*/ 1423184 w 3242958"/>
              <a:gd name="connsiteY1831" fmla="*/ 535648 h 2476997"/>
              <a:gd name="connsiteX1832" fmla="*/ 1423504 w 3242958"/>
              <a:gd name="connsiteY1832" fmla="*/ 535648 h 2476997"/>
              <a:gd name="connsiteX1833" fmla="*/ 1444754 w 3242958"/>
              <a:gd name="connsiteY1833" fmla="*/ 578467 h 2476997"/>
              <a:gd name="connsiteX1834" fmla="*/ 1489579 w 3242958"/>
              <a:gd name="connsiteY1834" fmla="*/ 592660 h 2476997"/>
              <a:gd name="connsiteX1835" fmla="*/ 1495593 w 3242958"/>
              <a:gd name="connsiteY1835" fmla="*/ 592660 h 2476997"/>
              <a:gd name="connsiteX1836" fmla="*/ 1500644 w 3242958"/>
              <a:gd name="connsiteY1836" fmla="*/ 592019 h 2476997"/>
              <a:gd name="connsiteX1837" fmla="*/ 1502408 w 3242958"/>
              <a:gd name="connsiteY1837" fmla="*/ 596750 h 2476997"/>
              <a:gd name="connsiteX1838" fmla="*/ 1535926 w 3242958"/>
              <a:gd name="connsiteY1838" fmla="*/ 624495 h 2476997"/>
              <a:gd name="connsiteX1839" fmla="*/ 1553087 w 3242958"/>
              <a:gd name="connsiteY1839" fmla="*/ 627061 h 2476997"/>
              <a:gd name="connsiteX1840" fmla="*/ 1575298 w 3242958"/>
              <a:gd name="connsiteY1840" fmla="*/ 623212 h 2476997"/>
              <a:gd name="connsiteX1841" fmla="*/ 1587086 w 3242958"/>
              <a:gd name="connsiteY1841" fmla="*/ 618320 h 2476997"/>
              <a:gd name="connsiteX1842" fmla="*/ 1569766 w 3242958"/>
              <a:gd name="connsiteY1842" fmla="*/ 689125 h 2476997"/>
              <a:gd name="connsiteX1843" fmla="*/ 1678819 w 3242958"/>
              <a:gd name="connsiteY1843" fmla="*/ 689125 h 2476997"/>
              <a:gd name="connsiteX1844" fmla="*/ 1661419 w 3242958"/>
              <a:gd name="connsiteY1844" fmla="*/ 618240 h 2476997"/>
              <a:gd name="connsiteX1845" fmla="*/ 1673286 w 3242958"/>
              <a:gd name="connsiteY1845" fmla="*/ 623212 h 2476997"/>
              <a:gd name="connsiteX1846" fmla="*/ 1695418 w 3242958"/>
              <a:gd name="connsiteY1846" fmla="*/ 627061 h 2476997"/>
              <a:gd name="connsiteX1847" fmla="*/ 1712578 w 3242958"/>
              <a:gd name="connsiteY1847" fmla="*/ 624495 h 2476997"/>
              <a:gd name="connsiteX1848" fmla="*/ 1746096 w 3242958"/>
              <a:gd name="connsiteY1848" fmla="*/ 596750 h 2476997"/>
              <a:gd name="connsiteX1849" fmla="*/ 1747860 w 3242958"/>
              <a:gd name="connsiteY1849" fmla="*/ 592019 h 2476997"/>
              <a:gd name="connsiteX1850" fmla="*/ 1752912 w 3242958"/>
              <a:gd name="connsiteY1850" fmla="*/ 592660 h 2476997"/>
              <a:gd name="connsiteX1851" fmla="*/ 1758926 w 3242958"/>
              <a:gd name="connsiteY1851" fmla="*/ 592660 h 2476997"/>
              <a:gd name="connsiteX1852" fmla="*/ 1803750 w 3242958"/>
              <a:gd name="connsiteY1852" fmla="*/ 578467 h 2476997"/>
              <a:gd name="connsiteX1853" fmla="*/ 1825000 w 3242958"/>
              <a:gd name="connsiteY1853" fmla="*/ 535568 h 2476997"/>
              <a:gd name="connsiteX1854" fmla="*/ 1825000 w 3242958"/>
              <a:gd name="connsiteY1854" fmla="*/ 530756 h 2476997"/>
              <a:gd name="connsiteX1855" fmla="*/ 1829811 w 3242958"/>
              <a:gd name="connsiteY1855" fmla="*/ 529794 h 2476997"/>
              <a:gd name="connsiteX1856" fmla="*/ 1887706 w 3242958"/>
              <a:gd name="connsiteY1856" fmla="*/ 493550 h 2476997"/>
              <a:gd name="connsiteX1857" fmla="*/ 1908955 w 3242958"/>
              <a:gd name="connsiteY1857" fmla="*/ 441188 h 2476997"/>
              <a:gd name="connsiteX1858" fmla="*/ 1665268 w 3242958"/>
              <a:gd name="connsiteY1858" fmla="*/ 476390 h 2476997"/>
              <a:gd name="connsiteX1859" fmla="*/ 1655325 w 3242958"/>
              <a:gd name="connsiteY1859" fmla="*/ 476390 h 2476997"/>
              <a:gd name="connsiteX1860" fmla="*/ 1654282 w 3242958"/>
              <a:gd name="connsiteY1860" fmla="*/ 471178 h 2476997"/>
              <a:gd name="connsiteX1861" fmla="*/ 1640731 w 3242958"/>
              <a:gd name="connsiteY1861" fmla="*/ 401175 h 2476997"/>
              <a:gd name="connsiteX1862" fmla="*/ 1640731 w 3242958"/>
              <a:gd name="connsiteY1862" fmla="*/ 400052 h 2476997"/>
              <a:gd name="connsiteX1863" fmla="*/ 1624693 w 3242958"/>
              <a:gd name="connsiteY1863" fmla="*/ 377359 h 2476997"/>
              <a:gd name="connsiteX1864" fmla="*/ 1749785 w 3242958"/>
              <a:gd name="connsiteY1864" fmla="*/ 374553 h 2476997"/>
              <a:gd name="connsiteX1865" fmla="*/ 1781138 w 3242958"/>
              <a:gd name="connsiteY1865" fmla="*/ 394840 h 2476997"/>
              <a:gd name="connsiteX1866" fmla="*/ 1743931 w 3242958"/>
              <a:gd name="connsiteY1866" fmla="*/ 396845 h 2476997"/>
              <a:gd name="connsiteX1867" fmla="*/ 1716186 w 3242958"/>
              <a:gd name="connsiteY1867" fmla="*/ 376638 h 2476997"/>
              <a:gd name="connsiteX1868" fmla="*/ 1749785 w 3242958"/>
              <a:gd name="connsiteY1868" fmla="*/ 374553 h 2476997"/>
              <a:gd name="connsiteX1869" fmla="*/ 1075815 w 3242958"/>
              <a:gd name="connsiteY1869" fmla="*/ 339111 h 2476997"/>
              <a:gd name="connsiteX1870" fmla="*/ 1072528 w 3242958"/>
              <a:gd name="connsiteY1870" fmla="*/ 340394 h 2476997"/>
              <a:gd name="connsiteX1871" fmla="*/ 1069400 w 3242958"/>
              <a:gd name="connsiteY1871" fmla="*/ 342398 h 2476997"/>
              <a:gd name="connsiteX1872" fmla="*/ 1065712 w 3242958"/>
              <a:gd name="connsiteY1872" fmla="*/ 346568 h 2476997"/>
              <a:gd name="connsiteX1873" fmla="*/ 1061542 w 3242958"/>
              <a:gd name="connsiteY1873" fmla="*/ 350096 h 2476997"/>
              <a:gd name="connsiteX1874" fmla="*/ 1057854 w 3242958"/>
              <a:gd name="connsiteY1874" fmla="*/ 351299 h 2476997"/>
              <a:gd name="connsiteX1875" fmla="*/ 1057052 w 3242958"/>
              <a:gd name="connsiteY1875" fmla="*/ 353464 h 2476997"/>
              <a:gd name="connsiteX1876" fmla="*/ 1056972 w 3242958"/>
              <a:gd name="connsiteY1876" fmla="*/ 353464 h 2476997"/>
              <a:gd name="connsiteX1877" fmla="*/ 1056571 w 3242958"/>
              <a:gd name="connsiteY1877" fmla="*/ 357634 h 2476997"/>
              <a:gd name="connsiteX1878" fmla="*/ 1058174 w 3242958"/>
              <a:gd name="connsiteY1878" fmla="*/ 359238 h 2476997"/>
              <a:gd name="connsiteX1879" fmla="*/ 1066193 w 3242958"/>
              <a:gd name="connsiteY1879" fmla="*/ 362285 h 2476997"/>
              <a:gd name="connsiteX1880" fmla="*/ 1073731 w 3242958"/>
              <a:gd name="connsiteY1880" fmla="*/ 371907 h 2476997"/>
              <a:gd name="connsiteX1881" fmla="*/ 1075815 w 3242958"/>
              <a:gd name="connsiteY1881" fmla="*/ 377921 h 2476997"/>
              <a:gd name="connsiteX1882" fmla="*/ 1073650 w 3242958"/>
              <a:gd name="connsiteY1882" fmla="*/ 384416 h 2476997"/>
              <a:gd name="connsiteX1883" fmla="*/ 1070844 w 3242958"/>
              <a:gd name="connsiteY1883" fmla="*/ 387864 h 2476997"/>
              <a:gd name="connsiteX1884" fmla="*/ 1068037 w 3242958"/>
              <a:gd name="connsiteY1884" fmla="*/ 393718 h 2476997"/>
              <a:gd name="connsiteX1885" fmla="*/ 1068037 w 3242958"/>
              <a:gd name="connsiteY1885" fmla="*/ 399972 h 2476997"/>
              <a:gd name="connsiteX1886" fmla="*/ 1073330 w 3242958"/>
              <a:gd name="connsiteY1886" fmla="*/ 405425 h 2476997"/>
              <a:gd name="connsiteX1887" fmla="*/ 1076617 w 3242958"/>
              <a:gd name="connsiteY1887" fmla="*/ 407269 h 2476997"/>
              <a:gd name="connsiteX1888" fmla="*/ 1081188 w 3242958"/>
              <a:gd name="connsiteY1888" fmla="*/ 410236 h 2476997"/>
              <a:gd name="connsiteX1889" fmla="*/ 1083995 w 3242958"/>
              <a:gd name="connsiteY1889" fmla="*/ 410236 h 2476997"/>
              <a:gd name="connsiteX1890" fmla="*/ 1085919 w 3242958"/>
              <a:gd name="connsiteY1890" fmla="*/ 407510 h 2476997"/>
              <a:gd name="connsiteX1891" fmla="*/ 1087683 w 3242958"/>
              <a:gd name="connsiteY1891" fmla="*/ 403260 h 2476997"/>
              <a:gd name="connsiteX1892" fmla="*/ 1090409 w 3242958"/>
              <a:gd name="connsiteY1892" fmla="*/ 399491 h 2476997"/>
              <a:gd name="connsiteX1893" fmla="*/ 1093136 w 3242958"/>
              <a:gd name="connsiteY1893" fmla="*/ 398689 h 2476997"/>
              <a:gd name="connsiteX1894" fmla="*/ 1101154 w 3242958"/>
              <a:gd name="connsiteY1894" fmla="*/ 405585 h 2476997"/>
              <a:gd name="connsiteX1895" fmla="*/ 1101154 w 3242958"/>
              <a:gd name="connsiteY1895" fmla="*/ 412000 h 2476997"/>
              <a:gd name="connsiteX1896" fmla="*/ 1098508 w 3242958"/>
              <a:gd name="connsiteY1896" fmla="*/ 422906 h 2476997"/>
              <a:gd name="connsiteX1897" fmla="*/ 1096183 w 3242958"/>
              <a:gd name="connsiteY1897" fmla="*/ 428519 h 2476997"/>
              <a:gd name="connsiteX1898" fmla="*/ 1094820 w 3242958"/>
              <a:gd name="connsiteY1898" fmla="*/ 434533 h 2476997"/>
              <a:gd name="connsiteX1899" fmla="*/ 1092735 w 3242958"/>
              <a:gd name="connsiteY1899" fmla="*/ 437259 h 2476997"/>
              <a:gd name="connsiteX1900" fmla="*/ 1093537 w 3242958"/>
              <a:gd name="connsiteY1900" fmla="*/ 440948 h 2476997"/>
              <a:gd name="connsiteX1901" fmla="*/ 1097306 w 3242958"/>
              <a:gd name="connsiteY1901" fmla="*/ 442712 h 2476997"/>
              <a:gd name="connsiteX1902" fmla="*/ 1101315 w 3242958"/>
              <a:gd name="connsiteY1902" fmla="*/ 445117 h 2476997"/>
              <a:gd name="connsiteX1903" fmla="*/ 1105885 w 3242958"/>
              <a:gd name="connsiteY1903" fmla="*/ 444316 h 2476997"/>
              <a:gd name="connsiteX1904" fmla="*/ 1113503 w 3242958"/>
              <a:gd name="connsiteY1904" fmla="*/ 443754 h 2476997"/>
              <a:gd name="connsiteX1905" fmla="*/ 1114866 w 3242958"/>
              <a:gd name="connsiteY1905" fmla="*/ 432929 h 2476997"/>
              <a:gd name="connsiteX1906" fmla="*/ 1116951 w 3242958"/>
              <a:gd name="connsiteY1906" fmla="*/ 427075 h 2476997"/>
              <a:gd name="connsiteX1907" fmla="*/ 1119357 w 3242958"/>
              <a:gd name="connsiteY1907" fmla="*/ 416571 h 2476997"/>
              <a:gd name="connsiteX1908" fmla="*/ 1121843 w 3242958"/>
              <a:gd name="connsiteY1908" fmla="*/ 409033 h 2476997"/>
              <a:gd name="connsiteX1909" fmla="*/ 1121843 w 3242958"/>
              <a:gd name="connsiteY1909" fmla="*/ 399571 h 2476997"/>
              <a:gd name="connsiteX1910" fmla="*/ 1123687 w 3242958"/>
              <a:gd name="connsiteY1910" fmla="*/ 390591 h 2476997"/>
              <a:gd name="connsiteX1911" fmla="*/ 1122484 w 3242958"/>
              <a:gd name="connsiteY1911" fmla="*/ 385940 h 2476997"/>
              <a:gd name="connsiteX1912" fmla="*/ 1118475 w 3242958"/>
              <a:gd name="connsiteY1912" fmla="*/ 379284 h 2476997"/>
              <a:gd name="connsiteX1913" fmla="*/ 1115508 w 3242958"/>
              <a:gd name="connsiteY1913" fmla="*/ 377520 h 2476997"/>
              <a:gd name="connsiteX1914" fmla="*/ 1113583 w 3242958"/>
              <a:gd name="connsiteY1914" fmla="*/ 376237 h 2476997"/>
              <a:gd name="connsiteX1915" fmla="*/ 1109975 w 3242958"/>
              <a:gd name="connsiteY1915" fmla="*/ 374553 h 2476997"/>
              <a:gd name="connsiteX1916" fmla="*/ 1106126 w 3242958"/>
              <a:gd name="connsiteY1916" fmla="*/ 370464 h 2476997"/>
              <a:gd name="connsiteX1917" fmla="*/ 1101956 w 3242958"/>
              <a:gd name="connsiteY1917" fmla="*/ 365252 h 2476997"/>
              <a:gd name="connsiteX1918" fmla="*/ 1094419 w 3242958"/>
              <a:gd name="connsiteY1918" fmla="*/ 357233 h 2476997"/>
              <a:gd name="connsiteX1919" fmla="*/ 1090490 w 3242958"/>
              <a:gd name="connsiteY1919" fmla="*/ 352582 h 2476997"/>
              <a:gd name="connsiteX1920" fmla="*/ 1088164 w 3242958"/>
              <a:gd name="connsiteY1920" fmla="*/ 346648 h 2476997"/>
              <a:gd name="connsiteX1921" fmla="*/ 1084395 w 3242958"/>
              <a:gd name="connsiteY1921" fmla="*/ 342799 h 2476997"/>
              <a:gd name="connsiteX1922" fmla="*/ 1081990 w 3242958"/>
              <a:gd name="connsiteY1922" fmla="*/ 340233 h 2476997"/>
              <a:gd name="connsiteX1923" fmla="*/ 1075815 w 3242958"/>
              <a:gd name="connsiteY1923" fmla="*/ 339111 h 2476997"/>
              <a:gd name="connsiteX1924" fmla="*/ 1784243 w 3242958"/>
              <a:gd name="connsiteY1924" fmla="*/ 338797 h 2476997"/>
              <a:gd name="connsiteX1925" fmla="*/ 1816259 w 3242958"/>
              <a:gd name="connsiteY1925" fmla="*/ 343200 h 2476997"/>
              <a:gd name="connsiteX1926" fmla="*/ 1785789 w 3242958"/>
              <a:gd name="connsiteY1926" fmla="*/ 360360 h 2476997"/>
              <a:gd name="connsiteX1927" fmla="*/ 1753232 w 3242958"/>
              <a:gd name="connsiteY1927" fmla="*/ 350096 h 2476997"/>
              <a:gd name="connsiteX1928" fmla="*/ 1784185 w 3242958"/>
              <a:gd name="connsiteY1928" fmla="*/ 338789 h 2476997"/>
              <a:gd name="connsiteX1929" fmla="*/ 1784265 w 3242958"/>
              <a:gd name="connsiteY1929" fmla="*/ 338789 h 2476997"/>
              <a:gd name="connsiteX1930" fmla="*/ 1784243 w 3242958"/>
              <a:gd name="connsiteY1930" fmla="*/ 338797 h 2476997"/>
              <a:gd name="connsiteX1931" fmla="*/ 2166997 w 3242958"/>
              <a:gd name="connsiteY1931" fmla="*/ 301102 h 2476997"/>
              <a:gd name="connsiteX1932" fmla="*/ 2162667 w 3242958"/>
              <a:gd name="connsiteY1932" fmla="*/ 302064 h 2476997"/>
              <a:gd name="connsiteX1933" fmla="*/ 2158497 w 3242958"/>
              <a:gd name="connsiteY1933" fmla="*/ 307357 h 2476997"/>
              <a:gd name="connsiteX1934" fmla="*/ 2150478 w 3242958"/>
              <a:gd name="connsiteY1934" fmla="*/ 315857 h 2476997"/>
              <a:gd name="connsiteX1935" fmla="*/ 2141979 w 3242958"/>
              <a:gd name="connsiteY1935" fmla="*/ 322753 h 2476997"/>
              <a:gd name="connsiteX1936" fmla="*/ 2138611 w 3242958"/>
              <a:gd name="connsiteY1936" fmla="*/ 327083 h 2476997"/>
              <a:gd name="connsiteX1937" fmla="*/ 2136927 w 3242958"/>
              <a:gd name="connsiteY1937" fmla="*/ 330531 h 2476997"/>
              <a:gd name="connsiteX1938" fmla="*/ 2134361 w 3242958"/>
              <a:gd name="connsiteY1938" fmla="*/ 330531 h 2476997"/>
              <a:gd name="connsiteX1939" fmla="*/ 2129229 w 3242958"/>
              <a:gd name="connsiteY1939" fmla="*/ 328125 h 2476997"/>
              <a:gd name="connsiteX1940" fmla="*/ 2128635 w 3242958"/>
              <a:gd name="connsiteY1940" fmla="*/ 327532 h 2476997"/>
              <a:gd name="connsiteX1941" fmla="*/ 2129229 w 3242958"/>
              <a:gd name="connsiteY1941" fmla="*/ 324757 h 2476997"/>
              <a:gd name="connsiteX1942" fmla="*/ 2134120 w 3242958"/>
              <a:gd name="connsiteY1942" fmla="*/ 318423 h 2476997"/>
              <a:gd name="connsiteX1943" fmla="*/ 2132837 w 3242958"/>
              <a:gd name="connsiteY1943" fmla="*/ 317220 h 2476997"/>
              <a:gd name="connsiteX1944" fmla="*/ 2121130 w 3242958"/>
              <a:gd name="connsiteY1944" fmla="*/ 319705 h 2476997"/>
              <a:gd name="connsiteX1945" fmla="*/ 2118243 w 3242958"/>
              <a:gd name="connsiteY1945" fmla="*/ 318984 h 2476997"/>
              <a:gd name="connsiteX1946" fmla="*/ 2114635 w 3242958"/>
              <a:gd name="connsiteY1946" fmla="*/ 320427 h 2476997"/>
              <a:gd name="connsiteX1947" fmla="*/ 2108059 w 3242958"/>
              <a:gd name="connsiteY1947" fmla="*/ 326361 h 2476997"/>
              <a:gd name="connsiteX1948" fmla="*/ 2103569 w 3242958"/>
              <a:gd name="connsiteY1948" fmla="*/ 334380 h 2476997"/>
              <a:gd name="connsiteX1949" fmla="*/ 2105013 w 3242958"/>
              <a:gd name="connsiteY1949" fmla="*/ 338148 h 2476997"/>
              <a:gd name="connsiteX1950" fmla="*/ 2116880 w 3242958"/>
              <a:gd name="connsiteY1950" fmla="*/ 340153 h 2476997"/>
              <a:gd name="connsiteX1951" fmla="*/ 2120328 w 3242958"/>
              <a:gd name="connsiteY1951" fmla="*/ 340153 h 2476997"/>
              <a:gd name="connsiteX1952" fmla="*/ 2128347 w 3242958"/>
              <a:gd name="connsiteY1952" fmla="*/ 339431 h 2476997"/>
              <a:gd name="connsiteX1953" fmla="*/ 2135323 w 3242958"/>
              <a:gd name="connsiteY1953" fmla="*/ 343200 h 2476997"/>
              <a:gd name="connsiteX1954" fmla="*/ 2140535 w 3242958"/>
              <a:gd name="connsiteY1954" fmla="*/ 346969 h 2476997"/>
              <a:gd name="connsiteX1955" fmla="*/ 2146950 w 3242958"/>
              <a:gd name="connsiteY1955" fmla="*/ 352261 h 2476997"/>
              <a:gd name="connsiteX1956" fmla="*/ 2151280 w 3242958"/>
              <a:gd name="connsiteY1956" fmla="*/ 355308 h 2476997"/>
              <a:gd name="connsiteX1957" fmla="*/ 2155610 w 3242958"/>
              <a:gd name="connsiteY1957" fmla="*/ 358195 h 2476997"/>
              <a:gd name="connsiteX1958" fmla="*/ 2163629 w 3242958"/>
              <a:gd name="connsiteY1958" fmla="*/ 364931 h 2476997"/>
              <a:gd name="connsiteX1959" fmla="*/ 2168681 w 3242958"/>
              <a:gd name="connsiteY1959" fmla="*/ 369020 h 2476997"/>
              <a:gd name="connsiteX1960" fmla="*/ 2173412 w 3242958"/>
              <a:gd name="connsiteY1960" fmla="*/ 373030 h 2476997"/>
              <a:gd name="connsiteX1961" fmla="*/ 2168039 w 3242958"/>
              <a:gd name="connsiteY1961" fmla="*/ 374473 h 2476997"/>
              <a:gd name="connsiteX1962" fmla="*/ 2163148 w 3242958"/>
              <a:gd name="connsiteY1962" fmla="*/ 372629 h 2476997"/>
              <a:gd name="connsiteX1963" fmla="*/ 2161063 w 3242958"/>
              <a:gd name="connsiteY1963" fmla="*/ 368780 h 2476997"/>
              <a:gd name="connsiteX1964" fmla="*/ 2158096 w 3242958"/>
              <a:gd name="connsiteY1964" fmla="*/ 365973 h 2476997"/>
              <a:gd name="connsiteX1965" fmla="*/ 2154728 w 3242958"/>
              <a:gd name="connsiteY1965" fmla="*/ 362285 h 2476997"/>
              <a:gd name="connsiteX1966" fmla="*/ 2152162 w 3242958"/>
              <a:gd name="connsiteY1966" fmla="*/ 361723 h 2476997"/>
              <a:gd name="connsiteX1967" fmla="*/ 2148794 w 3242958"/>
              <a:gd name="connsiteY1967" fmla="*/ 359959 h 2476997"/>
              <a:gd name="connsiteX1968" fmla="*/ 2145266 w 3242958"/>
              <a:gd name="connsiteY1968" fmla="*/ 357393 h 2476997"/>
              <a:gd name="connsiteX1969" fmla="*/ 2140375 w 3242958"/>
              <a:gd name="connsiteY1969" fmla="*/ 354106 h 2476997"/>
              <a:gd name="connsiteX1970" fmla="*/ 2136606 w 3242958"/>
              <a:gd name="connsiteY1970" fmla="*/ 350818 h 2476997"/>
              <a:gd name="connsiteX1971" fmla="*/ 2134280 w 3242958"/>
              <a:gd name="connsiteY1971" fmla="*/ 350257 h 2476997"/>
              <a:gd name="connsiteX1972" fmla="*/ 2130271 w 3242958"/>
              <a:gd name="connsiteY1972" fmla="*/ 346488 h 2476997"/>
              <a:gd name="connsiteX1973" fmla="*/ 2120970 w 3242958"/>
              <a:gd name="connsiteY1973" fmla="*/ 349936 h 2476997"/>
              <a:gd name="connsiteX1974" fmla="*/ 2116639 w 3242958"/>
              <a:gd name="connsiteY1974" fmla="*/ 352582 h 2476997"/>
              <a:gd name="connsiteX1975" fmla="*/ 2115116 w 3242958"/>
              <a:gd name="connsiteY1975" fmla="*/ 355870 h 2476997"/>
              <a:gd name="connsiteX1976" fmla="*/ 2117601 w 3242958"/>
              <a:gd name="connsiteY1976" fmla="*/ 358596 h 2476997"/>
              <a:gd name="connsiteX1977" fmla="*/ 2122252 w 3242958"/>
              <a:gd name="connsiteY1977" fmla="*/ 360280 h 2476997"/>
              <a:gd name="connsiteX1978" fmla="*/ 2126743 w 3242958"/>
              <a:gd name="connsiteY1978" fmla="*/ 361322 h 2476997"/>
              <a:gd name="connsiteX1979" fmla="*/ 2128828 w 3242958"/>
              <a:gd name="connsiteY1979" fmla="*/ 364129 h 2476997"/>
              <a:gd name="connsiteX1980" fmla="*/ 2124498 w 3242958"/>
              <a:gd name="connsiteY1980" fmla="*/ 365893 h 2476997"/>
              <a:gd name="connsiteX1981" fmla="*/ 2120809 w 3242958"/>
              <a:gd name="connsiteY1981" fmla="*/ 368459 h 2476997"/>
              <a:gd name="connsiteX1982" fmla="*/ 2118404 w 3242958"/>
              <a:gd name="connsiteY1982" fmla="*/ 368940 h 2476997"/>
              <a:gd name="connsiteX1983" fmla="*/ 2114555 w 3242958"/>
              <a:gd name="connsiteY1983" fmla="*/ 367577 h 2476997"/>
              <a:gd name="connsiteX1984" fmla="*/ 2109262 w 3242958"/>
              <a:gd name="connsiteY1984" fmla="*/ 364289 h 2476997"/>
              <a:gd name="connsiteX1985" fmla="*/ 2103649 w 3242958"/>
              <a:gd name="connsiteY1985" fmla="*/ 362766 h 2476997"/>
              <a:gd name="connsiteX1986" fmla="*/ 2101163 w 3242958"/>
              <a:gd name="connsiteY1986" fmla="*/ 358195 h 2476997"/>
              <a:gd name="connsiteX1987" fmla="*/ 2093145 w 3242958"/>
              <a:gd name="connsiteY1987" fmla="*/ 356110 h 2476997"/>
              <a:gd name="connsiteX1988" fmla="*/ 2088253 w 3242958"/>
              <a:gd name="connsiteY1988" fmla="*/ 359157 h 2476997"/>
              <a:gd name="connsiteX1989" fmla="*/ 2085607 w 3242958"/>
              <a:gd name="connsiteY1989" fmla="*/ 362365 h 2476997"/>
              <a:gd name="connsiteX1990" fmla="*/ 2086569 w 3242958"/>
              <a:gd name="connsiteY1990" fmla="*/ 365091 h 2476997"/>
              <a:gd name="connsiteX1991" fmla="*/ 2089376 w 3242958"/>
              <a:gd name="connsiteY1991" fmla="*/ 370143 h 2476997"/>
              <a:gd name="connsiteX1992" fmla="*/ 2095390 w 3242958"/>
              <a:gd name="connsiteY1992" fmla="*/ 373190 h 2476997"/>
              <a:gd name="connsiteX1993" fmla="*/ 2101564 w 3242958"/>
              <a:gd name="connsiteY1993" fmla="*/ 377921 h 2476997"/>
              <a:gd name="connsiteX1994" fmla="*/ 2107658 w 3242958"/>
              <a:gd name="connsiteY1994" fmla="*/ 382492 h 2476997"/>
              <a:gd name="connsiteX1995" fmla="*/ 2106857 w 3242958"/>
              <a:gd name="connsiteY1995" fmla="*/ 386260 h 2476997"/>
              <a:gd name="connsiteX1996" fmla="*/ 2091381 w 3242958"/>
              <a:gd name="connsiteY1996" fmla="*/ 389709 h 2476997"/>
              <a:gd name="connsiteX1997" fmla="*/ 2083362 w 3242958"/>
              <a:gd name="connsiteY1997" fmla="*/ 383614 h 2476997"/>
              <a:gd name="connsiteX1998" fmla="*/ 2079032 w 3242958"/>
              <a:gd name="connsiteY1998" fmla="*/ 381930 h 2476997"/>
              <a:gd name="connsiteX1999" fmla="*/ 2079032 w 3242958"/>
              <a:gd name="connsiteY1999" fmla="*/ 392756 h 2476997"/>
              <a:gd name="connsiteX2000" fmla="*/ 2074702 w 3242958"/>
              <a:gd name="connsiteY2000" fmla="*/ 396605 h 2476997"/>
              <a:gd name="connsiteX2001" fmla="*/ 2080235 w 3242958"/>
              <a:gd name="connsiteY2001" fmla="*/ 402619 h 2476997"/>
              <a:gd name="connsiteX2002" fmla="*/ 2084966 w 3242958"/>
              <a:gd name="connsiteY2002" fmla="*/ 405505 h 2476997"/>
              <a:gd name="connsiteX2003" fmla="*/ 2091381 w 3242958"/>
              <a:gd name="connsiteY2003" fmla="*/ 408793 h 2476997"/>
              <a:gd name="connsiteX2004" fmla="*/ 2101003 w 3242958"/>
              <a:gd name="connsiteY2004" fmla="*/ 406067 h 2476997"/>
              <a:gd name="connsiteX2005" fmla="*/ 2105654 w 3242958"/>
              <a:gd name="connsiteY2005" fmla="*/ 405024 h 2476997"/>
              <a:gd name="connsiteX2006" fmla="*/ 2111106 w 3242958"/>
              <a:gd name="connsiteY2006" fmla="*/ 401737 h 2476997"/>
              <a:gd name="connsiteX2007" fmla="*/ 2115517 w 3242958"/>
              <a:gd name="connsiteY2007" fmla="*/ 398529 h 2476997"/>
              <a:gd name="connsiteX2008" fmla="*/ 2119847 w 3242958"/>
              <a:gd name="connsiteY2008" fmla="*/ 393878 h 2476997"/>
              <a:gd name="connsiteX2009" fmla="*/ 2129148 w 3242958"/>
              <a:gd name="connsiteY2009" fmla="*/ 397727 h 2476997"/>
              <a:gd name="connsiteX2010" fmla="*/ 2132837 w 3242958"/>
              <a:gd name="connsiteY2010" fmla="*/ 399732 h 2476997"/>
              <a:gd name="connsiteX2011" fmla="*/ 2137648 w 3242958"/>
              <a:gd name="connsiteY2011" fmla="*/ 403260 h 2476997"/>
              <a:gd name="connsiteX2012" fmla="*/ 2141979 w 3242958"/>
              <a:gd name="connsiteY2012" fmla="*/ 403741 h 2476997"/>
              <a:gd name="connsiteX2013" fmla="*/ 2147190 w 3242958"/>
              <a:gd name="connsiteY2013" fmla="*/ 400855 h 2476997"/>
              <a:gd name="connsiteX2014" fmla="*/ 2147190 w 3242958"/>
              <a:gd name="connsiteY2014" fmla="*/ 397727 h 2476997"/>
              <a:gd name="connsiteX2015" fmla="*/ 2145026 w 3242958"/>
              <a:gd name="connsiteY2015" fmla="*/ 392034 h 2476997"/>
              <a:gd name="connsiteX2016" fmla="*/ 2143261 w 3242958"/>
              <a:gd name="connsiteY2016" fmla="*/ 385940 h 2476997"/>
              <a:gd name="connsiteX2017" fmla="*/ 2139813 w 3242958"/>
              <a:gd name="connsiteY2017" fmla="*/ 384737 h 2476997"/>
              <a:gd name="connsiteX2018" fmla="*/ 2134922 w 3242958"/>
              <a:gd name="connsiteY2018" fmla="*/ 382412 h 2476997"/>
              <a:gd name="connsiteX2019" fmla="*/ 2133399 w 3242958"/>
              <a:gd name="connsiteY2019" fmla="*/ 380006 h 2476997"/>
              <a:gd name="connsiteX2020" fmla="*/ 2138049 w 3242958"/>
              <a:gd name="connsiteY2020" fmla="*/ 376959 h 2476997"/>
              <a:gd name="connsiteX2021" fmla="*/ 2145106 w 3242958"/>
              <a:gd name="connsiteY2021" fmla="*/ 376959 h 2476997"/>
              <a:gd name="connsiteX2022" fmla="*/ 2150318 w 3242958"/>
              <a:gd name="connsiteY2022" fmla="*/ 376959 h 2476997"/>
              <a:gd name="connsiteX2023" fmla="*/ 2162266 w 3242958"/>
              <a:gd name="connsiteY2023" fmla="*/ 379445 h 2476997"/>
              <a:gd name="connsiteX2024" fmla="*/ 2166275 w 3242958"/>
              <a:gd name="connsiteY2024" fmla="*/ 383614 h 2476997"/>
              <a:gd name="connsiteX2025" fmla="*/ 2169001 w 3242958"/>
              <a:gd name="connsiteY2025" fmla="*/ 387143 h 2476997"/>
              <a:gd name="connsiteX2026" fmla="*/ 2172610 w 3242958"/>
              <a:gd name="connsiteY2026" fmla="*/ 388746 h 2476997"/>
              <a:gd name="connsiteX2027" fmla="*/ 2182793 w 3242958"/>
              <a:gd name="connsiteY2027" fmla="*/ 395161 h 2476997"/>
              <a:gd name="connsiteX2028" fmla="*/ 2189850 w 3242958"/>
              <a:gd name="connsiteY2028" fmla="*/ 391473 h 2476997"/>
              <a:gd name="connsiteX2029" fmla="*/ 2194742 w 3242958"/>
              <a:gd name="connsiteY2029" fmla="*/ 384176 h 2476997"/>
              <a:gd name="connsiteX2030" fmla="*/ 2193138 w 3242958"/>
              <a:gd name="connsiteY2030" fmla="*/ 380567 h 2476997"/>
              <a:gd name="connsiteX2031" fmla="*/ 2191614 w 3242958"/>
              <a:gd name="connsiteY2031" fmla="*/ 377520 h 2476997"/>
              <a:gd name="connsiteX2032" fmla="*/ 2191614 w 3242958"/>
              <a:gd name="connsiteY2032" fmla="*/ 373912 h 2476997"/>
              <a:gd name="connsiteX2033" fmla="*/ 2189048 w 3242958"/>
              <a:gd name="connsiteY2033" fmla="*/ 371426 h 2476997"/>
              <a:gd name="connsiteX2034" fmla="*/ 2183355 w 3242958"/>
              <a:gd name="connsiteY2034" fmla="*/ 369582 h 2476997"/>
              <a:gd name="connsiteX2035" fmla="*/ 2182152 w 3242958"/>
              <a:gd name="connsiteY2035" fmla="*/ 367016 h 2476997"/>
              <a:gd name="connsiteX2036" fmla="*/ 2187043 w 3242958"/>
              <a:gd name="connsiteY2036" fmla="*/ 363808 h 2476997"/>
              <a:gd name="connsiteX2037" fmla="*/ 2191133 w 3242958"/>
              <a:gd name="connsiteY2037" fmla="*/ 361563 h 2476997"/>
              <a:gd name="connsiteX2038" fmla="*/ 2194902 w 3242958"/>
              <a:gd name="connsiteY2038" fmla="*/ 359879 h 2476997"/>
              <a:gd name="connsiteX2039" fmla="*/ 2206208 w 3242958"/>
              <a:gd name="connsiteY2039" fmla="*/ 355709 h 2476997"/>
              <a:gd name="connsiteX2040" fmla="*/ 2213746 w 3242958"/>
              <a:gd name="connsiteY2040" fmla="*/ 356672 h 2476997"/>
              <a:gd name="connsiteX2041" fmla="*/ 2218156 w 3242958"/>
              <a:gd name="connsiteY2041" fmla="*/ 353224 h 2476997"/>
              <a:gd name="connsiteX2042" fmla="*/ 2219760 w 3242958"/>
              <a:gd name="connsiteY2042" fmla="*/ 350257 h 2476997"/>
              <a:gd name="connsiteX2043" fmla="*/ 2218717 w 3242958"/>
              <a:gd name="connsiteY2043" fmla="*/ 345285 h 2476997"/>
              <a:gd name="connsiteX2044" fmla="*/ 2215670 w 3242958"/>
              <a:gd name="connsiteY2044" fmla="*/ 342639 h 2476997"/>
              <a:gd name="connsiteX2045" fmla="*/ 2213585 w 3242958"/>
              <a:gd name="connsiteY2045" fmla="*/ 342639 h 2476997"/>
              <a:gd name="connsiteX2046" fmla="*/ 2199312 w 3242958"/>
              <a:gd name="connsiteY2046" fmla="*/ 337667 h 2476997"/>
              <a:gd name="connsiteX2047" fmla="*/ 2196425 w 3242958"/>
              <a:gd name="connsiteY2047" fmla="*/ 344002 h 2476997"/>
              <a:gd name="connsiteX2048" fmla="*/ 2193218 w 3242958"/>
              <a:gd name="connsiteY2048" fmla="*/ 345686 h 2476997"/>
              <a:gd name="connsiteX2049" fmla="*/ 2189449 w 3242958"/>
              <a:gd name="connsiteY2049" fmla="*/ 346328 h 2476997"/>
              <a:gd name="connsiteX2050" fmla="*/ 2185520 w 3242958"/>
              <a:gd name="connsiteY2050" fmla="*/ 344804 h 2476997"/>
              <a:gd name="connsiteX2051" fmla="*/ 2182553 w 3242958"/>
              <a:gd name="connsiteY2051" fmla="*/ 348092 h 2476997"/>
              <a:gd name="connsiteX2052" fmla="*/ 2179265 w 3242958"/>
              <a:gd name="connsiteY2052" fmla="*/ 348092 h 2476997"/>
              <a:gd name="connsiteX2053" fmla="*/ 2175978 w 3242958"/>
              <a:gd name="connsiteY2053" fmla="*/ 347611 h 2476997"/>
              <a:gd name="connsiteX2054" fmla="*/ 2173331 w 3242958"/>
              <a:gd name="connsiteY2054" fmla="*/ 351299 h 2476997"/>
              <a:gd name="connsiteX2055" fmla="*/ 2175096 w 3242958"/>
              <a:gd name="connsiteY2055" fmla="*/ 355148 h 2476997"/>
              <a:gd name="connsiteX2056" fmla="*/ 2168681 w 3242958"/>
              <a:gd name="connsiteY2056" fmla="*/ 355148 h 2476997"/>
              <a:gd name="connsiteX2057" fmla="*/ 2169964 w 3242958"/>
              <a:gd name="connsiteY2057" fmla="*/ 350658 h 2476997"/>
              <a:gd name="connsiteX2058" fmla="*/ 2168440 w 3242958"/>
              <a:gd name="connsiteY2058" fmla="*/ 345285 h 2476997"/>
              <a:gd name="connsiteX2059" fmla="*/ 2175577 w 3242958"/>
              <a:gd name="connsiteY2059" fmla="*/ 344243 h 2476997"/>
              <a:gd name="connsiteX2060" fmla="*/ 2187364 w 3242958"/>
              <a:gd name="connsiteY2060" fmla="*/ 340714 h 2476997"/>
              <a:gd name="connsiteX2061" fmla="*/ 2188326 w 3242958"/>
              <a:gd name="connsiteY2061" fmla="*/ 336304 h 2476997"/>
              <a:gd name="connsiteX2062" fmla="*/ 2191774 w 3242958"/>
              <a:gd name="connsiteY2062" fmla="*/ 333097 h 2476997"/>
              <a:gd name="connsiteX2063" fmla="*/ 2198350 w 3242958"/>
              <a:gd name="connsiteY2063" fmla="*/ 332455 h 2476997"/>
              <a:gd name="connsiteX2064" fmla="*/ 2204123 w 3242958"/>
              <a:gd name="connsiteY2064" fmla="*/ 329889 h 2476997"/>
              <a:gd name="connsiteX2065" fmla="*/ 2203562 w 3242958"/>
              <a:gd name="connsiteY2065" fmla="*/ 323715 h 2476997"/>
              <a:gd name="connsiteX2066" fmla="*/ 2201477 w 3242958"/>
              <a:gd name="connsiteY2066" fmla="*/ 322191 h 2476997"/>
              <a:gd name="connsiteX2067" fmla="*/ 2199553 w 3242958"/>
              <a:gd name="connsiteY2067" fmla="*/ 320507 h 2476997"/>
              <a:gd name="connsiteX2068" fmla="*/ 2193057 w 3242958"/>
              <a:gd name="connsiteY2068" fmla="*/ 322191 h 2476997"/>
              <a:gd name="connsiteX2069" fmla="*/ 2186001 w 3242958"/>
              <a:gd name="connsiteY2069" fmla="*/ 322913 h 2476997"/>
              <a:gd name="connsiteX2070" fmla="*/ 2186001 w 3242958"/>
              <a:gd name="connsiteY2070" fmla="*/ 318342 h 2476997"/>
              <a:gd name="connsiteX2071" fmla="*/ 2181430 w 3242958"/>
              <a:gd name="connsiteY2071" fmla="*/ 318342 h 2476997"/>
              <a:gd name="connsiteX2072" fmla="*/ 2179025 w 3242958"/>
              <a:gd name="connsiteY2072" fmla="*/ 323234 h 2476997"/>
              <a:gd name="connsiteX2073" fmla="*/ 2174294 w 3242958"/>
              <a:gd name="connsiteY2073" fmla="*/ 325238 h 2476997"/>
              <a:gd name="connsiteX2074" fmla="*/ 2170044 w 3242958"/>
              <a:gd name="connsiteY2074" fmla="*/ 329168 h 2476997"/>
              <a:gd name="connsiteX2075" fmla="*/ 2173011 w 3242958"/>
              <a:gd name="connsiteY2075" fmla="*/ 330370 h 2476997"/>
              <a:gd name="connsiteX2076" fmla="*/ 2176940 w 3242958"/>
              <a:gd name="connsiteY2076" fmla="*/ 332295 h 2476997"/>
              <a:gd name="connsiteX2077" fmla="*/ 2174374 w 3242958"/>
              <a:gd name="connsiteY2077" fmla="*/ 338068 h 2476997"/>
              <a:gd name="connsiteX2078" fmla="*/ 2168199 w 3242958"/>
              <a:gd name="connsiteY2078" fmla="*/ 337667 h 2476997"/>
              <a:gd name="connsiteX2079" fmla="*/ 2168601 w 3242958"/>
              <a:gd name="connsiteY2079" fmla="*/ 334700 h 2476997"/>
              <a:gd name="connsiteX2080" fmla="*/ 2165393 w 3242958"/>
              <a:gd name="connsiteY2080" fmla="*/ 330851 h 2476997"/>
              <a:gd name="connsiteX2081" fmla="*/ 2166115 w 3242958"/>
              <a:gd name="connsiteY2081" fmla="*/ 328446 h 2476997"/>
              <a:gd name="connsiteX2082" fmla="*/ 2172289 w 3242958"/>
              <a:gd name="connsiteY2082" fmla="*/ 320427 h 2476997"/>
              <a:gd name="connsiteX2083" fmla="*/ 2173732 w 3242958"/>
              <a:gd name="connsiteY2083" fmla="*/ 317781 h 2476997"/>
              <a:gd name="connsiteX2084" fmla="*/ 2176218 w 3242958"/>
              <a:gd name="connsiteY2084" fmla="*/ 313531 h 2476997"/>
              <a:gd name="connsiteX2085" fmla="*/ 2173011 w 3242958"/>
              <a:gd name="connsiteY2085" fmla="*/ 312489 h 2476997"/>
              <a:gd name="connsiteX2086" fmla="*/ 2168761 w 3242958"/>
              <a:gd name="connsiteY2086" fmla="*/ 314012 h 2476997"/>
              <a:gd name="connsiteX2087" fmla="*/ 2167077 w 3242958"/>
              <a:gd name="connsiteY2087" fmla="*/ 316498 h 2476997"/>
              <a:gd name="connsiteX2088" fmla="*/ 2160822 w 3242958"/>
              <a:gd name="connsiteY2088" fmla="*/ 322432 h 2476997"/>
              <a:gd name="connsiteX2089" fmla="*/ 2157054 w 3242958"/>
              <a:gd name="connsiteY2089" fmla="*/ 327323 h 2476997"/>
              <a:gd name="connsiteX2090" fmla="*/ 2150318 w 3242958"/>
              <a:gd name="connsiteY2090" fmla="*/ 333177 h 2476997"/>
              <a:gd name="connsiteX2091" fmla="*/ 2148714 w 3242958"/>
              <a:gd name="connsiteY2091" fmla="*/ 337828 h 2476997"/>
              <a:gd name="connsiteX2092" fmla="*/ 2151120 w 3242958"/>
              <a:gd name="connsiteY2092" fmla="*/ 338630 h 2476997"/>
              <a:gd name="connsiteX2093" fmla="*/ 2153846 w 3242958"/>
              <a:gd name="connsiteY2093" fmla="*/ 338229 h 2476997"/>
              <a:gd name="connsiteX2094" fmla="*/ 2157535 w 3242958"/>
              <a:gd name="connsiteY2094" fmla="*/ 336625 h 2476997"/>
              <a:gd name="connsiteX2095" fmla="*/ 2157054 w 3242958"/>
              <a:gd name="connsiteY2095" fmla="*/ 339832 h 2476997"/>
              <a:gd name="connsiteX2096" fmla="*/ 2155530 w 3242958"/>
              <a:gd name="connsiteY2096" fmla="*/ 342639 h 2476997"/>
              <a:gd name="connsiteX2097" fmla="*/ 2158737 w 3242958"/>
              <a:gd name="connsiteY2097" fmla="*/ 344162 h 2476997"/>
              <a:gd name="connsiteX2098" fmla="*/ 2161063 w 3242958"/>
              <a:gd name="connsiteY2098" fmla="*/ 347129 h 2476997"/>
              <a:gd name="connsiteX2099" fmla="*/ 2159299 w 3242958"/>
              <a:gd name="connsiteY2099" fmla="*/ 348252 h 2476997"/>
              <a:gd name="connsiteX2100" fmla="*/ 2156252 w 3242958"/>
              <a:gd name="connsiteY2100" fmla="*/ 347450 h 2476997"/>
              <a:gd name="connsiteX2101" fmla="*/ 2153125 w 3242958"/>
              <a:gd name="connsiteY2101" fmla="*/ 345766 h 2476997"/>
              <a:gd name="connsiteX2102" fmla="*/ 2148153 w 3242958"/>
              <a:gd name="connsiteY2102" fmla="*/ 342078 h 2476997"/>
              <a:gd name="connsiteX2103" fmla="*/ 2145346 w 3242958"/>
              <a:gd name="connsiteY2103" fmla="*/ 339512 h 2476997"/>
              <a:gd name="connsiteX2104" fmla="*/ 2141497 w 3242958"/>
              <a:gd name="connsiteY2104" fmla="*/ 337026 h 2476997"/>
              <a:gd name="connsiteX2105" fmla="*/ 2141497 w 3242958"/>
              <a:gd name="connsiteY2105" fmla="*/ 333899 h 2476997"/>
              <a:gd name="connsiteX2106" fmla="*/ 2145908 w 3242958"/>
              <a:gd name="connsiteY2106" fmla="*/ 331894 h 2476997"/>
              <a:gd name="connsiteX2107" fmla="*/ 2148794 w 3242958"/>
              <a:gd name="connsiteY2107" fmla="*/ 329328 h 2476997"/>
              <a:gd name="connsiteX2108" fmla="*/ 2151922 w 3242958"/>
              <a:gd name="connsiteY2108" fmla="*/ 324998 h 2476997"/>
              <a:gd name="connsiteX2109" fmla="*/ 2157374 w 3242958"/>
              <a:gd name="connsiteY2109" fmla="*/ 319305 h 2476997"/>
              <a:gd name="connsiteX2110" fmla="*/ 2160421 w 3242958"/>
              <a:gd name="connsiteY2110" fmla="*/ 316739 h 2476997"/>
              <a:gd name="connsiteX2111" fmla="*/ 2162907 w 3242958"/>
              <a:gd name="connsiteY2111" fmla="*/ 314734 h 2476997"/>
              <a:gd name="connsiteX2112" fmla="*/ 2164912 w 3242958"/>
              <a:gd name="connsiteY2112" fmla="*/ 312729 h 2476997"/>
              <a:gd name="connsiteX2113" fmla="*/ 2168120 w 3242958"/>
              <a:gd name="connsiteY2113" fmla="*/ 309281 h 2476997"/>
              <a:gd name="connsiteX2114" fmla="*/ 2170445 w 3242958"/>
              <a:gd name="connsiteY2114" fmla="*/ 306234 h 2476997"/>
              <a:gd name="connsiteX2115" fmla="*/ 2171006 w 3242958"/>
              <a:gd name="connsiteY2115" fmla="*/ 303829 h 2476997"/>
              <a:gd name="connsiteX2116" fmla="*/ 2169162 w 3242958"/>
              <a:gd name="connsiteY2116" fmla="*/ 303347 h 2476997"/>
              <a:gd name="connsiteX2117" fmla="*/ 2166997 w 3242958"/>
              <a:gd name="connsiteY2117" fmla="*/ 301102 h 2476997"/>
              <a:gd name="connsiteX2118" fmla="*/ 1103801 w 3242958"/>
              <a:gd name="connsiteY2118" fmla="*/ 296131 h 2476997"/>
              <a:gd name="connsiteX2119" fmla="*/ 1101395 w 3242958"/>
              <a:gd name="connsiteY2119" fmla="*/ 297815 h 2476997"/>
              <a:gd name="connsiteX2120" fmla="*/ 1097626 w 3242958"/>
              <a:gd name="connsiteY2120" fmla="*/ 298857 h 2476997"/>
              <a:gd name="connsiteX2121" fmla="*/ 1095060 w 3242958"/>
              <a:gd name="connsiteY2121" fmla="*/ 302946 h 2476997"/>
              <a:gd name="connsiteX2122" fmla="*/ 1092013 w 3242958"/>
              <a:gd name="connsiteY2122" fmla="*/ 305112 h 2476997"/>
              <a:gd name="connsiteX2123" fmla="*/ 1089928 w 3242958"/>
              <a:gd name="connsiteY2123" fmla="*/ 308720 h 2476997"/>
              <a:gd name="connsiteX2124" fmla="*/ 1085919 w 3242958"/>
              <a:gd name="connsiteY2124" fmla="*/ 311607 h 2476997"/>
              <a:gd name="connsiteX2125" fmla="*/ 1084957 w 3242958"/>
              <a:gd name="connsiteY2125" fmla="*/ 315776 h 2476997"/>
              <a:gd name="connsiteX2126" fmla="*/ 1089447 w 3242958"/>
              <a:gd name="connsiteY2126" fmla="*/ 320267 h 2476997"/>
              <a:gd name="connsiteX2127" fmla="*/ 1094900 w 3242958"/>
              <a:gd name="connsiteY2127" fmla="*/ 328286 h 2476997"/>
              <a:gd name="connsiteX2128" fmla="*/ 1098268 w 3242958"/>
              <a:gd name="connsiteY2128" fmla="*/ 333257 h 2476997"/>
              <a:gd name="connsiteX2129" fmla="*/ 1104843 w 3242958"/>
              <a:gd name="connsiteY2129" fmla="*/ 340153 h 2476997"/>
              <a:gd name="connsiteX2130" fmla="*/ 1108451 w 3242958"/>
              <a:gd name="connsiteY2130" fmla="*/ 345205 h 2476997"/>
              <a:gd name="connsiteX2131" fmla="*/ 1111899 w 3242958"/>
              <a:gd name="connsiteY2131" fmla="*/ 350337 h 2476997"/>
              <a:gd name="connsiteX2132" fmla="*/ 1113423 w 3242958"/>
              <a:gd name="connsiteY2132" fmla="*/ 354026 h 2476997"/>
              <a:gd name="connsiteX2133" fmla="*/ 1120640 w 3242958"/>
              <a:gd name="connsiteY2133" fmla="*/ 363327 h 2476997"/>
              <a:gd name="connsiteX2134" fmla="*/ 1126413 w 3242958"/>
              <a:gd name="connsiteY2134" fmla="*/ 367737 h 2476997"/>
              <a:gd name="connsiteX2135" fmla="*/ 1130262 w 3242958"/>
              <a:gd name="connsiteY2135" fmla="*/ 370464 h 2476997"/>
              <a:gd name="connsiteX2136" fmla="*/ 1134031 w 3242958"/>
              <a:gd name="connsiteY2136" fmla="*/ 373591 h 2476997"/>
              <a:gd name="connsiteX2137" fmla="*/ 1140847 w 3242958"/>
              <a:gd name="connsiteY2137" fmla="*/ 377681 h 2476997"/>
              <a:gd name="connsiteX2138" fmla="*/ 1145899 w 3242958"/>
              <a:gd name="connsiteY2138" fmla="*/ 381850 h 2476997"/>
              <a:gd name="connsiteX2139" fmla="*/ 1152394 w 3242958"/>
              <a:gd name="connsiteY2139" fmla="*/ 383053 h 2476997"/>
              <a:gd name="connsiteX2140" fmla="*/ 1156483 w 3242958"/>
              <a:gd name="connsiteY2140" fmla="*/ 381770 h 2476997"/>
              <a:gd name="connsiteX2141" fmla="*/ 1161936 w 3242958"/>
              <a:gd name="connsiteY2141" fmla="*/ 376558 h 2476997"/>
              <a:gd name="connsiteX2142" fmla="*/ 1166426 w 3242958"/>
              <a:gd name="connsiteY2142" fmla="*/ 373832 h 2476997"/>
              <a:gd name="connsiteX2143" fmla="*/ 1170676 w 3242958"/>
              <a:gd name="connsiteY2143" fmla="*/ 369501 h 2476997"/>
              <a:gd name="connsiteX2144" fmla="*/ 1175247 w 3242958"/>
              <a:gd name="connsiteY2144" fmla="*/ 365412 h 2476997"/>
              <a:gd name="connsiteX2145" fmla="*/ 1179176 w 3242958"/>
              <a:gd name="connsiteY2145" fmla="*/ 363728 h 2476997"/>
              <a:gd name="connsiteX2146" fmla="*/ 1182063 w 3242958"/>
              <a:gd name="connsiteY2146" fmla="*/ 358676 h 2476997"/>
              <a:gd name="connsiteX2147" fmla="*/ 1185350 w 3242958"/>
              <a:gd name="connsiteY2147" fmla="*/ 353865 h 2476997"/>
              <a:gd name="connsiteX2148" fmla="*/ 1183185 w 3242958"/>
              <a:gd name="connsiteY2148" fmla="*/ 348813 h 2476997"/>
              <a:gd name="connsiteX2149" fmla="*/ 1179417 w 3242958"/>
              <a:gd name="connsiteY2149" fmla="*/ 341677 h 2476997"/>
              <a:gd name="connsiteX2150" fmla="*/ 1172360 w 3242958"/>
              <a:gd name="connsiteY2150" fmla="*/ 339191 h 2476997"/>
              <a:gd name="connsiteX2151" fmla="*/ 1168351 w 3242958"/>
              <a:gd name="connsiteY2151" fmla="*/ 342639 h 2476997"/>
              <a:gd name="connsiteX2152" fmla="*/ 1165063 w 3242958"/>
              <a:gd name="connsiteY2152" fmla="*/ 344243 h 2476997"/>
              <a:gd name="connsiteX2153" fmla="*/ 1162096 w 3242958"/>
              <a:gd name="connsiteY2153" fmla="*/ 346247 h 2476997"/>
              <a:gd name="connsiteX2154" fmla="*/ 1158328 w 3242958"/>
              <a:gd name="connsiteY2154" fmla="*/ 349375 h 2476997"/>
              <a:gd name="connsiteX2155" fmla="*/ 1151432 w 3242958"/>
              <a:gd name="connsiteY2155" fmla="*/ 352342 h 2476997"/>
              <a:gd name="connsiteX2156" fmla="*/ 1143814 w 3242958"/>
              <a:gd name="connsiteY2156" fmla="*/ 348573 h 2476997"/>
              <a:gd name="connsiteX2157" fmla="*/ 1140125 w 3242958"/>
              <a:gd name="connsiteY2157" fmla="*/ 345526 h 2476997"/>
              <a:gd name="connsiteX2158" fmla="*/ 1134993 w 3242958"/>
              <a:gd name="connsiteY2158" fmla="*/ 336545 h 2476997"/>
              <a:gd name="connsiteX2159" fmla="*/ 1137960 w 3242958"/>
              <a:gd name="connsiteY2159" fmla="*/ 327083 h 2476997"/>
              <a:gd name="connsiteX2160" fmla="*/ 1139484 w 3242958"/>
              <a:gd name="connsiteY2160" fmla="*/ 320908 h 2476997"/>
              <a:gd name="connsiteX2161" fmla="*/ 1140125 w 3242958"/>
              <a:gd name="connsiteY2161" fmla="*/ 316017 h 2476997"/>
              <a:gd name="connsiteX2162" fmla="*/ 1142450 w 3242958"/>
              <a:gd name="connsiteY2162" fmla="*/ 311767 h 2476997"/>
              <a:gd name="connsiteX2163" fmla="*/ 1142450 w 3242958"/>
              <a:gd name="connsiteY2163" fmla="*/ 308319 h 2476997"/>
              <a:gd name="connsiteX2164" fmla="*/ 1138281 w 3242958"/>
              <a:gd name="connsiteY2164" fmla="*/ 305513 h 2476997"/>
              <a:gd name="connsiteX2165" fmla="*/ 1130663 w 3242958"/>
              <a:gd name="connsiteY2165" fmla="*/ 303508 h 2476997"/>
              <a:gd name="connsiteX2166" fmla="*/ 1124328 w 3242958"/>
              <a:gd name="connsiteY2166" fmla="*/ 306795 h 2476997"/>
              <a:gd name="connsiteX2167" fmla="*/ 1123286 w 3242958"/>
              <a:gd name="connsiteY2167" fmla="*/ 311446 h 2476997"/>
              <a:gd name="connsiteX2168" fmla="*/ 1119357 w 3242958"/>
              <a:gd name="connsiteY2168" fmla="*/ 313451 h 2476997"/>
              <a:gd name="connsiteX2169" fmla="*/ 1116550 w 3242958"/>
              <a:gd name="connsiteY2169" fmla="*/ 309522 h 2476997"/>
              <a:gd name="connsiteX2170" fmla="*/ 1113182 w 3242958"/>
              <a:gd name="connsiteY2170" fmla="*/ 299499 h 2476997"/>
              <a:gd name="connsiteX2171" fmla="*/ 1107088 w 3242958"/>
              <a:gd name="connsiteY2171" fmla="*/ 296131 h 2476997"/>
              <a:gd name="connsiteX2172" fmla="*/ 1103801 w 3242958"/>
              <a:gd name="connsiteY2172" fmla="*/ 296131 h 2476997"/>
              <a:gd name="connsiteX2173" fmla="*/ 1805194 w 3242958"/>
              <a:gd name="connsiteY2173" fmla="*/ 262933 h 2476997"/>
              <a:gd name="connsiteX2174" fmla="*/ 1799019 w 3242958"/>
              <a:gd name="connsiteY2174" fmla="*/ 298857 h 2476997"/>
              <a:gd name="connsiteX2175" fmla="*/ 1780176 w 3242958"/>
              <a:gd name="connsiteY2175" fmla="*/ 318503 h 2476997"/>
              <a:gd name="connsiteX2176" fmla="*/ 1772878 w 3242958"/>
              <a:gd name="connsiteY2176" fmla="*/ 330531 h 2476997"/>
              <a:gd name="connsiteX2177" fmla="*/ 1678098 w 3242958"/>
              <a:gd name="connsiteY2177" fmla="*/ 396043 h 2476997"/>
              <a:gd name="connsiteX2178" fmla="*/ 1706163 w 3242958"/>
              <a:gd name="connsiteY2178" fmla="*/ 397887 h 2476997"/>
              <a:gd name="connsiteX2179" fmla="*/ 1706484 w 3242958"/>
              <a:gd name="connsiteY2179" fmla="*/ 397647 h 2476997"/>
              <a:gd name="connsiteX2180" fmla="*/ 1737195 w 3242958"/>
              <a:gd name="connsiteY2180" fmla="*/ 419779 h 2476997"/>
              <a:gd name="connsiteX2181" fmla="*/ 1700951 w 3242958"/>
              <a:gd name="connsiteY2181" fmla="*/ 420420 h 2476997"/>
              <a:gd name="connsiteX2182" fmla="*/ 1675291 w 3242958"/>
              <a:gd name="connsiteY2182" fmla="*/ 397086 h 2476997"/>
              <a:gd name="connsiteX2183" fmla="*/ 1655170 w 3242958"/>
              <a:gd name="connsiteY2183" fmla="*/ 404476 h 2476997"/>
              <a:gd name="connsiteX2184" fmla="*/ 1655884 w 3242958"/>
              <a:gd name="connsiteY2184" fmla="*/ 408130 h 2476997"/>
              <a:gd name="connsiteX2185" fmla="*/ 1666550 w 3242958"/>
              <a:gd name="connsiteY2185" fmla="*/ 463079 h 2476997"/>
              <a:gd name="connsiteX2186" fmla="*/ 1914328 w 3242958"/>
              <a:gd name="connsiteY2186" fmla="*/ 425712 h 2476997"/>
              <a:gd name="connsiteX2187" fmla="*/ 1922908 w 3242958"/>
              <a:gd name="connsiteY2187" fmla="*/ 422825 h 2476997"/>
              <a:gd name="connsiteX2188" fmla="*/ 1922908 w 3242958"/>
              <a:gd name="connsiteY2188" fmla="*/ 431806 h 2476997"/>
              <a:gd name="connsiteX2189" fmla="*/ 1898371 w 3242958"/>
              <a:gd name="connsiteY2189" fmla="*/ 501328 h 2476997"/>
              <a:gd name="connsiteX2190" fmla="*/ 1837428 w 3242958"/>
              <a:gd name="connsiteY2190" fmla="*/ 541020 h 2476997"/>
              <a:gd name="connsiteX2191" fmla="*/ 1812009 w 3242958"/>
              <a:gd name="connsiteY2191" fmla="*/ 588170 h 2476997"/>
              <a:gd name="connsiteX2192" fmla="*/ 1800302 w 3242958"/>
              <a:gd name="connsiteY2192" fmla="*/ 596189 h 2476997"/>
              <a:gd name="connsiteX2193" fmla="*/ 1917375 w 3242958"/>
              <a:gd name="connsiteY2193" fmla="*/ 578307 h 2476997"/>
              <a:gd name="connsiteX2194" fmla="*/ 1926597 w 3242958"/>
              <a:gd name="connsiteY2194" fmla="*/ 576543 h 2476997"/>
              <a:gd name="connsiteX2195" fmla="*/ 1926115 w 3242958"/>
              <a:gd name="connsiteY2195" fmla="*/ 576543 h 2476997"/>
              <a:gd name="connsiteX2196" fmla="*/ 1951213 w 3242958"/>
              <a:gd name="connsiteY2196" fmla="*/ 571331 h 2476997"/>
              <a:gd name="connsiteX2197" fmla="*/ 1912323 w 3242958"/>
              <a:gd name="connsiteY2197" fmla="*/ 628584 h 2476997"/>
              <a:gd name="connsiteX2198" fmla="*/ 1820750 w 3242958"/>
              <a:gd name="connsiteY2198" fmla="*/ 701474 h 2476997"/>
              <a:gd name="connsiteX2199" fmla="*/ 1722521 w 3242958"/>
              <a:gd name="connsiteY2199" fmla="*/ 732827 h 2476997"/>
              <a:gd name="connsiteX2200" fmla="*/ 1706484 w 3242958"/>
              <a:gd name="connsiteY2200" fmla="*/ 733869 h 2476997"/>
              <a:gd name="connsiteX2201" fmla="*/ 1676574 w 3242958"/>
              <a:gd name="connsiteY2201" fmla="*/ 731704 h 2476997"/>
              <a:gd name="connsiteX2202" fmla="*/ 1667112 w 3242958"/>
              <a:gd name="connsiteY2202" fmla="*/ 730341 h 2476997"/>
              <a:gd name="connsiteX2203" fmla="*/ 1685475 w 3242958"/>
              <a:gd name="connsiteY2203" fmla="*/ 807080 h 2476997"/>
              <a:gd name="connsiteX2204" fmla="*/ 1624292 w 3242958"/>
              <a:gd name="connsiteY2204" fmla="*/ 811009 h 2476997"/>
              <a:gd name="connsiteX2205" fmla="*/ 1563030 w 3242958"/>
              <a:gd name="connsiteY2205" fmla="*/ 807080 h 2476997"/>
              <a:gd name="connsiteX2206" fmla="*/ 1581392 w 3242958"/>
              <a:gd name="connsiteY2206" fmla="*/ 730341 h 2476997"/>
              <a:gd name="connsiteX2207" fmla="*/ 1571930 w 3242958"/>
              <a:gd name="connsiteY2207" fmla="*/ 731704 h 2476997"/>
              <a:gd name="connsiteX2208" fmla="*/ 1542021 w 3242958"/>
              <a:gd name="connsiteY2208" fmla="*/ 733869 h 2476997"/>
              <a:gd name="connsiteX2209" fmla="*/ 1525983 w 3242958"/>
              <a:gd name="connsiteY2209" fmla="*/ 732827 h 2476997"/>
              <a:gd name="connsiteX2210" fmla="*/ 1427674 w 3242958"/>
              <a:gd name="connsiteY2210" fmla="*/ 701474 h 2476997"/>
              <a:gd name="connsiteX2211" fmla="*/ 1336101 w 3242958"/>
              <a:gd name="connsiteY2211" fmla="*/ 628584 h 2476997"/>
              <a:gd name="connsiteX2212" fmla="*/ 1297210 w 3242958"/>
              <a:gd name="connsiteY2212" fmla="*/ 571331 h 2476997"/>
              <a:gd name="connsiteX2213" fmla="*/ 1322309 w 3242958"/>
              <a:gd name="connsiteY2213" fmla="*/ 576543 h 2476997"/>
              <a:gd name="connsiteX2214" fmla="*/ 1331611 w 3242958"/>
              <a:gd name="connsiteY2214" fmla="*/ 578307 h 2476997"/>
              <a:gd name="connsiteX2215" fmla="*/ 1448603 w 3242958"/>
              <a:gd name="connsiteY2215" fmla="*/ 596109 h 2476997"/>
              <a:gd name="connsiteX2216" fmla="*/ 1436896 w 3242958"/>
              <a:gd name="connsiteY2216" fmla="*/ 588491 h 2476997"/>
              <a:gd name="connsiteX2217" fmla="*/ 1411476 w 3242958"/>
              <a:gd name="connsiteY2217" fmla="*/ 541341 h 2476997"/>
              <a:gd name="connsiteX2218" fmla="*/ 1350535 w 3242958"/>
              <a:gd name="connsiteY2218" fmla="*/ 501649 h 2476997"/>
              <a:gd name="connsiteX2219" fmla="*/ 1325998 w 3242958"/>
              <a:gd name="connsiteY2219" fmla="*/ 432127 h 2476997"/>
              <a:gd name="connsiteX2220" fmla="*/ 1325998 w 3242958"/>
              <a:gd name="connsiteY2220" fmla="*/ 423146 h 2476997"/>
              <a:gd name="connsiteX2221" fmla="*/ 1334497 w 3242958"/>
              <a:gd name="connsiteY2221" fmla="*/ 426033 h 2476997"/>
              <a:gd name="connsiteX2222" fmla="*/ 1582675 w 3242958"/>
              <a:gd name="connsiteY2222" fmla="*/ 463079 h 2476997"/>
              <a:gd name="connsiteX2223" fmla="*/ 1595265 w 3242958"/>
              <a:gd name="connsiteY2223" fmla="*/ 398288 h 2476997"/>
              <a:gd name="connsiteX2224" fmla="*/ 1595265 w 3242958"/>
              <a:gd name="connsiteY2224" fmla="*/ 397246 h 2476997"/>
              <a:gd name="connsiteX2225" fmla="*/ 1624052 w 3242958"/>
              <a:gd name="connsiteY2225" fmla="*/ 364048 h 2476997"/>
              <a:gd name="connsiteX2226" fmla="*/ 1625094 w 3242958"/>
              <a:gd name="connsiteY2226" fmla="*/ 364048 h 2476997"/>
              <a:gd name="connsiteX2227" fmla="*/ 1647316 w 3242958"/>
              <a:gd name="connsiteY2227" fmla="*/ 377640 h 2476997"/>
              <a:gd name="connsiteX2228" fmla="*/ 1653068 w 3242958"/>
              <a:gd name="connsiteY2228" fmla="*/ 394609 h 2476997"/>
              <a:gd name="connsiteX2229" fmla="*/ 1672405 w 3242958"/>
              <a:gd name="connsiteY2229" fmla="*/ 387543 h 2476997"/>
              <a:gd name="connsiteX2230" fmla="*/ 1664386 w 3242958"/>
              <a:gd name="connsiteY2230" fmla="*/ 353224 h 2476997"/>
              <a:gd name="connsiteX2231" fmla="*/ 1683390 w 3242958"/>
              <a:gd name="connsiteY2231" fmla="*/ 320267 h 2476997"/>
              <a:gd name="connsiteX2232" fmla="*/ 1689565 w 3242958"/>
              <a:gd name="connsiteY2232" fmla="*/ 357233 h 2476997"/>
              <a:gd name="connsiteX2233" fmla="*/ 1672886 w 3242958"/>
              <a:gd name="connsiteY2233" fmla="*/ 387223 h 2476997"/>
              <a:gd name="connsiteX2234" fmla="*/ 1711757 w 3242958"/>
              <a:gd name="connsiteY2234" fmla="*/ 364316 h 2476997"/>
              <a:gd name="connsiteX2235" fmla="*/ 1704399 w 3242958"/>
              <a:gd name="connsiteY2235" fmla="*/ 332455 h 2476997"/>
              <a:gd name="connsiteX2236" fmla="*/ 1721800 w 3242958"/>
              <a:gd name="connsiteY2236" fmla="*/ 298696 h 2476997"/>
              <a:gd name="connsiteX2237" fmla="*/ 1728215 w 3242958"/>
              <a:gd name="connsiteY2237" fmla="*/ 336063 h 2476997"/>
              <a:gd name="connsiteX2238" fmla="*/ 1728455 w 3242958"/>
              <a:gd name="connsiteY2238" fmla="*/ 336063 h 2476997"/>
              <a:gd name="connsiteX2239" fmla="*/ 1720587 w 3242958"/>
              <a:gd name="connsiteY2239" fmla="*/ 357514 h 2476997"/>
              <a:gd name="connsiteX2240" fmla="*/ 1717893 w 3242958"/>
              <a:gd name="connsiteY2240" fmla="*/ 360700 h 2476997"/>
              <a:gd name="connsiteX2241" fmla="*/ 1747860 w 3242958"/>
              <a:gd name="connsiteY2241" fmla="*/ 343040 h 2476997"/>
              <a:gd name="connsiteX2242" fmla="*/ 1740323 w 3242958"/>
              <a:gd name="connsiteY2242" fmla="*/ 309682 h 2476997"/>
              <a:gd name="connsiteX2243" fmla="*/ 1756360 w 3242958"/>
              <a:gd name="connsiteY2243" fmla="*/ 277607 h 2476997"/>
              <a:gd name="connsiteX2244" fmla="*/ 1762214 w 3242958"/>
              <a:gd name="connsiteY2244" fmla="*/ 313451 h 2476997"/>
              <a:gd name="connsiteX2245" fmla="*/ 1748101 w 3242958"/>
              <a:gd name="connsiteY2245" fmla="*/ 342960 h 2476997"/>
              <a:gd name="connsiteX2246" fmla="*/ 1771355 w 3242958"/>
              <a:gd name="connsiteY2246" fmla="*/ 321630 h 2476997"/>
              <a:gd name="connsiteX2247" fmla="*/ 1776567 w 3242958"/>
              <a:gd name="connsiteY2247" fmla="*/ 315375 h 2476997"/>
              <a:gd name="connsiteX2248" fmla="*/ 1781138 w 3242958"/>
              <a:gd name="connsiteY2248" fmla="*/ 286588 h 2476997"/>
              <a:gd name="connsiteX2249" fmla="*/ 1805194 w 3242958"/>
              <a:gd name="connsiteY2249" fmla="*/ 262933 h 2476997"/>
              <a:gd name="connsiteX2250" fmla="*/ 1289192 w 3242958"/>
              <a:gd name="connsiteY2250" fmla="*/ 258764 h 2476997"/>
              <a:gd name="connsiteX2251" fmla="*/ 1284381 w 3242958"/>
              <a:gd name="connsiteY2251" fmla="*/ 261731 h 2476997"/>
              <a:gd name="connsiteX2252" fmla="*/ 1280773 w 3242958"/>
              <a:gd name="connsiteY2252" fmla="*/ 265339 h 2476997"/>
              <a:gd name="connsiteX2253" fmla="*/ 1273877 w 3242958"/>
              <a:gd name="connsiteY2253" fmla="*/ 262773 h 2476997"/>
              <a:gd name="connsiteX2254" fmla="*/ 1271712 w 3242958"/>
              <a:gd name="connsiteY2254" fmla="*/ 266381 h 2476997"/>
              <a:gd name="connsiteX2255" fmla="*/ 1271712 w 3242958"/>
              <a:gd name="connsiteY2255" fmla="*/ 276325 h 2476997"/>
              <a:gd name="connsiteX2256" fmla="*/ 1271712 w 3242958"/>
              <a:gd name="connsiteY2256" fmla="*/ 280574 h 2476997"/>
              <a:gd name="connsiteX2257" fmla="*/ 1274198 w 3242958"/>
              <a:gd name="connsiteY2257" fmla="*/ 282900 h 2476997"/>
              <a:gd name="connsiteX2258" fmla="*/ 1275721 w 3242958"/>
              <a:gd name="connsiteY2258" fmla="*/ 286669 h 2476997"/>
              <a:gd name="connsiteX2259" fmla="*/ 1283740 w 3242958"/>
              <a:gd name="connsiteY2259" fmla="*/ 287952 h 2476997"/>
              <a:gd name="connsiteX2260" fmla="*/ 1287268 w 3242958"/>
              <a:gd name="connsiteY2260" fmla="*/ 283140 h 2476997"/>
              <a:gd name="connsiteX2261" fmla="*/ 1290636 w 3242958"/>
              <a:gd name="connsiteY2261" fmla="*/ 280735 h 2476997"/>
              <a:gd name="connsiteX2262" fmla="*/ 1292480 w 3242958"/>
              <a:gd name="connsiteY2262" fmla="*/ 276725 h 2476997"/>
              <a:gd name="connsiteX2263" fmla="*/ 1292480 w 3242958"/>
              <a:gd name="connsiteY2263" fmla="*/ 276405 h 2476997"/>
              <a:gd name="connsiteX2264" fmla="*/ 1292079 w 3242958"/>
              <a:gd name="connsiteY2264" fmla="*/ 271674 h 2476997"/>
              <a:gd name="connsiteX2265" fmla="*/ 1293282 w 3242958"/>
              <a:gd name="connsiteY2265" fmla="*/ 268787 h 2476997"/>
              <a:gd name="connsiteX2266" fmla="*/ 1294004 w 3242958"/>
              <a:gd name="connsiteY2266" fmla="*/ 265179 h 2476997"/>
              <a:gd name="connsiteX2267" fmla="*/ 1292641 w 3242958"/>
              <a:gd name="connsiteY2267" fmla="*/ 261811 h 2476997"/>
              <a:gd name="connsiteX2268" fmla="*/ 1291357 w 3242958"/>
              <a:gd name="connsiteY2268" fmla="*/ 258764 h 2476997"/>
              <a:gd name="connsiteX2269" fmla="*/ 1289192 w 3242958"/>
              <a:gd name="connsiteY2269" fmla="*/ 258764 h 2476997"/>
              <a:gd name="connsiteX2270" fmla="*/ 1594784 w 3242958"/>
              <a:gd name="connsiteY2270" fmla="*/ 219320 h 2476997"/>
              <a:gd name="connsiteX2271" fmla="*/ 1267462 w 3242958"/>
              <a:gd name="connsiteY2271" fmla="*/ 337427 h 2476997"/>
              <a:gd name="connsiteX2272" fmla="*/ 1267382 w 3242958"/>
              <a:gd name="connsiteY2272" fmla="*/ 337427 h 2476997"/>
              <a:gd name="connsiteX2273" fmla="*/ 1029227 w 3242958"/>
              <a:gd name="connsiteY2273" fmla="*/ 813896 h 2476997"/>
              <a:gd name="connsiteX2274" fmla="*/ 1036043 w 3242958"/>
              <a:gd name="connsiteY2274" fmla="*/ 904507 h 2476997"/>
              <a:gd name="connsiteX2275" fmla="*/ 1037406 w 3242958"/>
              <a:gd name="connsiteY2275" fmla="*/ 911884 h 2476997"/>
              <a:gd name="connsiteX2276" fmla="*/ 1043821 w 3242958"/>
              <a:gd name="connsiteY2276" fmla="*/ 944921 h 2476997"/>
              <a:gd name="connsiteX2277" fmla="*/ 1055849 w 3242958"/>
              <a:gd name="connsiteY2277" fmla="*/ 990548 h 2476997"/>
              <a:gd name="connsiteX2278" fmla="*/ 1073330 w 3242958"/>
              <a:gd name="connsiteY2278" fmla="*/ 1038660 h 2476997"/>
              <a:gd name="connsiteX2279" fmla="*/ 1075896 w 3242958"/>
              <a:gd name="connsiteY2279" fmla="*/ 1045074 h 2476997"/>
              <a:gd name="connsiteX2280" fmla="*/ 1146781 w 3242958"/>
              <a:gd name="connsiteY2280" fmla="*/ 1169364 h 2476997"/>
              <a:gd name="connsiteX2281" fmla="*/ 1147182 w 3242958"/>
              <a:gd name="connsiteY2281" fmla="*/ 1169845 h 2476997"/>
              <a:gd name="connsiteX2282" fmla="*/ 1147783 w 3242958"/>
              <a:gd name="connsiteY2282" fmla="*/ 1170655 h 2476997"/>
              <a:gd name="connsiteX2283" fmla="*/ 1428632 w 3242958"/>
              <a:gd name="connsiteY2283" fmla="*/ 1376109 h 2476997"/>
              <a:gd name="connsiteX2284" fmla="*/ 1453812 w 3242958"/>
              <a:gd name="connsiteY2284" fmla="*/ 1382223 h 2476997"/>
              <a:gd name="connsiteX2285" fmla="*/ 1452473 w 3242958"/>
              <a:gd name="connsiteY2285" fmla="*/ 1375954 h 2476997"/>
              <a:gd name="connsiteX2286" fmla="*/ 1440425 w 3242958"/>
              <a:gd name="connsiteY2286" fmla="*/ 1356679 h 2476997"/>
              <a:gd name="connsiteX2287" fmla="*/ 1418053 w 3242958"/>
              <a:gd name="connsiteY2287" fmla="*/ 1348661 h 2476997"/>
              <a:gd name="connsiteX2288" fmla="*/ 1414607 w 3242958"/>
              <a:gd name="connsiteY2288" fmla="*/ 1345496 h 2476997"/>
              <a:gd name="connsiteX2289" fmla="*/ 1448925 w 3242958"/>
              <a:gd name="connsiteY2289" fmla="*/ 1351307 h 2476997"/>
              <a:gd name="connsiteX2290" fmla="*/ 1471377 w 3242958"/>
              <a:gd name="connsiteY2290" fmla="*/ 1386108 h 2476997"/>
              <a:gd name="connsiteX2291" fmla="*/ 1481561 w 3242958"/>
              <a:gd name="connsiteY2291" fmla="*/ 1386108 h 2476997"/>
              <a:gd name="connsiteX2292" fmla="*/ 1484324 w 3242958"/>
              <a:gd name="connsiteY2292" fmla="*/ 1389631 h 2476997"/>
              <a:gd name="connsiteX2293" fmla="*/ 1486654 w 3242958"/>
              <a:gd name="connsiteY2293" fmla="*/ 1390197 h 2476997"/>
              <a:gd name="connsiteX2294" fmla="*/ 1511791 w 3242958"/>
              <a:gd name="connsiteY2294" fmla="*/ 1390197 h 2476997"/>
              <a:gd name="connsiteX2295" fmla="*/ 1512413 w 3242958"/>
              <a:gd name="connsiteY2295" fmla="*/ 1394578 h 2476997"/>
              <a:gd name="connsiteX2296" fmla="*/ 1512054 w 3242958"/>
              <a:gd name="connsiteY2296" fmla="*/ 1396364 h 2476997"/>
              <a:gd name="connsiteX2297" fmla="*/ 1539614 w 3242958"/>
              <a:gd name="connsiteY2297" fmla="*/ 1403056 h 2476997"/>
              <a:gd name="connsiteX2298" fmla="*/ 1653693 w 3242958"/>
              <a:gd name="connsiteY2298" fmla="*/ 1408433 h 2476997"/>
              <a:gd name="connsiteX2299" fmla="*/ 1752411 w 3242958"/>
              <a:gd name="connsiteY2299" fmla="*/ 1393971 h 2476997"/>
              <a:gd name="connsiteX2300" fmla="*/ 1752351 w 3242958"/>
              <a:gd name="connsiteY2300" fmla="*/ 1393967 h 2476997"/>
              <a:gd name="connsiteX2301" fmla="*/ 1756922 w 3242958"/>
              <a:gd name="connsiteY2301" fmla="*/ 1392523 h 2476997"/>
              <a:gd name="connsiteX2302" fmla="*/ 1728215 w 3242958"/>
              <a:gd name="connsiteY2302" fmla="*/ 1392523 h 2476997"/>
              <a:gd name="connsiteX2303" fmla="*/ 1712178 w 3242958"/>
              <a:gd name="connsiteY2303" fmla="*/ 1356119 h 2476997"/>
              <a:gd name="connsiteX2304" fmla="*/ 1671283 w 3242958"/>
              <a:gd name="connsiteY2304" fmla="*/ 1354435 h 2476997"/>
              <a:gd name="connsiteX2305" fmla="*/ 1650835 w 3242958"/>
              <a:gd name="connsiteY2305" fmla="*/ 1385708 h 2476997"/>
              <a:gd name="connsiteX2306" fmla="*/ 1648985 w 3242958"/>
              <a:gd name="connsiteY2306" fmla="*/ 1389977 h 2476997"/>
              <a:gd name="connsiteX2307" fmla="*/ 1648990 w 3242958"/>
              <a:gd name="connsiteY2307" fmla="*/ 1389877 h 2476997"/>
              <a:gd name="connsiteX2308" fmla="*/ 1648750 w 3242958"/>
              <a:gd name="connsiteY2308" fmla="*/ 1390519 h 2476997"/>
              <a:gd name="connsiteX2309" fmla="*/ 1648985 w 3242958"/>
              <a:gd name="connsiteY2309" fmla="*/ 1389977 h 2476997"/>
              <a:gd name="connsiteX2310" fmla="*/ 1648349 w 3242958"/>
              <a:gd name="connsiteY2310" fmla="*/ 1402306 h 2476997"/>
              <a:gd name="connsiteX2311" fmla="*/ 1633755 w 3242958"/>
              <a:gd name="connsiteY2311" fmla="*/ 1402306 h 2476997"/>
              <a:gd name="connsiteX2312" fmla="*/ 1639930 w 3242958"/>
              <a:gd name="connsiteY2312" fmla="*/ 1400061 h 2476997"/>
              <a:gd name="connsiteX2313" fmla="*/ 1634798 w 3242958"/>
              <a:gd name="connsiteY2313" fmla="*/ 1399179 h 2476997"/>
              <a:gd name="connsiteX2314" fmla="*/ 1637043 w 3242958"/>
              <a:gd name="connsiteY2314" fmla="*/ 1396773 h 2476997"/>
              <a:gd name="connsiteX2315" fmla="*/ 1629024 w 3242958"/>
              <a:gd name="connsiteY2315" fmla="*/ 1396773 h 2476997"/>
              <a:gd name="connsiteX2316" fmla="*/ 1632151 w 3242958"/>
              <a:gd name="connsiteY2316" fmla="*/ 1394689 h 2476997"/>
              <a:gd name="connsiteX2317" fmla="*/ 1618360 w 3242958"/>
              <a:gd name="connsiteY2317" fmla="*/ 1394689 h 2476997"/>
              <a:gd name="connsiteX2318" fmla="*/ 1621166 w 3242958"/>
              <a:gd name="connsiteY2318" fmla="*/ 1392523 h 2476997"/>
              <a:gd name="connsiteX2319" fmla="*/ 1592860 w 3242958"/>
              <a:gd name="connsiteY2319" fmla="*/ 1392523 h 2476997"/>
              <a:gd name="connsiteX2320" fmla="*/ 1576822 w 3242958"/>
              <a:gd name="connsiteY2320" fmla="*/ 1356119 h 2476997"/>
              <a:gd name="connsiteX2321" fmla="*/ 1535927 w 3242958"/>
              <a:gd name="connsiteY2321" fmla="*/ 1354435 h 2476997"/>
              <a:gd name="connsiteX2322" fmla="*/ 1515480 w 3242958"/>
              <a:gd name="connsiteY2322" fmla="*/ 1385708 h 2476997"/>
              <a:gd name="connsiteX2323" fmla="*/ 1511871 w 3242958"/>
              <a:gd name="connsiteY2323" fmla="*/ 1384585 h 2476997"/>
              <a:gd name="connsiteX2324" fmla="*/ 1520852 w 3242958"/>
              <a:gd name="connsiteY2324" fmla="*/ 1358765 h 2476997"/>
              <a:gd name="connsiteX2325" fmla="*/ 1555172 w 3242958"/>
              <a:gd name="connsiteY2325" fmla="*/ 1344973 h 2476997"/>
              <a:gd name="connsiteX2326" fmla="*/ 1603284 w 3242958"/>
              <a:gd name="connsiteY2326" fmla="*/ 1357562 h 2476997"/>
              <a:gd name="connsiteX2327" fmla="*/ 1612506 w 3242958"/>
              <a:gd name="connsiteY2327" fmla="*/ 1388675 h 2476997"/>
              <a:gd name="connsiteX2328" fmla="*/ 1644580 w 3242958"/>
              <a:gd name="connsiteY2328" fmla="*/ 1387873 h 2476997"/>
              <a:gd name="connsiteX2329" fmla="*/ 1656608 w 3242958"/>
              <a:gd name="connsiteY2329" fmla="*/ 1358765 h 2476997"/>
              <a:gd name="connsiteX2330" fmla="*/ 1690928 w 3242958"/>
              <a:gd name="connsiteY2330" fmla="*/ 1344973 h 2476997"/>
              <a:gd name="connsiteX2331" fmla="*/ 1739041 w 3242958"/>
              <a:gd name="connsiteY2331" fmla="*/ 1357562 h 2476997"/>
              <a:gd name="connsiteX2332" fmla="*/ 1748262 w 3242958"/>
              <a:gd name="connsiteY2332" fmla="*/ 1388675 h 2476997"/>
              <a:gd name="connsiteX2333" fmla="*/ 1778295 w 3242958"/>
              <a:gd name="connsiteY2333" fmla="*/ 1387924 h 2476997"/>
              <a:gd name="connsiteX2334" fmla="*/ 1780547 w 3242958"/>
              <a:gd name="connsiteY2334" fmla="*/ 1387123 h 2476997"/>
              <a:gd name="connsiteX2335" fmla="*/ 1781584 w 3242958"/>
              <a:gd name="connsiteY2335" fmla="*/ 1383429 h 2476997"/>
              <a:gd name="connsiteX2336" fmla="*/ 1798860 w 3242958"/>
              <a:gd name="connsiteY2336" fmla="*/ 1350987 h 2476997"/>
              <a:gd name="connsiteX2337" fmla="*/ 1828855 w 3242958"/>
              <a:gd name="connsiteY2337" fmla="*/ 1343240 h 2476997"/>
              <a:gd name="connsiteX2338" fmla="*/ 1832458 w 3242958"/>
              <a:gd name="connsiteY2338" fmla="*/ 1343369 h 2476997"/>
              <a:gd name="connsiteX2339" fmla="*/ 1832458 w 3242958"/>
              <a:gd name="connsiteY2339" fmla="*/ 1355237 h 2476997"/>
              <a:gd name="connsiteX2340" fmla="*/ 1799100 w 3242958"/>
              <a:gd name="connsiteY2340" fmla="*/ 1360048 h 2476997"/>
              <a:gd name="connsiteX2341" fmla="*/ 1788887 w 3242958"/>
              <a:gd name="connsiteY2341" fmla="*/ 1375705 h 2476997"/>
              <a:gd name="connsiteX2342" fmla="*/ 1786461 w 3242958"/>
              <a:gd name="connsiteY2342" fmla="*/ 1385019 h 2476997"/>
              <a:gd name="connsiteX2343" fmla="*/ 1877742 w 3242958"/>
              <a:gd name="connsiteY2343" fmla="*/ 1352549 h 2476997"/>
              <a:gd name="connsiteX2344" fmla="*/ 1981011 w 3242958"/>
              <a:gd name="connsiteY2344" fmla="*/ 1290325 h 2476997"/>
              <a:gd name="connsiteX2345" fmla="*/ 2100691 w 3242958"/>
              <a:gd name="connsiteY2345" fmla="*/ 457105 h 2476997"/>
              <a:gd name="connsiteX2346" fmla="*/ 1594784 w 3242958"/>
              <a:gd name="connsiteY2346" fmla="*/ 219320 h 2476997"/>
              <a:gd name="connsiteX2347" fmla="*/ 1337545 w 3242958"/>
              <a:gd name="connsiteY2347" fmla="*/ 215623 h 2476997"/>
              <a:gd name="connsiteX2348" fmla="*/ 1335059 w 3242958"/>
              <a:gd name="connsiteY2348" fmla="*/ 217708 h 2476997"/>
              <a:gd name="connsiteX2349" fmla="*/ 1331370 w 3242958"/>
              <a:gd name="connsiteY2349" fmla="*/ 218590 h 2476997"/>
              <a:gd name="connsiteX2350" fmla="*/ 1327922 w 3242958"/>
              <a:gd name="connsiteY2350" fmla="*/ 220194 h 2476997"/>
              <a:gd name="connsiteX2351" fmla="*/ 1323753 w 3242958"/>
              <a:gd name="connsiteY2351" fmla="*/ 220194 h 2476997"/>
              <a:gd name="connsiteX2352" fmla="*/ 1320224 w 3242958"/>
              <a:gd name="connsiteY2352" fmla="*/ 221316 h 2476997"/>
              <a:gd name="connsiteX2353" fmla="*/ 1319984 w 3242958"/>
              <a:gd name="connsiteY2353" fmla="*/ 220996 h 2476997"/>
              <a:gd name="connsiteX2354" fmla="*/ 1321668 w 3242958"/>
              <a:gd name="connsiteY2354" fmla="*/ 226448 h 2476997"/>
              <a:gd name="connsiteX2355" fmla="*/ 1323111 w 3242958"/>
              <a:gd name="connsiteY2355" fmla="*/ 229495 h 2476997"/>
              <a:gd name="connsiteX2356" fmla="*/ 1327121 w 3242958"/>
              <a:gd name="connsiteY2356" fmla="*/ 233344 h 2476997"/>
              <a:gd name="connsiteX2357" fmla="*/ 1331692 w 3242958"/>
              <a:gd name="connsiteY2357" fmla="*/ 236231 h 2476997"/>
              <a:gd name="connsiteX2358" fmla="*/ 1337144 w 3242958"/>
              <a:gd name="connsiteY2358" fmla="*/ 239439 h 2476997"/>
              <a:gd name="connsiteX2359" fmla="*/ 1339469 w 3242958"/>
              <a:gd name="connsiteY2359" fmla="*/ 242887 h 2476997"/>
              <a:gd name="connsiteX2360" fmla="*/ 1343559 w 3242958"/>
              <a:gd name="connsiteY2360" fmla="*/ 244089 h 2476997"/>
              <a:gd name="connsiteX2361" fmla="*/ 1345884 w 3242958"/>
              <a:gd name="connsiteY2361" fmla="*/ 240561 h 2476997"/>
              <a:gd name="connsiteX2362" fmla="*/ 1348931 w 3242958"/>
              <a:gd name="connsiteY2362" fmla="*/ 238637 h 2476997"/>
              <a:gd name="connsiteX2363" fmla="*/ 1351658 w 3242958"/>
              <a:gd name="connsiteY2363" fmla="*/ 235028 h 2476997"/>
              <a:gd name="connsiteX2364" fmla="*/ 1352299 w 3242958"/>
              <a:gd name="connsiteY2364" fmla="*/ 231340 h 2476997"/>
              <a:gd name="connsiteX2365" fmla="*/ 1351898 w 3242958"/>
              <a:gd name="connsiteY2365" fmla="*/ 226609 h 2476997"/>
              <a:gd name="connsiteX2366" fmla="*/ 1352379 w 3242958"/>
              <a:gd name="connsiteY2366" fmla="*/ 222279 h 2476997"/>
              <a:gd name="connsiteX2367" fmla="*/ 1350696 w 3242958"/>
              <a:gd name="connsiteY2367" fmla="*/ 218911 h 2476997"/>
              <a:gd name="connsiteX2368" fmla="*/ 1347408 w 3242958"/>
              <a:gd name="connsiteY2368" fmla="*/ 217387 h 2476997"/>
              <a:gd name="connsiteX2369" fmla="*/ 1337545 w 3242958"/>
              <a:gd name="connsiteY2369" fmla="*/ 215623 h 2476997"/>
              <a:gd name="connsiteX2370" fmla="*/ 1295046 w 3242958"/>
              <a:gd name="connsiteY2370" fmla="*/ 204798 h 2476997"/>
              <a:gd name="connsiteX2371" fmla="*/ 1295767 w 3242958"/>
              <a:gd name="connsiteY2371" fmla="*/ 208647 h 2476997"/>
              <a:gd name="connsiteX2372" fmla="*/ 1294164 w 3242958"/>
              <a:gd name="connsiteY2372" fmla="*/ 213859 h 2476997"/>
              <a:gd name="connsiteX2373" fmla="*/ 1291919 w 3242958"/>
              <a:gd name="connsiteY2373" fmla="*/ 219633 h 2476997"/>
              <a:gd name="connsiteX2374" fmla="*/ 1288230 w 3242958"/>
              <a:gd name="connsiteY2374" fmla="*/ 223642 h 2476997"/>
              <a:gd name="connsiteX2375" fmla="*/ 1284221 w 3242958"/>
              <a:gd name="connsiteY2375" fmla="*/ 222680 h 2476997"/>
              <a:gd name="connsiteX2376" fmla="*/ 1284221 w 3242958"/>
              <a:gd name="connsiteY2376" fmla="*/ 218590 h 2476997"/>
              <a:gd name="connsiteX2377" fmla="*/ 1288551 w 3242958"/>
              <a:gd name="connsiteY2377" fmla="*/ 212576 h 2476997"/>
              <a:gd name="connsiteX2378" fmla="*/ 1289914 w 3242958"/>
              <a:gd name="connsiteY2378" fmla="*/ 209770 h 2476997"/>
              <a:gd name="connsiteX2379" fmla="*/ 1292320 w 3242958"/>
              <a:gd name="connsiteY2379" fmla="*/ 206963 h 2476997"/>
              <a:gd name="connsiteX2380" fmla="*/ 1295046 w 3242958"/>
              <a:gd name="connsiteY2380" fmla="*/ 204798 h 2476997"/>
              <a:gd name="connsiteX2381" fmla="*/ 1301942 w 3242958"/>
              <a:gd name="connsiteY2381" fmla="*/ 182586 h 2476997"/>
              <a:gd name="connsiteX2382" fmla="*/ 1298013 w 3242958"/>
              <a:gd name="connsiteY2382" fmla="*/ 184751 h 2476997"/>
              <a:gd name="connsiteX2383" fmla="*/ 1293843 w 3242958"/>
              <a:gd name="connsiteY2383" fmla="*/ 185473 h 2476997"/>
              <a:gd name="connsiteX2384" fmla="*/ 1291999 w 3242958"/>
              <a:gd name="connsiteY2384" fmla="*/ 187558 h 2476997"/>
              <a:gd name="connsiteX2385" fmla="*/ 1290716 w 3242958"/>
              <a:gd name="connsiteY2385" fmla="*/ 189803 h 2476997"/>
              <a:gd name="connsiteX2386" fmla="*/ 1289353 w 3242958"/>
              <a:gd name="connsiteY2386" fmla="*/ 192610 h 2476997"/>
              <a:gd name="connsiteX2387" fmla="*/ 1286466 w 3242958"/>
              <a:gd name="connsiteY2387" fmla="*/ 196459 h 2476997"/>
              <a:gd name="connsiteX2388" fmla="*/ 1284061 w 3242958"/>
              <a:gd name="connsiteY2388" fmla="*/ 198944 h 2476997"/>
              <a:gd name="connsiteX2389" fmla="*/ 1281254 w 3242958"/>
              <a:gd name="connsiteY2389" fmla="*/ 202473 h 2476997"/>
              <a:gd name="connsiteX2390" fmla="*/ 1277084 w 3242958"/>
              <a:gd name="connsiteY2390" fmla="*/ 206803 h 2476997"/>
              <a:gd name="connsiteX2391" fmla="*/ 1271551 w 3242958"/>
              <a:gd name="connsiteY2391" fmla="*/ 212736 h 2476997"/>
              <a:gd name="connsiteX2392" fmla="*/ 1268825 w 3242958"/>
              <a:gd name="connsiteY2392" fmla="*/ 211694 h 2476997"/>
              <a:gd name="connsiteX2393" fmla="*/ 1264575 w 3242958"/>
              <a:gd name="connsiteY2393" fmla="*/ 211694 h 2476997"/>
              <a:gd name="connsiteX2394" fmla="*/ 1261849 w 3242958"/>
              <a:gd name="connsiteY2394" fmla="*/ 215463 h 2476997"/>
              <a:gd name="connsiteX2395" fmla="*/ 1262330 w 3242958"/>
              <a:gd name="connsiteY2395" fmla="*/ 224845 h 2476997"/>
              <a:gd name="connsiteX2396" fmla="*/ 1266499 w 3242958"/>
              <a:gd name="connsiteY2396" fmla="*/ 231019 h 2476997"/>
              <a:gd name="connsiteX2397" fmla="*/ 1271311 w 3242958"/>
              <a:gd name="connsiteY2397" fmla="*/ 236632 h 2476997"/>
              <a:gd name="connsiteX2398" fmla="*/ 1275240 w 3242958"/>
              <a:gd name="connsiteY2398" fmla="*/ 240802 h 2476997"/>
              <a:gd name="connsiteX2399" fmla="*/ 1277645 w 3242958"/>
              <a:gd name="connsiteY2399" fmla="*/ 243929 h 2476997"/>
              <a:gd name="connsiteX2400" fmla="*/ 1279410 w 3242958"/>
              <a:gd name="connsiteY2400" fmla="*/ 245132 h 2476997"/>
              <a:gd name="connsiteX2401" fmla="*/ 1282216 w 3242958"/>
              <a:gd name="connsiteY2401" fmla="*/ 247778 h 2476997"/>
              <a:gd name="connsiteX2402" fmla="*/ 1284542 w 3242958"/>
              <a:gd name="connsiteY2402" fmla="*/ 248259 h 2476997"/>
              <a:gd name="connsiteX2403" fmla="*/ 1289112 w 3242958"/>
              <a:gd name="connsiteY2403" fmla="*/ 246094 h 2476997"/>
              <a:gd name="connsiteX2404" fmla="*/ 1291438 w 3242958"/>
              <a:gd name="connsiteY2404" fmla="*/ 244009 h 2476997"/>
              <a:gd name="connsiteX2405" fmla="*/ 1295447 w 3242958"/>
              <a:gd name="connsiteY2405" fmla="*/ 242887 h 2476997"/>
              <a:gd name="connsiteX2406" fmla="*/ 1297852 w 3242958"/>
              <a:gd name="connsiteY2406" fmla="*/ 244330 h 2476997"/>
              <a:gd name="connsiteX2407" fmla="*/ 1300900 w 3242958"/>
              <a:gd name="connsiteY2407" fmla="*/ 251066 h 2476997"/>
              <a:gd name="connsiteX2408" fmla="*/ 1303706 w 3242958"/>
              <a:gd name="connsiteY2408" fmla="*/ 255797 h 2476997"/>
              <a:gd name="connsiteX2409" fmla="*/ 1305711 w 3242958"/>
              <a:gd name="connsiteY2409" fmla="*/ 259245 h 2476997"/>
              <a:gd name="connsiteX2410" fmla="*/ 1304348 w 3242958"/>
              <a:gd name="connsiteY2410" fmla="*/ 266542 h 2476997"/>
              <a:gd name="connsiteX2411" fmla="*/ 1298013 w 3242958"/>
              <a:gd name="connsiteY2411" fmla="*/ 267905 h 2476997"/>
              <a:gd name="connsiteX2412" fmla="*/ 1295367 w 3242958"/>
              <a:gd name="connsiteY2412" fmla="*/ 271513 h 2476997"/>
              <a:gd name="connsiteX2413" fmla="*/ 1304348 w 3242958"/>
              <a:gd name="connsiteY2413" fmla="*/ 273839 h 2476997"/>
              <a:gd name="connsiteX2414" fmla="*/ 1308517 w 3242958"/>
              <a:gd name="connsiteY2414" fmla="*/ 276405 h 2476997"/>
              <a:gd name="connsiteX2415" fmla="*/ 1313248 w 3242958"/>
              <a:gd name="connsiteY2415" fmla="*/ 275924 h 2476997"/>
              <a:gd name="connsiteX2416" fmla="*/ 1316456 w 3242958"/>
              <a:gd name="connsiteY2416" fmla="*/ 276325 h 2476997"/>
              <a:gd name="connsiteX2417" fmla="*/ 1319904 w 3242958"/>
              <a:gd name="connsiteY2417" fmla="*/ 275924 h 2476997"/>
              <a:gd name="connsiteX2418" fmla="*/ 1322390 w 3242958"/>
              <a:gd name="connsiteY2418" fmla="*/ 275924 h 2476997"/>
              <a:gd name="connsiteX2419" fmla="*/ 1325116 w 3242958"/>
              <a:gd name="connsiteY2419" fmla="*/ 271513 h 2476997"/>
              <a:gd name="connsiteX2420" fmla="*/ 1326800 w 3242958"/>
              <a:gd name="connsiteY2420" fmla="*/ 264778 h 2476997"/>
              <a:gd name="connsiteX2421" fmla="*/ 1327201 w 3242958"/>
              <a:gd name="connsiteY2421" fmla="*/ 256759 h 2476997"/>
              <a:gd name="connsiteX2422" fmla="*/ 1314612 w 3242958"/>
              <a:gd name="connsiteY2422" fmla="*/ 235830 h 2476997"/>
              <a:gd name="connsiteX2423" fmla="*/ 1311083 w 3242958"/>
              <a:gd name="connsiteY2423" fmla="*/ 231580 h 2476997"/>
              <a:gd name="connsiteX2424" fmla="*/ 1311805 w 3242958"/>
              <a:gd name="connsiteY2424" fmla="*/ 227651 h 2476997"/>
              <a:gd name="connsiteX2425" fmla="*/ 1314050 w 3242958"/>
              <a:gd name="connsiteY2425" fmla="*/ 225887 h 2476997"/>
              <a:gd name="connsiteX2426" fmla="*/ 1314772 w 3242958"/>
              <a:gd name="connsiteY2426" fmla="*/ 219793 h 2476997"/>
              <a:gd name="connsiteX2427" fmla="*/ 1314772 w 3242958"/>
              <a:gd name="connsiteY2427" fmla="*/ 202473 h 2476997"/>
              <a:gd name="connsiteX2428" fmla="*/ 1314772 w 3242958"/>
              <a:gd name="connsiteY2428" fmla="*/ 197341 h 2476997"/>
              <a:gd name="connsiteX2429" fmla="*/ 1316536 w 3242958"/>
              <a:gd name="connsiteY2429" fmla="*/ 189723 h 2476997"/>
              <a:gd name="connsiteX2430" fmla="*/ 1314291 w 3242958"/>
              <a:gd name="connsiteY2430" fmla="*/ 186275 h 2476997"/>
              <a:gd name="connsiteX2431" fmla="*/ 1309961 w 3242958"/>
              <a:gd name="connsiteY2431" fmla="*/ 182586 h 2476997"/>
              <a:gd name="connsiteX2432" fmla="*/ 1301942 w 3242958"/>
              <a:gd name="connsiteY2432" fmla="*/ 182586 h 2476997"/>
              <a:gd name="connsiteX2433" fmla="*/ 1988340 w 3242958"/>
              <a:gd name="connsiteY2433" fmla="*/ 171921 h 2476997"/>
              <a:gd name="connsiteX2434" fmla="*/ 1985695 w 3242958"/>
              <a:gd name="connsiteY2434" fmla="*/ 172804 h 2476997"/>
              <a:gd name="connsiteX2435" fmla="*/ 1982968 w 3242958"/>
              <a:gd name="connsiteY2435" fmla="*/ 178176 h 2476997"/>
              <a:gd name="connsiteX2436" fmla="*/ 1978878 w 3242958"/>
              <a:gd name="connsiteY2436" fmla="*/ 183789 h 2476997"/>
              <a:gd name="connsiteX2437" fmla="*/ 1971421 w 3242958"/>
              <a:gd name="connsiteY2437" fmla="*/ 191808 h 2476997"/>
              <a:gd name="connsiteX2438" fmla="*/ 1959153 w 3242958"/>
              <a:gd name="connsiteY2438" fmla="*/ 189482 h 2476997"/>
              <a:gd name="connsiteX2439" fmla="*/ 1952978 w 3242958"/>
              <a:gd name="connsiteY2439" fmla="*/ 185714 h 2476997"/>
              <a:gd name="connsiteX2440" fmla="*/ 1949450 w 3242958"/>
              <a:gd name="connsiteY2440" fmla="*/ 185714 h 2476997"/>
              <a:gd name="connsiteX2441" fmla="*/ 1945761 w 3242958"/>
              <a:gd name="connsiteY2441" fmla="*/ 185072 h 2476997"/>
              <a:gd name="connsiteX2442" fmla="*/ 1941993 w 3242958"/>
              <a:gd name="connsiteY2442" fmla="*/ 186195 h 2476997"/>
              <a:gd name="connsiteX2443" fmla="*/ 1938384 w 3242958"/>
              <a:gd name="connsiteY2443" fmla="*/ 189322 h 2476997"/>
              <a:gd name="connsiteX2444" fmla="*/ 1939747 w 3242958"/>
              <a:gd name="connsiteY2444" fmla="*/ 198543 h 2476997"/>
              <a:gd name="connsiteX2445" fmla="*/ 1942955 w 3242958"/>
              <a:gd name="connsiteY2445" fmla="*/ 203114 h 2476997"/>
              <a:gd name="connsiteX2446" fmla="*/ 1945761 w 3242958"/>
              <a:gd name="connsiteY2446" fmla="*/ 204718 h 2476997"/>
              <a:gd name="connsiteX2447" fmla="*/ 1949130 w 3242958"/>
              <a:gd name="connsiteY2447" fmla="*/ 205600 h 2476997"/>
              <a:gd name="connsiteX2448" fmla="*/ 1951374 w 3242958"/>
              <a:gd name="connsiteY2448" fmla="*/ 206883 h 2476997"/>
              <a:gd name="connsiteX2449" fmla="*/ 1954341 w 3242958"/>
              <a:gd name="connsiteY2449" fmla="*/ 208406 h 2476997"/>
              <a:gd name="connsiteX2450" fmla="*/ 1950813 w 3242958"/>
              <a:gd name="connsiteY2450" fmla="*/ 211774 h 2476997"/>
              <a:gd name="connsiteX2451" fmla="*/ 1939667 w 3242958"/>
              <a:gd name="connsiteY2451" fmla="*/ 218349 h 2476997"/>
              <a:gd name="connsiteX2452" fmla="*/ 1917375 w 3242958"/>
              <a:gd name="connsiteY2452" fmla="*/ 223802 h 2476997"/>
              <a:gd name="connsiteX2453" fmla="*/ 1914649 w 3242958"/>
              <a:gd name="connsiteY2453" fmla="*/ 223802 h 2476997"/>
              <a:gd name="connsiteX2454" fmla="*/ 1910239 w 3242958"/>
              <a:gd name="connsiteY2454" fmla="*/ 224363 h 2476997"/>
              <a:gd name="connsiteX2455" fmla="*/ 1904305 w 3242958"/>
              <a:gd name="connsiteY2455" fmla="*/ 224363 h 2476997"/>
              <a:gd name="connsiteX2456" fmla="*/ 1904305 w 3242958"/>
              <a:gd name="connsiteY2456" fmla="*/ 224043 h 2476997"/>
              <a:gd name="connsiteX2457" fmla="*/ 1900376 w 3242958"/>
              <a:gd name="connsiteY2457" fmla="*/ 225005 h 2476997"/>
              <a:gd name="connsiteX2458" fmla="*/ 1902781 w 3242958"/>
              <a:gd name="connsiteY2458" fmla="*/ 227812 h 2476997"/>
              <a:gd name="connsiteX2459" fmla="*/ 1902781 w 3242958"/>
              <a:gd name="connsiteY2459" fmla="*/ 232462 h 2476997"/>
              <a:gd name="connsiteX2460" fmla="*/ 1903904 w 3242958"/>
              <a:gd name="connsiteY2460" fmla="*/ 235830 h 2476997"/>
              <a:gd name="connsiteX2461" fmla="*/ 1907833 w 3242958"/>
              <a:gd name="connsiteY2461" fmla="*/ 237193 h 2476997"/>
              <a:gd name="connsiteX2462" fmla="*/ 1915050 w 3242958"/>
              <a:gd name="connsiteY2462" fmla="*/ 239278 h 2476997"/>
              <a:gd name="connsiteX2463" fmla="*/ 1924111 w 3242958"/>
              <a:gd name="connsiteY2463" fmla="*/ 239278 h 2476997"/>
              <a:gd name="connsiteX2464" fmla="*/ 1936700 w 3242958"/>
              <a:gd name="connsiteY2464" fmla="*/ 239278 h 2476997"/>
              <a:gd name="connsiteX2465" fmla="*/ 1950893 w 3242958"/>
              <a:gd name="connsiteY2465" fmla="*/ 235750 h 2476997"/>
              <a:gd name="connsiteX2466" fmla="*/ 1962601 w 3242958"/>
              <a:gd name="connsiteY2466" fmla="*/ 229816 h 2476997"/>
              <a:gd name="connsiteX2467" fmla="*/ 1967091 w 3242958"/>
              <a:gd name="connsiteY2467" fmla="*/ 242967 h 2476997"/>
              <a:gd name="connsiteX2468" fmla="*/ 1968695 w 3242958"/>
              <a:gd name="connsiteY2468" fmla="*/ 249863 h 2476997"/>
              <a:gd name="connsiteX2469" fmla="*/ 1970379 w 3242958"/>
              <a:gd name="connsiteY2469" fmla="*/ 261971 h 2476997"/>
              <a:gd name="connsiteX2470" fmla="*/ 1970379 w 3242958"/>
              <a:gd name="connsiteY2470" fmla="*/ 275443 h 2476997"/>
              <a:gd name="connsiteX2471" fmla="*/ 1972624 w 3242958"/>
              <a:gd name="connsiteY2471" fmla="*/ 280254 h 2476997"/>
              <a:gd name="connsiteX2472" fmla="*/ 1978718 w 3242958"/>
              <a:gd name="connsiteY2472" fmla="*/ 284985 h 2476997"/>
              <a:gd name="connsiteX2473" fmla="*/ 1982487 w 3242958"/>
              <a:gd name="connsiteY2473" fmla="*/ 288192 h 2476997"/>
              <a:gd name="connsiteX2474" fmla="*/ 1987378 w 3242958"/>
              <a:gd name="connsiteY2474" fmla="*/ 290918 h 2476997"/>
              <a:gd name="connsiteX2475" fmla="*/ 1991869 w 3242958"/>
              <a:gd name="connsiteY2475" fmla="*/ 293885 h 2476997"/>
              <a:gd name="connsiteX2476" fmla="*/ 1994194 w 3242958"/>
              <a:gd name="connsiteY2476" fmla="*/ 294687 h 2476997"/>
              <a:gd name="connsiteX2477" fmla="*/ 1997242 w 3242958"/>
              <a:gd name="connsiteY2477" fmla="*/ 294126 h 2476997"/>
              <a:gd name="connsiteX2478" fmla="*/ 2003816 w 3242958"/>
              <a:gd name="connsiteY2478" fmla="*/ 294126 h 2476997"/>
              <a:gd name="connsiteX2479" fmla="*/ 2006142 w 3242958"/>
              <a:gd name="connsiteY2479" fmla="*/ 291079 h 2476997"/>
              <a:gd name="connsiteX2480" fmla="*/ 2008467 w 3242958"/>
              <a:gd name="connsiteY2480" fmla="*/ 289315 h 2476997"/>
              <a:gd name="connsiteX2481" fmla="*/ 2006222 w 3242958"/>
              <a:gd name="connsiteY2481" fmla="*/ 286187 h 2476997"/>
              <a:gd name="connsiteX2482" fmla="*/ 1999326 w 3242958"/>
              <a:gd name="connsiteY2482" fmla="*/ 278169 h 2476997"/>
              <a:gd name="connsiteX2483" fmla="*/ 1996921 w 3242958"/>
              <a:gd name="connsiteY2483" fmla="*/ 273438 h 2476997"/>
              <a:gd name="connsiteX2484" fmla="*/ 1992991 w 3242958"/>
              <a:gd name="connsiteY2484" fmla="*/ 268466 h 2476997"/>
              <a:gd name="connsiteX2485" fmla="*/ 1987619 w 3242958"/>
              <a:gd name="connsiteY2485" fmla="*/ 257240 h 2476997"/>
              <a:gd name="connsiteX2486" fmla="*/ 1984572 w 3242958"/>
              <a:gd name="connsiteY2486" fmla="*/ 242486 h 2476997"/>
              <a:gd name="connsiteX2487" fmla="*/ 1979760 w 3242958"/>
              <a:gd name="connsiteY2487" fmla="*/ 223722 h 2476997"/>
              <a:gd name="connsiteX2488" fmla="*/ 1982166 w 3242958"/>
              <a:gd name="connsiteY2488" fmla="*/ 217788 h 2476997"/>
              <a:gd name="connsiteX2489" fmla="*/ 1986416 w 3242958"/>
              <a:gd name="connsiteY2489" fmla="*/ 215703 h 2476997"/>
              <a:gd name="connsiteX2490" fmla="*/ 1995076 w 3242958"/>
              <a:gd name="connsiteY2490" fmla="*/ 217067 h 2476997"/>
              <a:gd name="connsiteX2491" fmla="*/ 2000048 w 3242958"/>
              <a:gd name="connsiteY2491" fmla="*/ 219151 h 2476997"/>
              <a:gd name="connsiteX2492" fmla="*/ 2005741 w 3242958"/>
              <a:gd name="connsiteY2492" fmla="*/ 220354 h 2476997"/>
              <a:gd name="connsiteX2493" fmla="*/ 2014401 w 3242958"/>
              <a:gd name="connsiteY2493" fmla="*/ 221397 h 2476997"/>
              <a:gd name="connsiteX2494" fmla="*/ 2018651 w 3242958"/>
              <a:gd name="connsiteY2494" fmla="*/ 220916 h 2476997"/>
              <a:gd name="connsiteX2495" fmla="*/ 2021137 w 3242958"/>
              <a:gd name="connsiteY2495" fmla="*/ 219873 h 2476997"/>
              <a:gd name="connsiteX2496" fmla="*/ 2021137 w 3242958"/>
              <a:gd name="connsiteY2496" fmla="*/ 210571 h 2476997"/>
              <a:gd name="connsiteX2497" fmla="*/ 2016727 w 3242958"/>
              <a:gd name="connsiteY2497" fmla="*/ 205760 h 2476997"/>
              <a:gd name="connsiteX2498" fmla="*/ 2010472 w 3242958"/>
              <a:gd name="connsiteY2498" fmla="*/ 202152 h 2476997"/>
              <a:gd name="connsiteX2499" fmla="*/ 2004699 w 3242958"/>
              <a:gd name="connsiteY2499" fmla="*/ 202633 h 2476997"/>
              <a:gd name="connsiteX2500" fmla="*/ 2000529 w 3242958"/>
              <a:gd name="connsiteY2500" fmla="*/ 201831 h 2476997"/>
              <a:gd name="connsiteX2501" fmla="*/ 1996840 w 3242958"/>
              <a:gd name="connsiteY2501" fmla="*/ 201430 h 2476997"/>
              <a:gd name="connsiteX2502" fmla="*/ 1994114 w 3242958"/>
              <a:gd name="connsiteY2502" fmla="*/ 200708 h 2476997"/>
              <a:gd name="connsiteX2503" fmla="*/ 1996199 w 3242958"/>
              <a:gd name="connsiteY2503" fmla="*/ 197341 h 2476997"/>
              <a:gd name="connsiteX2504" fmla="*/ 2001972 w 3242958"/>
              <a:gd name="connsiteY2504" fmla="*/ 192850 h 2476997"/>
              <a:gd name="connsiteX2505" fmla="*/ 2003175 w 3242958"/>
              <a:gd name="connsiteY2505" fmla="*/ 189322 h 2476997"/>
              <a:gd name="connsiteX2506" fmla="*/ 2003977 w 3242958"/>
              <a:gd name="connsiteY2506" fmla="*/ 185473 h 2476997"/>
              <a:gd name="connsiteX2507" fmla="*/ 2001571 w 3242958"/>
              <a:gd name="connsiteY2507" fmla="*/ 178978 h 2476997"/>
              <a:gd name="connsiteX2508" fmla="*/ 1995878 w 3242958"/>
              <a:gd name="connsiteY2508" fmla="*/ 175369 h 2476997"/>
              <a:gd name="connsiteX2509" fmla="*/ 1992190 w 3242958"/>
              <a:gd name="connsiteY2509" fmla="*/ 174568 h 2476997"/>
              <a:gd name="connsiteX2510" fmla="*/ 1988340 w 3242958"/>
              <a:gd name="connsiteY2510" fmla="*/ 171921 h 2476997"/>
              <a:gd name="connsiteX2511" fmla="*/ 1463598 w 3242958"/>
              <a:gd name="connsiteY2511" fmla="*/ 159492 h 2476997"/>
              <a:gd name="connsiteX2512" fmla="*/ 1463839 w 3242958"/>
              <a:gd name="connsiteY2512" fmla="*/ 159813 h 2476997"/>
              <a:gd name="connsiteX2513" fmla="*/ 1463657 w 3242958"/>
              <a:gd name="connsiteY2513" fmla="*/ 159603 h 2476997"/>
              <a:gd name="connsiteX2514" fmla="*/ 1272273 w 3242958"/>
              <a:gd name="connsiteY2514" fmla="*/ 144257 h 2476997"/>
              <a:gd name="connsiteX2515" fmla="*/ 1268183 w 3242958"/>
              <a:gd name="connsiteY2515" fmla="*/ 145299 h 2476997"/>
              <a:gd name="connsiteX2516" fmla="*/ 1265297 w 3242958"/>
              <a:gd name="connsiteY2516" fmla="*/ 145299 h 2476997"/>
              <a:gd name="connsiteX2517" fmla="*/ 1261528 w 3242958"/>
              <a:gd name="connsiteY2517" fmla="*/ 147545 h 2476997"/>
              <a:gd name="connsiteX2518" fmla="*/ 1258401 w 3242958"/>
              <a:gd name="connsiteY2518" fmla="*/ 149068 h 2476997"/>
              <a:gd name="connsiteX2519" fmla="*/ 1256476 w 3242958"/>
              <a:gd name="connsiteY2519" fmla="*/ 151474 h 2476997"/>
              <a:gd name="connsiteX2520" fmla="*/ 1254071 w 3242958"/>
              <a:gd name="connsiteY2520" fmla="*/ 153238 h 2476997"/>
              <a:gd name="connsiteX2521" fmla="*/ 1252146 w 3242958"/>
              <a:gd name="connsiteY2521" fmla="*/ 155884 h 2476997"/>
              <a:gd name="connsiteX2522" fmla="*/ 1248137 w 3242958"/>
              <a:gd name="connsiteY2522" fmla="*/ 159252 h 2476997"/>
              <a:gd name="connsiteX2523" fmla="*/ 1248698 w 3242958"/>
              <a:gd name="connsiteY2523" fmla="*/ 162299 h 2476997"/>
              <a:gd name="connsiteX2524" fmla="*/ 1256075 w 3242958"/>
              <a:gd name="connsiteY2524" fmla="*/ 167832 h 2476997"/>
              <a:gd name="connsiteX2525" fmla="*/ 1256877 w 3242958"/>
              <a:gd name="connsiteY2525" fmla="*/ 171280 h 2476997"/>
              <a:gd name="connsiteX2526" fmla="*/ 1257439 w 3242958"/>
              <a:gd name="connsiteY2526" fmla="*/ 174167 h 2476997"/>
              <a:gd name="connsiteX2527" fmla="*/ 1258320 w 3242958"/>
              <a:gd name="connsiteY2527" fmla="*/ 176973 h 2476997"/>
              <a:gd name="connsiteX2528" fmla="*/ 1261688 w 3242958"/>
              <a:gd name="connsiteY2528" fmla="*/ 176973 h 2476997"/>
              <a:gd name="connsiteX2529" fmla="*/ 1264655 w 3242958"/>
              <a:gd name="connsiteY2529" fmla="*/ 176332 h 2476997"/>
              <a:gd name="connsiteX2530" fmla="*/ 1266419 w 3242958"/>
              <a:gd name="connsiteY2530" fmla="*/ 178417 h 2476997"/>
              <a:gd name="connsiteX2531" fmla="*/ 1264174 w 3242958"/>
              <a:gd name="connsiteY2531" fmla="*/ 182586 h 2476997"/>
              <a:gd name="connsiteX2532" fmla="*/ 1257198 w 3242958"/>
              <a:gd name="connsiteY2532" fmla="*/ 190605 h 2476997"/>
              <a:gd name="connsiteX2533" fmla="*/ 1253028 w 3242958"/>
              <a:gd name="connsiteY2533" fmla="*/ 193973 h 2476997"/>
              <a:gd name="connsiteX2534" fmla="*/ 1243486 w 3242958"/>
              <a:gd name="connsiteY2534" fmla="*/ 202713 h 2476997"/>
              <a:gd name="connsiteX2535" fmla="*/ 1239878 w 3242958"/>
              <a:gd name="connsiteY2535" fmla="*/ 206963 h 2476997"/>
              <a:gd name="connsiteX2536" fmla="*/ 1237071 w 3242958"/>
              <a:gd name="connsiteY2536" fmla="*/ 206963 h 2476997"/>
              <a:gd name="connsiteX2537" fmla="*/ 1237071 w 3242958"/>
              <a:gd name="connsiteY2537" fmla="*/ 206642 h 2476997"/>
              <a:gd name="connsiteX2538" fmla="*/ 1231217 w 3242958"/>
              <a:gd name="connsiteY2538" fmla="*/ 215623 h 2476997"/>
              <a:gd name="connsiteX2539" fmla="*/ 1232099 w 3242958"/>
              <a:gd name="connsiteY2539" fmla="*/ 218750 h 2476997"/>
              <a:gd name="connsiteX2540" fmla="*/ 1234425 w 3242958"/>
              <a:gd name="connsiteY2540" fmla="*/ 222199 h 2476997"/>
              <a:gd name="connsiteX2541" fmla="*/ 1237953 w 3242958"/>
              <a:gd name="connsiteY2541" fmla="*/ 225727 h 2476997"/>
              <a:gd name="connsiteX2542" fmla="*/ 1242123 w 3242958"/>
              <a:gd name="connsiteY2542" fmla="*/ 223642 h 2476997"/>
              <a:gd name="connsiteX2543" fmla="*/ 1245170 w 3242958"/>
              <a:gd name="connsiteY2543" fmla="*/ 223642 h 2476997"/>
              <a:gd name="connsiteX2544" fmla="*/ 1246934 w 3242958"/>
              <a:gd name="connsiteY2544" fmla="*/ 220515 h 2476997"/>
              <a:gd name="connsiteX2545" fmla="*/ 1249420 w 3242958"/>
              <a:gd name="connsiteY2545" fmla="*/ 217628 h 2476997"/>
              <a:gd name="connsiteX2546" fmla="*/ 1252467 w 3242958"/>
              <a:gd name="connsiteY2546" fmla="*/ 214501 h 2476997"/>
              <a:gd name="connsiteX2547" fmla="*/ 1254632 w 3242958"/>
              <a:gd name="connsiteY2547" fmla="*/ 213057 h 2476997"/>
              <a:gd name="connsiteX2548" fmla="*/ 1257439 w 3242958"/>
              <a:gd name="connsiteY2548" fmla="*/ 211213 h 2476997"/>
              <a:gd name="connsiteX2549" fmla="*/ 1260165 w 3242958"/>
              <a:gd name="connsiteY2549" fmla="*/ 208406 h 2476997"/>
              <a:gd name="connsiteX2550" fmla="*/ 1262891 w 3242958"/>
              <a:gd name="connsiteY2550" fmla="*/ 206161 h 2476997"/>
              <a:gd name="connsiteX2551" fmla="*/ 1265938 w 3242958"/>
              <a:gd name="connsiteY2551" fmla="*/ 203194 h 2476997"/>
              <a:gd name="connsiteX2552" fmla="*/ 1269146 w 3242958"/>
              <a:gd name="connsiteY2552" fmla="*/ 199907 h 2476997"/>
              <a:gd name="connsiteX2553" fmla="*/ 1272433 w 3242958"/>
              <a:gd name="connsiteY2553" fmla="*/ 196539 h 2476997"/>
              <a:gd name="connsiteX2554" fmla="*/ 1284301 w 3242958"/>
              <a:gd name="connsiteY2554" fmla="*/ 184591 h 2476997"/>
              <a:gd name="connsiteX2555" fmla="*/ 1288791 w 3242958"/>
              <a:gd name="connsiteY2555" fmla="*/ 178497 h 2476997"/>
              <a:gd name="connsiteX2556" fmla="*/ 1293041 w 3242958"/>
              <a:gd name="connsiteY2556" fmla="*/ 176171 h 2476997"/>
              <a:gd name="connsiteX2557" fmla="*/ 1296409 w 3242958"/>
              <a:gd name="connsiteY2557" fmla="*/ 172082 h 2476997"/>
              <a:gd name="connsiteX2558" fmla="*/ 1299937 w 3242958"/>
              <a:gd name="connsiteY2558" fmla="*/ 168233 h 2476997"/>
              <a:gd name="connsiteX2559" fmla="*/ 1304267 w 3242958"/>
              <a:gd name="connsiteY2559" fmla="*/ 164865 h 2476997"/>
              <a:gd name="connsiteX2560" fmla="*/ 1309880 w 3242958"/>
              <a:gd name="connsiteY2560" fmla="*/ 160856 h 2476997"/>
              <a:gd name="connsiteX2561" fmla="*/ 1314050 w 3242958"/>
              <a:gd name="connsiteY2561" fmla="*/ 159813 h 2476997"/>
              <a:gd name="connsiteX2562" fmla="*/ 1317178 w 3242958"/>
              <a:gd name="connsiteY2562" fmla="*/ 150431 h 2476997"/>
              <a:gd name="connsiteX2563" fmla="*/ 1315173 w 3242958"/>
              <a:gd name="connsiteY2563" fmla="*/ 146663 h 2476997"/>
              <a:gd name="connsiteX2564" fmla="*/ 1312527 w 3242958"/>
              <a:gd name="connsiteY2564" fmla="*/ 145861 h 2476997"/>
              <a:gd name="connsiteX2565" fmla="*/ 1306994 w 3242958"/>
              <a:gd name="connsiteY2565" fmla="*/ 144899 h 2476997"/>
              <a:gd name="connsiteX2566" fmla="*/ 1303466 w 3242958"/>
              <a:gd name="connsiteY2566" fmla="*/ 145700 h 2476997"/>
              <a:gd name="connsiteX2567" fmla="*/ 1299777 w 3242958"/>
              <a:gd name="connsiteY2567" fmla="*/ 146262 h 2476997"/>
              <a:gd name="connsiteX2568" fmla="*/ 1294004 w 3242958"/>
              <a:gd name="connsiteY2568" fmla="*/ 151795 h 2476997"/>
              <a:gd name="connsiteX2569" fmla="*/ 1283900 w 3242958"/>
              <a:gd name="connsiteY2569" fmla="*/ 161577 h 2476997"/>
              <a:gd name="connsiteX2570" fmla="*/ 1282056 w 3242958"/>
              <a:gd name="connsiteY2570" fmla="*/ 159974 h 2476997"/>
              <a:gd name="connsiteX2571" fmla="*/ 1282056 w 3242958"/>
              <a:gd name="connsiteY2571" fmla="*/ 151955 h 2476997"/>
              <a:gd name="connsiteX2572" fmla="*/ 1275801 w 3242958"/>
              <a:gd name="connsiteY2572" fmla="*/ 147625 h 2476997"/>
              <a:gd name="connsiteX2573" fmla="*/ 1272273 w 3242958"/>
              <a:gd name="connsiteY2573" fmla="*/ 144257 h 2476997"/>
              <a:gd name="connsiteX2574" fmla="*/ 1526024 w 3242958"/>
              <a:gd name="connsiteY2574" fmla="*/ 121604 h 2476997"/>
              <a:gd name="connsiteX2575" fmla="*/ 1527347 w 3242958"/>
              <a:gd name="connsiteY2575" fmla="*/ 123007 h 2476997"/>
              <a:gd name="connsiteX2576" fmla="*/ 1525102 w 3242958"/>
              <a:gd name="connsiteY2576" fmla="*/ 128701 h 2476997"/>
              <a:gd name="connsiteX2577" fmla="*/ 1520371 w 3242958"/>
              <a:gd name="connsiteY2577" fmla="*/ 128701 h 2476997"/>
              <a:gd name="connsiteX2578" fmla="*/ 1519649 w 3242958"/>
              <a:gd name="connsiteY2578" fmla="*/ 126135 h 2476997"/>
              <a:gd name="connsiteX2579" fmla="*/ 1520531 w 3242958"/>
              <a:gd name="connsiteY2579" fmla="*/ 123248 h 2476997"/>
              <a:gd name="connsiteX2580" fmla="*/ 1525663 w 3242958"/>
              <a:gd name="connsiteY2580" fmla="*/ 121644 h 2476997"/>
              <a:gd name="connsiteX2581" fmla="*/ 1526024 w 3242958"/>
              <a:gd name="connsiteY2581" fmla="*/ 121604 h 2476997"/>
              <a:gd name="connsiteX2582" fmla="*/ 1540658 w 3242958"/>
              <a:gd name="connsiteY2582" fmla="*/ 114908 h 2476997"/>
              <a:gd name="connsiteX2583" fmla="*/ 1543384 w 3242958"/>
              <a:gd name="connsiteY2583" fmla="*/ 115470 h 2476997"/>
              <a:gd name="connsiteX2584" fmla="*/ 1543785 w 3242958"/>
              <a:gd name="connsiteY2584" fmla="*/ 118918 h 2476997"/>
              <a:gd name="connsiteX2585" fmla="*/ 1539615 w 3242958"/>
              <a:gd name="connsiteY2585" fmla="*/ 123007 h 2476997"/>
              <a:gd name="connsiteX2586" fmla="*/ 1536728 w 3242958"/>
              <a:gd name="connsiteY2586" fmla="*/ 121002 h 2476997"/>
              <a:gd name="connsiteX2587" fmla="*/ 1536728 w 3242958"/>
              <a:gd name="connsiteY2587" fmla="*/ 116833 h 2476997"/>
              <a:gd name="connsiteX2588" fmla="*/ 1540658 w 3242958"/>
              <a:gd name="connsiteY2588" fmla="*/ 114908 h 2476997"/>
              <a:gd name="connsiteX2589" fmla="*/ 1521654 w 3242958"/>
              <a:gd name="connsiteY2589" fmla="*/ 104323 h 2476997"/>
              <a:gd name="connsiteX2590" fmla="*/ 1525583 w 3242958"/>
              <a:gd name="connsiteY2590" fmla="*/ 107691 h 2476997"/>
              <a:gd name="connsiteX2591" fmla="*/ 1521012 w 3242958"/>
              <a:gd name="connsiteY2591" fmla="*/ 113384 h 2476997"/>
              <a:gd name="connsiteX2592" fmla="*/ 1518927 w 3242958"/>
              <a:gd name="connsiteY2592" fmla="*/ 112502 h 2476997"/>
              <a:gd name="connsiteX2593" fmla="*/ 1517804 w 3242958"/>
              <a:gd name="connsiteY2593" fmla="*/ 108092 h 2476997"/>
              <a:gd name="connsiteX2594" fmla="*/ 1521654 w 3242958"/>
              <a:gd name="connsiteY2594" fmla="*/ 104323 h 2476997"/>
              <a:gd name="connsiteX2595" fmla="*/ 1746979 w 3242958"/>
              <a:gd name="connsiteY2595" fmla="*/ 101036 h 2476997"/>
              <a:gd name="connsiteX2596" fmla="*/ 1741686 w 3242958"/>
              <a:gd name="connsiteY2596" fmla="*/ 103683 h 2476997"/>
              <a:gd name="connsiteX2597" fmla="*/ 1740884 w 3242958"/>
              <a:gd name="connsiteY2597" fmla="*/ 108734 h 2476997"/>
              <a:gd name="connsiteX2598" fmla="*/ 1740884 w 3242958"/>
              <a:gd name="connsiteY2598" fmla="*/ 114107 h 2476997"/>
              <a:gd name="connsiteX2599" fmla="*/ 1742809 w 3242958"/>
              <a:gd name="connsiteY2599" fmla="*/ 121324 h 2476997"/>
              <a:gd name="connsiteX2600" fmla="*/ 1743209 w 3242958"/>
              <a:gd name="connsiteY2600" fmla="*/ 127097 h 2476997"/>
              <a:gd name="connsiteX2601" fmla="*/ 1749144 w 3242958"/>
              <a:gd name="connsiteY2601" fmla="*/ 128139 h 2476997"/>
              <a:gd name="connsiteX2602" fmla="*/ 1753874 w 3242958"/>
              <a:gd name="connsiteY2602" fmla="*/ 128139 h 2476997"/>
              <a:gd name="connsiteX2603" fmla="*/ 1753874 w 3242958"/>
              <a:gd name="connsiteY2603" fmla="*/ 132550 h 2476997"/>
              <a:gd name="connsiteX2604" fmla="*/ 1751629 w 3242958"/>
              <a:gd name="connsiteY2604" fmla="*/ 137602 h 2476997"/>
              <a:gd name="connsiteX2605" fmla="*/ 1738559 w 3242958"/>
              <a:gd name="connsiteY2605" fmla="*/ 151073 h 2476997"/>
              <a:gd name="connsiteX2606" fmla="*/ 1725569 w 3242958"/>
              <a:gd name="connsiteY2606" fmla="*/ 152997 h 2476997"/>
              <a:gd name="connsiteX2607" fmla="*/ 1721078 w 3242958"/>
              <a:gd name="connsiteY2607" fmla="*/ 152997 h 2476997"/>
              <a:gd name="connsiteX2608" fmla="*/ 1709291 w 3242958"/>
              <a:gd name="connsiteY2608" fmla="*/ 154361 h 2476997"/>
              <a:gd name="connsiteX2609" fmla="*/ 1704239 w 3242958"/>
              <a:gd name="connsiteY2609" fmla="*/ 152596 h 2476997"/>
              <a:gd name="connsiteX2610" fmla="*/ 1694296 w 3242958"/>
              <a:gd name="connsiteY2610" fmla="*/ 155243 h 2476997"/>
              <a:gd name="connsiteX2611" fmla="*/ 1693414 w 3242958"/>
              <a:gd name="connsiteY2611" fmla="*/ 160856 h 2476997"/>
              <a:gd name="connsiteX2612" fmla="*/ 1693414 w 3242958"/>
              <a:gd name="connsiteY2612" fmla="*/ 160535 h 2476997"/>
              <a:gd name="connsiteX2613" fmla="*/ 1691810 w 3242958"/>
              <a:gd name="connsiteY2613" fmla="*/ 165506 h 2476997"/>
              <a:gd name="connsiteX2614" fmla="*/ 1697985 w 3242958"/>
              <a:gd name="connsiteY2614" fmla="*/ 175129 h 2476997"/>
              <a:gd name="connsiteX2615" fmla="*/ 1720998 w 3242958"/>
              <a:gd name="connsiteY2615" fmla="*/ 172403 h 2476997"/>
              <a:gd name="connsiteX2616" fmla="*/ 1739120 w 3242958"/>
              <a:gd name="connsiteY2616" fmla="*/ 173124 h 2476997"/>
              <a:gd name="connsiteX2617" fmla="*/ 1748823 w 3242958"/>
              <a:gd name="connsiteY2617" fmla="*/ 175770 h 2476997"/>
              <a:gd name="connsiteX2618" fmla="*/ 1757643 w 3242958"/>
              <a:gd name="connsiteY2618" fmla="*/ 176652 h 2476997"/>
              <a:gd name="connsiteX2619" fmla="*/ 1766705 w 3242958"/>
              <a:gd name="connsiteY2619" fmla="*/ 178176 h 2476997"/>
              <a:gd name="connsiteX2620" fmla="*/ 1775445 w 3242958"/>
              <a:gd name="connsiteY2620" fmla="*/ 180341 h 2476997"/>
              <a:gd name="connsiteX2621" fmla="*/ 1784826 w 3242958"/>
              <a:gd name="connsiteY2621" fmla="*/ 183548 h 2476997"/>
              <a:gd name="connsiteX2622" fmla="*/ 1790761 w 3242958"/>
              <a:gd name="connsiteY2622" fmla="*/ 184511 h 2476997"/>
              <a:gd name="connsiteX2623" fmla="*/ 1796213 w 3242958"/>
              <a:gd name="connsiteY2623" fmla="*/ 186916 h 2476997"/>
              <a:gd name="connsiteX2624" fmla="*/ 1801505 w 3242958"/>
              <a:gd name="connsiteY2624" fmla="*/ 187879 h 2476997"/>
              <a:gd name="connsiteX2625" fmla="*/ 1804873 w 3242958"/>
              <a:gd name="connsiteY2625" fmla="*/ 185794 h 2476997"/>
              <a:gd name="connsiteX2626" fmla="*/ 1807038 w 3242958"/>
              <a:gd name="connsiteY2626" fmla="*/ 182987 h 2476997"/>
              <a:gd name="connsiteX2627" fmla="*/ 1807038 w 3242958"/>
              <a:gd name="connsiteY2627" fmla="*/ 180902 h 2476997"/>
              <a:gd name="connsiteX2628" fmla="*/ 1807038 w 3242958"/>
              <a:gd name="connsiteY2628" fmla="*/ 179459 h 2476997"/>
              <a:gd name="connsiteX2629" fmla="*/ 1807038 w 3242958"/>
              <a:gd name="connsiteY2629" fmla="*/ 175690 h 2476997"/>
              <a:gd name="connsiteX2630" fmla="*/ 1802708 w 3242958"/>
              <a:gd name="connsiteY2630" fmla="*/ 169997 h 2476997"/>
              <a:gd name="connsiteX2631" fmla="*/ 1799180 w 3242958"/>
              <a:gd name="connsiteY2631" fmla="*/ 166709 h 2476997"/>
              <a:gd name="connsiteX2632" fmla="*/ 1795251 w 3242958"/>
              <a:gd name="connsiteY2632" fmla="*/ 164544 h 2476997"/>
              <a:gd name="connsiteX2633" fmla="*/ 1791322 w 3242958"/>
              <a:gd name="connsiteY2633" fmla="*/ 163983 h 2476997"/>
              <a:gd name="connsiteX2634" fmla="*/ 1786911 w 3242958"/>
              <a:gd name="connsiteY2634" fmla="*/ 164544 h 2476997"/>
              <a:gd name="connsiteX2635" fmla="*/ 1771355 w 3242958"/>
              <a:gd name="connsiteY2635" fmla="*/ 161096 h 2476997"/>
              <a:gd name="connsiteX2636" fmla="*/ 1773039 w 3242958"/>
              <a:gd name="connsiteY2636" fmla="*/ 152356 h 2476997"/>
              <a:gd name="connsiteX2637" fmla="*/ 1774483 w 3242958"/>
              <a:gd name="connsiteY2637" fmla="*/ 149229 h 2476997"/>
              <a:gd name="connsiteX2638" fmla="*/ 1776086 w 3242958"/>
              <a:gd name="connsiteY2638" fmla="*/ 146342 h 2476997"/>
              <a:gd name="connsiteX2639" fmla="*/ 1778011 w 3242958"/>
              <a:gd name="connsiteY2639" fmla="*/ 143616 h 2476997"/>
              <a:gd name="connsiteX2640" fmla="*/ 1780096 w 3242958"/>
              <a:gd name="connsiteY2640" fmla="*/ 140809 h 2476997"/>
              <a:gd name="connsiteX2641" fmla="*/ 1780096 w 3242958"/>
              <a:gd name="connsiteY2641" fmla="*/ 133271 h 2476997"/>
              <a:gd name="connsiteX2642" fmla="*/ 1789959 w 3242958"/>
              <a:gd name="connsiteY2642" fmla="*/ 129503 h 2476997"/>
              <a:gd name="connsiteX2643" fmla="*/ 1794850 w 3242958"/>
              <a:gd name="connsiteY2643" fmla="*/ 127739 h 2476997"/>
              <a:gd name="connsiteX2644" fmla="*/ 1801425 w 3242958"/>
              <a:gd name="connsiteY2644" fmla="*/ 124451 h 2476997"/>
              <a:gd name="connsiteX2645" fmla="*/ 1809925 w 3242958"/>
              <a:gd name="connsiteY2645" fmla="*/ 119800 h 2476997"/>
              <a:gd name="connsiteX2646" fmla="*/ 1808963 w 3242958"/>
              <a:gd name="connsiteY2646" fmla="*/ 116593 h 2476997"/>
              <a:gd name="connsiteX2647" fmla="*/ 1808963 w 3242958"/>
              <a:gd name="connsiteY2647" fmla="*/ 112182 h 2476997"/>
              <a:gd name="connsiteX2648" fmla="*/ 1805756 w 3242958"/>
              <a:gd name="connsiteY2648" fmla="*/ 106890 h 2476997"/>
              <a:gd name="connsiteX2649" fmla="*/ 1803190 w 3242958"/>
              <a:gd name="connsiteY2649" fmla="*/ 104484 h 2476997"/>
              <a:gd name="connsiteX2650" fmla="*/ 1799581 w 3242958"/>
              <a:gd name="connsiteY2650" fmla="*/ 104484 h 2476997"/>
              <a:gd name="connsiteX2651" fmla="*/ 1795491 w 3242958"/>
              <a:gd name="connsiteY2651" fmla="*/ 104003 h 2476997"/>
              <a:gd name="connsiteX2652" fmla="*/ 1779935 w 3242958"/>
              <a:gd name="connsiteY2652" fmla="*/ 106409 h 2476997"/>
              <a:gd name="connsiteX2653" fmla="*/ 1777449 w 3242958"/>
              <a:gd name="connsiteY2653" fmla="*/ 106409 h 2476997"/>
              <a:gd name="connsiteX2654" fmla="*/ 1773921 w 3242958"/>
              <a:gd name="connsiteY2654" fmla="*/ 106409 h 2476997"/>
              <a:gd name="connsiteX2655" fmla="*/ 1754356 w 3242958"/>
              <a:gd name="connsiteY2655" fmla="*/ 104885 h 2476997"/>
              <a:gd name="connsiteX2656" fmla="*/ 1746979 w 3242958"/>
              <a:gd name="connsiteY2656" fmla="*/ 101036 h 2476997"/>
              <a:gd name="connsiteX2657" fmla="*/ 1492947 w 3242958"/>
              <a:gd name="connsiteY2657" fmla="*/ 95504 h 2476997"/>
              <a:gd name="connsiteX2658" fmla="*/ 1486612 w 3242958"/>
              <a:gd name="connsiteY2658" fmla="*/ 96867 h 2476997"/>
              <a:gd name="connsiteX2659" fmla="*/ 1465603 w 3242958"/>
              <a:gd name="connsiteY2659" fmla="*/ 110819 h 2476997"/>
              <a:gd name="connsiteX2660" fmla="*/ 1460471 w 3242958"/>
              <a:gd name="connsiteY2660" fmla="*/ 112102 h 2476997"/>
              <a:gd name="connsiteX2661" fmla="*/ 1456863 w 3242958"/>
              <a:gd name="connsiteY2661" fmla="*/ 115069 h 2476997"/>
              <a:gd name="connsiteX2662" fmla="*/ 1455420 w 3242958"/>
              <a:gd name="connsiteY2662" fmla="*/ 118196 h 2476997"/>
              <a:gd name="connsiteX2663" fmla="*/ 1453174 w 3242958"/>
              <a:gd name="connsiteY2663" fmla="*/ 120041 h 2476997"/>
              <a:gd name="connsiteX2664" fmla="*/ 1455179 w 3242958"/>
              <a:gd name="connsiteY2664" fmla="*/ 125253 h 2476997"/>
              <a:gd name="connsiteX2665" fmla="*/ 1457745 w 3242958"/>
              <a:gd name="connsiteY2665" fmla="*/ 126456 h 2476997"/>
              <a:gd name="connsiteX2666" fmla="*/ 1461033 w 3242958"/>
              <a:gd name="connsiteY2666" fmla="*/ 129182 h 2476997"/>
              <a:gd name="connsiteX2667" fmla="*/ 1465764 w 3242958"/>
              <a:gd name="connsiteY2667" fmla="*/ 130224 h 2476997"/>
              <a:gd name="connsiteX2668" fmla="*/ 1470093 w 3242958"/>
              <a:gd name="connsiteY2668" fmla="*/ 133271 h 2476997"/>
              <a:gd name="connsiteX2669" fmla="*/ 1470093 w 3242958"/>
              <a:gd name="connsiteY2669" fmla="*/ 141290 h 2476997"/>
              <a:gd name="connsiteX2670" fmla="*/ 1465764 w 3242958"/>
              <a:gd name="connsiteY2670" fmla="*/ 146021 h 2476997"/>
              <a:gd name="connsiteX2671" fmla="*/ 1462155 w 3242958"/>
              <a:gd name="connsiteY2671" fmla="*/ 146021 h 2476997"/>
              <a:gd name="connsiteX2672" fmla="*/ 1457745 w 3242958"/>
              <a:gd name="connsiteY2672" fmla="*/ 152115 h 2476997"/>
              <a:gd name="connsiteX2673" fmla="*/ 1461754 w 3242958"/>
              <a:gd name="connsiteY2673" fmla="*/ 157408 h 2476997"/>
              <a:gd name="connsiteX2674" fmla="*/ 1463657 w 3242958"/>
              <a:gd name="connsiteY2674" fmla="*/ 159603 h 2476997"/>
              <a:gd name="connsiteX2675" fmla="*/ 1465042 w 3242958"/>
              <a:gd name="connsiteY2675" fmla="*/ 162219 h 2476997"/>
              <a:gd name="connsiteX2676" fmla="*/ 1465042 w 3242958"/>
              <a:gd name="connsiteY2676" fmla="*/ 166148 h 2476997"/>
              <a:gd name="connsiteX2677" fmla="*/ 1465042 w 3242958"/>
              <a:gd name="connsiteY2677" fmla="*/ 169195 h 2476997"/>
              <a:gd name="connsiteX2678" fmla="*/ 1462556 w 3242958"/>
              <a:gd name="connsiteY2678" fmla="*/ 172723 h 2476997"/>
              <a:gd name="connsiteX2679" fmla="*/ 1458868 w 3242958"/>
              <a:gd name="connsiteY2679" fmla="*/ 176332 h 2476997"/>
              <a:gd name="connsiteX2680" fmla="*/ 1452533 w 3242958"/>
              <a:gd name="connsiteY2680" fmla="*/ 184350 h 2476997"/>
              <a:gd name="connsiteX2681" fmla="*/ 1454858 w 3242958"/>
              <a:gd name="connsiteY2681" fmla="*/ 191567 h 2476997"/>
              <a:gd name="connsiteX2682" fmla="*/ 1458306 w 3242958"/>
              <a:gd name="connsiteY2682" fmla="*/ 195176 h 2476997"/>
              <a:gd name="connsiteX2683" fmla="*/ 1460792 w 3242958"/>
              <a:gd name="connsiteY2683" fmla="*/ 198944 h 2476997"/>
              <a:gd name="connsiteX2684" fmla="*/ 1465603 w 3242958"/>
              <a:gd name="connsiteY2684" fmla="*/ 199586 h 2476997"/>
              <a:gd name="connsiteX2685" fmla="*/ 1468891 w 3242958"/>
              <a:gd name="connsiteY2685" fmla="*/ 199025 h 2476997"/>
              <a:gd name="connsiteX2686" fmla="*/ 1476028 w 3242958"/>
              <a:gd name="connsiteY2686" fmla="*/ 191006 h 2476997"/>
              <a:gd name="connsiteX2687" fmla="*/ 1491584 w 3242958"/>
              <a:gd name="connsiteY2687" fmla="*/ 180261 h 2476997"/>
              <a:gd name="connsiteX2688" fmla="*/ 1500084 w 3242958"/>
              <a:gd name="connsiteY2688" fmla="*/ 166549 h 2476997"/>
              <a:gd name="connsiteX2689" fmla="*/ 1498400 w 3242958"/>
              <a:gd name="connsiteY2689" fmla="*/ 162700 h 2476997"/>
              <a:gd name="connsiteX2690" fmla="*/ 1494471 w 3242958"/>
              <a:gd name="connsiteY2690" fmla="*/ 160856 h 2476997"/>
              <a:gd name="connsiteX2691" fmla="*/ 1490461 w 3242958"/>
              <a:gd name="connsiteY2691" fmla="*/ 161417 h 2476997"/>
              <a:gd name="connsiteX2692" fmla="*/ 1489338 w 3242958"/>
              <a:gd name="connsiteY2692" fmla="*/ 157408 h 2476997"/>
              <a:gd name="connsiteX2693" fmla="*/ 1498640 w 3242958"/>
              <a:gd name="connsiteY2693" fmla="*/ 145700 h 2476997"/>
              <a:gd name="connsiteX2694" fmla="*/ 1499121 w 3242958"/>
              <a:gd name="connsiteY2694" fmla="*/ 143455 h 2476997"/>
              <a:gd name="connsiteX2695" fmla="*/ 1496154 w 3242958"/>
              <a:gd name="connsiteY2695" fmla="*/ 138484 h 2476997"/>
              <a:gd name="connsiteX2696" fmla="*/ 1494471 w 3242958"/>
              <a:gd name="connsiteY2696" fmla="*/ 135276 h 2476997"/>
              <a:gd name="connsiteX2697" fmla="*/ 1490862 w 3242958"/>
              <a:gd name="connsiteY2697" fmla="*/ 135918 h 2476997"/>
              <a:gd name="connsiteX2698" fmla="*/ 1489820 w 3242958"/>
              <a:gd name="connsiteY2698" fmla="*/ 131187 h 2476997"/>
              <a:gd name="connsiteX2699" fmla="*/ 1489419 w 3242958"/>
              <a:gd name="connsiteY2699" fmla="*/ 124210 h 2476997"/>
              <a:gd name="connsiteX2700" fmla="*/ 1494149 w 3242958"/>
              <a:gd name="connsiteY2700" fmla="*/ 117234 h 2476997"/>
              <a:gd name="connsiteX2701" fmla="*/ 1496876 w 3242958"/>
              <a:gd name="connsiteY2701" fmla="*/ 112343 h 2476997"/>
              <a:gd name="connsiteX2702" fmla="*/ 1497838 w 3242958"/>
              <a:gd name="connsiteY2702" fmla="*/ 105928 h 2476997"/>
              <a:gd name="connsiteX2703" fmla="*/ 1497838 w 3242958"/>
              <a:gd name="connsiteY2703" fmla="*/ 100315 h 2476997"/>
              <a:gd name="connsiteX2704" fmla="*/ 1492947 w 3242958"/>
              <a:gd name="connsiteY2704" fmla="*/ 95504 h 2476997"/>
              <a:gd name="connsiteX2705" fmla="*/ 1546271 w 3242958"/>
              <a:gd name="connsiteY2705" fmla="*/ 94220 h 2476997"/>
              <a:gd name="connsiteX2706" fmla="*/ 1547234 w 3242958"/>
              <a:gd name="connsiteY2706" fmla="*/ 98150 h 2476997"/>
              <a:gd name="connsiteX2707" fmla="*/ 1544187 w 3242958"/>
              <a:gd name="connsiteY2707" fmla="*/ 104003 h 2476997"/>
              <a:gd name="connsiteX2708" fmla="*/ 1538574 w 3242958"/>
              <a:gd name="connsiteY2708" fmla="*/ 104484 h 2476997"/>
              <a:gd name="connsiteX2709" fmla="*/ 1536408 w 3242958"/>
              <a:gd name="connsiteY2709" fmla="*/ 99753 h 2476997"/>
              <a:gd name="connsiteX2710" fmla="*/ 1546271 w 3242958"/>
              <a:gd name="connsiteY2710" fmla="*/ 94220 h 2476997"/>
              <a:gd name="connsiteX2711" fmla="*/ 1550360 w 3242958"/>
              <a:gd name="connsiteY2711" fmla="*/ 78263 h 2476997"/>
              <a:gd name="connsiteX2712" fmla="*/ 1530875 w 3242958"/>
              <a:gd name="connsiteY2712" fmla="*/ 87725 h 2476997"/>
              <a:gd name="connsiteX2713" fmla="*/ 1524219 w 3242958"/>
              <a:gd name="connsiteY2713" fmla="*/ 89329 h 2476997"/>
              <a:gd name="connsiteX2714" fmla="*/ 1516201 w 3242958"/>
              <a:gd name="connsiteY2714" fmla="*/ 94060 h 2476997"/>
              <a:gd name="connsiteX2715" fmla="*/ 1511390 w 3242958"/>
              <a:gd name="connsiteY2715" fmla="*/ 96386 h 2476997"/>
              <a:gd name="connsiteX2716" fmla="*/ 1507621 w 3242958"/>
              <a:gd name="connsiteY2716" fmla="*/ 97348 h 2476997"/>
              <a:gd name="connsiteX2717" fmla="*/ 1503211 w 3242958"/>
              <a:gd name="connsiteY2717" fmla="*/ 95423 h 2476997"/>
              <a:gd name="connsiteX2718" fmla="*/ 1500966 w 3242958"/>
              <a:gd name="connsiteY2718" fmla="*/ 102319 h 2476997"/>
              <a:gd name="connsiteX2719" fmla="*/ 1500966 w 3242958"/>
              <a:gd name="connsiteY2719" fmla="*/ 108975 h 2476997"/>
              <a:gd name="connsiteX2720" fmla="*/ 1500725 w 3242958"/>
              <a:gd name="connsiteY2720" fmla="*/ 108654 h 2476997"/>
              <a:gd name="connsiteX2721" fmla="*/ 1500966 w 3242958"/>
              <a:gd name="connsiteY2721" fmla="*/ 113064 h 2476997"/>
              <a:gd name="connsiteX2722" fmla="*/ 1503131 w 3242958"/>
              <a:gd name="connsiteY2722" fmla="*/ 117795 h 2476997"/>
              <a:gd name="connsiteX2723" fmla="*/ 1505937 w 3242958"/>
              <a:gd name="connsiteY2723" fmla="*/ 129182 h 2476997"/>
              <a:gd name="connsiteX2724" fmla="*/ 1504494 w 3242958"/>
              <a:gd name="connsiteY2724" fmla="*/ 136639 h 2476997"/>
              <a:gd name="connsiteX2725" fmla="*/ 1506418 w 3242958"/>
              <a:gd name="connsiteY2725" fmla="*/ 141210 h 2476997"/>
              <a:gd name="connsiteX2726" fmla="*/ 1509305 w 3242958"/>
              <a:gd name="connsiteY2726" fmla="*/ 145139 h 2476997"/>
              <a:gd name="connsiteX2727" fmla="*/ 1510668 w 3242958"/>
              <a:gd name="connsiteY2727" fmla="*/ 147946 h 2476997"/>
              <a:gd name="connsiteX2728" fmla="*/ 1512191 w 3242958"/>
              <a:gd name="connsiteY2728" fmla="*/ 149710 h 2476997"/>
              <a:gd name="connsiteX2729" fmla="*/ 1514838 w 3242958"/>
              <a:gd name="connsiteY2729" fmla="*/ 149710 h 2476997"/>
              <a:gd name="connsiteX2730" fmla="*/ 1517885 w 3242958"/>
              <a:gd name="connsiteY2730" fmla="*/ 148587 h 2476997"/>
              <a:gd name="connsiteX2731" fmla="*/ 1521173 w 3242958"/>
              <a:gd name="connsiteY2731" fmla="*/ 147064 h 2476997"/>
              <a:gd name="connsiteX2732" fmla="*/ 1523899 w 3242958"/>
              <a:gd name="connsiteY2732" fmla="*/ 147064 h 2476997"/>
              <a:gd name="connsiteX2733" fmla="*/ 1523899 w 3242958"/>
              <a:gd name="connsiteY2733" fmla="*/ 151554 h 2476997"/>
              <a:gd name="connsiteX2734" fmla="*/ 1522135 w 3242958"/>
              <a:gd name="connsiteY2734" fmla="*/ 153559 h 2476997"/>
              <a:gd name="connsiteX2735" fmla="*/ 1520050 w 3242958"/>
              <a:gd name="connsiteY2735" fmla="*/ 153960 h 2476997"/>
              <a:gd name="connsiteX2736" fmla="*/ 1517805 w 3242958"/>
              <a:gd name="connsiteY2736" fmla="*/ 154681 h 2476997"/>
              <a:gd name="connsiteX2737" fmla="*/ 1515640 w 3242958"/>
              <a:gd name="connsiteY2737" fmla="*/ 154280 h 2476997"/>
              <a:gd name="connsiteX2738" fmla="*/ 1513956 w 3242958"/>
              <a:gd name="connsiteY2738" fmla="*/ 157327 h 2476997"/>
              <a:gd name="connsiteX2739" fmla="*/ 1513956 w 3242958"/>
              <a:gd name="connsiteY2739" fmla="*/ 161096 h 2476997"/>
              <a:gd name="connsiteX2740" fmla="*/ 1513956 w 3242958"/>
              <a:gd name="connsiteY2740" fmla="*/ 164223 h 2476997"/>
              <a:gd name="connsiteX2741" fmla="*/ 1517324 w 3242958"/>
              <a:gd name="connsiteY2741" fmla="*/ 165346 h 2476997"/>
              <a:gd name="connsiteX2742" fmla="*/ 1521093 w 3242958"/>
              <a:gd name="connsiteY2742" fmla="*/ 165346 h 2476997"/>
              <a:gd name="connsiteX2743" fmla="*/ 1522937 w 3242958"/>
              <a:gd name="connsiteY2743" fmla="*/ 167752 h 2476997"/>
              <a:gd name="connsiteX2744" fmla="*/ 1514357 w 3242958"/>
              <a:gd name="connsiteY2744" fmla="*/ 173044 h 2476997"/>
              <a:gd name="connsiteX2745" fmla="*/ 1507541 w 3242958"/>
              <a:gd name="connsiteY2745" fmla="*/ 176492 h 2476997"/>
              <a:gd name="connsiteX2746" fmla="*/ 1504895 w 3242958"/>
              <a:gd name="connsiteY2746" fmla="*/ 175690 h 2476997"/>
              <a:gd name="connsiteX2747" fmla="*/ 1503131 w 3242958"/>
              <a:gd name="connsiteY2747" fmla="*/ 177534 h 2476997"/>
              <a:gd name="connsiteX2748" fmla="*/ 1501928 w 3242958"/>
              <a:gd name="connsiteY2748" fmla="*/ 181544 h 2476997"/>
              <a:gd name="connsiteX2749" fmla="*/ 1501928 w 3242958"/>
              <a:gd name="connsiteY2749" fmla="*/ 184832 h 2476997"/>
              <a:gd name="connsiteX2750" fmla="*/ 1504093 w 3242958"/>
              <a:gd name="connsiteY2750" fmla="*/ 191728 h 2476997"/>
              <a:gd name="connsiteX2751" fmla="*/ 1509786 w 3242958"/>
              <a:gd name="connsiteY2751" fmla="*/ 193732 h 2476997"/>
              <a:gd name="connsiteX2752" fmla="*/ 1517805 w 3242958"/>
              <a:gd name="connsiteY2752" fmla="*/ 190044 h 2476997"/>
              <a:gd name="connsiteX2753" fmla="*/ 1525823 w 3242958"/>
              <a:gd name="connsiteY2753" fmla="*/ 188039 h 2476997"/>
              <a:gd name="connsiteX2754" fmla="*/ 1533842 w 3242958"/>
              <a:gd name="connsiteY2754" fmla="*/ 185393 h 2476997"/>
              <a:gd name="connsiteX2755" fmla="*/ 1540177 w 3242958"/>
              <a:gd name="connsiteY2755" fmla="*/ 183388 h 2476997"/>
              <a:gd name="connsiteX2756" fmla="*/ 1545870 w 3242958"/>
              <a:gd name="connsiteY2756" fmla="*/ 182025 h 2476997"/>
              <a:gd name="connsiteX2757" fmla="*/ 1552526 w 3242958"/>
              <a:gd name="connsiteY2757" fmla="*/ 181464 h 2476997"/>
              <a:gd name="connsiteX2758" fmla="*/ 1564554 w 3242958"/>
              <a:gd name="connsiteY2758" fmla="*/ 179299 h 2476997"/>
              <a:gd name="connsiteX2759" fmla="*/ 1572172 w 3242958"/>
              <a:gd name="connsiteY2759" fmla="*/ 179299 h 2476997"/>
              <a:gd name="connsiteX2760" fmla="*/ 1578586 w 3242958"/>
              <a:gd name="connsiteY2760" fmla="*/ 166549 h 2476997"/>
              <a:gd name="connsiteX2761" fmla="*/ 1573134 w 3242958"/>
              <a:gd name="connsiteY2761" fmla="*/ 159974 h 2476997"/>
              <a:gd name="connsiteX2762" fmla="*/ 1567681 w 3242958"/>
              <a:gd name="connsiteY2762" fmla="*/ 160856 h 2476997"/>
              <a:gd name="connsiteX2763" fmla="*/ 1561507 w 3242958"/>
              <a:gd name="connsiteY2763" fmla="*/ 163021 h 2476997"/>
              <a:gd name="connsiteX2764" fmla="*/ 1556374 w 3242958"/>
              <a:gd name="connsiteY2764" fmla="*/ 163502 h 2476997"/>
              <a:gd name="connsiteX2765" fmla="*/ 1549799 w 3242958"/>
              <a:gd name="connsiteY2765" fmla="*/ 165747 h 2476997"/>
              <a:gd name="connsiteX2766" fmla="*/ 1547073 w 3242958"/>
              <a:gd name="connsiteY2766" fmla="*/ 164143 h 2476997"/>
              <a:gd name="connsiteX2767" fmla="*/ 1548196 w 3242958"/>
              <a:gd name="connsiteY2767" fmla="*/ 160936 h 2476997"/>
              <a:gd name="connsiteX2768" fmla="*/ 1553087 w 3242958"/>
              <a:gd name="connsiteY2768" fmla="*/ 158370 h 2476997"/>
              <a:gd name="connsiteX2769" fmla="*/ 1557016 w 3242958"/>
              <a:gd name="connsiteY2769" fmla="*/ 154601 h 2476997"/>
              <a:gd name="connsiteX2770" fmla="*/ 1557497 w 3242958"/>
              <a:gd name="connsiteY2770" fmla="*/ 151955 h 2476997"/>
              <a:gd name="connsiteX2771" fmla="*/ 1555332 w 3242958"/>
              <a:gd name="connsiteY2771" fmla="*/ 145861 h 2476997"/>
              <a:gd name="connsiteX2772" fmla="*/ 1553007 w 3242958"/>
              <a:gd name="connsiteY2772" fmla="*/ 143936 h 2476997"/>
              <a:gd name="connsiteX2773" fmla="*/ 1547875 w 3242958"/>
              <a:gd name="connsiteY2773" fmla="*/ 143054 h 2476997"/>
              <a:gd name="connsiteX2774" fmla="*/ 1544587 w 3242958"/>
              <a:gd name="connsiteY2774" fmla="*/ 145219 h 2476997"/>
              <a:gd name="connsiteX2775" fmla="*/ 1540257 w 3242958"/>
              <a:gd name="connsiteY2775" fmla="*/ 146582 h 2476997"/>
              <a:gd name="connsiteX2776" fmla="*/ 1539616 w 3242958"/>
              <a:gd name="connsiteY2776" fmla="*/ 142092 h 2476997"/>
              <a:gd name="connsiteX2777" fmla="*/ 1545149 w 3242958"/>
              <a:gd name="connsiteY2777" fmla="*/ 139526 h 2476997"/>
              <a:gd name="connsiteX2778" fmla="*/ 1548917 w 3242958"/>
              <a:gd name="connsiteY2778" fmla="*/ 137682 h 2476997"/>
              <a:gd name="connsiteX2779" fmla="*/ 1552686 w 3242958"/>
              <a:gd name="connsiteY2779" fmla="*/ 137040 h 2476997"/>
              <a:gd name="connsiteX2780" fmla="*/ 1555252 w 3242958"/>
              <a:gd name="connsiteY2780" fmla="*/ 133592 h 2476997"/>
              <a:gd name="connsiteX2781" fmla="*/ 1561747 w 3242958"/>
              <a:gd name="connsiteY2781" fmla="*/ 113145 h 2476997"/>
              <a:gd name="connsiteX2782" fmla="*/ 1565195 w 3242958"/>
              <a:gd name="connsiteY2782" fmla="*/ 107852 h 2476997"/>
              <a:gd name="connsiteX2783" fmla="*/ 1568402 w 3242958"/>
              <a:gd name="connsiteY2783" fmla="*/ 99192 h 2476997"/>
              <a:gd name="connsiteX2784" fmla="*/ 1568884 w 3242958"/>
              <a:gd name="connsiteY2784" fmla="*/ 93980 h 2476997"/>
              <a:gd name="connsiteX2785" fmla="*/ 1570728 w 3242958"/>
              <a:gd name="connsiteY2785" fmla="*/ 88207 h 2476997"/>
              <a:gd name="connsiteX2786" fmla="*/ 1566639 w 3242958"/>
              <a:gd name="connsiteY2786" fmla="*/ 82273 h 2476997"/>
              <a:gd name="connsiteX2787" fmla="*/ 1564554 w 3242958"/>
              <a:gd name="connsiteY2787" fmla="*/ 78745 h 2476997"/>
              <a:gd name="connsiteX2788" fmla="*/ 1555332 w 3242958"/>
              <a:gd name="connsiteY2788" fmla="*/ 79386 h 2476997"/>
              <a:gd name="connsiteX2789" fmla="*/ 1550360 w 3242958"/>
              <a:gd name="connsiteY2789" fmla="*/ 78263 h 2476997"/>
              <a:gd name="connsiteX2790" fmla="*/ 1624453 w 3242958"/>
              <a:gd name="connsiteY2790" fmla="*/ 28868 h 2476997"/>
              <a:gd name="connsiteX2791" fmla="*/ 2409000 w 3242958"/>
              <a:gd name="connsiteY2791" fmla="*/ 813736 h 2476997"/>
              <a:gd name="connsiteX2792" fmla="*/ 2409000 w 3242958"/>
              <a:gd name="connsiteY2792" fmla="*/ 814057 h 2476997"/>
              <a:gd name="connsiteX2793" fmla="*/ 1623812 w 3242958"/>
              <a:gd name="connsiteY2793" fmla="*/ 1598603 h 2476997"/>
              <a:gd name="connsiteX2794" fmla="*/ 839264 w 3242958"/>
              <a:gd name="connsiteY2794" fmla="*/ 813415 h 2476997"/>
              <a:gd name="connsiteX2795" fmla="*/ 1624453 w 3242958"/>
              <a:gd name="connsiteY2795" fmla="*/ 28868 h 2476997"/>
              <a:gd name="connsiteX2796" fmla="*/ 1624453 w 3242958"/>
              <a:gd name="connsiteY2796" fmla="*/ 18203 h 2476997"/>
              <a:gd name="connsiteX2797" fmla="*/ 828921 w 3242958"/>
              <a:gd name="connsiteY2797" fmla="*/ 813735 h 2476997"/>
              <a:gd name="connsiteX2798" fmla="*/ 1624453 w 3242958"/>
              <a:gd name="connsiteY2798" fmla="*/ 1609267 h 2476997"/>
              <a:gd name="connsiteX2799" fmla="*/ 2419986 w 3242958"/>
              <a:gd name="connsiteY2799" fmla="*/ 813735 h 2476997"/>
              <a:gd name="connsiteX2800" fmla="*/ 1624453 w 3242958"/>
              <a:gd name="connsiteY2800" fmla="*/ 18203 h 2476997"/>
              <a:gd name="connsiteX2801" fmla="*/ 1624453 w 3242958"/>
              <a:gd name="connsiteY2801" fmla="*/ 0 h 2476997"/>
              <a:gd name="connsiteX2802" fmla="*/ 2438189 w 3242958"/>
              <a:gd name="connsiteY2802" fmla="*/ 813735 h 2476997"/>
              <a:gd name="connsiteX2803" fmla="*/ 1624453 w 3242958"/>
              <a:gd name="connsiteY2803" fmla="*/ 1627470 h 2476997"/>
              <a:gd name="connsiteX2804" fmla="*/ 810718 w 3242958"/>
              <a:gd name="connsiteY2804" fmla="*/ 813735 h 2476997"/>
              <a:gd name="connsiteX2805" fmla="*/ 1624453 w 3242958"/>
              <a:gd name="connsiteY2805" fmla="*/ 0 h 2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</a:cxnLst>
            <a:rect l="l" t="t" r="r" b="b"/>
            <a:pathLst>
              <a:path w="3242958" h="2476997">
                <a:moveTo>
                  <a:pt x="54514" y="2417671"/>
                </a:moveTo>
                <a:lnTo>
                  <a:pt x="53384" y="2451846"/>
                </a:lnTo>
                <a:lnTo>
                  <a:pt x="83040" y="2451846"/>
                </a:lnTo>
                <a:cubicBezTo>
                  <a:pt x="88255" y="2452338"/>
                  <a:pt x="93445" y="2450707"/>
                  <a:pt x="97445" y="2447327"/>
                </a:cubicBezTo>
                <a:cubicBezTo>
                  <a:pt x="100947" y="2443724"/>
                  <a:pt x="102699" y="2438775"/>
                  <a:pt x="102248" y="2433770"/>
                </a:cubicBezTo>
                <a:cubicBezTo>
                  <a:pt x="102634" y="2429194"/>
                  <a:pt x="100858" y="2424699"/>
                  <a:pt x="97445" y="2421624"/>
                </a:cubicBezTo>
                <a:cubicBezTo>
                  <a:pt x="93110" y="2418751"/>
                  <a:pt x="87953" y="2417363"/>
                  <a:pt x="82758" y="2417671"/>
                </a:cubicBezTo>
                <a:close/>
                <a:moveTo>
                  <a:pt x="52536" y="2367114"/>
                </a:moveTo>
                <a:lnTo>
                  <a:pt x="53384" y="2395358"/>
                </a:lnTo>
                <a:lnTo>
                  <a:pt x="81628" y="2395358"/>
                </a:lnTo>
                <a:cubicBezTo>
                  <a:pt x="86527" y="2395779"/>
                  <a:pt x="91419" y="2394480"/>
                  <a:pt x="95467" y="2391687"/>
                </a:cubicBezTo>
                <a:cubicBezTo>
                  <a:pt x="98672" y="2388846"/>
                  <a:pt x="100351" y="2384657"/>
                  <a:pt x="99986" y="2380390"/>
                </a:cubicBezTo>
                <a:cubicBezTo>
                  <a:pt x="100205" y="2376487"/>
                  <a:pt x="98388" y="2372748"/>
                  <a:pt x="95185" y="2370503"/>
                </a:cubicBezTo>
                <a:cubicBezTo>
                  <a:pt x="90847" y="2367921"/>
                  <a:pt x="85815" y="2366738"/>
                  <a:pt x="80780" y="2367114"/>
                </a:cubicBezTo>
                <a:close/>
                <a:moveTo>
                  <a:pt x="2925216" y="2364572"/>
                </a:moveTo>
                <a:cubicBezTo>
                  <a:pt x="2915926" y="2364433"/>
                  <a:pt x="2907161" y="2368866"/>
                  <a:pt x="2901776" y="2376436"/>
                </a:cubicBezTo>
                <a:cubicBezTo>
                  <a:pt x="2895555" y="2386396"/>
                  <a:pt x="2892593" y="2398043"/>
                  <a:pt x="2893301" y="2409765"/>
                </a:cubicBezTo>
                <a:cubicBezTo>
                  <a:pt x="2892658" y="2421211"/>
                  <a:pt x="2895623" y="2432570"/>
                  <a:pt x="2901776" y="2442243"/>
                </a:cubicBezTo>
                <a:cubicBezTo>
                  <a:pt x="2907161" y="2449813"/>
                  <a:pt x="2915929" y="2454249"/>
                  <a:pt x="2925216" y="2454107"/>
                </a:cubicBezTo>
                <a:cubicBezTo>
                  <a:pt x="2934506" y="2454249"/>
                  <a:pt x="2943272" y="2449813"/>
                  <a:pt x="2948659" y="2442243"/>
                </a:cubicBezTo>
                <a:cubicBezTo>
                  <a:pt x="2954812" y="2432570"/>
                  <a:pt x="2957774" y="2421211"/>
                  <a:pt x="2957131" y="2409765"/>
                </a:cubicBezTo>
                <a:cubicBezTo>
                  <a:pt x="2957840" y="2398043"/>
                  <a:pt x="2954877" y="2386396"/>
                  <a:pt x="2948659" y="2376436"/>
                </a:cubicBezTo>
                <a:cubicBezTo>
                  <a:pt x="2943272" y="2368866"/>
                  <a:pt x="2934506" y="2364433"/>
                  <a:pt x="2925216" y="2364572"/>
                </a:cubicBezTo>
                <a:close/>
                <a:moveTo>
                  <a:pt x="2684296" y="2364572"/>
                </a:moveTo>
                <a:cubicBezTo>
                  <a:pt x="2675006" y="2364433"/>
                  <a:pt x="2666241" y="2368866"/>
                  <a:pt x="2660856" y="2376436"/>
                </a:cubicBezTo>
                <a:cubicBezTo>
                  <a:pt x="2654635" y="2386396"/>
                  <a:pt x="2651673" y="2398043"/>
                  <a:pt x="2652381" y="2409765"/>
                </a:cubicBezTo>
                <a:cubicBezTo>
                  <a:pt x="2651738" y="2421211"/>
                  <a:pt x="2654703" y="2432570"/>
                  <a:pt x="2660856" y="2442243"/>
                </a:cubicBezTo>
                <a:cubicBezTo>
                  <a:pt x="2666027" y="2450059"/>
                  <a:pt x="2674938" y="2454566"/>
                  <a:pt x="2684296" y="2454107"/>
                </a:cubicBezTo>
                <a:cubicBezTo>
                  <a:pt x="2693586" y="2454249"/>
                  <a:pt x="2702352" y="2449813"/>
                  <a:pt x="2707739" y="2442243"/>
                </a:cubicBezTo>
                <a:cubicBezTo>
                  <a:pt x="2713892" y="2432570"/>
                  <a:pt x="2716854" y="2421211"/>
                  <a:pt x="2716211" y="2409765"/>
                </a:cubicBezTo>
                <a:cubicBezTo>
                  <a:pt x="2716920" y="2398043"/>
                  <a:pt x="2713957" y="2386396"/>
                  <a:pt x="2707739" y="2376436"/>
                </a:cubicBezTo>
                <a:cubicBezTo>
                  <a:pt x="2702352" y="2368866"/>
                  <a:pt x="2693586" y="2364433"/>
                  <a:pt x="2684296" y="2364572"/>
                </a:cubicBezTo>
                <a:close/>
                <a:moveTo>
                  <a:pt x="1793767" y="2364572"/>
                </a:moveTo>
                <a:cubicBezTo>
                  <a:pt x="1784477" y="2364429"/>
                  <a:pt x="1775712" y="2368865"/>
                  <a:pt x="1770327" y="2376435"/>
                </a:cubicBezTo>
                <a:cubicBezTo>
                  <a:pt x="1764106" y="2386396"/>
                  <a:pt x="1761144" y="2398043"/>
                  <a:pt x="1761852" y="2409762"/>
                </a:cubicBezTo>
                <a:cubicBezTo>
                  <a:pt x="1761209" y="2421210"/>
                  <a:pt x="1764174" y="2432570"/>
                  <a:pt x="1770327" y="2442243"/>
                </a:cubicBezTo>
                <a:cubicBezTo>
                  <a:pt x="1775712" y="2449813"/>
                  <a:pt x="1784480" y="2454246"/>
                  <a:pt x="1793767" y="2454106"/>
                </a:cubicBezTo>
                <a:cubicBezTo>
                  <a:pt x="1803057" y="2454249"/>
                  <a:pt x="1811823" y="2449813"/>
                  <a:pt x="1817211" y="2442243"/>
                </a:cubicBezTo>
                <a:cubicBezTo>
                  <a:pt x="1823461" y="2432603"/>
                  <a:pt x="1826524" y="2421240"/>
                  <a:pt x="1825967" y="2409762"/>
                </a:cubicBezTo>
                <a:cubicBezTo>
                  <a:pt x="1826590" y="2398013"/>
                  <a:pt x="1823527" y="2386363"/>
                  <a:pt x="1817211" y="2376435"/>
                </a:cubicBezTo>
                <a:cubicBezTo>
                  <a:pt x="1811823" y="2368865"/>
                  <a:pt x="1803057" y="2364432"/>
                  <a:pt x="1793767" y="2364572"/>
                </a:cubicBezTo>
                <a:close/>
                <a:moveTo>
                  <a:pt x="3133325" y="2345769"/>
                </a:moveTo>
                <a:lnTo>
                  <a:pt x="3148012" y="2345769"/>
                </a:lnTo>
                <a:lnTo>
                  <a:pt x="3162417" y="2345769"/>
                </a:lnTo>
                <a:lnTo>
                  <a:pt x="3186990" y="2401127"/>
                </a:lnTo>
                <a:lnTo>
                  <a:pt x="3210148" y="2345769"/>
                </a:lnTo>
                <a:lnTo>
                  <a:pt x="3223987" y="2345769"/>
                </a:lnTo>
                <a:lnTo>
                  <a:pt x="3237826" y="2345769"/>
                </a:lnTo>
                <a:lnTo>
                  <a:pt x="3198851" y="2424851"/>
                </a:lnTo>
                <a:lnTo>
                  <a:pt x="3198851" y="2473712"/>
                </a:lnTo>
                <a:lnTo>
                  <a:pt x="3186705" y="2473712"/>
                </a:lnTo>
                <a:lnTo>
                  <a:pt x="3174278" y="2473712"/>
                </a:lnTo>
                <a:lnTo>
                  <a:pt x="3174278" y="2425418"/>
                </a:lnTo>
                <a:close/>
                <a:moveTo>
                  <a:pt x="2768133" y="2345769"/>
                </a:moveTo>
                <a:lnTo>
                  <a:pt x="2780279" y="2345769"/>
                </a:lnTo>
                <a:lnTo>
                  <a:pt x="2792706" y="2345769"/>
                </a:lnTo>
                <a:lnTo>
                  <a:pt x="2792706" y="2450836"/>
                </a:lnTo>
                <a:lnTo>
                  <a:pt x="2851453" y="2450836"/>
                </a:lnTo>
                <a:lnTo>
                  <a:pt x="2851453" y="2462133"/>
                </a:lnTo>
                <a:lnTo>
                  <a:pt x="2851453" y="2473712"/>
                </a:lnTo>
                <a:lnTo>
                  <a:pt x="2768133" y="2473712"/>
                </a:lnTo>
                <a:close/>
                <a:moveTo>
                  <a:pt x="2507723" y="2345769"/>
                </a:moveTo>
                <a:lnTo>
                  <a:pt x="2520714" y="2345769"/>
                </a:lnTo>
                <a:lnTo>
                  <a:pt x="2533426" y="2345769"/>
                </a:lnTo>
                <a:lnTo>
                  <a:pt x="2580875" y="2435583"/>
                </a:lnTo>
                <a:lnTo>
                  <a:pt x="2580875" y="2345769"/>
                </a:lnTo>
                <a:lnTo>
                  <a:pt x="2592173" y="2345769"/>
                </a:lnTo>
                <a:lnTo>
                  <a:pt x="2603752" y="2345769"/>
                </a:lnTo>
                <a:lnTo>
                  <a:pt x="2603752" y="2473712"/>
                </a:lnTo>
                <a:lnTo>
                  <a:pt x="2591606" y="2473712"/>
                </a:lnTo>
                <a:lnTo>
                  <a:pt x="2579179" y="2473712"/>
                </a:lnTo>
                <a:lnTo>
                  <a:pt x="2530600" y="2381355"/>
                </a:lnTo>
                <a:lnTo>
                  <a:pt x="2530600" y="2473712"/>
                </a:lnTo>
                <a:lnTo>
                  <a:pt x="2519302" y="2473712"/>
                </a:lnTo>
                <a:lnTo>
                  <a:pt x="2507723" y="2473712"/>
                </a:lnTo>
                <a:close/>
                <a:moveTo>
                  <a:pt x="2382887" y="2345769"/>
                </a:moveTo>
                <a:lnTo>
                  <a:pt x="2395314" y="2345769"/>
                </a:lnTo>
                <a:lnTo>
                  <a:pt x="2407741" y="2345769"/>
                </a:lnTo>
                <a:lnTo>
                  <a:pt x="2407741" y="2393500"/>
                </a:lnTo>
                <a:lnTo>
                  <a:pt x="2453779" y="2393500"/>
                </a:lnTo>
                <a:lnTo>
                  <a:pt x="2453779" y="2345769"/>
                </a:lnTo>
                <a:lnTo>
                  <a:pt x="2465925" y="2345769"/>
                </a:lnTo>
                <a:lnTo>
                  <a:pt x="2478349" y="2345769"/>
                </a:lnTo>
                <a:lnTo>
                  <a:pt x="2478349" y="2473712"/>
                </a:lnTo>
                <a:lnTo>
                  <a:pt x="2465925" y="2473712"/>
                </a:lnTo>
                <a:lnTo>
                  <a:pt x="2453779" y="2473712"/>
                </a:lnTo>
                <a:lnTo>
                  <a:pt x="2453779" y="2415814"/>
                </a:lnTo>
                <a:lnTo>
                  <a:pt x="2407741" y="2415814"/>
                </a:lnTo>
                <a:lnTo>
                  <a:pt x="2407741" y="2473712"/>
                </a:lnTo>
                <a:lnTo>
                  <a:pt x="2395314" y="2473712"/>
                </a:lnTo>
                <a:lnTo>
                  <a:pt x="2382887" y="2473712"/>
                </a:lnTo>
                <a:close/>
                <a:moveTo>
                  <a:pt x="2142813" y="2345769"/>
                </a:moveTo>
                <a:lnTo>
                  <a:pt x="2229522" y="2345769"/>
                </a:lnTo>
                <a:lnTo>
                  <a:pt x="2229522" y="2357067"/>
                </a:lnTo>
                <a:lnTo>
                  <a:pt x="2229522" y="2368364"/>
                </a:lnTo>
                <a:lnTo>
                  <a:pt x="2167386" y="2368364"/>
                </a:lnTo>
                <a:lnTo>
                  <a:pt x="2167386" y="2395478"/>
                </a:lnTo>
                <a:lnTo>
                  <a:pt x="2225003" y="2395478"/>
                </a:lnTo>
                <a:lnTo>
                  <a:pt x="2225003" y="2406494"/>
                </a:lnTo>
                <a:lnTo>
                  <a:pt x="2225003" y="2417507"/>
                </a:lnTo>
                <a:lnTo>
                  <a:pt x="2167386" y="2417507"/>
                </a:lnTo>
                <a:lnTo>
                  <a:pt x="2167386" y="2450836"/>
                </a:lnTo>
                <a:lnTo>
                  <a:pt x="2232345" y="2450836"/>
                </a:lnTo>
                <a:lnTo>
                  <a:pt x="2232345" y="2462133"/>
                </a:lnTo>
                <a:lnTo>
                  <a:pt x="2232345" y="2473712"/>
                </a:lnTo>
                <a:lnTo>
                  <a:pt x="2142813" y="2473712"/>
                </a:lnTo>
                <a:close/>
                <a:moveTo>
                  <a:pt x="1877039" y="2345769"/>
                </a:moveTo>
                <a:lnTo>
                  <a:pt x="1960922" y="2345769"/>
                </a:lnTo>
                <a:lnTo>
                  <a:pt x="1960922" y="2357067"/>
                </a:lnTo>
                <a:lnTo>
                  <a:pt x="1960922" y="2368364"/>
                </a:lnTo>
                <a:lnTo>
                  <a:pt x="1901612" y="2368364"/>
                </a:lnTo>
                <a:lnTo>
                  <a:pt x="1901612" y="2397456"/>
                </a:lnTo>
                <a:lnTo>
                  <a:pt x="1953298" y="2397456"/>
                </a:lnTo>
                <a:lnTo>
                  <a:pt x="1953298" y="2408472"/>
                </a:lnTo>
                <a:lnTo>
                  <a:pt x="1953298" y="2419484"/>
                </a:lnTo>
                <a:lnTo>
                  <a:pt x="1901612" y="2419484"/>
                </a:lnTo>
                <a:lnTo>
                  <a:pt x="1901612" y="2473712"/>
                </a:lnTo>
                <a:lnTo>
                  <a:pt x="1889466" y="2473712"/>
                </a:lnTo>
                <a:lnTo>
                  <a:pt x="1877039" y="2473712"/>
                </a:lnTo>
                <a:close/>
                <a:moveTo>
                  <a:pt x="1574832" y="2345769"/>
                </a:moveTo>
                <a:lnTo>
                  <a:pt x="1661541" y="2345769"/>
                </a:lnTo>
                <a:lnTo>
                  <a:pt x="1661541" y="2357067"/>
                </a:lnTo>
                <a:lnTo>
                  <a:pt x="1661541" y="2368364"/>
                </a:lnTo>
                <a:lnTo>
                  <a:pt x="1599405" y="2368364"/>
                </a:lnTo>
                <a:lnTo>
                  <a:pt x="1599405" y="2395478"/>
                </a:lnTo>
                <a:lnTo>
                  <a:pt x="1657022" y="2395478"/>
                </a:lnTo>
                <a:lnTo>
                  <a:pt x="1657022" y="2406494"/>
                </a:lnTo>
                <a:lnTo>
                  <a:pt x="1657022" y="2417507"/>
                </a:lnTo>
                <a:lnTo>
                  <a:pt x="1599405" y="2417507"/>
                </a:lnTo>
                <a:lnTo>
                  <a:pt x="1599405" y="2450836"/>
                </a:lnTo>
                <a:lnTo>
                  <a:pt x="1664082" y="2450836"/>
                </a:lnTo>
                <a:lnTo>
                  <a:pt x="1664082" y="2462133"/>
                </a:lnTo>
                <a:lnTo>
                  <a:pt x="1664082" y="2473712"/>
                </a:lnTo>
                <a:lnTo>
                  <a:pt x="1574832" y="2473712"/>
                </a:lnTo>
                <a:close/>
                <a:moveTo>
                  <a:pt x="1181960" y="2345769"/>
                </a:moveTo>
                <a:lnTo>
                  <a:pt x="1194387" y="2345769"/>
                </a:lnTo>
                <a:lnTo>
                  <a:pt x="1206815" y="2345769"/>
                </a:lnTo>
                <a:lnTo>
                  <a:pt x="1206815" y="2473712"/>
                </a:lnTo>
                <a:lnTo>
                  <a:pt x="1194387" y="2473712"/>
                </a:lnTo>
                <a:lnTo>
                  <a:pt x="1181960" y="2473712"/>
                </a:lnTo>
                <a:close/>
                <a:moveTo>
                  <a:pt x="835126" y="2345769"/>
                </a:moveTo>
                <a:lnTo>
                  <a:pt x="847835" y="2345769"/>
                </a:lnTo>
                <a:lnTo>
                  <a:pt x="860829" y="2345769"/>
                </a:lnTo>
                <a:lnTo>
                  <a:pt x="907997" y="2435583"/>
                </a:lnTo>
                <a:lnTo>
                  <a:pt x="907997" y="2345769"/>
                </a:lnTo>
                <a:lnTo>
                  <a:pt x="919576" y="2345769"/>
                </a:lnTo>
                <a:lnTo>
                  <a:pt x="931155" y="2345769"/>
                </a:lnTo>
                <a:lnTo>
                  <a:pt x="931155" y="2473712"/>
                </a:lnTo>
                <a:lnTo>
                  <a:pt x="918728" y="2473712"/>
                </a:lnTo>
                <a:lnTo>
                  <a:pt x="906582" y="2473712"/>
                </a:lnTo>
                <a:lnTo>
                  <a:pt x="858003" y="2381355"/>
                </a:lnTo>
                <a:lnTo>
                  <a:pt x="858003" y="2473712"/>
                </a:lnTo>
                <a:lnTo>
                  <a:pt x="846424" y="2473712"/>
                </a:lnTo>
                <a:lnTo>
                  <a:pt x="835126" y="2473712"/>
                </a:lnTo>
                <a:close/>
                <a:moveTo>
                  <a:pt x="782027" y="2345769"/>
                </a:moveTo>
                <a:lnTo>
                  <a:pt x="794454" y="2345769"/>
                </a:lnTo>
                <a:lnTo>
                  <a:pt x="806600" y="2345769"/>
                </a:lnTo>
                <a:lnTo>
                  <a:pt x="806600" y="2473712"/>
                </a:lnTo>
                <a:lnTo>
                  <a:pt x="794454" y="2473712"/>
                </a:lnTo>
                <a:lnTo>
                  <a:pt x="782027" y="2473712"/>
                </a:lnTo>
                <a:close/>
                <a:moveTo>
                  <a:pt x="471626" y="2345769"/>
                </a:moveTo>
                <a:lnTo>
                  <a:pt x="484335" y="2345769"/>
                </a:lnTo>
                <a:lnTo>
                  <a:pt x="497329" y="2345769"/>
                </a:lnTo>
                <a:lnTo>
                  <a:pt x="544497" y="2435583"/>
                </a:lnTo>
                <a:lnTo>
                  <a:pt x="544497" y="2345769"/>
                </a:lnTo>
                <a:lnTo>
                  <a:pt x="556076" y="2345769"/>
                </a:lnTo>
                <a:lnTo>
                  <a:pt x="567655" y="2345769"/>
                </a:lnTo>
                <a:lnTo>
                  <a:pt x="567655" y="2473712"/>
                </a:lnTo>
                <a:lnTo>
                  <a:pt x="555228" y="2473712"/>
                </a:lnTo>
                <a:lnTo>
                  <a:pt x="543082" y="2473712"/>
                </a:lnTo>
                <a:lnTo>
                  <a:pt x="494503" y="2381355"/>
                </a:lnTo>
                <a:lnTo>
                  <a:pt x="494503" y="2473712"/>
                </a:lnTo>
                <a:lnTo>
                  <a:pt x="482924" y="2473712"/>
                </a:lnTo>
                <a:lnTo>
                  <a:pt x="471626" y="2473712"/>
                </a:lnTo>
                <a:close/>
                <a:moveTo>
                  <a:pt x="418528" y="2345769"/>
                </a:moveTo>
                <a:lnTo>
                  <a:pt x="430955" y="2345769"/>
                </a:lnTo>
                <a:lnTo>
                  <a:pt x="443101" y="2345769"/>
                </a:lnTo>
                <a:lnTo>
                  <a:pt x="443101" y="2473712"/>
                </a:lnTo>
                <a:lnTo>
                  <a:pt x="430955" y="2473712"/>
                </a:lnTo>
                <a:lnTo>
                  <a:pt x="418528" y="2473712"/>
                </a:lnTo>
                <a:close/>
                <a:moveTo>
                  <a:pt x="268552" y="2345769"/>
                </a:moveTo>
                <a:lnTo>
                  <a:pt x="280979" y="2345769"/>
                </a:lnTo>
                <a:lnTo>
                  <a:pt x="293125" y="2345769"/>
                </a:lnTo>
                <a:lnTo>
                  <a:pt x="293125" y="2473712"/>
                </a:lnTo>
                <a:lnTo>
                  <a:pt x="280979" y="2473712"/>
                </a:lnTo>
                <a:lnTo>
                  <a:pt x="268552" y="2473712"/>
                </a:lnTo>
                <a:close/>
                <a:moveTo>
                  <a:pt x="154732" y="2345769"/>
                </a:moveTo>
                <a:lnTo>
                  <a:pt x="241441" y="2345769"/>
                </a:lnTo>
                <a:lnTo>
                  <a:pt x="241441" y="2357067"/>
                </a:lnTo>
                <a:lnTo>
                  <a:pt x="241441" y="2368364"/>
                </a:lnTo>
                <a:lnTo>
                  <a:pt x="179305" y="2368364"/>
                </a:lnTo>
                <a:lnTo>
                  <a:pt x="179305" y="2395478"/>
                </a:lnTo>
                <a:lnTo>
                  <a:pt x="236922" y="2395478"/>
                </a:lnTo>
                <a:lnTo>
                  <a:pt x="236922" y="2406494"/>
                </a:lnTo>
                <a:lnTo>
                  <a:pt x="236922" y="2417507"/>
                </a:lnTo>
                <a:lnTo>
                  <a:pt x="179305" y="2417507"/>
                </a:lnTo>
                <a:lnTo>
                  <a:pt x="179305" y="2450836"/>
                </a:lnTo>
                <a:lnTo>
                  <a:pt x="243982" y="2450836"/>
                </a:lnTo>
                <a:lnTo>
                  <a:pt x="243982" y="2462133"/>
                </a:lnTo>
                <a:lnTo>
                  <a:pt x="243982" y="2473712"/>
                </a:lnTo>
                <a:lnTo>
                  <a:pt x="154732" y="2473712"/>
                </a:lnTo>
                <a:close/>
                <a:moveTo>
                  <a:pt x="1341303" y="2345648"/>
                </a:moveTo>
                <a:lnTo>
                  <a:pt x="1365875" y="2345648"/>
                </a:lnTo>
                <a:lnTo>
                  <a:pt x="1365875" y="2426427"/>
                </a:lnTo>
                <a:cubicBezTo>
                  <a:pt x="1365401" y="2433736"/>
                  <a:pt x="1367388" y="2440995"/>
                  <a:pt x="1371524" y="2447044"/>
                </a:cubicBezTo>
                <a:cubicBezTo>
                  <a:pt x="1375948" y="2451791"/>
                  <a:pt x="1382279" y="2454282"/>
                  <a:pt x="1388752" y="2453823"/>
                </a:cubicBezTo>
                <a:cubicBezTo>
                  <a:pt x="1395308" y="2454481"/>
                  <a:pt x="1401823" y="2452207"/>
                  <a:pt x="1406547" y="2447608"/>
                </a:cubicBezTo>
                <a:cubicBezTo>
                  <a:pt x="1410505" y="2441292"/>
                  <a:pt x="1412290" y="2433852"/>
                  <a:pt x="1411629" y="2426427"/>
                </a:cubicBezTo>
                <a:lnTo>
                  <a:pt x="1411629" y="2345648"/>
                </a:lnTo>
                <a:lnTo>
                  <a:pt x="1436484" y="2345648"/>
                </a:lnTo>
                <a:lnTo>
                  <a:pt x="1436484" y="2425012"/>
                </a:lnTo>
                <a:cubicBezTo>
                  <a:pt x="1437821" y="2439145"/>
                  <a:pt x="1433788" y="2453262"/>
                  <a:pt x="1425186" y="2464554"/>
                </a:cubicBezTo>
                <a:cubicBezTo>
                  <a:pt x="1403940" y="2481141"/>
                  <a:pt x="1374131" y="2481141"/>
                  <a:pt x="1352882" y="2464554"/>
                </a:cubicBezTo>
                <a:cubicBezTo>
                  <a:pt x="1344318" y="2453449"/>
                  <a:pt x="1340191" y="2439557"/>
                  <a:pt x="1341303" y="2425579"/>
                </a:cubicBezTo>
                <a:close/>
                <a:moveTo>
                  <a:pt x="2025884" y="2345487"/>
                </a:moveTo>
                <a:lnTo>
                  <a:pt x="2121631" y="2345487"/>
                </a:lnTo>
                <a:lnTo>
                  <a:pt x="2121631" y="2357066"/>
                </a:lnTo>
                <a:lnTo>
                  <a:pt x="2121631" y="2368364"/>
                </a:lnTo>
                <a:lnTo>
                  <a:pt x="2086042" y="2368364"/>
                </a:lnTo>
                <a:lnTo>
                  <a:pt x="2086042" y="2473715"/>
                </a:lnTo>
                <a:lnTo>
                  <a:pt x="2073897" y="2473715"/>
                </a:lnTo>
                <a:lnTo>
                  <a:pt x="2061473" y="2473715"/>
                </a:lnTo>
                <a:lnTo>
                  <a:pt x="2061473" y="2368364"/>
                </a:lnTo>
                <a:lnTo>
                  <a:pt x="2025884" y="2368364"/>
                </a:lnTo>
                <a:lnTo>
                  <a:pt x="2025884" y="2357066"/>
                </a:lnTo>
                <a:close/>
                <a:moveTo>
                  <a:pt x="1457901" y="2345487"/>
                </a:moveTo>
                <a:lnTo>
                  <a:pt x="1553648" y="2345487"/>
                </a:lnTo>
                <a:lnTo>
                  <a:pt x="1553648" y="2357066"/>
                </a:lnTo>
                <a:lnTo>
                  <a:pt x="1553648" y="2368364"/>
                </a:lnTo>
                <a:lnTo>
                  <a:pt x="1518059" y="2368364"/>
                </a:lnTo>
                <a:lnTo>
                  <a:pt x="1518059" y="2473715"/>
                </a:lnTo>
                <a:lnTo>
                  <a:pt x="1505632" y="2473715"/>
                </a:lnTo>
                <a:lnTo>
                  <a:pt x="1493487" y="2473715"/>
                </a:lnTo>
                <a:lnTo>
                  <a:pt x="1493487" y="2368364"/>
                </a:lnTo>
                <a:lnTo>
                  <a:pt x="1457901" y="2368364"/>
                </a:lnTo>
                <a:lnTo>
                  <a:pt x="1457901" y="2357066"/>
                </a:lnTo>
                <a:close/>
                <a:moveTo>
                  <a:pt x="1226020" y="2345487"/>
                </a:moveTo>
                <a:lnTo>
                  <a:pt x="1321767" y="2345487"/>
                </a:lnTo>
                <a:lnTo>
                  <a:pt x="1321767" y="2357066"/>
                </a:lnTo>
                <a:lnTo>
                  <a:pt x="1321767" y="2368364"/>
                </a:lnTo>
                <a:lnTo>
                  <a:pt x="1286178" y="2368364"/>
                </a:lnTo>
                <a:lnTo>
                  <a:pt x="1286178" y="2473715"/>
                </a:lnTo>
                <a:lnTo>
                  <a:pt x="1274033" y="2473715"/>
                </a:lnTo>
                <a:lnTo>
                  <a:pt x="1261606" y="2473715"/>
                </a:lnTo>
                <a:lnTo>
                  <a:pt x="1261606" y="2368364"/>
                </a:lnTo>
                <a:lnTo>
                  <a:pt x="1226020" y="2368364"/>
                </a:lnTo>
                <a:lnTo>
                  <a:pt x="1226020" y="2357066"/>
                </a:lnTo>
                <a:close/>
                <a:moveTo>
                  <a:pt x="1067007" y="2345487"/>
                </a:moveTo>
                <a:lnTo>
                  <a:pt x="1162754" y="2345487"/>
                </a:lnTo>
                <a:lnTo>
                  <a:pt x="1162754" y="2357066"/>
                </a:lnTo>
                <a:lnTo>
                  <a:pt x="1162754" y="2368364"/>
                </a:lnTo>
                <a:lnTo>
                  <a:pt x="1127165" y="2368364"/>
                </a:lnTo>
                <a:lnTo>
                  <a:pt x="1127165" y="2473715"/>
                </a:lnTo>
                <a:lnTo>
                  <a:pt x="1115023" y="2473715"/>
                </a:lnTo>
                <a:lnTo>
                  <a:pt x="1102593" y="2473715"/>
                </a:lnTo>
                <a:lnTo>
                  <a:pt x="1102593" y="2368364"/>
                </a:lnTo>
                <a:lnTo>
                  <a:pt x="1067007" y="2368364"/>
                </a:lnTo>
                <a:lnTo>
                  <a:pt x="1067007" y="2357066"/>
                </a:lnTo>
                <a:close/>
                <a:moveTo>
                  <a:pt x="29659" y="2345085"/>
                </a:moveTo>
                <a:lnTo>
                  <a:pt x="86147" y="2345085"/>
                </a:lnTo>
                <a:cubicBezTo>
                  <a:pt x="95861" y="2344629"/>
                  <a:pt x="105403" y="2347745"/>
                  <a:pt x="112980" y="2353839"/>
                </a:cubicBezTo>
                <a:cubicBezTo>
                  <a:pt x="119503" y="2359959"/>
                  <a:pt x="123014" y="2368632"/>
                  <a:pt x="122581" y="2377564"/>
                </a:cubicBezTo>
                <a:cubicBezTo>
                  <a:pt x="123207" y="2386993"/>
                  <a:pt x="119070" y="2396111"/>
                  <a:pt x="111565" y="2401855"/>
                </a:cubicBezTo>
                <a:lnTo>
                  <a:pt x="107613" y="2404396"/>
                </a:lnTo>
                <a:cubicBezTo>
                  <a:pt x="110272" y="2405401"/>
                  <a:pt x="112754" y="2406833"/>
                  <a:pt x="114957" y="2408633"/>
                </a:cubicBezTo>
                <a:cubicBezTo>
                  <a:pt x="122652" y="2414371"/>
                  <a:pt x="126910" y="2423626"/>
                  <a:pt x="126255" y="2433206"/>
                </a:cubicBezTo>
                <a:cubicBezTo>
                  <a:pt x="127219" y="2444824"/>
                  <a:pt x="122857" y="2456255"/>
                  <a:pt x="114391" y="2464273"/>
                </a:cubicBezTo>
                <a:cubicBezTo>
                  <a:pt x="105243" y="2471885"/>
                  <a:pt x="93492" y="2475633"/>
                  <a:pt x="81628" y="2474723"/>
                </a:cubicBezTo>
                <a:lnTo>
                  <a:pt x="29659" y="2474723"/>
                </a:lnTo>
                <a:close/>
                <a:moveTo>
                  <a:pt x="364065" y="2345084"/>
                </a:moveTo>
                <a:lnTo>
                  <a:pt x="388638" y="2345084"/>
                </a:lnTo>
                <a:lnTo>
                  <a:pt x="388638" y="2436030"/>
                </a:lnTo>
                <a:cubicBezTo>
                  <a:pt x="389074" y="2446311"/>
                  <a:pt x="385649" y="2456386"/>
                  <a:pt x="379034" y="2464274"/>
                </a:cubicBezTo>
                <a:cubicBezTo>
                  <a:pt x="371378" y="2471307"/>
                  <a:pt x="361162" y="2474884"/>
                  <a:pt x="350790" y="2474157"/>
                </a:cubicBezTo>
                <a:cubicBezTo>
                  <a:pt x="340222" y="2474762"/>
                  <a:pt x="329915" y="2470744"/>
                  <a:pt x="322546" y="2463141"/>
                </a:cubicBezTo>
                <a:cubicBezTo>
                  <a:pt x="315643" y="2453276"/>
                  <a:pt x="312625" y="2441205"/>
                  <a:pt x="314075" y="2429249"/>
                </a:cubicBezTo>
                <a:lnTo>
                  <a:pt x="314075" y="2421625"/>
                </a:lnTo>
                <a:lnTo>
                  <a:pt x="337515" y="2421625"/>
                </a:lnTo>
                <a:lnTo>
                  <a:pt x="337515" y="2429252"/>
                </a:lnTo>
                <a:cubicBezTo>
                  <a:pt x="336895" y="2435173"/>
                  <a:pt x="337971" y="2441148"/>
                  <a:pt x="340622" y="2446480"/>
                </a:cubicBezTo>
                <a:cubicBezTo>
                  <a:pt x="342897" y="2450332"/>
                  <a:pt x="347184" y="2452529"/>
                  <a:pt x="351638" y="2452128"/>
                </a:cubicBezTo>
                <a:cubicBezTo>
                  <a:pt x="355546" y="2452493"/>
                  <a:pt x="359401" y="2451034"/>
                  <a:pt x="362087" y="2448173"/>
                </a:cubicBezTo>
                <a:cubicBezTo>
                  <a:pt x="364578" y="2444116"/>
                  <a:pt x="365669" y="2439354"/>
                  <a:pt x="365195" y="2434616"/>
                </a:cubicBezTo>
                <a:close/>
                <a:moveTo>
                  <a:pt x="2923357" y="2342204"/>
                </a:moveTo>
                <a:cubicBezTo>
                  <a:pt x="2937806" y="2341728"/>
                  <a:pt x="2952436" y="2346765"/>
                  <a:pt x="2963824" y="2357426"/>
                </a:cubicBezTo>
                <a:cubicBezTo>
                  <a:pt x="2964728" y="2358271"/>
                  <a:pt x="2965606" y="2359149"/>
                  <a:pt x="2966454" y="2360053"/>
                </a:cubicBezTo>
                <a:cubicBezTo>
                  <a:pt x="2977244" y="2374414"/>
                  <a:pt x="2982644" y="2392110"/>
                  <a:pt x="2981704" y="2410047"/>
                </a:cubicBezTo>
                <a:cubicBezTo>
                  <a:pt x="2982653" y="2427547"/>
                  <a:pt x="2977235" y="2444805"/>
                  <a:pt x="2966454" y="2458626"/>
                </a:cubicBezTo>
                <a:cubicBezTo>
                  <a:pt x="2945131" y="2481399"/>
                  <a:pt x="2909385" y="2482576"/>
                  <a:pt x="2886609" y="2461253"/>
                </a:cubicBezTo>
                <a:cubicBezTo>
                  <a:pt x="2885704" y="2460408"/>
                  <a:pt x="2884827" y="2459530"/>
                  <a:pt x="2883979" y="2458626"/>
                </a:cubicBezTo>
                <a:cubicBezTo>
                  <a:pt x="2873197" y="2444805"/>
                  <a:pt x="2867780" y="2427547"/>
                  <a:pt x="2868728" y="2410047"/>
                </a:cubicBezTo>
                <a:cubicBezTo>
                  <a:pt x="2867788" y="2392110"/>
                  <a:pt x="2873188" y="2374414"/>
                  <a:pt x="2883979" y="2360053"/>
                </a:cubicBezTo>
                <a:cubicBezTo>
                  <a:pt x="2894640" y="2348667"/>
                  <a:pt x="2908908" y="2342679"/>
                  <a:pt x="2923357" y="2342204"/>
                </a:cubicBezTo>
                <a:close/>
                <a:moveTo>
                  <a:pt x="2682437" y="2342204"/>
                </a:moveTo>
                <a:cubicBezTo>
                  <a:pt x="2696885" y="2341728"/>
                  <a:pt x="2711516" y="2346765"/>
                  <a:pt x="2722904" y="2357426"/>
                </a:cubicBezTo>
                <a:cubicBezTo>
                  <a:pt x="2723808" y="2358271"/>
                  <a:pt x="2724686" y="2359149"/>
                  <a:pt x="2725534" y="2360053"/>
                </a:cubicBezTo>
                <a:cubicBezTo>
                  <a:pt x="2736324" y="2374414"/>
                  <a:pt x="2741724" y="2392110"/>
                  <a:pt x="2740784" y="2410047"/>
                </a:cubicBezTo>
                <a:cubicBezTo>
                  <a:pt x="2741733" y="2427547"/>
                  <a:pt x="2736315" y="2444805"/>
                  <a:pt x="2725534" y="2458626"/>
                </a:cubicBezTo>
                <a:cubicBezTo>
                  <a:pt x="2704211" y="2481399"/>
                  <a:pt x="2668465" y="2482576"/>
                  <a:pt x="2645689" y="2461253"/>
                </a:cubicBezTo>
                <a:cubicBezTo>
                  <a:pt x="2644784" y="2460408"/>
                  <a:pt x="2643907" y="2459530"/>
                  <a:pt x="2643059" y="2458626"/>
                </a:cubicBezTo>
                <a:cubicBezTo>
                  <a:pt x="2632277" y="2444805"/>
                  <a:pt x="2626860" y="2427547"/>
                  <a:pt x="2627808" y="2410047"/>
                </a:cubicBezTo>
                <a:cubicBezTo>
                  <a:pt x="2626868" y="2392110"/>
                  <a:pt x="2632268" y="2374414"/>
                  <a:pt x="2643059" y="2360053"/>
                </a:cubicBezTo>
                <a:cubicBezTo>
                  <a:pt x="2653720" y="2348667"/>
                  <a:pt x="2667988" y="2342679"/>
                  <a:pt x="2682437" y="2342204"/>
                </a:cubicBezTo>
                <a:close/>
                <a:moveTo>
                  <a:pt x="1791842" y="2342059"/>
                </a:moveTo>
                <a:cubicBezTo>
                  <a:pt x="1806288" y="2341531"/>
                  <a:pt x="1820937" y="2346513"/>
                  <a:pt x="1832363" y="2357132"/>
                </a:cubicBezTo>
                <a:cubicBezTo>
                  <a:pt x="1833374" y="2358069"/>
                  <a:pt x="1834347" y="2359044"/>
                  <a:pt x="1835287" y="2360053"/>
                </a:cubicBezTo>
                <a:cubicBezTo>
                  <a:pt x="1846077" y="2374413"/>
                  <a:pt x="1851477" y="2392107"/>
                  <a:pt x="1850537" y="2410046"/>
                </a:cubicBezTo>
                <a:cubicBezTo>
                  <a:pt x="1851486" y="2427547"/>
                  <a:pt x="1846068" y="2444805"/>
                  <a:pt x="1835287" y="2458625"/>
                </a:cubicBezTo>
                <a:cubicBezTo>
                  <a:pt x="1814047" y="2481475"/>
                  <a:pt x="1778307" y="2482783"/>
                  <a:pt x="1755453" y="2461546"/>
                </a:cubicBezTo>
                <a:cubicBezTo>
                  <a:pt x="1754442" y="2460609"/>
                  <a:pt x="1753470" y="2459634"/>
                  <a:pt x="1752530" y="2458625"/>
                </a:cubicBezTo>
                <a:cubicBezTo>
                  <a:pt x="1741748" y="2444805"/>
                  <a:pt x="1736331" y="2427547"/>
                  <a:pt x="1737279" y="2410046"/>
                </a:cubicBezTo>
                <a:cubicBezTo>
                  <a:pt x="1736339" y="2392107"/>
                  <a:pt x="1741739" y="2374413"/>
                  <a:pt x="1752530" y="2360053"/>
                </a:cubicBezTo>
                <a:cubicBezTo>
                  <a:pt x="1763150" y="2348627"/>
                  <a:pt x="1777395" y="2342588"/>
                  <a:pt x="1791842" y="2342059"/>
                </a:cubicBezTo>
                <a:close/>
                <a:moveTo>
                  <a:pt x="644794" y="2341922"/>
                </a:moveTo>
                <a:cubicBezTo>
                  <a:pt x="658672" y="2340711"/>
                  <a:pt x="672979" y="2344414"/>
                  <a:pt x="684917" y="2353274"/>
                </a:cubicBezTo>
                <a:cubicBezTo>
                  <a:pt x="694278" y="2361292"/>
                  <a:pt x="700152" y="2372634"/>
                  <a:pt x="701297" y="2384907"/>
                </a:cubicBezTo>
                <a:lnTo>
                  <a:pt x="676727" y="2384907"/>
                </a:lnTo>
                <a:cubicBezTo>
                  <a:pt x="675787" y="2379075"/>
                  <a:pt x="672655" y="2373820"/>
                  <a:pt x="667970" y="2370221"/>
                </a:cubicBezTo>
                <a:cubicBezTo>
                  <a:pt x="663258" y="2366170"/>
                  <a:pt x="657239" y="2363961"/>
                  <a:pt x="651024" y="2364008"/>
                </a:cubicBezTo>
                <a:cubicBezTo>
                  <a:pt x="641197" y="2363549"/>
                  <a:pt x="631779" y="2367991"/>
                  <a:pt x="625887" y="2375869"/>
                </a:cubicBezTo>
                <a:cubicBezTo>
                  <a:pt x="619411" y="2385844"/>
                  <a:pt x="616247" y="2397605"/>
                  <a:pt x="616846" y="2409480"/>
                </a:cubicBezTo>
                <a:cubicBezTo>
                  <a:pt x="616001" y="2421163"/>
                  <a:pt x="619082" y="2432796"/>
                  <a:pt x="625603" y="2442528"/>
                </a:cubicBezTo>
                <a:cubicBezTo>
                  <a:pt x="631613" y="2450386"/>
                  <a:pt x="641150" y="2454727"/>
                  <a:pt x="651024" y="2454107"/>
                </a:cubicBezTo>
                <a:cubicBezTo>
                  <a:pt x="660038" y="2454389"/>
                  <a:pt x="668531" y="2449876"/>
                  <a:pt x="673337" y="2442243"/>
                </a:cubicBezTo>
                <a:cubicBezTo>
                  <a:pt x="676460" y="2437416"/>
                  <a:pt x="678663" y="2432055"/>
                  <a:pt x="679834" y="2426427"/>
                </a:cubicBezTo>
                <a:lnTo>
                  <a:pt x="651587" y="2426427"/>
                </a:lnTo>
                <a:lnTo>
                  <a:pt x="651587" y="2404395"/>
                </a:lnTo>
                <a:lnTo>
                  <a:pt x="701015" y="2404395"/>
                </a:lnTo>
                <a:lnTo>
                  <a:pt x="701015" y="2473310"/>
                </a:lnTo>
                <a:lnTo>
                  <a:pt x="684635" y="2473310"/>
                </a:lnTo>
                <a:lnTo>
                  <a:pt x="682091" y="2456930"/>
                </a:lnTo>
                <a:lnTo>
                  <a:pt x="680679" y="2458908"/>
                </a:lnTo>
                <a:cubicBezTo>
                  <a:pt x="673474" y="2470467"/>
                  <a:pt x="660685" y="2477343"/>
                  <a:pt x="647068" y="2476984"/>
                </a:cubicBezTo>
                <a:lnTo>
                  <a:pt x="647353" y="2476699"/>
                </a:lnTo>
                <a:cubicBezTo>
                  <a:pt x="631696" y="2477464"/>
                  <a:pt x="616603" y="2470757"/>
                  <a:pt x="606682" y="2458623"/>
                </a:cubicBezTo>
                <a:cubicBezTo>
                  <a:pt x="595855" y="2444716"/>
                  <a:pt x="590435" y="2427358"/>
                  <a:pt x="591428" y="2409762"/>
                </a:cubicBezTo>
                <a:cubicBezTo>
                  <a:pt x="590568" y="2391831"/>
                  <a:pt x="596182" y="2374191"/>
                  <a:pt x="607245" y="2360053"/>
                </a:cubicBezTo>
                <a:cubicBezTo>
                  <a:pt x="617468" y="2349258"/>
                  <a:pt x="630916" y="2343133"/>
                  <a:pt x="644794" y="2341922"/>
                </a:cubicBezTo>
                <a:close/>
                <a:moveTo>
                  <a:pt x="3055545" y="2341892"/>
                </a:moveTo>
                <a:cubicBezTo>
                  <a:pt x="3069471" y="2340681"/>
                  <a:pt x="3083824" y="2344394"/>
                  <a:pt x="3095808" y="2353275"/>
                </a:cubicBezTo>
                <a:cubicBezTo>
                  <a:pt x="3105185" y="2361242"/>
                  <a:pt x="3110984" y="2372635"/>
                  <a:pt x="3111907" y="2384908"/>
                </a:cubicBezTo>
                <a:lnTo>
                  <a:pt x="3087334" y="2384908"/>
                </a:lnTo>
                <a:cubicBezTo>
                  <a:pt x="3086646" y="2379058"/>
                  <a:pt x="3083583" y="2373747"/>
                  <a:pt x="3078862" y="2370221"/>
                </a:cubicBezTo>
                <a:cubicBezTo>
                  <a:pt x="3073970" y="2366292"/>
                  <a:pt x="3067906" y="2364107"/>
                  <a:pt x="3061634" y="2364006"/>
                </a:cubicBezTo>
                <a:cubicBezTo>
                  <a:pt x="3051852" y="2363380"/>
                  <a:pt x="3042443" y="2367870"/>
                  <a:pt x="3036780" y="2375870"/>
                </a:cubicBezTo>
                <a:cubicBezTo>
                  <a:pt x="3024753" y="2396460"/>
                  <a:pt x="3024753" y="2421935"/>
                  <a:pt x="3036780" y="2442525"/>
                </a:cubicBezTo>
                <a:cubicBezTo>
                  <a:pt x="3042882" y="2450267"/>
                  <a:pt x="3052350" y="2454579"/>
                  <a:pt x="3062198" y="2454104"/>
                </a:cubicBezTo>
                <a:cubicBezTo>
                  <a:pt x="3071212" y="2454389"/>
                  <a:pt x="3079704" y="2449876"/>
                  <a:pt x="3084511" y="2442243"/>
                </a:cubicBezTo>
                <a:cubicBezTo>
                  <a:pt x="3087515" y="2437357"/>
                  <a:pt x="3089709" y="2432013"/>
                  <a:pt x="3091005" y="2426427"/>
                </a:cubicBezTo>
                <a:lnTo>
                  <a:pt x="3062761" y="2426427"/>
                </a:lnTo>
                <a:lnTo>
                  <a:pt x="3062761" y="2404395"/>
                </a:lnTo>
                <a:lnTo>
                  <a:pt x="3111907" y="2404395"/>
                </a:lnTo>
                <a:lnTo>
                  <a:pt x="3111907" y="2473310"/>
                </a:lnTo>
                <a:lnTo>
                  <a:pt x="3095524" y="2473310"/>
                </a:lnTo>
                <a:lnTo>
                  <a:pt x="3093264" y="2456927"/>
                </a:lnTo>
                <a:lnTo>
                  <a:pt x="3091853" y="2458905"/>
                </a:lnTo>
                <a:cubicBezTo>
                  <a:pt x="3084514" y="2470467"/>
                  <a:pt x="3071648" y="2477328"/>
                  <a:pt x="3057960" y="2476981"/>
                </a:cubicBezTo>
                <a:lnTo>
                  <a:pt x="3058808" y="2476699"/>
                </a:lnTo>
                <a:cubicBezTo>
                  <a:pt x="3043087" y="2477375"/>
                  <a:pt x="3027949" y="2470695"/>
                  <a:pt x="3017853" y="2458623"/>
                </a:cubicBezTo>
                <a:cubicBezTo>
                  <a:pt x="2997523" y="2428912"/>
                  <a:pt x="2997523" y="2389765"/>
                  <a:pt x="3017853" y="2360053"/>
                </a:cubicBezTo>
                <a:cubicBezTo>
                  <a:pt x="3028123" y="2349238"/>
                  <a:pt x="3041620" y="2343103"/>
                  <a:pt x="3055545" y="2341892"/>
                </a:cubicBezTo>
                <a:close/>
                <a:moveTo>
                  <a:pt x="2306675" y="2341692"/>
                </a:moveTo>
                <a:cubicBezTo>
                  <a:pt x="2333249" y="2340566"/>
                  <a:pt x="2355847" y="2360901"/>
                  <a:pt x="2357514" y="2387449"/>
                </a:cubicBezTo>
                <a:lnTo>
                  <a:pt x="2332941" y="2387449"/>
                </a:lnTo>
                <a:cubicBezTo>
                  <a:pt x="2332514" y="2381112"/>
                  <a:pt x="2329563" y="2375211"/>
                  <a:pt x="2324751" y="2371066"/>
                </a:cubicBezTo>
                <a:cubicBezTo>
                  <a:pt x="2319820" y="2366817"/>
                  <a:pt x="2313459" y="2364596"/>
                  <a:pt x="2306956" y="2364854"/>
                </a:cubicBezTo>
                <a:cubicBezTo>
                  <a:pt x="2298167" y="2364578"/>
                  <a:pt x="2289933" y="2369130"/>
                  <a:pt x="2285491" y="2376718"/>
                </a:cubicBezTo>
                <a:cubicBezTo>
                  <a:pt x="2279641" y="2386705"/>
                  <a:pt x="2276889" y="2398207"/>
                  <a:pt x="2277583" y="2409762"/>
                </a:cubicBezTo>
                <a:cubicBezTo>
                  <a:pt x="2276939" y="2421045"/>
                  <a:pt x="2279694" y="2432260"/>
                  <a:pt x="2285491" y="2441962"/>
                </a:cubicBezTo>
                <a:cubicBezTo>
                  <a:pt x="2290049" y="2449393"/>
                  <a:pt x="2298242" y="2453814"/>
                  <a:pt x="2306956" y="2453541"/>
                </a:cubicBezTo>
                <a:cubicBezTo>
                  <a:pt x="2313551" y="2453734"/>
                  <a:pt x="2319953" y="2451293"/>
                  <a:pt x="2324751" y="2446762"/>
                </a:cubicBezTo>
                <a:cubicBezTo>
                  <a:pt x="2329640" y="2441855"/>
                  <a:pt x="2332552" y="2435323"/>
                  <a:pt x="2332941" y="2428405"/>
                </a:cubicBezTo>
                <a:lnTo>
                  <a:pt x="2357514" y="2428402"/>
                </a:lnTo>
                <a:cubicBezTo>
                  <a:pt x="2356710" y="2441701"/>
                  <a:pt x="2351085" y="2454253"/>
                  <a:pt x="2341697" y="2463706"/>
                </a:cubicBezTo>
                <a:cubicBezTo>
                  <a:pt x="2332205" y="2472507"/>
                  <a:pt x="2319609" y="2477180"/>
                  <a:pt x="2306675" y="2476699"/>
                </a:cubicBezTo>
                <a:cubicBezTo>
                  <a:pt x="2291365" y="2477328"/>
                  <a:pt x="2276675" y="2470612"/>
                  <a:pt x="2267133" y="2458623"/>
                </a:cubicBezTo>
                <a:cubicBezTo>
                  <a:pt x="2256731" y="2444527"/>
                  <a:pt x="2251539" y="2427257"/>
                  <a:pt x="2252447" y="2409759"/>
                </a:cubicBezTo>
                <a:cubicBezTo>
                  <a:pt x="2251598" y="2392009"/>
                  <a:pt x="2256773" y="2374491"/>
                  <a:pt x="2267133" y="2360050"/>
                </a:cubicBezTo>
                <a:cubicBezTo>
                  <a:pt x="2276646" y="2347994"/>
                  <a:pt x="2291327" y="2341177"/>
                  <a:pt x="2306675" y="2341692"/>
                </a:cubicBezTo>
                <a:close/>
                <a:moveTo>
                  <a:pt x="1002095" y="2341132"/>
                </a:moveTo>
                <a:cubicBezTo>
                  <a:pt x="1013869" y="2340690"/>
                  <a:pt x="1025374" y="2344729"/>
                  <a:pt x="1034294" y="2352430"/>
                </a:cubicBezTo>
                <a:cubicBezTo>
                  <a:pt x="1042620" y="2360465"/>
                  <a:pt x="1047569" y="2371374"/>
                  <a:pt x="1048133" y="2382930"/>
                </a:cubicBezTo>
                <a:lnTo>
                  <a:pt x="1024123" y="2383496"/>
                </a:lnTo>
                <a:cubicBezTo>
                  <a:pt x="1023806" y="2377877"/>
                  <a:pt x="1021143" y="2372650"/>
                  <a:pt x="1016781" y="2369091"/>
                </a:cubicBezTo>
                <a:cubicBezTo>
                  <a:pt x="1011702" y="2365408"/>
                  <a:pt x="1005540" y="2363520"/>
                  <a:pt x="999269" y="2363724"/>
                </a:cubicBezTo>
                <a:cubicBezTo>
                  <a:pt x="993982" y="2363339"/>
                  <a:pt x="988739" y="2364952"/>
                  <a:pt x="984582" y="2368243"/>
                </a:cubicBezTo>
                <a:cubicBezTo>
                  <a:pt x="980917" y="2371294"/>
                  <a:pt x="978924" y="2375911"/>
                  <a:pt x="979218" y="2380670"/>
                </a:cubicBezTo>
                <a:cubicBezTo>
                  <a:pt x="979245" y="2384507"/>
                  <a:pt x="981427" y="2388003"/>
                  <a:pt x="984867" y="2389709"/>
                </a:cubicBezTo>
                <a:cubicBezTo>
                  <a:pt x="992294" y="2392997"/>
                  <a:pt x="1000060" y="2395461"/>
                  <a:pt x="1008025" y="2397053"/>
                </a:cubicBezTo>
                <a:cubicBezTo>
                  <a:pt x="1020366" y="2399188"/>
                  <a:pt x="1032055" y="2404114"/>
                  <a:pt x="1042199" y="2411458"/>
                </a:cubicBezTo>
                <a:cubicBezTo>
                  <a:pt x="1048681" y="2418480"/>
                  <a:pt x="1051863" y="2427930"/>
                  <a:pt x="1050955" y="2437443"/>
                </a:cubicBezTo>
                <a:cubicBezTo>
                  <a:pt x="1051270" y="2448370"/>
                  <a:pt x="1046463" y="2458816"/>
                  <a:pt x="1037965" y="2465687"/>
                </a:cubicBezTo>
                <a:cubicBezTo>
                  <a:pt x="1027753" y="2473138"/>
                  <a:pt x="1015281" y="2476830"/>
                  <a:pt x="1002661" y="2476136"/>
                </a:cubicBezTo>
                <a:cubicBezTo>
                  <a:pt x="989976" y="2476931"/>
                  <a:pt x="977465" y="2472895"/>
                  <a:pt x="967639" y="2464839"/>
                </a:cubicBezTo>
                <a:cubicBezTo>
                  <a:pt x="958891" y="2456539"/>
                  <a:pt x="953981" y="2444980"/>
                  <a:pt x="954082" y="2432924"/>
                </a:cubicBezTo>
                <a:lnTo>
                  <a:pt x="977803" y="2432924"/>
                </a:lnTo>
                <a:cubicBezTo>
                  <a:pt x="977723" y="2438917"/>
                  <a:pt x="980187" y="2444663"/>
                  <a:pt x="984582" y="2448740"/>
                </a:cubicBezTo>
                <a:cubicBezTo>
                  <a:pt x="989816" y="2452545"/>
                  <a:pt x="996197" y="2454440"/>
                  <a:pt x="1002661" y="2454104"/>
                </a:cubicBezTo>
                <a:cubicBezTo>
                  <a:pt x="1009054" y="2454413"/>
                  <a:pt x="1015405" y="2452945"/>
                  <a:pt x="1021019" y="2449870"/>
                </a:cubicBezTo>
                <a:cubicBezTo>
                  <a:pt x="1025096" y="2447584"/>
                  <a:pt x="1027590" y="2443246"/>
                  <a:pt x="1027515" y="2438573"/>
                </a:cubicBezTo>
                <a:cubicBezTo>
                  <a:pt x="1027925" y="2434398"/>
                  <a:pt x="1026098" y="2430317"/>
                  <a:pt x="1022712" y="2427838"/>
                </a:cubicBezTo>
                <a:cubicBezTo>
                  <a:pt x="1016541" y="2424446"/>
                  <a:pt x="1009866" y="2422062"/>
                  <a:pt x="1002943" y="2420778"/>
                </a:cubicBezTo>
                <a:cubicBezTo>
                  <a:pt x="989558" y="2418462"/>
                  <a:pt x="976780" y="2413466"/>
                  <a:pt x="965376" y="2406091"/>
                </a:cubicBezTo>
                <a:cubicBezTo>
                  <a:pt x="958696" y="2399861"/>
                  <a:pt x="955256" y="2390901"/>
                  <a:pt x="956056" y="2381803"/>
                </a:cubicBezTo>
                <a:cubicBezTo>
                  <a:pt x="955585" y="2370562"/>
                  <a:pt x="960140" y="2359691"/>
                  <a:pt x="968484" y="2352148"/>
                </a:cubicBezTo>
                <a:cubicBezTo>
                  <a:pt x="977904" y="2344382"/>
                  <a:pt x="989905" y="2340450"/>
                  <a:pt x="1002095" y="2341132"/>
                </a:cubicBezTo>
                <a:close/>
                <a:moveTo>
                  <a:pt x="670511" y="2134384"/>
                </a:moveTo>
                <a:cubicBezTo>
                  <a:pt x="682656" y="2134384"/>
                  <a:pt x="683504" y="2155568"/>
                  <a:pt x="687457" y="2155568"/>
                </a:cubicBezTo>
                <a:cubicBezTo>
                  <a:pt x="693776" y="2155034"/>
                  <a:pt x="699970" y="2153507"/>
                  <a:pt x="705818" y="2151049"/>
                </a:cubicBezTo>
                <a:cubicBezTo>
                  <a:pt x="707511" y="2151049"/>
                  <a:pt x="723327" y="2151049"/>
                  <a:pt x="726717" y="2151049"/>
                </a:cubicBezTo>
                <a:cubicBezTo>
                  <a:pt x="730106" y="2151049"/>
                  <a:pt x="734061" y="2151894"/>
                  <a:pt x="734061" y="2154438"/>
                </a:cubicBezTo>
                <a:cubicBezTo>
                  <a:pt x="734672" y="2158563"/>
                  <a:pt x="734082" y="2162779"/>
                  <a:pt x="732365" y="2166581"/>
                </a:cubicBezTo>
                <a:cubicBezTo>
                  <a:pt x="732605" y="2171094"/>
                  <a:pt x="731932" y="2175610"/>
                  <a:pt x="730387" y="2179856"/>
                </a:cubicBezTo>
                <a:lnTo>
                  <a:pt x="730387" y="2179574"/>
                </a:lnTo>
                <a:cubicBezTo>
                  <a:pt x="727022" y="2182714"/>
                  <a:pt x="723906" y="2186113"/>
                  <a:pt x="721068" y="2189742"/>
                </a:cubicBezTo>
                <a:cubicBezTo>
                  <a:pt x="719938" y="2191720"/>
                  <a:pt x="713160" y="2193413"/>
                  <a:pt x="711748" y="2196521"/>
                </a:cubicBezTo>
                <a:cubicBezTo>
                  <a:pt x="708641" y="2204429"/>
                  <a:pt x="709770" y="2210078"/>
                  <a:pt x="704970" y="2215445"/>
                </a:cubicBezTo>
                <a:cubicBezTo>
                  <a:pt x="701150" y="2219335"/>
                  <a:pt x="696652" y="2222493"/>
                  <a:pt x="691694" y="2224765"/>
                </a:cubicBezTo>
                <a:cubicBezTo>
                  <a:pt x="686045" y="2228154"/>
                  <a:pt x="679830" y="2225331"/>
                  <a:pt x="676441" y="2226176"/>
                </a:cubicBezTo>
                <a:cubicBezTo>
                  <a:pt x="673055" y="2227024"/>
                  <a:pt x="662039" y="2234366"/>
                  <a:pt x="656106" y="2234366"/>
                </a:cubicBezTo>
                <a:cubicBezTo>
                  <a:pt x="643678" y="2234366"/>
                  <a:pt x="631817" y="2229002"/>
                  <a:pt x="631817" y="2214597"/>
                </a:cubicBezTo>
                <a:cubicBezTo>
                  <a:pt x="631817" y="2211207"/>
                  <a:pt x="634359" y="2202733"/>
                  <a:pt x="634359" y="2199344"/>
                </a:cubicBezTo>
                <a:cubicBezTo>
                  <a:pt x="634359" y="2195954"/>
                  <a:pt x="630688" y="2190872"/>
                  <a:pt x="630688" y="2187483"/>
                </a:cubicBezTo>
                <a:cubicBezTo>
                  <a:pt x="630688" y="2184093"/>
                  <a:pt x="638033" y="2177596"/>
                  <a:pt x="638033" y="2173644"/>
                </a:cubicBezTo>
                <a:cubicBezTo>
                  <a:pt x="639993" y="2161033"/>
                  <a:pt x="646652" y="2149631"/>
                  <a:pt x="656672" y="2141726"/>
                </a:cubicBezTo>
                <a:cubicBezTo>
                  <a:pt x="661191" y="2139185"/>
                  <a:pt x="667121" y="2134384"/>
                  <a:pt x="670511" y="2134384"/>
                </a:cubicBezTo>
                <a:close/>
                <a:moveTo>
                  <a:pt x="898439" y="2093432"/>
                </a:moveTo>
                <a:cubicBezTo>
                  <a:pt x="902958" y="2092584"/>
                  <a:pt x="905218" y="2096539"/>
                  <a:pt x="912278" y="2096539"/>
                </a:cubicBezTo>
                <a:cubicBezTo>
                  <a:pt x="914538" y="2096257"/>
                  <a:pt x="922728" y="2103599"/>
                  <a:pt x="926117" y="2103599"/>
                </a:cubicBezTo>
                <a:cubicBezTo>
                  <a:pt x="930692" y="2104433"/>
                  <a:pt x="935380" y="2104433"/>
                  <a:pt x="939959" y="2103599"/>
                </a:cubicBezTo>
                <a:cubicBezTo>
                  <a:pt x="943911" y="2103036"/>
                  <a:pt x="950408" y="2107837"/>
                  <a:pt x="953513" y="2107837"/>
                </a:cubicBezTo>
                <a:cubicBezTo>
                  <a:pt x="957412" y="2107570"/>
                  <a:pt x="961285" y="2107003"/>
                  <a:pt x="965095" y="2106144"/>
                </a:cubicBezTo>
                <a:cubicBezTo>
                  <a:pt x="972437" y="2104729"/>
                  <a:pt x="987972" y="2123653"/>
                  <a:pt x="993339" y="2130713"/>
                </a:cubicBezTo>
                <a:lnTo>
                  <a:pt x="993054" y="2132410"/>
                </a:lnTo>
                <a:cubicBezTo>
                  <a:pt x="995839" y="2135746"/>
                  <a:pt x="998297" y="2139339"/>
                  <a:pt x="1000399" y="2143141"/>
                </a:cubicBezTo>
                <a:cubicBezTo>
                  <a:pt x="1001366" y="2147799"/>
                  <a:pt x="1001366" y="2152606"/>
                  <a:pt x="1000399" y="2157264"/>
                </a:cubicBezTo>
                <a:cubicBezTo>
                  <a:pt x="997858" y="2164606"/>
                  <a:pt x="993621" y="2166866"/>
                  <a:pt x="990513" y="2170255"/>
                </a:cubicBezTo>
                <a:cubicBezTo>
                  <a:pt x="987408" y="2173644"/>
                  <a:pt x="986276" y="2181834"/>
                  <a:pt x="982886" y="2186071"/>
                </a:cubicBezTo>
                <a:cubicBezTo>
                  <a:pt x="980132" y="2189852"/>
                  <a:pt x="977009" y="2193354"/>
                  <a:pt x="973567" y="2196521"/>
                </a:cubicBezTo>
                <a:cubicBezTo>
                  <a:pt x="968991" y="2199860"/>
                  <a:pt x="963648" y="2201995"/>
                  <a:pt x="958032" y="2202736"/>
                </a:cubicBezTo>
                <a:cubicBezTo>
                  <a:pt x="954079" y="2202736"/>
                  <a:pt x="951256" y="2201040"/>
                  <a:pt x="944759" y="2202736"/>
                </a:cubicBezTo>
                <a:cubicBezTo>
                  <a:pt x="938262" y="2204429"/>
                  <a:pt x="935155" y="2209233"/>
                  <a:pt x="930636" y="2209233"/>
                </a:cubicBezTo>
                <a:cubicBezTo>
                  <a:pt x="926117" y="2209233"/>
                  <a:pt x="919623" y="2201325"/>
                  <a:pt x="919623" y="2197651"/>
                </a:cubicBezTo>
                <a:cubicBezTo>
                  <a:pt x="919623" y="2193980"/>
                  <a:pt x="921598" y="2186920"/>
                  <a:pt x="919620" y="2182401"/>
                </a:cubicBezTo>
                <a:cubicBezTo>
                  <a:pt x="915454" y="2175658"/>
                  <a:pt x="911682" y="2168680"/>
                  <a:pt x="908322" y="2161499"/>
                </a:cubicBezTo>
                <a:cubicBezTo>
                  <a:pt x="908041" y="2153309"/>
                  <a:pt x="899287" y="2149071"/>
                  <a:pt x="899287" y="2143707"/>
                </a:cubicBezTo>
                <a:cubicBezTo>
                  <a:pt x="899355" y="2136659"/>
                  <a:pt x="897502" y="2129723"/>
                  <a:pt x="893920" y="2123653"/>
                </a:cubicBezTo>
                <a:cubicBezTo>
                  <a:pt x="892272" y="2119772"/>
                  <a:pt x="892272" y="2115389"/>
                  <a:pt x="893920" y="2111508"/>
                </a:cubicBezTo>
                <a:cubicBezTo>
                  <a:pt x="896743" y="2107555"/>
                  <a:pt x="893920" y="2094280"/>
                  <a:pt x="898439" y="2093432"/>
                </a:cubicBezTo>
                <a:close/>
                <a:moveTo>
                  <a:pt x="850990" y="1995425"/>
                </a:moveTo>
                <a:cubicBezTo>
                  <a:pt x="846664" y="1995268"/>
                  <a:pt x="842349" y="1995938"/>
                  <a:pt x="838278" y="1997403"/>
                </a:cubicBezTo>
                <a:cubicBezTo>
                  <a:pt x="833477" y="2001640"/>
                  <a:pt x="828676" y="1998814"/>
                  <a:pt x="825287" y="2001637"/>
                </a:cubicBezTo>
                <a:cubicBezTo>
                  <a:pt x="822292" y="2004012"/>
                  <a:pt x="819075" y="2006094"/>
                  <a:pt x="815683" y="2007852"/>
                </a:cubicBezTo>
                <a:cubicBezTo>
                  <a:pt x="806977" y="2010847"/>
                  <a:pt x="798484" y="2014435"/>
                  <a:pt x="790265" y="2018583"/>
                </a:cubicBezTo>
                <a:cubicBezTo>
                  <a:pt x="785479" y="2021133"/>
                  <a:pt x="782531" y="2026157"/>
                  <a:pt x="782638" y="2031577"/>
                </a:cubicBezTo>
                <a:cubicBezTo>
                  <a:pt x="782786" y="2037596"/>
                  <a:pt x="787632" y="2042442"/>
                  <a:pt x="793654" y="2042593"/>
                </a:cubicBezTo>
                <a:cubicBezTo>
                  <a:pt x="800323" y="2041617"/>
                  <a:pt x="806802" y="2039619"/>
                  <a:pt x="812860" y="2036659"/>
                </a:cubicBezTo>
                <a:cubicBezTo>
                  <a:pt x="819354" y="2032707"/>
                  <a:pt x="822743" y="2027624"/>
                  <a:pt x="830936" y="2022539"/>
                </a:cubicBezTo>
                <a:cubicBezTo>
                  <a:pt x="836635" y="2018877"/>
                  <a:pt x="841771" y="2014405"/>
                  <a:pt x="846186" y="2009264"/>
                </a:cubicBezTo>
                <a:cubicBezTo>
                  <a:pt x="849294" y="2003615"/>
                  <a:pt x="853531" y="1995425"/>
                  <a:pt x="850990" y="1995425"/>
                </a:cubicBezTo>
                <a:close/>
                <a:moveTo>
                  <a:pt x="1447218" y="1962098"/>
                </a:moveTo>
                <a:cubicBezTo>
                  <a:pt x="1440475" y="1962706"/>
                  <a:pt x="1433776" y="1963744"/>
                  <a:pt x="1427164" y="1965206"/>
                </a:cubicBezTo>
                <a:cubicBezTo>
                  <a:pt x="1424584" y="1968257"/>
                  <a:pt x="1422918" y="1971978"/>
                  <a:pt x="1422363" y="1975937"/>
                </a:cubicBezTo>
                <a:cubicBezTo>
                  <a:pt x="1422046" y="1979415"/>
                  <a:pt x="1422627" y="1982917"/>
                  <a:pt x="1424056" y="1986105"/>
                </a:cubicBezTo>
                <a:cubicBezTo>
                  <a:pt x="1429987" y="1987801"/>
                  <a:pt x="1437895" y="1989779"/>
                  <a:pt x="1441287" y="1987801"/>
                </a:cubicBezTo>
                <a:cubicBezTo>
                  <a:pt x="1447766" y="1983142"/>
                  <a:pt x="1451974" y="1975961"/>
                  <a:pt x="1452867" y="1968029"/>
                </a:cubicBezTo>
                <a:cubicBezTo>
                  <a:pt x="1452899" y="1967735"/>
                  <a:pt x="1452905" y="1967439"/>
                  <a:pt x="1452887" y="1967142"/>
                </a:cubicBezTo>
                <a:cubicBezTo>
                  <a:pt x="1452715" y="1964183"/>
                  <a:pt x="1450177" y="1961926"/>
                  <a:pt x="1447218" y="1962098"/>
                </a:cubicBezTo>
                <a:close/>
                <a:moveTo>
                  <a:pt x="1505965" y="1944589"/>
                </a:moveTo>
                <a:cubicBezTo>
                  <a:pt x="1501164" y="1946282"/>
                  <a:pt x="1497775" y="1949953"/>
                  <a:pt x="1490430" y="1949953"/>
                </a:cubicBezTo>
                <a:cubicBezTo>
                  <a:pt x="1486759" y="1953908"/>
                  <a:pt x="1488452" y="1961535"/>
                  <a:pt x="1488452" y="1965206"/>
                </a:cubicBezTo>
                <a:cubicBezTo>
                  <a:pt x="1488452" y="1968877"/>
                  <a:pt x="1495797" y="1974244"/>
                  <a:pt x="1498057" y="1974244"/>
                </a:cubicBezTo>
                <a:cubicBezTo>
                  <a:pt x="1505583" y="1972841"/>
                  <a:pt x="1512044" y="1968046"/>
                  <a:pt x="1515566" y="1961250"/>
                </a:cubicBezTo>
                <a:lnTo>
                  <a:pt x="1515851" y="1961250"/>
                </a:lnTo>
                <a:cubicBezTo>
                  <a:pt x="1516210" y="1956927"/>
                  <a:pt x="1516210" y="1952583"/>
                  <a:pt x="1515851" y="1948260"/>
                </a:cubicBezTo>
                <a:cubicBezTo>
                  <a:pt x="1515003" y="1944589"/>
                  <a:pt x="1510766" y="1942892"/>
                  <a:pt x="1505965" y="1944589"/>
                </a:cubicBezTo>
                <a:close/>
                <a:moveTo>
                  <a:pt x="885446" y="1928206"/>
                </a:moveTo>
                <a:cubicBezTo>
                  <a:pt x="890487" y="1929686"/>
                  <a:pt x="895397" y="1931575"/>
                  <a:pt x="900133" y="1933855"/>
                </a:cubicBezTo>
                <a:cubicBezTo>
                  <a:pt x="902959" y="1933855"/>
                  <a:pt x="913123" y="1931595"/>
                  <a:pt x="916513" y="1933855"/>
                </a:cubicBezTo>
                <a:cubicBezTo>
                  <a:pt x="925177" y="1938196"/>
                  <a:pt x="933326" y="1943504"/>
                  <a:pt x="940804" y="1949671"/>
                </a:cubicBezTo>
                <a:cubicBezTo>
                  <a:pt x="943529" y="1956064"/>
                  <a:pt x="945703" y="1962677"/>
                  <a:pt x="947301" y="1969441"/>
                </a:cubicBezTo>
                <a:cubicBezTo>
                  <a:pt x="949021" y="1974475"/>
                  <a:pt x="949021" y="1979940"/>
                  <a:pt x="947301" y="1984975"/>
                </a:cubicBezTo>
                <a:cubicBezTo>
                  <a:pt x="940134" y="1991454"/>
                  <a:pt x="933346" y="1998340"/>
                  <a:pt x="926965" y="2005593"/>
                </a:cubicBezTo>
                <a:lnTo>
                  <a:pt x="927813" y="2009264"/>
                </a:lnTo>
                <a:cubicBezTo>
                  <a:pt x="924878" y="2014936"/>
                  <a:pt x="921577" y="2020407"/>
                  <a:pt x="917927" y="2025647"/>
                </a:cubicBezTo>
                <a:cubicBezTo>
                  <a:pt x="906274" y="2043883"/>
                  <a:pt x="895620" y="2062741"/>
                  <a:pt x="886012" y="2082134"/>
                </a:cubicBezTo>
                <a:cubicBezTo>
                  <a:pt x="881710" y="2088379"/>
                  <a:pt x="876992" y="2094321"/>
                  <a:pt x="871889" y="2099928"/>
                </a:cubicBezTo>
                <a:cubicBezTo>
                  <a:pt x="868894" y="2102194"/>
                  <a:pt x="864929" y="2102731"/>
                  <a:pt x="861439" y="2101340"/>
                </a:cubicBezTo>
                <a:cubicBezTo>
                  <a:pt x="859180" y="2100210"/>
                  <a:pt x="851553" y="2105574"/>
                  <a:pt x="851553" y="2112637"/>
                </a:cubicBezTo>
                <a:cubicBezTo>
                  <a:pt x="851274" y="2119576"/>
                  <a:pt x="852428" y="2126497"/>
                  <a:pt x="854942" y="2132973"/>
                </a:cubicBezTo>
                <a:cubicBezTo>
                  <a:pt x="856920" y="2163067"/>
                  <a:pt x="856920" y="2193259"/>
                  <a:pt x="854942" y="2223353"/>
                </a:cubicBezTo>
                <a:cubicBezTo>
                  <a:pt x="853300" y="2233980"/>
                  <a:pt x="846978" y="2243309"/>
                  <a:pt x="837714" y="2248771"/>
                </a:cubicBezTo>
                <a:cubicBezTo>
                  <a:pt x="832629" y="2251030"/>
                  <a:pt x="825287" y="2264306"/>
                  <a:pt x="819354" y="2267132"/>
                </a:cubicBezTo>
                <a:cubicBezTo>
                  <a:pt x="813423" y="2269955"/>
                  <a:pt x="806081" y="2275885"/>
                  <a:pt x="802692" y="2275888"/>
                </a:cubicBezTo>
                <a:cubicBezTo>
                  <a:pt x="799412" y="2275485"/>
                  <a:pt x="796551" y="2273471"/>
                  <a:pt x="795065" y="2270521"/>
                </a:cubicBezTo>
                <a:cubicBezTo>
                  <a:pt x="793372" y="2268543"/>
                  <a:pt x="786591" y="2267413"/>
                  <a:pt x="782920" y="2265154"/>
                </a:cubicBezTo>
                <a:cubicBezTo>
                  <a:pt x="779249" y="2262894"/>
                  <a:pt x="777556" y="2260068"/>
                  <a:pt x="773600" y="2257809"/>
                </a:cubicBezTo>
                <a:cubicBezTo>
                  <a:pt x="767877" y="2256332"/>
                  <a:pt x="762501" y="2253744"/>
                  <a:pt x="757783" y="2250185"/>
                </a:cubicBezTo>
                <a:cubicBezTo>
                  <a:pt x="753831" y="2246230"/>
                  <a:pt x="754958" y="2243970"/>
                  <a:pt x="749312" y="2234084"/>
                </a:cubicBezTo>
                <a:cubicBezTo>
                  <a:pt x="743660" y="2224201"/>
                  <a:pt x="725869" y="2215726"/>
                  <a:pt x="725302" y="2209514"/>
                </a:cubicBezTo>
                <a:cubicBezTo>
                  <a:pt x="724739" y="2203299"/>
                  <a:pt x="738859" y="2203299"/>
                  <a:pt x="740555" y="2203299"/>
                </a:cubicBezTo>
                <a:cubicBezTo>
                  <a:pt x="752135" y="2203017"/>
                  <a:pt x="760043" y="2210926"/>
                  <a:pt x="763432" y="2210926"/>
                </a:cubicBezTo>
                <a:cubicBezTo>
                  <a:pt x="775011" y="2210926"/>
                  <a:pt x="781508" y="2206407"/>
                  <a:pt x="781508" y="2189742"/>
                </a:cubicBezTo>
                <a:cubicBezTo>
                  <a:pt x="781508" y="2186353"/>
                  <a:pt x="781508" y="2178163"/>
                  <a:pt x="781508" y="2174774"/>
                </a:cubicBezTo>
                <a:cubicBezTo>
                  <a:pt x="780788" y="2168013"/>
                  <a:pt x="780788" y="2161196"/>
                  <a:pt x="781508" y="2154438"/>
                </a:cubicBezTo>
                <a:cubicBezTo>
                  <a:pt x="781710" y="2144949"/>
                  <a:pt x="782748" y="2135499"/>
                  <a:pt x="784616" y="2126194"/>
                </a:cubicBezTo>
                <a:cubicBezTo>
                  <a:pt x="784616" y="2123369"/>
                  <a:pt x="784898" y="2115460"/>
                  <a:pt x="779531" y="2116875"/>
                </a:cubicBezTo>
                <a:cubicBezTo>
                  <a:pt x="774163" y="2118286"/>
                  <a:pt x="768233" y="2112919"/>
                  <a:pt x="764844" y="2112919"/>
                </a:cubicBezTo>
                <a:cubicBezTo>
                  <a:pt x="761454" y="2112919"/>
                  <a:pt x="756654" y="2114897"/>
                  <a:pt x="753264" y="2114897"/>
                </a:cubicBezTo>
                <a:cubicBezTo>
                  <a:pt x="747100" y="2115033"/>
                  <a:pt x="740941" y="2114464"/>
                  <a:pt x="734907" y="2113201"/>
                </a:cubicBezTo>
                <a:cubicBezTo>
                  <a:pt x="732303" y="2111653"/>
                  <a:pt x="730005" y="2109645"/>
                  <a:pt x="728128" y="2107270"/>
                </a:cubicBezTo>
                <a:cubicBezTo>
                  <a:pt x="724172" y="2102470"/>
                  <a:pt x="726150" y="2098799"/>
                  <a:pt x="724172" y="2093432"/>
                </a:cubicBezTo>
                <a:cubicBezTo>
                  <a:pt x="723609" y="2092302"/>
                  <a:pt x="722761" y="2089761"/>
                  <a:pt x="721068" y="2086087"/>
                </a:cubicBezTo>
                <a:cubicBezTo>
                  <a:pt x="719372" y="2082416"/>
                  <a:pt x="719372" y="2074789"/>
                  <a:pt x="719372" y="2071685"/>
                </a:cubicBezTo>
                <a:cubicBezTo>
                  <a:pt x="719372" y="2068577"/>
                  <a:pt x="714853" y="2058973"/>
                  <a:pt x="714853" y="2050783"/>
                </a:cubicBezTo>
                <a:cubicBezTo>
                  <a:pt x="712750" y="2041472"/>
                  <a:pt x="711241" y="2032040"/>
                  <a:pt x="710334" y="2022539"/>
                </a:cubicBezTo>
                <a:cubicBezTo>
                  <a:pt x="710334" y="2005311"/>
                  <a:pt x="710334" y="1997684"/>
                  <a:pt x="710334" y="1994295"/>
                </a:cubicBezTo>
                <a:cubicBezTo>
                  <a:pt x="710615" y="1974808"/>
                  <a:pt x="722195" y="1970852"/>
                  <a:pt x="726714" y="1963510"/>
                </a:cubicBezTo>
                <a:cubicBezTo>
                  <a:pt x="731841" y="1960844"/>
                  <a:pt x="737125" y="1958487"/>
                  <a:pt x="742530" y="1956450"/>
                </a:cubicBezTo>
                <a:cubicBezTo>
                  <a:pt x="748464" y="1957013"/>
                  <a:pt x="750157" y="1959273"/>
                  <a:pt x="756654" y="1963792"/>
                </a:cubicBezTo>
                <a:cubicBezTo>
                  <a:pt x="758975" y="1966591"/>
                  <a:pt x="761143" y="1969515"/>
                  <a:pt x="763151" y="1972548"/>
                </a:cubicBezTo>
                <a:cubicBezTo>
                  <a:pt x="773043" y="1971679"/>
                  <a:pt x="782656" y="1968794"/>
                  <a:pt x="791394" y="1964073"/>
                </a:cubicBezTo>
                <a:cubicBezTo>
                  <a:pt x="796195" y="1961814"/>
                  <a:pt x="805233" y="1961532"/>
                  <a:pt x="812860" y="1958143"/>
                </a:cubicBezTo>
                <a:cubicBezTo>
                  <a:pt x="817821" y="1955483"/>
                  <a:pt x="823152" y="1953580"/>
                  <a:pt x="828676" y="1952494"/>
                </a:cubicBezTo>
                <a:cubicBezTo>
                  <a:pt x="832825" y="1951768"/>
                  <a:pt x="836893" y="1950632"/>
                  <a:pt x="840819" y="1949105"/>
                </a:cubicBezTo>
                <a:cubicBezTo>
                  <a:pt x="846699" y="1948035"/>
                  <a:pt x="852286" y="1945725"/>
                  <a:pt x="857202" y="1942326"/>
                </a:cubicBezTo>
                <a:lnTo>
                  <a:pt x="867088" y="1936111"/>
                </a:lnTo>
                <a:cubicBezTo>
                  <a:pt x="869760" y="1934338"/>
                  <a:pt x="872597" y="1932826"/>
                  <a:pt x="875560" y="1931592"/>
                </a:cubicBezTo>
                <a:cubicBezTo>
                  <a:pt x="878199" y="1929066"/>
                  <a:pt x="881813" y="1927827"/>
                  <a:pt x="885446" y="1928206"/>
                </a:cubicBezTo>
                <a:close/>
                <a:moveTo>
                  <a:pt x="3235613" y="1913519"/>
                </a:moveTo>
                <a:lnTo>
                  <a:pt x="3237591" y="1915778"/>
                </a:lnTo>
                <a:lnTo>
                  <a:pt x="3235956" y="1914997"/>
                </a:lnTo>
                <a:close/>
                <a:moveTo>
                  <a:pt x="1441287" y="1897139"/>
                </a:moveTo>
                <a:cubicBezTo>
                  <a:pt x="1437895" y="1901092"/>
                  <a:pt x="1425186" y="1897139"/>
                  <a:pt x="1425186" y="1909000"/>
                </a:cubicBezTo>
                <a:cubicBezTo>
                  <a:pt x="1425186" y="1914082"/>
                  <a:pt x="1426882" y="1925383"/>
                  <a:pt x="1426882" y="1925383"/>
                </a:cubicBezTo>
                <a:cubicBezTo>
                  <a:pt x="1426882" y="1925383"/>
                  <a:pt x="1426034" y="1936114"/>
                  <a:pt x="1434224" y="1929899"/>
                </a:cubicBezTo>
                <a:cubicBezTo>
                  <a:pt x="1442417" y="1923687"/>
                  <a:pt x="1453715" y="1921145"/>
                  <a:pt x="1453715" y="1911541"/>
                </a:cubicBezTo>
                <a:cubicBezTo>
                  <a:pt x="1455408" y="1897139"/>
                  <a:pt x="1452019" y="1894595"/>
                  <a:pt x="1441287" y="1897139"/>
                </a:cubicBezTo>
                <a:close/>
                <a:moveTo>
                  <a:pt x="242333" y="1879345"/>
                </a:moveTo>
                <a:lnTo>
                  <a:pt x="244593" y="1883016"/>
                </a:lnTo>
                <a:lnTo>
                  <a:pt x="242333" y="1879501"/>
                </a:lnTo>
                <a:close/>
                <a:moveTo>
                  <a:pt x="1537032" y="1873129"/>
                </a:moveTo>
                <a:cubicBezTo>
                  <a:pt x="1522627" y="1877930"/>
                  <a:pt x="1498057" y="1877367"/>
                  <a:pt x="1498057" y="1888664"/>
                </a:cubicBezTo>
                <a:cubicBezTo>
                  <a:pt x="1497490" y="1894595"/>
                  <a:pt x="1497490" y="1904763"/>
                  <a:pt x="1503424" y="1907304"/>
                </a:cubicBezTo>
                <a:cubicBezTo>
                  <a:pt x="1510422" y="1908641"/>
                  <a:pt x="1517609" y="1908641"/>
                  <a:pt x="1524607" y="1907304"/>
                </a:cubicBezTo>
                <a:lnTo>
                  <a:pt x="1538374" y="1887637"/>
                </a:lnTo>
                <a:lnTo>
                  <a:pt x="1538443" y="1888383"/>
                </a:lnTo>
                <a:lnTo>
                  <a:pt x="1538446" y="1887535"/>
                </a:lnTo>
                <a:lnTo>
                  <a:pt x="1538374" y="1887637"/>
                </a:lnTo>
                <a:close/>
                <a:moveTo>
                  <a:pt x="2095977" y="1869741"/>
                </a:moveTo>
                <a:cubicBezTo>
                  <a:pt x="2100419" y="1870426"/>
                  <a:pt x="2104446" y="1872742"/>
                  <a:pt x="2107275" y="1876238"/>
                </a:cubicBezTo>
                <a:cubicBezTo>
                  <a:pt x="2113009" y="1881317"/>
                  <a:pt x="2118477" y="1886690"/>
                  <a:pt x="2123655" y="1892336"/>
                </a:cubicBezTo>
                <a:cubicBezTo>
                  <a:pt x="2126288" y="1897181"/>
                  <a:pt x="2128102" y="1902433"/>
                  <a:pt x="2129022" y="1907871"/>
                </a:cubicBezTo>
                <a:cubicBezTo>
                  <a:pt x="2129870" y="1911823"/>
                  <a:pt x="2135519" y="1916345"/>
                  <a:pt x="2135519" y="1918320"/>
                </a:cubicBezTo>
                <a:cubicBezTo>
                  <a:pt x="2134389" y="1933007"/>
                  <a:pt x="2123373" y="1932725"/>
                  <a:pt x="2108968" y="1942893"/>
                </a:cubicBezTo>
                <a:cubicBezTo>
                  <a:pt x="2100962" y="1947480"/>
                  <a:pt x="2093875" y="1953512"/>
                  <a:pt x="2088069" y="1960687"/>
                </a:cubicBezTo>
                <a:cubicBezTo>
                  <a:pt x="2083582" y="1965307"/>
                  <a:pt x="2078201" y="1968958"/>
                  <a:pt x="2072252" y="1971419"/>
                </a:cubicBezTo>
                <a:cubicBezTo>
                  <a:pt x="2055869" y="1978479"/>
                  <a:pt x="2041183" y="1977915"/>
                  <a:pt x="2040053" y="1994014"/>
                </a:cubicBezTo>
                <a:cubicBezTo>
                  <a:pt x="2038923" y="2010115"/>
                  <a:pt x="2047679" y="2003618"/>
                  <a:pt x="2047679" y="2020562"/>
                </a:cubicBezTo>
                <a:cubicBezTo>
                  <a:pt x="2047178" y="2025015"/>
                  <a:pt x="2045414" y="2029229"/>
                  <a:pt x="2042594" y="2032707"/>
                </a:cubicBezTo>
                <a:cubicBezTo>
                  <a:pt x="2040050" y="2036055"/>
                  <a:pt x="2038573" y="2040091"/>
                  <a:pt x="2038360" y="2044286"/>
                </a:cubicBezTo>
                <a:cubicBezTo>
                  <a:pt x="2038336" y="2048476"/>
                  <a:pt x="2037165" y="2052580"/>
                  <a:pt x="2034970" y="2056150"/>
                </a:cubicBezTo>
                <a:cubicBezTo>
                  <a:pt x="2033123" y="2060118"/>
                  <a:pt x="2032343" y="2064500"/>
                  <a:pt x="2032711" y="2068859"/>
                </a:cubicBezTo>
                <a:cubicBezTo>
                  <a:pt x="2032426" y="2084112"/>
                  <a:pt x="2029885" y="2097388"/>
                  <a:pt x="2034404" y="2101622"/>
                </a:cubicBezTo>
                <a:cubicBezTo>
                  <a:pt x="2054158" y="2100475"/>
                  <a:pt x="2073963" y="2100475"/>
                  <a:pt x="2093718" y="2101622"/>
                </a:cubicBezTo>
                <a:cubicBezTo>
                  <a:pt x="2100778" y="2101622"/>
                  <a:pt x="2103601" y="2096821"/>
                  <a:pt x="2108968" y="2095410"/>
                </a:cubicBezTo>
                <a:cubicBezTo>
                  <a:pt x="2113819" y="2094559"/>
                  <a:pt x="2118729" y="2094087"/>
                  <a:pt x="2123655" y="2093998"/>
                </a:cubicBezTo>
                <a:cubicBezTo>
                  <a:pt x="2129131" y="2094953"/>
                  <a:pt x="2134516" y="2096371"/>
                  <a:pt x="2139756" y="2098236"/>
                </a:cubicBezTo>
                <a:cubicBezTo>
                  <a:pt x="2145221" y="2100608"/>
                  <a:pt x="2150428" y="2103544"/>
                  <a:pt x="2155288" y="2106989"/>
                </a:cubicBezTo>
                <a:cubicBezTo>
                  <a:pt x="2161218" y="2110378"/>
                  <a:pt x="2171671" y="2112638"/>
                  <a:pt x="2175905" y="2123372"/>
                </a:cubicBezTo>
                <a:lnTo>
                  <a:pt x="2177644" y="2135787"/>
                </a:lnTo>
                <a:lnTo>
                  <a:pt x="2177319" y="2134951"/>
                </a:lnTo>
                <a:lnTo>
                  <a:pt x="2177883" y="2137492"/>
                </a:lnTo>
                <a:lnTo>
                  <a:pt x="2177644" y="2135787"/>
                </a:lnTo>
                <a:lnTo>
                  <a:pt x="2179297" y="2140037"/>
                </a:lnTo>
                <a:cubicBezTo>
                  <a:pt x="2180676" y="2142323"/>
                  <a:pt x="2181177" y="2145033"/>
                  <a:pt x="2180709" y="2147660"/>
                </a:cubicBezTo>
                <a:cubicBezTo>
                  <a:pt x="2179875" y="2152019"/>
                  <a:pt x="2178144" y="2156156"/>
                  <a:pt x="2175623" y="2159806"/>
                </a:cubicBezTo>
                <a:cubicBezTo>
                  <a:pt x="2172800" y="2163759"/>
                  <a:pt x="2169411" y="2169974"/>
                  <a:pt x="2165174" y="2169974"/>
                </a:cubicBezTo>
                <a:lnTo>
                  <a:pt x="2145402" y="2171385"/>
                </a:lnTo>
                <a:cubicBezTo>
                  <a:pt x="2138229" y="2169680"/>
                  <a:pt x="2130970" y="2168361"/>
                  <a:pt x="2123655" y="2167432"/>
                </a:cubicBezTo>
                <a:cubicBezTo>
                  <a:pt x="2116313" y="2167432"/>
                  <a:pt x="2109816" y="2169407"/>
                  <a:pt x="2101341" y="2169407"/>
                </a:cubicBezTo>
                <a:cubicBezTo>
                  <a:pt x="2089056" y="2169028"/>
                  <a:pt x="2076801" y="2167990"/>
                  <a:pt x="2064626" y="2166303"/>
                </a:cubicBezTo>
                <a:cubicBezTo>
                  <a:pt x="2059540" y="2166303"/>
                  <a:pt x="2037793" y="2166303"/>
                  <a:pt x="2031297" y="2166303"/>
                </a:cubicBezTo>
                <a:cubicBezTo>
                  <a:pt x="2019845" y="2165220"/>
                  <a:pt x="2008289" y="2166080"/>
                  <a:pt x="1997122" y="2168844"/>
                </a:cubicBezTo>
                <a:lnTo>
                  <a:pt x="1964644" y="2173645"/>
                </a:lnTo>
                <a:cubicBezTo>
                  <a:pt x="1952780" y="2176186"/>
                  <a:pt x="1938093" y="2173645"/>
                  <a:pt x="1927359" y="2173645"/>
                </a:cubicBezTo>
                <a:cubicBezTo>
                  <a:pt x="1904992" y="2175729"/>
                  <a:pt x="1882922" y="2180275"/>
                  <a:pt x="1861552" y="2187202"/>
                </a:cubicBezTo>
                <a:cubicBezTo>
                  <a:pt x="1834438" y="2196521"/>
                  <a:pt x="1786988" y="2217705"/>
                  <a:pt x="1781058" y="2217705"/>
                </a:cubicBezTo>
                <a:cubicBezTo>
                  <a:pt x="1775127" y="2217705"/>
                  <a:pt x="1762418" y="2200759"/>
                  <a:pt x="1750273" y="2189461"/>
                </a:cubicBezTo>
                <a:cubicBezTo>
                  <a:pt x="1749303" y="2183854"/>
                  <a:pt x="1749303" y="2178122"/>
                  <a:pt x="1750273" y="2172515"/>
                </a:cubicBezTo>
                <a:cubicBezTo>
                  <a:pt x="1751307" y="2165490"/>
                  <a:pt x="1750628" y="2158320"/>
                  <a:pt x="1748295" y="2151616"/>
                </a:cubicBezTo>
                <a:cubicBezTo>
                  <a:pt x="1753377" y="2143426"/>
                  <a:pt x="1778232" y="2133540"/>
                  <a:pt x="1781621" y="2132973"/>
                </a:cubicBezTo>
                <a:cubicBezTo>
                  <a:pt x="1785010" y="2132410"/>
                  <a:pt x="1797722" y="2136081"/>
                  <a:pt x="1801393" y="2134951"/>
                </a:cubicBezTo>
                <a:cubicBezTo>
                  <a:pt x="1805064" y="2133822"/>
                  <a:pt x="1829071" y="2124217"/>
                  <a:pt x="1842628" y="2119416"/>
                </a:cubicBezTo>
                <a:cubicBezTo>
                  <a:pt x="1847150" y="2117723"/>
                  <a:pt x="1854773" y="2116027"/>
                  <a:pt x="1858729" y="2116027"/>
                </a:cubicBezTo>
                <a:cubicBezTo>
                  <a:pt x="1871438" y="2112075"/>
                  <a:pt x="1890077" y="2102755"/>
                  <a:pt x="1903919" y="2097388"/>
                </a:cubicBezTo>
                <a:cubicBezTo>
                  <a:pt x="1933011" y="2085809"/>
                  <a:pt x="1934422" y="2050501"/>
                  <a:pt x="1938941" y="2036944"/>
                </a:cubicBezTo>
                <a:cubicBezTo>
                  <a:pt x="1941370" y="2030540"/>
                  <a:pt x="1942615" y="2023743"/>
                  <a:pt x="1942612" y="2016891"/>
                </a:cubicBezTo>
                <a:cubicBezTo>
                  <a:pt x="1942612" y="2010115"/>
                  <a:pt x="1942331" y="2001077"/>
                  <a:pt x="1938941" y="2001077"/>
                </a:cubicBezTo>
                <a:cubicBezTo>
                  <a:pt x="1933023" y="2001421"/>
                  <a:pt x="1927155" y="2002367"/>
                  <a:pt x="1921429" y="2003900"/>
                </a:cubicBezTo>
                <a:cubicBezTo>
                  <a:pt x="1914345" y="2006337"/>
                  <a:pt x="1906736" y="2006824"/>
                  <a:pt x="1899400" y="2005311"/>
                </a:cubicBezTo>
                <a:cubicBezTo>
                  <a:pt x="1892340" y="2002770"/>
                  <a:pt x="1892340" y="1994014"/>
                  <a:pt x="1892337" y="1984976"/>
                </a:cubicBezTo>
                <a:cubicBezTo>
                  <a:pt x="1890231" y="1975813"/>
                  <a:pt x="1885638" y="1967410"/>
                  <a:pt x="1879064" y="1960687"/>
                </a:cubicBezTo>
                <a:cubicBezTo>
                  <a:pt x="1876419" y="1954449"/>
                  <a:pt x="1875257" y="1947679"/>
                  <a:pt x="1875675" y="1940915"/>
                </a:cubicBezTo>
                <a:cubicBezTo>
                  <a:pt x="1875675" y="1937244"/>
                  <a:pt x="1873979" y="1925665"/>
                  <a:pt x="1873979" y="1921991"/>
                </a:cubicBezTo>
                <a:cubicBezTo>
                  <a:pt x="1873979" y="1912671"/>
                  <a:pt x="1882454" y="1911823"/>
                  <a:pt x="1890362" y="1907871"/>
                </a:cubicBezTo>
                <a:cubicBezTo>
                  <a:pt x="1893751" y="1906175"/>
                  <a:pt x="1911261" y="1914931"/>
                  <a:pt x="1920581" y="1914931"/>
                </a:cubicBezTo>
                <a:cubicBezTo>
                  <a:pt x="1944691" y="1912268"/>
                  <a:pt x="1968638" y="1908310"/>
                  <a:pt x="1992321" y="1903070"/>
                </a:cubicBezTo>
                <a:lnTo>
                  <a:pt x="2004749" y="1899396"/>
                </a:lnTo>
                <a:lnTo>
                  <a:pt x="2013787" y="1896292"/>
                </a:lnTo>
                <a:cubicBezTo>
                  <a:pt x="2032426" y="1890566"/>
                  <a:pt x="2050413" y="1882898"/>
                  <a:pt x="2067449" y="1873412"/>
                </a:cubicBezTo>
                <a:cubicBezTo>
                  <a:pt x="2072318" y="1871603"/>
                  <a:pt x="2077557" y="1871022"/>
                  <a:pt x="2082702" y="1871719"/>
                </a:cubicBezTo>
                <a:cubicBezTo>
                  <a:pt x="2089762" y="1871719"/>
                  <a:pt x="2092303" y="1869741"/>
                  <a:pt x="2095977" y="1869741"/>
                </a:cubicBezTo>
                <a:close/>
                <a:moveTo>
                  <a:pt x="1339887" y="1851101"/>
                </a:moveTo>
                <a:cubicBezTo>
                  <a:pt x="1348361" y="1846300"/>
                  <a:pt x="1354010" y="1867765"/>
                  <a:pt x="1355422" y="1871436"/>
                </a:cubicBezTo>
                <a:cubicBezTo>
                  <a:pt x="1356833" y="1875107"/>
                  <a:pt x="1352032" y="1886971"/>
                  <a:pt x="1351751" y="1891490"/>
                </a:cubicBezTo>
                <a:cubicBezTo>
                  <a:pt x="1351466" y="1896009"/>
                  <a:pt x="1344688" y="1901655"/>
                  <a:pt x="1344688" y="1914930"/>
                </a:cubicBezTo>
                <a:cubicBezTo>
                  <a:pt x="1344972" y="1920297"/>
                  <a:pt x="1339605" y="1924816"/>
                  <a:pt x="1332260" y="1931595"/>
                </a:cubicBezTo>
                <a:cubicBezTo>
                  <a:pt x="1324560" y="1938702"/>
                  <a:pt x="1317473" y="1946451"/>
                  <a:pt x="1311080" y="1954756"/>
                </a:cubicBezTo>
                <a:cubicBezTo>
                  <a:pt x="1307578" y="1962854"/>
                  <a:pt x="1306783" y="1971871"/>
                  <a:pt x="1308820" y="1980456"/>
                </a:cubicBezTo>
                <a:cubicBezTo>
                  <a:pt x="1308820" y="1984130"/>
                  <a:pt x="1305431" y="1993449"/>
                  <a:pt x="1310513" y="1998250"/>
                </a:cubicBezTo>
                <a:cubicBezTo>
                  <a:pt x="1315599" y="2003051"/>
                  <a:pt x="1321247" y="1997968"/>
                  <a:pt x="1324070" y="1998250"/>
                </a:cubicBezTo>
                <a:cubicBezTo>
                  <a:pt x="1326896" y="1998532"/>
                  <a:pt x="1325200" y="2004465"/>
                  <a:pt x="1328589" y="2010678"/>
                </a:cubicBezTo>
                <a:cubicBezTo>
                  <a:pt x="1334804" y="2022823"/>
                  <a:pt x="1337346" y="2026776"/>
                  <a:pt x="1337064" y="2030450"/>
                </a:cubicBezTo>
                <a:cubicBezTo>
                  <a:pt x="1336779" y="2034121"/>
                  <a:pt x="1336779" y="2036943"/>
                  <a:pt x="1333956" y="2038640"/>
                </a:cubicBezTo>
                <a:cubicBezTo>
                  <a:pt x="1317861" y="2048134"/>
                  <a:pt x="1304144" y="2061175"/>
                  <a:pt x="1293852" y="2076769"/>
                </a:cubicBezTo>
                <a:cubicBezTo>
                  <a:pt x="1292731" y="2081902"/>
                  <a:pt x="1293327" y="2087257"/>
                  <a:pt x="1295545" y="2092020"/>
                </a:cubicBezTo>
                <a:lnTo>
                  <a:pt x="1310795" y="2092020"/>
                </a:lnTo>
                <a:lnTo>
                  <a:pt x="1309665" y="2092868"/>
                </a:lnTo>
                <a:cubicBezTo>
                  <a:pt x="1314976" y="2094484"/>
                  <a:pt x="1319691" y="2097627"/>
                  <a:pt x="1323222" y="2101906"/>
                </a:cubicBezTo>
                <a:cubicBezTo>
                  <a:pt x="1325734" y="2106416"/>
                  <a:pt x="1327184" y="2111439"/>
                  <a:pt x="1327460" y="2116592"/>
                </a:cubicBezTo>
                <a:cubicBezTo>
                  <a:pt x="1322315" y="2136975"/>
                  <a:pt x="1308180" y="2153916"/>
                  <a:pt x="1289048" y="2162631"/>
                </a:cubicBezTo>
                <a:cubicBezTo>
                  <a:pt x="1271820" y="2173643"/>
                  <a:pt x="1238491" y="2186071"/>
                  <a:pt x="1226348" y="2193979"/>
                </a:cubicBezTo>
                <a:cubicBezTo>
                  <a:pt x="1214203" y="2201887"/>
                  <a:pt x="1202623" y="2219118"/>
                  <a:pt x="1195560" y="2222223"/>
                </a:cubicBezTo>
                <a:cubicBezTo>
                  <a:pt x="1195560" y="2222223"/>
                  <a:pt x="1185959" y="2223919"/>
                  <a:pt x="1183418" y="2222223"/>
                </a:cubicBezTo>
                <a:cubicBezTo>
                  <a:pt x="1180876" y="2220530"/>
                  <a:pt x="1172120" y="2219118"/>
                  <a:pt x="1166187" y="2217422"/>
                </a:cubicBezTo>
                <a:cubicBezTo>
                  <a:pt x="1160256" y="2215729"/>
                  <a:pt x="1163082" y="2207254"/>
                  <a:pt x="1158845" y="2202454"/>
                </a:cubicBezTo>
                <a:cubicBezTo>
                  <a:pt x="1154403" y="2198032"/>
                  <a:pt x="1150773" y="2192873"/>
                  <a:pt x="1148110" y="2187200"/>
                </a:cubicBezTo>
                <a:cubicBezTo>
                  <a:pt x="1144484" y="2178245"/>
                  <a:pt x="1142844" y="2168609"/>
                  <a:pt x="1143310" y="2158957"/>
                </a:cubicBezTo>
                <a:cubicBezTo>
                  <a:pt x="1148804" y="2146758"/>
                  <a:pt x="1158987" y="2137287"/>
                  <a:pt x="1171554" y="2132691"/>
                </a:cubicBezTo>
                <a:cubicBezTo>
                  <a:pt x="1176947" y="2129230"/>
                  <a:pt x="1182134" y="2125459"/>
                  <a:pt x="1187088" y="2121393"/>
                </a:cubicBezTo>
                <a:cubicBezTo>
                  <a:pt x="1191696" y="2118668"/>
                  <a:pt x="1195498" y="2114772"/>
                  <a:pt x="1198104" y="2110096"/>
                </a:cubicBezTo>
                <a:cubicBezTo>
                  <a:pt x="1199605" y="2106493"/>
                  <a:pt x="1200557" y="2102686"/>
                  <a:pt x="1200927" y="2098798"/>
                </a:cubicBezTo>
                <a:cubicBezTo>
                  <a:pt x="1201212" y="2092868"/>
                  <a:pt x="1204316" y="2088630"/>
                  <a:pt x="1204316" y="2084393"/>
                </a:cubicBezTo>
                <a:cubicBezTo>
                  <a:pt x="1203753" y="2080215"/>
                  <a:pt x="1201986" y="2076289"/>
                  <a:pt x="1199234" y="2073096"/>
                </a:cubicBezTo>
                <a:cubicBezTo>
                  <a:pt x="1196438" y="2070261"/>
                  <a:pt x="1194229" y="2066901"/>
                  <a:pt x="1192737" y="2063212"/>
                </a:cubicBezTo>
                <a:cubicBezTo>
                  <a:pt x="1192737" y="2062928"/>
                  <a:pt x="1180592" y="2048807"/>
                  <a:pt x="1180592" y="2041747"/>
                </a:cubicBezTo>
                <a:cubicBezTo>
                  <a:pt x="1180989" y="2031004"/>
                  <a:pt x="1189366" y="2022263"/>
                  <a:pt x="1200079" y="2021412"/>
                </a:cubicBezTo>
                <a:cubicBezTo>
                  <a:pt x="1203753" y="2019997"/>
                  <a:pt x="1205731" y="2022257"/>
                  <a:pt x="1213639" y="2021412"/>
                </a:cubicBezTo>
                <a:cubicBezTo>
                  <a:pt x="1221547" y="2020564"/>
                  <a:pt x="1227478" y="2012937"/>
                  <a:pt x="1231994" y="2006159"/>
                </a:cubicBezTo>
                <a:cubicBezTo>
                  <a:pt x="1234342" y="1996916"/>
                  <a:pt x="1235668" y="1987445"/>
                  <a:pt x="1235950" y="1977915"/>
                </a:cubicBezTo>
                <a:cubicBezTo>
                  <a:pt x="1238209" y="1968313"/>
                  <a:pt x="1227193" y="1966902"/>
                  <a:pt x="1221544" y="1964639"/>
                </a:cubicBezTo>
                <a:cubicBezTo>
                  <a:pt x="1216335" y="1961742"/>
                  <a:pt x="1210715" y="1959649"/>
                  <a:pt x="1204883" y="1958427"/>
                </a:cubicBezTo>
                <a:cubicBezTo>
                  <a:pt x="1200364" y="1958142"/>
                  <a:pt x="1196690" y="1952497"/>
                  <a:pt x="1194430" y="1946563"/>
                </a:cubicBezTo>
                <a:cubicBezTo>
                  <a:pt x="1192171" y="1940633"/>
                  <a:pt x="1190196" y="1942611"/>
                  <a:pt x="1185395" y="1940633"/>
                </a:cubicBezTo>
                <a:cubicBezTo>
                  <a:pt x="1180592" y="1938658"/>
                  <a:pt x="1180592" y="1922838"/>
                  <a:pt x="1180592" y="1920864"/>
                </a:cubicBezTo>
                <a:cubicBezTo>
                  <a:pt x="1180592" y="1918886"/>
                  <a:pt x="1185677" y="1916908"/>
                  <a:pt x="1189911" y="1914930"/>
                </a:cubicBezTo>
                <a:cubicBezTo>
                  <a:pt x="1194149" y="1912955"/>
                  <a:pt x="1194430" y="1910129"/>
                  <a:pt x="1196975" y="1904199"/>
                </a:cubicBezTo>
                <a:cubicBezTo>
                  <a:pt x="1199516" y="1898269"/>
                  <a:pt x="1206013" y="1896854"/>
                  <a:pt x="1211661" y="1895443"/>
                </a:cubicBezTo>
                <a:cubicBezTo>
                  <a:pt x="1218194" y="1895045"/>
                  <a:pt x="1224699" y="1894289"/>
                  <a:pt x="1231149" y="1893183"/>
                </a:cubicBezTo>
                <a:cubicBezTo>
                  <a:pt x="1259393" y="1881038"/>
                  <a:pt x="1289614" y="1851382"/>
                  <a:pt x="1315880" y="1852794"/>
                </a:cubicBezTo>
                <a:cubicBezTo>
                  <a:pt x="1329156" y="1853642"/>
                  <a:pt x="1331415" y="1855901"/>
                  <a:pt x="1339887" y="1851101"/>
                </a:cubicBezTo>
                <a:close/>
                <a:moveTo>
                  <a:pt x="2533932" y="1850321"/>
                </a:moveTo>
                <a:cubicBezTo>
                  <a:pt x="2539333" y="1849969"/>
                  <a:pt x="2543923" y="1849969"/>
                  <a:pt x="2543923" y="1851380"/>
                </a:cubicBezTo>
                <a:cubicBezTo>
                  <a:pt x="2548791" y="1858639"/>
                  <a:pt x="2555656" y="1864329"/>
                  <a:pt x="2563692" y="1867763"/>
                </a:cubicBezTo>
                <a:cubicBezTo>
                  <a:pt x="2570470" y="1871152"/>
                  <a:pt x="2567081" y="1875953"/>
                  <a:pt x="2568211" y="1881883"/>
                </a:cubicBezTo>
                <a:cubicBezTo>
                  <a:pt x="2569343" y="1887817"/>
                  <a:pt x="2572730" y="1890076"/>
                  <a:pt x="2571037" y="1895159"/>
                </a:cubicBezTo>
                <a:cubicBezTo>
                  <a:pt x="2569343" y="1900244"/>
                  <a:pt x="2564540" y="1909282"/>
                  <a:pt x="2560587" y="1920295"/>
                </a:cubicBezTo>
                <a:cubicBezTo>
                  <a:pt x="2560587" y="1922836"/>
                  <a:pt x="2557480" y="1934982"/>
                  <a:pt x="2560587" y="1934982"/>
                </a:cubicBezTo>
                <a:cubicBezTo>
                  <a:pt x="2564163" y="1935293"/>
                  <a:pt x="2567742" y="1934398"/>
                  <a:pt x="2570755" y="1932440"/>
                </a:cubicBezTo>
                <a:cubicBezTo>
                  <a:pt x="2572166" y="1931874"/>
                  <a:pt x="2578945" y="1926792"/>
                  <a:pt x="2583182" y="1926792"/>
                </a:cubicBezTo>
                <a:cubicBezTo>
                  <a:pt x="2588330" y="1925609"/>
                  <a:pt x="2593347" y="1923907"/>
                  <a:pt x="2598151" y="1921709"/>
                </a:cubicBezTo>
                <a:cubicBezTo>
                  <a:pt x="2604363" y="1917472"/>
                  <a:pt x="2615660" y="1909564"/>
                  <a:pt x="2615660" y="1909564"/>
                </a:cubicBezTo>
                <a:cubicBezTo>
                  <a:pt x="2615660" y="1909564"/>
                  <a:pt x="2638540" y="1902219"/>
                  <a:pt x="2642493" y="1909564"/>
                </a:cubicBezTo>
                <a:cubicBezTo>
                  <a:pt x="2646448" y="1916906"/>
                  <a:pt x="2655768" y="1914364"/>
                  <a:pt x="2665654" y="1916906"/>
                </a:cubicBezTo>
                <a:cubicBezTo>
                  <a:pt x="2675537" y="1919447"/>
                  <a:pt x="2681752" y="1934418"/>
                  <a:pt x="2681752" y="1947691"/>
                </a:cubicBezTo>
                <a:cubicBezTo>
                  <a:pt x="2682034" y="1953058"/>
                  <a:pt x="2678645" y="1955036"/>
                  <a:pt x="2675537" y="1955317"/>
                </a:cubicBezTo>
                <a:cubicBezTo>
                  <a:pt x="2672433" y="1955599"/>
                  <a:pt x="2668759" y="1960966"/>
                  <a:pt x="2662828" y="1964922"/>
                </a:cubicBezTo>
                <a:cubicBezTo>
                  <a:pt x="2653452" y="1970256"/>
                  <a:pt x="2643504" y="1974520"/>
                  <a:pt x="2633173" y="1977631"/>
                </a:cubicBezTo>
                <a:cubicBezTo>
                  <a:pt x="2627791" y="1981049"/>
                  <a:pt x="2621870" y="1983534"/>
                  <a:pt x="2615660" y="1984975"/>
                </a:cubicBezTo>
                <a:cubicBezTo>
                  <a:pt x="2609027" y="1985432"/>
                  <a:pt x="2602424" y="1986283"/>
                  <a:pt x="2595891" y="1987517"/>
                </a:cubicBezTo>
                <a:cubicBezTo>
                  <a:pt x="2585287" y="1990111"/>
                  <a:pt x="2575043" y="1994002"/>
                  <a:pt x="2565388" y="1999096"/>
                </a:cubicBezTo>
                <a:cubicBezTo>
                  <a:pt x="2561417" y="2003502"/>
                  <a:pt x="2558090" y="2008448"/>
                  <a:pt x="2555502" y="2013783"/>
                </a:cubicBezTo>
                <a:cubicBezTo>
                  <a:pt x="2553141" y="2021718"/>
                  <a:pt x="2554381" y="2030284"/>
                  <a:pt x="2558891" y="2037226"/>
                </a:cubicBezTo>
                <a:cubicBezTo>
                  <a:pt x="2573210" y="2056586"/>
                  <a:pt x="2590127" y="2073882"/>
                  <a:pt x="2609167" y="2088628"/>
                </a:cubicBezTo>
                <a:cubicBezTo>
                  <a:pt x="2618205" y="2095973"/>
                  <a:pt x="2631195" y="2122805"/>
                  <a:pt x="2646448" y="2130429"/>
                </a:cubicBezTo>
                <a:cubicBezTo>
                  <a:pt x="2659988" y="2137806"/>
                  <a:pt x="2672759" y="2146512"/>
                  <a:pt x="2684575" y="2156413"/>
                </a:cubicBezTo>
                <a:cubicBezTo>
                  <a:pt x="2691425" y="2160244"/>
                  <a:pt x="2698731" y="2163188"/>
                  <a:pt x="2706325" y="2165169"/>
                </a:cubicBezTo>
                <a:cubicBezTo>
                  <a:pt x="2712537" y="2167995"/>
                  <a:pt x="2718471" y="2174489"/>
                  <a:pt x="2722705" y="2175903"/>
                </a:cubicBezTo>
                <a:cubicBezTo>
                  <a:pt x="2733721" y="2179574"/>
                  <a:pt x="2743607" y="2182964"/>
                  <a:pt x="2760553" y="2190024"/>
                </a:cubicBezTo>
                <a:cubicBezTo>
                  <a:pt x="2764788" y="2191720"/>
                  <a:pt x="2771566" y="2192283"/>
                  <a:pt x="2773544" y="2195954"/>
                </a:cubicBezTo>
                <a:lnTo>
                  <a:pt x="2773262" y="2197932"/>
                </a:lnTo>
                <a:cubicBezTo>
                  <a:pt x="2774959" y="2201040"/>
                  <a:pt x="2769307" y="2204147"/>
                  <a:pt x="2769025" y="2207818"/>
                </a:cubicBezTo>
                <a:cubicBezTo>
                  <a:pt x="2768743" y="2211489"/>
                  <a:pt x="2770437" y="2217986"/>
                  <a:pt x="2767332" y="2221657"/>
                </a:cubicBezTo>
                <a:cubicBezTo>
                  <a:pt x="2762003" y="2228326"/>
                  <a:pt x="2754104" y="2232429"/>
                  <a:pt x="2745582" y="2232954"/>
                </a:cubicBezTo>
                <a:cubicBezTo>
                  <a:pt x="2741911" y="2233518"/>
                  <a:pt x="2739651" y="2238885"/>
                  <a:pt x="2736829" y="2240581"/>
                </a:cubicBezTo>
                <a:cubicBezTo>
                  <a:pt x="2734003" y="2242274"/>
                  <a:pt x="2730332" y="2242274"/>
                  <a:pt x="2727791" y="2242274"/>
                </a:cubicBezTo>
                <a:cubicBezTo>
                  <a:pt x="2721110" y="2242615"/>
                  <a:pt x="2714417" y="2242615"/>
                  <a:pt x="2707737" y="2242274"/>
                </a:cubicBezTo>
                <a:cubicBezTo>
                  <a:pt x="2702936" y="2242274"/>
                  <a:pt x="2695309" y="2242274"/>
                  <a:pt x="2687119" y="2242274"/>
                </a:cubicBezTo>
                <a:cubicBezTo>
                  <a:pt x="2680934" y="2242286"/>
                  <a:pt x="2674802" y="2241135"/>
                  <a:pt x="2669043" y="2238885"/>
                </a:cubicBezTo>
                <a:cubicBezTo>
                  <a:pt x="2658591" y="2232391"/>
                  <a:pt x="2646448" y="2236344"/>
                  <a:pt x="2640800" y="2234932"/>
                </a:cubicBezTo>
                <a:cubicBezTo>
                  <a:pt x="2635151" y="2233518"/>
                  <a:pt x="2626676" y="2229565"/>
                  <a:pt x="2624698" y="2223916"/>
                </a:cubicBezTo>
                <a:cubicBezTo>
                  <a:pt x="2619334" y="2208100"/>
                  <a:pt x="2626676" y="2204147"/>
                  <a:pt x="2600410" y="2179856"/>
                </a:cubicBezTo>
                <a:cubicBezTo>
                  <a:pt x="2590150" y="2168790"/>
                  <a:pt x="2580712" y="2156991"/>
                  <a:pt x="2572166" y="2144552"/>
                </a:cubicBezTo>
                <a:cubicBezTo>
                  <a:pt x="2566562" y="2137676"/>
                  <a:pt x="2560525" y="2131167"/>
                  <a:pt x="2554090" y="2125062"/>
                </a:cubicBezTo>
                <a:cubicBezTo>
                  <a:pt x="2536862" y="2112634"/>
                  <a:pt x="2517372" y="2092299"/>
                  <a:pt x="2515397" y="2091172"/>
                </a:cubicBezTo>
                <a:cubicBezTo>
                  <a:pt x="2513419" y="2090042"/>
                  <a:pt x="2501840" y="2117438"/>
                  <a:pt x="2488565" y="2131843"/>
                </a:cubicBezTo>
                <a:cubicBezTo>
                  <a:pt x="2475289" y="2146245"/>
                  <a:pt x="2465688" y="2152179"/>
                  <a:pt x="2449587" y="2169688"/>
                </a:cubicBezTo>
                <a:cubicBezTo>
                  <a:pt x="2438126" y="2180298"/>
                  <a:pt x="2424691" y="2188550"/>
                  <a:pt x="2410045" y="2193976"/>
                </a:cubicBezTo>
                <a:cubicBezTo>
                  <a:pt x="2403267" y="2198498"/>
                  <a:pt x="2389146" y="2205274"/>
                  <a:pt x="2380390" y="2210078"/>
                </a:cubicBezTo>
                <a:cubicBezTo>
                  <a:pt x="2371637" y="2214878"/>
                  <a:pt x="2358077" y="2214312"/>
                  <a:pt x="2352146" y="2217138"/>
                </a:cubicBezTo>
                <a:cubicBezTo>
                  <a:pt x="2347369" y="2218976"/>
                  <a:pt x="2342296" y="2219934"/>
                  <a:pt x="2337178" y="2219964"/>
                </a:cubicBezTo>
                <a:cubicBezTo>
                  <a:pt x="2333222" y="2219116"/>
                  <a:pt x="2329833" y="2213467"/>
                  <a:pt x="2327010" y="2211207"/>
                </a:cubicBezTo>
                <a:cubicBezTo>
                  <a:pt x="2324184" y="2208948"/>
                  <a:pt x="2323902" y="2197932"/>
                  <a:pt x="2319383" y="2195672"/>
                </a:cubicBezTo>
                <a:cubicBezTo>
                  <a:pt x="2314903" y="2194638"/>
                  <a:pt x="2310547" y="2193122"/>
                  <a:pt x="2306393" y="2191153"/>
                </a:cubicBezTo>
                <a:cubicBezTo>
                  <a:pt x="2303849" y="2188612"/>
                  <a:pt x="2305826" y="2184657"/>
                  <a:pt x="2314864" y="2181552"/>
                </a:cubicBezTo>
                <a:cubicBezTo>
                  <a:pt x="2321898" y="2179112"/>
                  <a:pt x="2328413" y="2175376"/>
                  <a:pt x="2334070" y="2170536"/>
                </a:cubicBezTo>
                <a:cubicBezTo>
                  <a:pt x="2338616" y="2167533"/>
                  <a:pt x="2342957" y="2164232"/>
                  <a:pt x="2347064" y="2160650"/>
                </a:cubicBezTo>
                <a:cubicBezTo>
                  <a:pt x="2348757" y="2158672"/>
                  <a:pt x="2354124" y="2157824"/>
                  <a:pt x="2356384" y="2156413"/>
                </a:cubicBezTo>
                <a:cubicBezTo>
                  <a:pt x="2378027" y="2138037"/>
                  <a:pt x="2398585" y="2118422"/>
                  <a:pt x="2417954" y="2097666"/>
                </a:cubicBezTo>
                <a:cubicBezTo>
                  <a:pt x="2429002" y="2085763"/>
                  <a:pt x="2437127" y="2071453"/>
                  <a:pt x="2441678" y="2055865"/>
                </a:cubicBezTo>
                <a:cubicBezTo>
                  <a:pt x="2444635" y="2050590"/>
                  <a:pt x="2446280" y="2044680"/>
                  <a:pt x="2446482" y="2038637"/>
                </a:cubicBezTo>
                <a:cubicBezTo>
                  <a:pt x="2446197" y="2035811"/>
                  <a:pt x="2438007" y="2038637"/>
                  <a:pt x="2434336" y="2038637"/>
                </a:cubicBezTo>
                <a:cubicBezTo>
                  <a:pt x="2430666" y="2038637"/>
                  <a:pt x="2428124" y="2038637"/>
                  <a:pt x="2424732" y="2038637"/>
                </a:cubicBezTo>
                <a:cubicBezTo>
                  <a:pt x="2421343" y="2038637"/>
                  <a:pt x="2416260" y="2042026"/>
                  <a:pt x="2412305" y="2042026"/>
                </a:cubicBezTo>
                <a:cubicBezTo>
                  <a:pt x="2408358" y="2043301"/>
                  <a:pt x="2404109" y="2043301"/>
                  <a:pt x="2400162" y="2042026"/>
                </a:cubicBezTo>
                <a:cubicBezTo>
                  <a:pt x="2393665" y="2039767"/>
                  <a:pt x="2389994" y="2033270"/>
                  <a:pt x="2381520" y="2033270"/>
                </a:cubicBezTo>
                <a:cubicBezTo>
                  <a:pt x="2369380" y="2028908"/>
                  <a:pt x="2360888" y="2017881"/>
                  <a:pt x="2359773" y="2005026"/>
                </a:cubicBezTo>
                <a:cubicBezTo>
                  <a:pt x="2358249" y="1998787"/>
                  <a:pt x="2360579" y="1992237"/>
                  <a:pt x="2365703" y="1988362"/>
                </a:cubicBezTo>
                <a:cubicBezTo>
                  <a:pt x="2369941" y="1985257"/>
                  <a:pt x="2372200" y="1980738"/>
                  <a:pt x="2375871" y="1977912"/>
                </a:cubicBezTo>
                <a:cubicBezTo>
                  <a:pt x="2379545" y="1975089"/>
                  <a:pt x="2384627" y="1975653"/>
                  <a:pt x="2388865" y="1972830"/>
                </a:cubicBezTo>
                <a:cubicBezTo>
                  <a:pt x="2391931" y="1969645"/>
                  <a:pt x="2395705" y="1967229"/>
                  <a:pt x="2399881" y="1965770"/>
                </a:cubicBezTo>
                <a:cubicBezTo>
                  <a:pt x="2404681" y="1963792"/>
                  <a:pt x="2417390" y="1965770"/>
                  <a:pt x="2426428" y="1965767"/>
                </a:cubicBezTo>
                <a:cubicBezTo>
                  <a:pt x="2441981" y="1963848"/>
                  <a:pt x="2456923" y="1958546"/>
                  <a:pt x="2470207" y="1950235"/>
                </a:cubicBezTo>
                <a:cubicBezTo>
                  <a:pt x="2469738" y="1936286"/>
                  <a:pt x="2472644" y="1922430"/>
                  <a:pt x="2478679" y="1909845"/>
                </a:cubicBezTo>
                <a:cubicBezTo>
                  <a:pt x="2480719" y="1901436"/>
                  <a:pt x="2481667" y="1892795"/>
                  <a:pt x="2481504" y="1884143"/>
                </a:cubicBezTo>
                <a:cubicBezTo>
                  <a:pt x="2482676" y="1876848"/>
                  <a:pt x="2482676" y="1869409"/>
                  <a:pt x="2481504" y="1862114"/>
                </a:cubicBezTo>
                <a:cubicBezTo>
                  <a:pt x="2481220" y="1855899"/>
                  <a:pt x="2484612" y="1854206"/>
                  <a:pt x="2488283" y="1854206"/>
                </a:cubicBezTo>
                <a:cubicBezTo>
                  <a:pt x="2499862" y="1851098"/>
                  <a:pt x="2499862" y="1855617"/>
                  <a:pt x="2505793" y="1855617"/>
                </a:cubicBezTo>
                <a:cubicBezTo>
                  <a:pt x="2511723" y="1855617"/>
                  <a:pt x="2512571" y="1851380"/>
                  <a:pt x="2519068" y="1851380"/>
                </a:cubicBezTo>
                <a:cubicBezTo>
                  <a:pt x="2522316" y="1851380"/>
                  <a:pt x="2528530" y="1850674"/>
                  <a:pt x="2533932" y="1850321"/>
                </a:cubicBezTo>
                <a:close/>
                <a:moveTo>
                  <a:pt x="153646" y="1845168"/>
                </a:moveTo>
                <a:cubicBezTo>
                  <a:pt x="156754" y="1845452"/>
                  <a:pt x="160143" y="1850253"/>
                  <a:pt x="166074" y="1852231"/>
                </a:cubicBezTo>
                <a:cubicBezTo>
                  <a:pt x="172007" y="1854206"/>
                  <a:pt x="183586" y="1854206"/>
                  <a:pt x="186409" y="1854206"/>
                </a:cubicBezTo>
                <a:cubicBezTo>
                  <a:pt x="189235" y="1854206"/>
                  <a:pt x="203355" y="1854206"/>
                  <a:pt x="206745" y="1854206"/>
                </a:cubicBezTo>
                <a:cubicBezTo>
                  <a:pt x="211418" y="1854589"/>
                  <a:pt x="215999" y="1855733"/>
                  <a:pt x="220302" y="1857595"/>
                </a:cubicBezTo>
                <a:cubicBezTo>
                  <a:pt x="222279" y="1859010"/>
                  <a:pt x="229621" y="1860421"/>
                  <a:pt x="231881" y="1863244"/>
                </a:cubicBezTo>
                <a:lnTo>
                  <a:pt x="242333" y="1879501"/>
                </a:lnTo>
                <a:lnTo>
                  <a:pt x="242333" y="1892336"/>
                </a:lnTo>
                <a:cubicBezTo>
                  <a:pt x="243018" y="1898910"/>
                  <a:pt x="243018" y="1905534"/>
                  <a:pt x="242333" y="1912108"/>
                </a:cubicBezTo>
                <a:cubicBezTo>
                  <a:pt x="241485" y="1915497"/>
                  <a:pt x="236403" y="1923969"/>
                  <a:pt x="232165" y="1933574"/>
                </a:cubicBezTo>
                <a:cubicBezTo>
                  <a:pt x="230772" y="1940945"/>
                  <a:pt x="229829" y="1948397"/>
                  <a:pt x="229340" y="1955884"/>
                </a:cubicBezTo>
                <a:cubicBezTo>
                  <a:pt x="229058" y="1966336"/>
                  <a:pt x="228776" y="1973963"/>
                  <a:pt x="227080" y="1996273"/>
                </a:cubicBezTo>
                <a:cubicBezTo>
                  <a:pt x="226798" y="2003052"/>
                  <a:pt x="224821" y="2010679"/>
                  <a:pt x="223409" y="2020846"/>
                </a:cubicBezTo>
                <a:cubicBezTo>
                  <a:pt x="221998" y="2024236"/>
                  <a:pt x="221998" y="2032144"/>
                  <a:pt x="221998" y="2041748"/>
                </a:cubicBezTo>
                <a:cubicBezTo>
                  <a:pt x="221998" y="2051350"/>
                  <a:pt x="225387" y="2053328"/>
                  <a:pt x="226798" y="2055869"/>
                </a:cubicBezTo>
                <a:cubicBezTo>
                  <a:pt x="228210" y="2058410"/>
                  <a:pt x="227646" y="2058976"/>
                  <a:pt x="228210" y="2064059"/>
                </a:cubicBezTo>
                <a:cubicBezTo>
                  <a:pt x="228776" y="2069144"/>
                  <a:pt x="231599" y="2070837"/>
                  <a:pt x="230751" y="2076768"/>
                </a:cubicBezTo>
                <a:cubicBezTo>
                  <a:pt x="229906" y="2082701"/>
                  <a:pt x="225669" y="2091739"/>
                  <a:pt x="223127" y="2105012"/>
                </a:cubicBezTo>
                <a:cubicBezTo>
                  <a:pt x="221959" y="2111049"/>
                  <a:pt x="218522" y="2116407"/>
                  <a:pt x="213523" y="2119983"/>
                </a:cubicBezTo>
                <a:cubicBezTo>
                  <a:pt x="205167" y="2127447"/>
                  <a:pt x="195622" y="2133460"/>
                  <a:pt x="185279" y="2137774"/>
                </a:cubicBezTo>
                <a:cubicBezTo>
                  <a:pt x="173700" y="2141730"/>
                  <a:pt x="166355" y="2157828"/>
                  <a:pt x="159862" y="2161784"/>
                </a:cubicBezTo>
                <a:cubicBezTo>
                  <a:pt x="150752" y="2166591"/>
                  <a:pt x="141314" y="2170745"/>
                  <a:pt x="131618" y="2174211"/>
                </a:cubicBezTo>
                <a:cubicBezTo>
                  <a:pt x="119226" y="2179380"/>
                  <a:pt x="107549" y="2186120"/>
                  <a:pt x="96877" y="2194262"/>
                </a:cubicBezTo>
                <a:cubicBezTo>
                  <a:pt x="90223" y="2197951"/>
                  <a:pt x="83222" y="2200978"/>
                  <a:pt x="75978" y="2203303"/>
                </a:cubicBezTo>
                <a:cubicBezTo>
                  <a:pt x="65636" y="2212110"/>
                  <a:pt x="54584" y="2220045"/>
                  <a:pt x="42931" y="2227028"/>
                </a:cubicBezTo>
                <a:cubicBezTo>
                  <a:pt x="36434" y="2229851"/>
                  <a:pt x="28244" y="2214598"/>
                  <a:pt x="22032" y="2207819"/>
                </a:cubicBezTo>
                <a:cubicBezTo>
                  <a:pt x="17830" y="2204024"/>
                  <a:pt x="13294" y="2200623"/>
                  <a:pt x="8475" y="2197651"/>
                </a:cubicBezTo>
                <a:cubicBezTo>
                  <a:pt x="4801" y="2194547"/>
                  <a:pt x="6216" y="2185790"/>
                  <a:pt x="4801" y="2180423"/>
                </a:cubicBezTo>
                <a:cubicBezTo>
                  <a:pt x="3390" y="2175059"/>
                  <a:pt x="0" y="2167996"/>
                  <a:pt x="0" y="2165737"/>
                </a:cubicBezTo>
                <a:cubicBezTo>
                  <a:pt x="333" y="2160642"/>
                  <a:pt x="3499" y="2156168"/>
                  <a:pt x="8190" y="2154157"/>
                </a:cubicBezTo>
                <a:cubicBezTo>
                  <a:pt x="12146" y="2154157"/>
                  <a:pt x="17228" y="2155850"/>
                  <a:pt x="20902" y="2154157"/>
                </a:cubicBezTo>
                <a:cubicBezTo>
                  <a:pt x="27879" y="2150999"/>
                  <a:pt x="34507" y="2147118"/>
                  <a:pt x="40671" y="2142578"/>
                </a:cubicBezTo>
                <a:cubicBezTo>
                  <a:pt x="47133" y="2138759"/>
                  <a:pt x="54202" y="2136084"/>
                  <a:pt x="61573" y="2134670"/>
                </a:cubicBezTo>
                <a:cubicBezTo>
                  <a:pt x="74134" y="2128668"/>
                  <a:pt x="86306" y="2121875"/>
                  <a:pt x="98007" y="2114334"/>
                </a:cubicBezTo>
                <a:cubicBezTo>
                  <a:pt x="103656" y="2111508"/>
                  <a:pt x="114953" y="2106144"/>
                  <a:pt x="114953" y="2097670"/>
                </a:cubicBezTo>
                <a:cubicBezTo>
                  <a:pt x="115754" y="2084878"/>
                  <a:pt x="115754" y="2072050"/>
                  <a:pt x="114953" y="2059258"/>
                </a:cubicBezTo>
                <a:cubicBezTo>
                  <a:pt x="112975" y="2055021"/>
                  <a:pt x="105915" y="2053609"/>
                  <a:pt x="105915" y="2053609"/>
                </a:cubicBezTo>
                <a:cubicBezTo>
                  <a:pt x="100317" y="2055213"/>
                  <a:pt x="94508" y="2055973"/>
                  <a:pt x="88687" y="2055869"/>
                </a:cubicBezTo>
                <a:cubicBezTo>
                  <a:pt x="85298" y="2055587"/>
                  <a:pt x="77671" y="2061518"/>
                  <a:pt x="72586" y="2061518"/>
                </a:cubicBezTo>
                <a:cubicBezTo>
                  <a:pt x="68805" y="2063300"/>
                  <a:pt x="64568" y="2063893"/>
                  <a:pt x="60443" y="2063211"/>
                </a:cubicBezTo>
                <a:cubicBezTo>
                  <a:pt x="57054" y="2061518"/>
                  <a:pt x="54510" y="2060951"/>
                  <a:pt x="52535" y="2056714"/>
                </a:cubicBezTo>
                <a:cubicBezTo>
                  <a:pt x="50409" y="2050229"/>
                  <a:pt x="49173" y="2043483"/>
                  <a:pt x="48861" y="2036663"/>
                </a:cubicBezTo>
                <a:cubicBezTo>
                  <a:pt x="46999" y="2032260"/>
                  <a:pt x="45855" y="2027589"/>
                  <a:pt x="45472" y="2022824"/>
                </a:cubicBezTo>
                <a:cubicBezTo>
                  <a:pt x="47162" y="2013510"/>
                  <a:pt x="47732" y="2004027"/>
                  <a:pt x="47168" y="1994580"/>
                </a:cubicBezTo>
                <a:cubicBezTo>
                  <a:pt x="46602" y="1983283"/>
                  <a:pt x="55358" y="1979327"/>
                  <a:pt x="63551" y="1978197"/>
                </a:cubicBezTo>
                <a:cubicBezTo>
                  <a:pt x="71741" y="1977068"/>
                  <a:pt x="78519" y="1971137"/>
                  <a:pt x="86428" y="1971137"/>
                </a:cubicBezTo>
                <a:cubicBezTo>
                  <a:pt x="91973" y="1971597"/>
                  <a:pt x="97547" y="1971597"/>
                  <a:pt x="103089" y="1971137"/>
                </a:cubicBezTo>
                <a:cubicBezTo>
                  <a:pt x="111152" y="1968700"/>
                  <a:pt x="118846" y="1965186"/>
                  <a:pt x="125969" y="1960688"/>
                </a:cubicBezTo>
                <a:cubicBezTo>
                  <a:pt x="130488" y="1954191"/>
                  <a:pt x="137266" y="1949953"/>
                  <a:pt x="137266" y="1939786"/>
                </a:cubicBezTo>
                <a:cubicBezTo>
                  <a:pt x="138111" y="1920298"/>
                  <a:pt x="144045" y="1911542"/>
                  <a:pt x="144045" y="1894877"/>
                </a:cubicBezTo>
                <a:cubicBezTo>
                  <a:pt x="144736" y="1884241"/>
                  <a:pt x="140585" y="1873860"/>
                  <a:pt x="132747" y="1866633"/>
                </a:cubicBezTo>
                <a:cubicBezTo>
                  <a:pt x="131223" y="1864116"/>
                  <a:pt x="131223" y="1860961"/>
                  <a:pt x="132747" y="1858443"/>
                </a:cubicBezTo>
                <a:cubicBezTo>
                  <a:pt x="137533" y="1855795"/>
                  <a:pt x="141910" y="1852465"/>
                  <a:pt x="145738" y="1848557"/>
                </a:cubicBezTo>
                <a:cubicBezTo>
                  <a:pt x="147562" y="1846075"/>
                  <a:pt x="150592" y="1844776"/>
                  <a:pt x="153646" y="1845168"/>
                </a:cubicBezTo>
                <a:close/>
                <a:moveTo>
                  <a:pt x="397676" y="1819750"/>
                </a:moveTo>
                <a:cubicBezTo>
                  <a:pt x="405585" y="1820031"/>
                  <a:pt x="406433" y="1824550"/>
                  <a:pt x="410104" y="1827094"/>
                </a:cubicBezTo>
                <a:cubicBezTo>
                  <a:pt x="413410" y="1828503"/>
                  <a:pt x="416959" y="1829271"/>
                  <a:pt x="420553" y="1829351"/>
                </a:cubicBezTo>
                <a:cubicBezTo>
                  <a:pt x="423661" y="1829917"/>
                  <a:pt x="426768" y="1834436"/>
                  <a:pt x="428743" y="1838674"/>
                </a:cubicBezTo>
                <a:cubicBezTo>
                  <a:pt x="432473" y="1846454"/>
                  <a:pt x="434587" y="1854909"/>
                  <a:pt x="434958" y="1863529"/>
                </a:cubicBezTo>
                <a:cubicBezTo>
                  <a:pt x="434392" y="1882734"/>
                  <a:pt x="421401" y="1886687"/>
                  <a:pt x="416316" y="1898269"/>
                </a:cubicBezTo>
                <a:cubicBezTo>
                  <a:pt x="414394" y="1903924"/>
                  <a:pt x="413256" y="1909813"/>
                  <a:pt x="412926" y="1915779"/>
                </a:cubicBezTo>
                <a:cubicBezTo>
                  <a:pt x="414623" y="1925383"/>
                  <a:pt x="424224" y="1927925"/>
                  <a:pt x="428180" y="1921146"/>
                </a:cubicBezTo>
                <a:cubicBezTo>
                  <a:pt x="435806" y="1919450"/>
                  <a:pt x="438063" y="1914931"/>
                  <a:pt x="443430" y="1912390"/>
                </a:cubicBezTo>
                <a:cubicBezTo>
                  <a:pt x="448797" y="1909848"/>
                  <a:pt x="456423" y="1918320"/>
                  <a:pt x="468284" y="1921146"/>
                </a:cubicBezTo>
                <a:cubicBezTo>
                  <a:pt x="475063" y="1922557"/>
                  <a:pt x="477604" y="1939222"/>
                  <a:pt x="482405" y="1947130"/>
                </a:cubicBezTo>
                <a:cubicBezTo>
                  <a:pt x="484288" y="1953067"/>
                  <a:pt x="485242" y="1959261"/>
                  <a:pt x="485230" y="1965488"/>
                </a:cubicBezTo>
                <a:cubicBezTo>
                  <a:pt x="484928" y="1970247"/>
                  <a:pt x="481444" y="1974197"/>
                  <a:pt x="476759" y="1975092"/>
                </a:cubicBezTo>
                <a:lnTo>
                  <a:pt x="459249" y="1979330"/>
                </a:lnTo>
                <a:cubicBezTo>
                  <a:pt x="453618" y="1981918"/>
                  <a:pt x="448539" y="1985563"/>
                  <a:pt x="444278" y="1990061"/>
                </a:cubicBezTo>
                <a:cubicBezTo>
                  <a:pt x="437179" y="1993501"/>
                  <a:pt x="430294" y="1997367"/>
                  <a:pt x="423661" y="2001640"/>
                </a:cubicBezTo>
                <a:cubicBezTo>
                  <a:pt x="413792" y="2009036"/>
                  <a:pt x="402563" y="2014409"/>
                  <a:pt x="390616" y="2017457"/>
                </a:cubicBezTo>
                <a:cubicBezTo>
                  <a:pt x="384339" y="2028799"/>
                  <a:pt x="380398" y="2041285"/>
                  <a:pt x="379034" y="2054175"/>
                </a:cubicBezTo>
                <a:cubicBezTo>
                  <a:pt x="377922" y="2059958"/>
                  <a:pt x="377922" y="2065903"/>
                  <a:pt x="379034" y="2071685"/>
                </a:cubicBezTo>
                <a:cubicBezTo>
                  <a:pt x="381860" y="2081853"/>
                  <a:pt x="379319" y="2091739"/>
                  <a:pt x="388354" y="2101907"/>
                </a:cubicBezTo>
                <a:cubicBezTo>
                  <a:pt x="395277" y="2108484"/>
                  <a:pt x="404253" y="2112472"/>
                  <a:pt x="413775" y="2113204"/>
                </a:cubicBezTo>
                <a:cubicBezTo>
                  <a:pt x="419788" y="2113311"/>
                  <a:pt x="425763" y="2114165"/>
                  <a:pt x="431569" y="2115745"/>
                </a:cubicBezTo>
                <a:cubicBezTo>
                  <a:pt x="435768" y="2117157"/>
                  <a:pt x="440138" y="2118011"/>
                  <a:pt x="444559" y="2118287"/>
                </a:cubicBezTo>
                <a:cubicBezTo>
                  <a:pt x="448376" y="2120890"/>
                  <a:pt x="452714" y="2122625"/>
                  <a:pt x="457268" y="2123372"/>
                </a:cubicBezTo>
                <a:cubicBezTo>
                  <a:pt x="463922" y="2122975"/>
                  <a:pt x="470597" y="2123642"/>
                  <a:pt x="477041" y="2125350"/>
                </a:cubicBezTo>
                <a:lnTo>
                  <a:pt x="478170" y="2124502"/>
                </a:lnTo>
                <a:cubicBezTo>
                  <a:pt x="486921" y="2129729"/>
                  <a:pt x="491357" y="2139962"/>
                  <a:pt x="489186" y="2149920"/>
                </a:cubicBezTo>
                <a:cubicBezTo>
                  <a:pt x="486384" y="2159500"/>
                  <a:pt x="483084" y="2168927"/>
                  <a:pt x="479300" y="2178164"/>
                </a:cubicBezTo>
                <a:cubicBezTo>
                  <a:pt x="477041" y="2185508"/>
                  <a:pt x="475347" y="2193698"/>
                  <a:pt x="471110" y="2196806"/>
                </a:cubicBezTo>
                <a:cubicBezTo>
                  <a:pt x="466873" y="2199914"/>
                  <a:pt x="455857" y="2197369"/>
                  <a:pt x="449645" y="2199914"/>
                </a:cubicBezTo>
                <a:cubicBezTo>
                  <a:pt x="443009" y="2202757"/>
                  <a:pt x="435945" y="2204474"/>
                  <a:pt x="428743" y="2204996"/>
                </a:cubicBezTo>
                <a:cubicBezTo>
                  <a:pt x="423661" y="2204996"/>
                  <a:pt x="417164" y="2199914"/>
                  <a:pt x="414056" y="2198499"/>
                </a:cubicBezTo>
                <a:cubicBezTo>
                  <a:pt x="406726" y="2196373"/>
                  <a:pt x="399070" y="2195608"/>
                  <a:pt x="391461" y="2196240"/>
                </a:cubicBezTo>
                <a:cubicBezTo>
                  <a:pt x="385249" y="2196240"/>
                  <a:pt x="372255" y="2196240"/>
                  <a:pt x="368866" y="2196240"/>
                </a:cubicBezTo>
                <a:cubicBezTo>
                  <a:pt x="365477" y="2196240"/>
                  <a:pt x="358698" y="2192287"/>
                  <a:pt x="349945" y="2190876"/>
                </a:cubicBezTo>
                <a:cubicBezTo>
                  <a:pt x="341189" y="2189461"/>
                  <a:pt x="327632" y="2191157"/>
                  <a:pt x="321701" y="2189461"/>
                </a:cubicBezTo>
                <a:cubicBezTo>
                  <a:pt x="316711" y="2187546"/>
                  <a:pt x="312044" y="2184877"/>
                  <a:pt x="307860" y="2181553"/>
                </a:cubicBezTo>
                <a:cubicBezTo>
                  <a:pt x="302475" y="2175302"/>
                  <a:pt x="298089" y="2168251"/>
                  <a:pt x="294869" y="2160654"/>
                </a:cubicBezTo>
                <a:cubicBezTo>
                  <a:pt x="293478" y="2152728"/>
                  <a:pt x="292817" y="2144692"/>
                  <a:pt x="292891" y="2136647"/>
                </a:cubicBezTo>
                <a:cubicBezTo>
                  <a:pt x="292325" y="2132692"/>
                  <a:pt x="286961" y="2111790"/>
                  <a:pt x="286961" y="2108404"/>
                </a:cubicBezTo>
                <a:lnTo>
                  <a:pt x="286961" y="2090327"/>
                </a:lnTo>
                <a:cubicBezTo>
                  <a:pt x="286821" y="2084522"/>
                  <a:pt x="286062" y="2078745"/>
                  <a:pt x="284701" y="2073099"/>
                </a:cubicBezTo>
                <a:cubicBezTo>
                  <a:pt x="282646" y="2064308"/>
                  <a:pt x="281698" y="2055293"/>
                  <a:pt x="281875" y="2046267"/>
                </a:cubicBezTo>
                <a:cubicBezTo>
                  <a:pt x="281875" y="2031296"/>
                  <a:pt x="285831" y="2031296"/>
                  <a:pt x="289220" y="2003052"/>
                </a:cubicBezTo>
                <a:cubicBezTo>
                  <a:pt x="289502" y="2000229"/>
                  <a:pt x="295151" y="1992039"/>
                  <a:pt x="295151" y="1989495"/>
                </a:cubicBezTo>
                <a:cubicBezTo>
                  <a:pt x="296281" y="1976222"/>
                  <a:pt x="299106" y="1976222"/>
                  <a:pt x="300233" y="1967184"/>
                </a:cubicBezTo>
                <a:cubicBezTo>
                  <a:pt x="301363" y="1958143"/>
                  <a:pt x="305037" y="1947412"/>
                  <a:pt x="305037" y="1944589"/>
                </a:cubicBezTo>
                <a:cubicBezTo>
                  <a:pt x="307015" y="1930747"/>
                  <a:pt x="307015" y="1912671"/>
                  <a:pt x="307015" y="1909282"/>
                </a:cubicBezTo>
                <a:cubicBezTo>
                  <a:pt x="307797" y="1901940"/>
                  <a:pt x="309505" y="1894729"/>
                  <a:pt x="312097" y="1887817"/>
                </a:cubicBezTo>
                <a:cubicBezTo>
                  <a:pt x="315388" y="1876318"/>
                  <a:pt x="317936" y="1864620"/>
                  <a:pt x="319724" y="1852794"/>
                </a:cubicBezTo>
                <a:cubicBezTo>
                  <a:pt x="318911" y="1845002"/>
                  <a:pt x="318911" y="1837147"/>
                  <a:pt x="319724" y="1829351"/>
                </a:cubicBezTo>
                <a:cubicBezTo>
                  <a:pt x="322265" y="1820031"/>
                  <a:pt x="329325" y="1820316"/>
                  <a:pt x="333281" y="1820031"/>
                </a:cubicBezTo>
                <a:cubicBezTo>
                  <a:pt x="337233" y="1819750"/>
                  <a:pt x="345708" y="1823421"/>
                  <a:pt x="351357" y="1823421"/>
                </a:cubicBezTo>
                <a:cubicBezTo>
                  <a:pt x="356492" y="1822661"/>
                  <a:pt x="361584" y="1821624"/>
                  <a:pt x="366607" y="1820313"/>
                </a:cubicBezTo>
                <a:cubicBezTo>
                  <a:pt x="371182" y="1820841"/>
                  <a:pt x="375710" y="1821692"/>
                  <a:pt x="380164" y="1822857"/>
                </a:cubicBezTo>
                <a:cubicBezTo>
                  <a:pt x="385934" y="1821464"/>
                  <a:pt x="391781" y="1820426"/>
                  <a:pt x="397676" y="1819750"/>
                </a:cubicBezTo>
                <a:close/>
                <a:moveTo>
                  <a:pt x="1560757" y="1817490"/>
                </a:moveTo>
                <a:cubicBezTo>
                  <a:pt x="1567820" y="1817490"/>
                  <a:pt x="1572902" y="1823986"/>
                  <a:pt x="1578551" y="1823986"/>
                </a:cubicBezTo>
                <a:cubicBezTo>
                  <a:pt x="1590006" y="1823165"/>
                  <a:pt x="1601520" y="1824022"/>
                  <a:pt x="1612725" y="1826528"/>
                </a:cubicBezTo>
                <a:lnTo>
                  <a:pt x="1612725" y="1823986"/>
                </a:lnTo>
                <a:cubicBezTo>
                  <a:pt x="1614703" y="1825680"/>
                  <a:pt x="1616399" y="1835847"/>
                  <a:pt x="1618656" y="1838107"/>
                </a:cubicBezTo>
                <a:cubicBezTo>
                  <a:pt x="1625227" y="1844527"/>
                  <a:pt x="1629411" y="1852996"/>
                  <a:pt x="1630520" y="1862114"/>
                </a:cubicBezTo>
                <a:cubicBezTo>
                  <a:pt x="1629956" y="1868895"/>
                  <a:pt x="1620918" y="1879626"/>
                  <a:pt x="1620918" y="1882449"/>
                </a:cubicBezTo>
                <a:cubicBezTo>
                  <a:pt x="1621455" y="1888988"/>
                  <a:pt x="1619869" y="1895526"/>
                  <a:pt x="1616399" y="1901092"/>
                </a:cubicBezTo>
                <a:cubicBezTo>
                  <a:pt x="1609873" y="1910503"/>
                  <a:pt x="1604470" y="1920647"/>
                  <a:pt x="1600298" y="1931313"/>
                </a:cubicBezTo>
                <a:cubicBezTo>
                  <a:pt x="1598323" y="1935548"/>
                  <a:pt x="1586741" y="1944870"/>
                  <a:pt x="1584766" y="1949108"/>
                </a:cubicBezTo>
                <a:cubicBezTo>
                  <a:pt x="1572902" y="1975655"/>
                  <a:pt x="1559912" y="1994013"/>
                  <a:pt x="1550589" y="2020564"/>
                </a:cubicBezTo>
                <a:cubicBezTo>
                  <a:pt x="1548896" y="2024798"/>
                  <a:pt x="1542117" y="2032143"/>
                  <a:pt x="1539010" y="2032143"/>
                </a:cubicBezTo>
                <a:cubicBezTo>
                  <a:pt x="1534511" y="2030162"/>
                  <a:pt x="1529387" y="2030162"/>
                  <a:pt x="1524889" y="2032143"/>
                </a:cubicBezTo>
                <a:cubicBezTo>
                  <a:pt x="1522911" y="2034121"/>
                  <a:pt x="1513025" y="2034121"/>
                  <a:pt x="1510202" y="2036944"/>
                </a:cubicBezTo>
                <a:cubicBezTo>
                  <a:pt x="1507376" y="2039770"/>
                  <a:pt x="1491560" y="2037510"/>
                  <a:pt x="1488452" y="2043722"/>
                </a:cubicBezTo>
                <a:cubicBezTo>
                  <a:pt x="1486193" y="2049146"/>
                  <a:pt x="1486193" y="2055245"/>
                  <a:pt x="1488452" y="2060669"/>
                </a:cubicBezTo>
                <a:cubicBezTo>
                  <a:pt x="1492971" y="2066317"/>
                  <a:pt x="1502857" y="2060669"/>
                  <a:pt x="1505117" y="2057564"/>
                </a:cubicBezTo>
                <a:cubicBezTo>
                  <a:pt x="1508257" y="2053442"/>
                  <a:pt x="1513218" y="2051121"/>
                  <a:pt x="1518392" y="2051349"/>
                </a:cubicBezTo>
                <a:cubicBezTo>
                  <a:pt x="1524284" y="2053964"/>
                  <a:pt x="1530440" y="2055954"/>
                  <a:pt x="1536750" y="2057279"/>
                </a:cubicBezTo>
                <a:cubicBezTo>
                  <a:pt x="1541050" y="2057724"/>
                  <a:pt x="1544264" y="2061434"/>
                  <a:pt x="1544095" y="2065754"/>
                </a:cubicBezTo>
                <a:cubicBezTo>
                  <a:pt x="1544122" y="2073716"/>
                  <a:pt x="1545755" y="2081594"/>
                  <a:pt x="1548896" y="2088912"/>
                </a:cubicBezTo>
                <a:cubicBezTo>
                  <a:pt x="1549083" y="2092343"/>
                  <a:pt x="1548086" y="2095732"/>
                  <a:pt x="1546070" y="2098517"/>
                </a:cubicBezTo>
                <a:cubicBezTo>
                  <a:pt x="1541103" y="2103234"/>
                  <a:pt x="1535493" y="2107229"/>
                  <a:pt x="1529408" y="2110378"/>
                </a:cubicBezTo>
                <a:cubicBezTo>
                  <a:pt x="1525453" y="2112919"/>
                  <a:pt x="1516133" y="2113767"/>
                  <a:pt x="1510199" y="2117438"/>
                </a:cubicBezTo>
                <a:cubicBezTo>
                  <a:pt x="1506709" y="2120068"/>
                  <a:pt x="1504545" y="2124092"/>
                  <a:pt x="1504269" y="2128454"/>
                </a:cubicBezTo>
                <a:cubicBezTo>
                  <a:pt x="1504269" y="2135799"/>
                  <a:pt x="1509918" y="2135799"/>
                  <a:pt x="1513592" y="2135799"/>
                </a:cubicBezTo>
                <a:cubicBezTo>
                  <a:pt x="1517263" y="2135799"/>
                  <a:pt x="1531949" y="2130998"/>
                  <a:pt x="1539010" y="2130998"/>
                </a:cubicBezTo>
                <a:cubicBezTo>
                  <a:pt x="1546070" y="2130998"/>
                  <a:pt x="1552285" y="2130998"/>
                  <a:pt x="1558215" y="2130998"/>
                </a:cubicBezTo>
                <a:cubicBezTo>
                  <a:pt x="1565854" y="2128270"/>
                  <a:pt x="1573842" y="2126651"/>
                  <a:pt x="1581940" y="2126194"/>
                </a:cubicBezTo>
                <a:cubicBezTo>
                  <a:pt x="1589285" y="2128172"/>
                  <a:pt x="1597757" y="2121112"/>
                  <a:pt x="1602558" y="2126194"/>
                </a:cubicBezTo>
                <a:cubicBezTo>
                  <a:pt x="1602558" y="2136362"/>
                  <a:pt x="1618940" y="2140318"/>
                  <a:pt x="1618940" y="2154438"/>
                </a:cubicBezTo>
                <a:cubicBezTo>
                  <a:pt x="1618940" y="2174210"/>
                  <a:pt x="1606231" y="2196239"/>
                  <a:pt x="1588719" y="2197935"/>
                </a:cubicBezTo>
                <a:cubicBezTo>
                  <a:pt x="1581092" y="2198498"/>
                  <a:pt x="1582788" y="2191438"/>
                  <a:pt x="1560475" y="2193131"/>
                </a:cubicBezTo>
                <a:cubicBezTo>
                  <a:pt x="1538162" y="2194827"/>
                  <a:pt x="1518674" y="2194827"/>
                  <a:pt x="1515285" y="2194827"/>
                </a:cubicBezTo>
                <a:cubicBezTo>
                  <a:pt x="1507012" y="2195468"/>
                  <a:pt x="1498703" y="2195468"/>
                  <a:pt x="1490430" y="2194827"/>
                </a:cubicBezTo>
                <a:cubicBezTo>
                  <a:pt x="1483136" y="2195056"/>
                  <a:pt x="1475868" y="2195812"/>
                  <a:pt x="1468683" y="2197087"/>
                </a:cubicBezTo>
                <a:cubicBezTo>
                  <a:pt x="1460695" y="2198997"/>
                  <a:pt x="1452576" y="2200319"/>
                  <a:pt x="1444392" y="2201043"/>
                </a:cubicBezTo>
                <a:cubicBezTo>
                  <a:pt x="1434675" y="2201084"/>
                  <a:pt x="1425065" y="2203103"/>
                  <a:pt x="1416148" y="2206973"/>
                </a:cubicBezTo>
                <a:cubicBezTo>
                  <a:pt x="1406028" y="2209099"/>
                  <a:pt x="1395706" y="2210140"/>
                  <a:pt x="1385363" y="2210078"/>
                </a:cubicBezTo>
                <a:cubicBezTo>
                  <a:pt x="1375124" y="2213811"/>
                  <a:pt x="1364520" y="2216459"/>
                  <a:pt x="1353730" y="2217986"/>
                </a:cubicBezTo>
                <a:cubicBezTo>
                  <a:pt x="1348081" y="2218834"/>
                  <a:pt x="1334524" y="2216574"/>
                  <a:pt x="1333961" y="2207821"/>
                </a:cubicBezTo>
                <a:cubicBezTo>
                  <a:pt x="1333394" y="2199065"/>
                  <a:pt x="1329442" y="2193416"/>
                  <a:pt x="1329442" y="2181270"/>
                </a:cubicBezTo>
                <a:cubicBezTo>
                  <a:pt x="1329442" y="2177599"/>
                  <a:pt x="1329442" y="2171951"/>
                  <a:pt x="1329442" y="2169125"/>
                </a:cubicBezTo>
                <a:cubicBezTo>
                  <a:pt x="1329353" y="2163612"/>
                  <a:pt x="1331864" y="2158382"/>
                  <a:pt x="1336220" y="2155004"/>
                </a:cubicBezTo>
                <a:cubicBezTo>
                  <a:pt x="1337065" y="2154723"/>
                  <a:pt x="1340455" y="2148508"/>
                  <a:pt x="1343562" y="2149071"/>
                </a:cubicBezTo>
                <a:cubicBezTo>
                  <a:pt x="1346670" y="2149637"/>
                  <a:pt x="1347518" y="2153590"/>
                  <a:pt x="1352600" y="2153590"/>
                </a:cubicBezTo>
                <a:cubicBezTo>
                  <a:pt x="1362368" y="2151680"/>
                  <a:pt x="1371856" y="2148549"/>
                  <a:pt x="1380844" y="2144270"/>
                </a:cubicBezTo>
                <a:cubicBezTo>
                  <a:pt x="1391961" y="2138678"/>
                  <a:pt x="1403368" y="2133681"/>
                  <a:pt x="1415018" y="2129302"/>
                </a:cubicBezTo>
                <a:cubicBezTo>
                  <a:pt x="1419537" y="2123090"/>
                  <a:pt x="1412195" y="2119697"/>
                  <a:pt x="1409370" y="2119700"/>
                </a:cubicBezTo>
                <a:cubicBezTo>
                  <a:pt x="1404693" y="2121141"/>
                  <a:pt x="1399617" y="2120415"/>
                  <a:pt x="1395531" y="2117723"/>
                </a:cubicBezTo>
                <a:cubicBezTo>
                  <a:pt x="1388471" y="2116593"/>
                  <a:pt x="1385645" y="2114897"/>
                  <a:pt x="1383670" y="2111789"/>
                </a:cubicBezTo>
                <a:cubicBezTo>
                  <a:pt x="1381692" y="2108685"/>
                  <a:pt x="1381974" y="2105295"/>
                  <a:pt x="1383670" y="2100492"/>
                </a:cubicBezTo>
                <a:cubicBezTo>
                  <a:pt x="1385363" y="2095691"/>
                  <a:pt x="1384800" y="2090327"/>
                  <a:pt x="1385363" y="2086371"/>
                </a:cubicBezTo>
                <a:cubicBezTo>
                  <a:pt x="1385929" y="2082419"/>
                  <a:pt x="1389319" y="2076203"/>
                  <a:pt x="1392990" y="2076203"/>
                </a:cubicBezTo>
                <a:cubicBezTo>
                  <a:pt x="1396661" y="2076203"/>
                  <a:pt x="1396942" y="2078745"/>
                  <a:pt x="1400616" y="2078745"/>
                </a:cubicBezTo>
                <a:cubicBezTo>
                  <a:pt x="1404287" y="2078745"/>
                  <a:pt x="1405699" y="2077333"/>
                  <a:pt x="1409088" y="2077333"/>
                </a:cubicBezTo>
                <a:cubicBezTo>
                  <a:pt x="1411798" y="2077799"/>
                  <a:pt x="1414568" y="2077799"/>
                  <a:pt x="1417278" y="2077333"/>
                </a:cubicBezTo>
                <a:cubicBezTo>
                  <a:pt x="1420341" y="2075984"/>
                  <a:pt x="1422909" y="2073713"/>
                  <a:pt x="1424623" y="2070836"/>
                </a:cubicBezTo>
                <a:cubicBezTo>
                  <a:pt x="1426194" y="2065431"/>
                  <a:pt x="1426861" y="2059800"/>
                  <a:pt x="1426601" y="2054175"/>
                </a:cubicBezTo>
                <a:cubicBezTo>
                  <a:pt x="1426034" y="2051067"/>
                  <a:pt x="1421797" y="2051631"/>
                  <a:pt x="1416714" y="2054172"/>
                </a:cubicBezTo>
                <a:cubicBezTo>
                  <a:pt x="1412492" y="2055749"/>
                  <a:pt x="1408145" y="2056977"/>
                  <a:pt x="1403721" y="2057846"/>
                </a:cubicBezTo>
                <a:cubicBezTo>
                  <a:pt x="1401180" y="2057846"/>
                  <a:pt x="1395531" y="2060387"/>
                  <a:pt x="1391860" y="2060387"/>
                </a:cubicBezTo>
                <a:cubicBezTo>
                  <a:pt x="1388604" y="2060414"/>
                  <a:pt x="1385366" y="2059936"/>
                  <a:pt x="1382255" y="2058975"/>
                </a:cubicBezTo>
                <a:cubicBezTo>
                  <a:pt x="1377455" y="2057846"/>
                  <a:pt x="1377455" y="2055020"/>
                  <a:pt x="1377455" y="2051631"/>
                </a:cubicBezTo>
                <a:cubicBezTo>
                  <a:pt x="1375563" y="2048218"/>
                  <a:pt x="1374318" y="2044481"/>
                  <a:pt x="1373784" y="2040615"/>
                </a:cubicBezTo>
                <a:cubicBezTo>
                  <a:pt x="1374632" y="2030732"/>
                  <a:pt x="1365309" y="2027342"/>
                  <a:pt x="1365309" y="2024798"/>
                </a:cubicBezTo>
                <a:cubicBezTo>
                  <a:pt x="1362608" y="2019224"/>
                  <a:pt x="1360980" y="2013186"/>
                  <a:pt x="1360508" y="2007007"/>
                </a:cubicBezTo>
                <a:cubicBezTo>
                  <a:pt x="1360508" y="1995709"/>
                  <a:pt x="1369828" y="1986953"/>
                  <a:pt x="1369828" y="1980174"/>
                </a:cubicBezTo>
                <a:cubicBezTo>
                  <a:pt x="1366688" y="1965989"/>
                  <a:pt x="1365173" y="1951489"/>
                  <a:pt x="1365309" y="1936962"/>
                </a:cubicBezTo>
                <a:cubicBezTo>
                  <a:pt x="1365591" y="1932725"/>
                  <a:pt x="1359945" y="1926228"/>
                  <a:pt x="1359942" y="1918320"/>
                </a:cubicBezTo>
                <a:cubicBezTo>
                  <a:pt x="1360028" y="1913643"/>
                  <a:pt x="1360692" y="1908994"/>
                  <a:pt x="1361920" y="1904481"/>
                </a:cubicBezTo>
                <a:cubicBezTo>
                  <a:pt x="1364473" y="1896697"/>
                  <a:pt x="1366083" y="1888638"/>
                  <a:pt x="1366724" y="1880474"/>
                </a:cubicBezTo>
                <a:cubicBezTo>
                  <a:pt x="1365591" y="1869740"/>
                  <a:pt x="1371243" y="1856183"/>
                  <a:pt x="1378584" y="1856183"/>
                </a:cubicBezTo>
                <a:cubicBezTo>
                  <a:pt x="1385929" y="1856183"/>
                  <a:pt x="1385645" y="1865221"/>
                  <a:pt x="1393835" y="1865221"/>
                </a:cubicBezTo>
                <a:cubicBezTo>
                  <a:pt x="1398683" y="1865592"/>
                  <a:pt x="1403558" y="1865114"/>
                  <a:pt x="1408240" y="1863810"/>
                </a:cubicBezTo>
                <a:cubicBezTo>
                  <a:pt x="1410499" y="1862680"/>
                  <a:pt x="1422927" y="1859291"/>
                  <a:pt x="1426882" y="1857879"/>
                </a:cubicBezTo>
                <a:cubicBezTo>
                  <a:pt x="1438461" y="1853642"/>
                  <a:pt x="1446651" y="1848559"/>
                  <a:pt x="1459079" y="1844604"/>
                </a:cubicBezTo>
                <a:cubicBezTo>
                  <a:pt x="1466987" y="1842062"/>
                  <a:pt x="1478003" y="1844322"/>
                  <a:pt x="1484500" y="1842062"/>
                </a:cubicBezTo>
                <a:cubicBezTo>
                  <a:pt x="1504269" y="1835847"/>
                  <a:pt x="1553696" y="1817490"/>
                  <a:pt x="1560757" y="1817490"/>
                </a:cubicBezTo>
                <a:close/>
                <a:moveTo>
                  <a:pt x="840821" y="1744338"/>
                </a:moveTo>
                <a:cubicBezTo>
                  <a:pt x="845183" y="1744432"/>
                  <a:pt x="849530" y="1744904"/>
                  <a:pt x="853812" y="1745749"/>
                </a:cubicBezTo>
                <a:cubicBezTo>
                  <a:pt x="859176" y="1746034"/>
                  <a:pt x="864549" y="1746034"/>
                  <a:pt x="869913" y="1745749"/>
                </a:cubicBezTo>
                <a:cubicBezTo>
                  <a:pt x="873865" y="1745749"/>
                  <a:pt x="876973" y="1750834"/>
                  <a:pt x="878384" y="1752246"/>
                </a:cubicBezTo>
                <a:cubicBezTo>
                  <a:pt x="879799" y="1753657"/>
                  <a:pt x="890812" y="1753376"/>
                  <a:pt x="893353" y="1756765"/>
                </a:cubicBezTo>
                <a:cubicBezTo>
                  <a:pt x="895897" y="1760154"/>
                  <a:pt x="895331" y="1768626"/>
                  <a:pt x="898157" y="1774277"/>
                </a:cubicBezTo>
                <a:cubicBezTo>
                  <a:pt x="900979" y="1779923"/>
                  <a:pt x="908888" y="1782749"/>
                  <a:pt x="909736" y="1799977"/>
                </a:cubicBezTo>
                <a:cubicBezTo>
                  <a:pt x="910584" y="1817205"/>
                  <a:pt x="906065" y="1817489"/>
                  <a:pt x="895331" y="1826243"/>
                </a:cubicBezTo>
                <a:cubicBezTo>
                  <a:pt x="892508" y="1830198"/>
                  <a:pt x="889119" y="1836695"/>
                  <a:pt x="898157" y="1834999"/>
                </a:cubicBezTo>
                <a:cubicBezTo>
                  <a:pt x="907195" y="1833306"/>
                  <a:pt x="940805" y="1825679"/>
                  <a:pt x="948995" y="1823138"/>
                </a:cubicBezTo>
                <a:cubicBezTo>
                  <a:pt x="958211" y="1820117"/>
                  <a:pt x="967655" y="1817851"/>
                  <a:pt x="977239" y="1816360"/>
                </a:cubicBezTo>
                <a:cubicBezTo>
                  <a:pt x="980628" y="1816075"/>
                  <a:pt x="986277" y="1820594"/>
                  <a:pt x="989948" y="1821724"/>
                </a:cubicBezTo>
                <a:cubicBezTo>
                  <a:pt x="993619" y="1822856"/>
                  <a:pt x="1001246" y="1822290"/>
                  <a:pt x="1002939" y="1825961"/>
                </a:cubicBezTo>
                <a:cubicBezTo>
                  <a:pt x="1005370" y="1832793"/>
                  <a:pt x="1011123" y="1837908"/>
                  <a:pt x="1018192" y="1839518"/>
                </a:cubicBezTo>
                <a:lnTo>
                  <a:pt x="1017628" y="1837259"/>
                </a:lnTo>
                <a:cubicBezTo>
                  <a:pt x="1021234" y="1838261"/>
                  <a:pt x="1023968" y="1841211"/>
                  <a:pt x="1024689" y="1844885"/>
                </a:cubicBezTo>
                <a:cubicBezTo>
                  <a:pt x="1024689" y="1848274"/>
                  <a:pt x="1024689" y="1853923"/>
                  <a:pt x="1024689" y="1860702"/>
                </a:cubicBezTo>
                <a:cubicBezTo>
                  <a:pt x="1024689" y="1871718"/>
                  <a:pt x="1004635" y="1879344"/>
                  <a:pt x="996445" y="1884708"/>
                </a:cubicBezTo>
                <a:cubicBezTo>
                  <a:pt x="993619" y="1886404"/>
                  <a:pt x="990796" y="1879907"/>
                  <a:pt x="981476" y="1879907"/>
                </a:cubicBezTo>
                <a:lnTo>
                  <a:pt x="955774" y="1881885"/>
                </a:lnTo>
                <a:lnTo>
                  <a:pt x="935438" y="1884145"/>
                </a:lnTo>
                <a:lnTo>
                  <a:pt x="917081" y="1889794"/>
                </a:lnTo>
                <a:cubicBezTo>
                  <a:pt x="910693" y="1891549"/>
                  <a:pt x="904461" y="1893817"/>
                  <a:pt x="898438" y="1896572"/>
                </a:cubicBezTo>
                <a:cubicBezTo>
                  <a:pt x="895049" y="1898547"/>
                  <a:pt x="884033" y="1896006"/>
                  <a:pt x="880644" y="1896572"/>
                </a:cubicBezTo>
                <a:cubicBezTo>
                  <a:pt x="877255" y="1897135"/>
                  <a:pt x="865109" y="1904762"/>
                  <a:pt x="854660" y="1907588"/>
                </a:cubicBezTo>
                <a:cubicBezTo>
                  <a:pt x="834081" y="1911096"/>
                  <a:pt x="813787" y="1916098"/>
                  <a:pt x="793935" y="1922556"/>
                </a:cubicBezTo>
                <a:cubicBezTo>
                  <a:pt x="789982" y="1927075"/>
                  <a:pt x="780096" y="1925379"/>
                  <a:pt x="777273" y="1927075"/>
                </a:cubicBezTo>
                <a:cubicBezTo>
                  <a:pt x="774447" y="1928768"/>
                  <a:pt x="768235" y="1927357"/>
                  <a:pt x="760609" y="1931310"/>
                </a:cubicBezTo>
                <a:cubicBezTo>
                  <a:pt x="752982" y="1935265"/>
                  <a:pt x="749593" y="1933006"/>
                  <a:pt x="745355" y="1935265"/>
                </a:cubicBezTo>
                <a:cubicBezTo>
                  <a:pt x="741219" y="1936840"/>
                  <a:pt x="736768" y="1937421"/>
                  <a:pt x="732365" y="1936958"/>
                </a:cubicBezTo>
                <a:cubicBezTo>
                  <a:pt x="727561" y="1937907"/>
                  <a:pt x="722840" y="1939230"/>
                  <a:pt x="718244" y="1940914"/>
                </a:cubicBezTo>
                <a:cubicBezTo>
                  <a:pt x="714241" y="1941795"/>
                  <a:pt x="710099" y="1941795"/>
                  <a:pt x="706099" y="1940914"/>
                </a:cubicBezTo>
                <a:cubicBezTo>
                  <a:pt x="702819" y="1940445"/>
                  <a:pt x="699492" y="1940445"/>
                  <a:pt x="696213" y="1940914"/>
                </a:cubicBezTo>
                <a:cubicBezTo>
                  <a:pt x="693105" y="1945151"/>
                  <a:pt x="686893" y="1945151"/>
                  <a:pt x="680396" y="1945151"/>
                </a:cubicBezTo>
                <a:cubicBezTo>
                  <a:pt x="675812" y="1946136"/>
                  <a:pt x="671355" y="1947654"/>
                  <a:pt x="667121" y="1949670"/>
                </a:cubicBezTo>
                <a:cubicBezTo>
                  <a:pt x="666276" y="1952778"/>
                  <a:pt x="660624" y="1955601"/>
                  <a:pt x="655542" y="1956449"/>
                </a:cubicBezTo>
                <a:cubicBezTo>
                  <a:pt x="650459" y="1957294"/>
                  <a:pt x="649893" y="1949670"/>
                  <a:pt x="646222" y="1949670"/>
                </a:cubicBezTo>
                <a:cubicBezTo>
                  <a:pt x="642551" y="1949670"/>
                  <a:pt x="634924" y="1952493"/>
                  <a:pt x="628991" y="1949670"/>
                </a:cubicBezTo>
                <a:cubicBezTo>
                  <a:pt x="623061" y="1946844"/>
                  <a:pt x="624472" y="1938654"/>
                  <a:pt x="624475" y="1931594"/>
                </a:cubicBezTo>
                <a:cubicBezTo>
                  <a:pt x="624763" y="1926515"/>
                  <a:pt x="624763" y="1921423"/>
                  <a:pt x="624475" y="1916341"/>
                </a:cubicBezTo>
                <a:cubicBezTo>
                  <a:pt x="623882" y="1912086"/>
                  <a:pt x="625112" y="1907781"/>
                  <a:pt x="627864" y="1904480"/>
                </a:cubicBezTo>
                <a:cubicBezTo>
                  <a:pt x="638225" y="1896821"/>
                  <a:pt x="649768" y="1890905"/>
                  <a:pt x="662038" y="1886968"/>
                </a:cubicBezTo>
                <a:cubicBezTo>
                  <a:pt x="665428" y="1886404"/>
                  <a:pt x="667687" y="1892335"/>
                  <a:pt x="671076" y="1892335"/>
                </a:cubicBezTo>
                <a:cubicBezTo>
                  <a:pt x="674466" y="1892335"/>
                  <a:pt x="685479" y="1885556"/>
                  <a:pt x="690846" y="1885556"/>
                </a:cubicBezTo>
                <a:cubicBezTo>
                  <a:pt x="706689" y="1883650"/>
                  <a:pt x="722363" y="1880533"/>
                  <a:pt x="737732" y="1876237"/>
                </a:cubicBezTo>
                <a:cubicBezTo>
                  <a:pt x="745922" y="1873411"/>
                  <a:pt x="753548" y="1875389"/>
                  <a:pt x="757783" y="1873411"/>
                </a:cubicBezTo>
                <a:cubicBezTo>
                  <a:pt x="762020" y="1871436"/>
                  <a:pt x="789982" y="1863243"/>
                  <a:pt x="794501" y="1862113"/>
                </a:cubicBezTo>
                <a:cubicBezTo>
                  <a:pt x="799020" y="1860983"/>
                  <a:pt x="808340" y="1855335"/>
                  <a:pt x="809470" y="1853357"/>
                </a:cubicBezTo>
                <a:cubicBezTo>
                  <a:pt x="810599" y="1851382"/>
                  <a:pt x="809751" y="1848274"/>
                  <a:pt x="807776" y="1843192"/>
                </a:cubicBezTo>
                <a:cubicBezTo>
                  <a:pt x="805799" y="1838107"/>
                  <a:pt x="801561" y="1839803"/>
                  <a:pt x="797324" y="1839800"/>
                </a:cubicBezTo>
                <a:cubicBezTo>
                  <a:pt x="793063" y="1838703"/>
                  <a:pt x="789407" y="1835960"/>
                  <a:pt x="787159" y="1832176"/>
                </a:cubicBezTo>
                <a:cubicBezTo>
                  <a:pt x="787014" y="1828434"/>
                  <a:pt x="787892" y="1824722"/>
                  <a:pt x="789700" y="1821442"/>
                </a:cubicBezTo>
                <a:cubicBezTo>
                  <a:pt x="790830" y="1817771"/>
                  <a:pt x="791678" y="1816360"/>
                  <a:pt x="793371" y="1811274"/>
                </a:cubicBezTo>
                <a:cubicBezTo>
                  <a:pt x="795005" y="1807212"/>
                  <a:pt x="796420" y="1803064"/>
                  <a:pt x="797609" y="1798847"/>
                </a:cubicBezTo>
                <a:cubicBezTo>
                  <a:pt x="799868" y="1791787"/>
                  <a:pt x="786593" y="1772581"/>
                  <a:pt x="784615" y="1767214"/>
                </a:cubicBezTo>
                <a:cubicBezTo>
                  <a:pt x="784007" y="1763196"/>
                  <a:pt x="785502" y="1759146"/>
                  <a:pt x="788571" y="1756483"/>
                </a:cubicBezTo>
                <a:cubicBezTo>
                  <a:pt x="794219" y="1750553"/>
                  <a:pt x="800998" y="1753094"/>
                  <a:pt x="807776" y="1753094"/>
                </a:cubicBezTo>
                <a:cubicBezTo>
                  <a:pt x="811854" y="1752533"/>
                  <a:pt x="815735" y="1750983"/>
                  <a:pt x="819074" y="1748575"/>
                </a:cubicBezTo>
                <a:cubicBezTo>
                  <a:pt x="821333" y="1748575"/>
                  <a:pt x="824723" y="1750553"/>
                  <a:pt x="829805" y="1748575"/>
                </a:cubicBezTo>
                <a:cubicBezTo>
                  <a:pt x="834890" y="1746597"/>
                  <a:pt x="834890" y="1744338"/>
                  <a:pt x="840821" y="1744338"/>
                </a:cubicBezTo>
                <a:close/>
                <a:moveTo>
                  <a:pt x="3094394" y="1740385"/>
                </a:moveTo>
                <a:cubicBezTo>
                  <a:pt x="3102303" y="1740948"/>
                  <a:pt x="3107670" y="1748011"/>
                  <a:pt x="3112470" y="1754224"/>
                </a:cubicBezTo>
                <a:cubicBezTo>
                  <a:pt x="3117274" y="1760436"/>
                  <a:pt x="3111059" y="1771170"/>
                  <a:pt x="3104844" y="1776537"/>
                </a:cubicBezTo>
                <a:cubicBezTo>
                  <a:pt x="3098587" y="1781883"/>
                  <a:pt x="3093576" y="1788537"/>
                  <a:pt x="3090157" y="1796024"/>
                </a:cubicBezTo>
                <a:cubicBezTo>
                  <a:pt x="3090157" y="1798566"/>
                  <a:pt x="3087053" y="1810993"/>
                  <a:pt x="3090160" y="1813537"/>
                </a:cubicBezTo>
                <a:cubicBezTo>
                  <a:pt x="3094964" y="1816799"/>
                  <a:pt x="3098386" y="1821730"/>
                  <a:pt x="3099761" y="1827376"/>
                </a:cubicBezTo>
                <a:cubicBezTo>
                  <a:pt x="3100043" y="1834999"/>
                  <a:pt x="3092701" y="1839803"/>
                  <a:pt x="3079426" y="1868047"/>
                </a:cubicBezTo>
                <a:cubicBezTo>
                  <a:pt x="3074744" y="1875662"/>
                  <a:pt x="3069653" y="1883015"/>
                  <a:pt x="3064173" y="1890076"/>
                </a:cubicBezTo>
                <a:cubicBezTo>
                  <a:pt x="3061068" y="1894876"/>
                  <a:pt x="3072366" y="1902503"/>
                  <a:pt x="3082533" y="1899962"/>
                </a:cubicBezTo>
                <a:cubicBezTo>
                  <a:pt x="3088182" y="1898266"/>
                  <a:pt x="3082815" y="1914367"/>
                  <a:pt x="3091572" y="1914367"/>
                </a:cubicBezTo>
                <a:cubicBezTo>
                  <a:pt x="3100325" y="1914367"/>
                  <a:pt x="3111622" y="1905892"/>
                  <a:pt x="3107951" y="1897139"/>
                </a:cubicBezTo>
                <a:cubicBezTo>
                  <a:pt x="3105129" y="1894313"/>
                  <a:pt x="3099195" y="1896854"/>
                  <a:pt x="3093265" y="1892335"/>
                </a:cubicBezTo>
                <a:cubicBezTo>
                  <a:pt x="3087334" y="1887816"/>
                  <a:pt x="3087616" y="1875674"/>
                  <a:pt x="3089875" y="1875674"/>
                </a:cubicBezTo>
                <a:cubicBezTo>
                  <a:pt x="3093730" y="1874224"/>
                  <a:pt x="3097072" y="1871668"/>
                  <a:pt x="3099480" y="1868329"/>
                </a:cubicBezTo>
                <a:cubicBezTo>
                  <a:pt x="3101458" y="1866351"/>
                  <a:pt x="3107388" y="1861550"/>
                  <a:pt x="3107388" y="1858724"/>
                </a:cubicBezTo>
                <a:cubicBezTo>
                  <a:pt x="3107388" y="1855901"/>
                  <a:pt x="3102584" y="1849404"/>
                  <a:pt x="3107388" y="1842626"/>
                </a:cubicBezTo>
                <a:cubicBezTo>
                  <a:pt x="3112189" y="1835847"/>
                  <a:pt x="3118119" y="1836695"/>
                  <a:pt x="3121227" y="1835847"/>
                </a:cubicBezTo>
                <a:cubicBezTo>
                  <a:pt x="3124334" y="1834999"/>
                  <a:pt x="3127439" y="1827657"/>
                  <a:pt x="3129135" y="1823702"/>
                </a:cubicBezTo>
                <a:cubicBezTo>
                  <a:pt x="3131122" y="1819625"/>
                  <a:pt x="3132364" y="1815224"/>
                  <a:pt x="3132806" y="1810711"/>
                </a:cubicBezTo>
                <a:cubicBezTo>
                  <a:pt x="3132806" y="1800262"/>
                  <a:pt x="3120660" y="1795176"/>
                  <a:pt x="3122920" y="1786986"/>
                </a:cubicBezTo>
                <a:cubicBezTo>
                  <a:pt x="3127157" y="1770040"/>
                  <a:pt x="3171499" y="1761565"/>
                  <a:pt x="3172629" y="1760720"/>
                </a:cubicBezTo>
                <a:cubicBezTo>
                  <a:pt x="3173762" y="1759872"/>
                  <a:pt x="3174888" y="1755920"/>
                  <a:pt x="3177148" y="1754505"/>
                </a:cubicBezTo>
                <a:cubicBezTo>
                  <a:pt x="3181353" y="1751300"/>
                  <a:pt x="3186936" y="1750550"/>
                  <a:pt x="3191835" y="1752530"/>
                </a:cubicBezTo>
                <a:cubicBezTo>
                  <a:pt x="3197483" y="1755448"/>
                  <a:pt x="3202871" y="1758852"/>
                  <a:pt x="3207936" y="1762698"/>
                </a:cubicBezTo>
                <a:cubicBezTo>
                  <a:pt x="3211195" y="1765595"/>
                  <a:pt x="3212695" y="1769990"/>
                  <a:pt x="3211888" y="1774277"/>
                </a:cubicBezTo>
                <a:cubicBezTo>
                  <a:pt x="3210195" y="1779644"/>
                  <a:pt x="3208499" y="1793198"/>
                  <a:pt x="3210195" y="1795176"/>
                </a:cubicBezTo>
                <a:cubicBezTo>
                  <a:pt x="3211888" y="1797154"/>
                  <a:pt x="3195790" y="1805910"/>
                  <a:pt x="3188445" y="1813252"/>
                </a:cubicBezTo>
                <a:cubicBezTo>
                  <a:pt x="3178912" y="1825089"/>
                  <a:pt x="3172937" y="1839388"/>
                  <a:pt x="3171217" y="1854490"/>
                </a:cubicBezTo>
                <a:cubicBezTo>
                  <a:pt x="3170936" y="1855901"/>
                  <a:pt x="3166135" y="1866069"/>
                  <a:pt x="3166135" y="1868895"/>
                </a:cubicBezTo>
                <a:lnTo>
                  <a:pt x="3161898" y="1885557"/>
                </a:lnTo>
                <a:cubicBezTo>
                  <a:pt x="3159496" y="1892460"/>
                  <a:pt x="3158253" y="1899713"/>
                  <a:pt x="3158227" y="1907022"/>
                </a:cubicBezTo>
                <a:cubicBezTo>
                  <a:pt x="3158790" y="1911541"/>
                  <a:pt x="3164721" y="1910130"/>
                  <a:pt x="3168395" y="1910130"/>
                </a:cubicBezTo>
                <a:cubicBezTo>
                  <a:pt x="3175731" y="1908564"/>
                  <a:pt x="3182423" y="1904825"/>
                  <a:pt x="3187600" y="1899395"/>
                </a:cubicBezTo>
                <a:cubicBezTo>
                  <a:pt x="3192007" y="1898856"/>
                  <a:pt x="3196466" y="1898856"/>
                  <a:pt x="3200873" y="1899395"/>
                </a:cubicBezTo>
                <a:cubicBezTo>
                  <a:pt x="3204262" y="1900528"/>
                  <a:pt x="3207651" y="1906174"/>
                  <a:pt x="3211607" y="1907304"/>
                </a:cubicBezTo>
                <a:cubicBezTo>
                  <a:pt x="3215559" y="1908436"/>
                  <a:pt x="3220645" y="1909000"/>
                  <a:pt x="3223752" y="1910978"/>
                </a:cubicBezTo>
                <a:cubicBezTo>
                  <a:pt x="3225306" y="1911967"/>
                  <a:pt x="3227777" y="1911967"/>
                  <a:pt x="3230354" y="1912319"/>
                </a:cubicBezTo>
                <a:lnTo>
                  <a:pt x="3235956" y="1914997"/>
                </a:lnTo>
                <a:lnTo>
                  <a:pt x="3242958" y="1945152"/>
                </a:lnTo>
                <a:cubicBezTo>
                  <a:pt x="3242510" y="1955008"/>
                  <a:pt x="3239907" y="1964651"/>
                  <a:pt x="3235332" y="1973396"/>
                </a:cubicBezTo>
                <a:cubicBezTo>
                  <a:pt x="3222282" y="1981191"/>
                  <a:pt x="3207319" y="1985200"/>
                  <a:pt x="3192119" y="1984975"/>
                </a:cubicBezTo>
                <a:cubicBezTo>
                  <a:pt x="3187108" y="1984969"/>
                  <a:pt x="3182313" y="1987009"/>
                  <a:pt x="3178844" y="1990624"/>
                </a:cubicBezTo>
                <a:cubicBezTo>
                  <a:pt x="3173293" y="1992373"/>
                  <a:pt x="3167268" y="1991759"/>
                  <a:pt x="3162179" y="1988930"/>
                </a:cubicBezTo>
                <a:cubicBezTo>
                  <a:pt x="3155122" y="1987249"/>
                  <a:pt x="3147771" y="1987249"/>
                  <a:pt x="3140714" y="1988930"/>
                </a:cubicBezTo>
                <a:cubicBezTo>
                  <a:pt x="3125781" y="1992966"/>
                  <a:pt x="3112770" y="2002173"/>
                  <a:pt x="3103999" y="2014915"/>
                </a:cubicBezTo>
                <a:cubicBezTo>
                  <a:pt x="3100541" y="2020614"/>
                  <a:pt x="3095921" y="2025521"/>
                  <a:pt x="3090442" y="2029320"/>
                </a:cubicBezTo>
                <a:cubicBezTo>
                  <a:pt x="3083497" y="2034554"/>
                  <a:pt x="3077318" y="2040733"/>
                  <a:pt x="3072081" y="2047678"/>
                </a:cubicBezTo>
                <a:cubicBezTo>
                  <a:pt x="3068431" y="2053786"/>
                  <a:pt x="3067221" y="2061048"/>
                  <a:pt x="3068692" y="2068013"/>
                </a:cubicBezTo>
                <a:cubicBezTo>
                  <a:pt x="3069540" y="2069991"/>
                  <a:pt x="3073777" y="2071118"/>
                  <a:pt x="3078860" y="2069991"/>
                </a:cubicBezTo>
                <a:cubicBezTo>
                  <a:pt x="3083945" y="2068858"/>
                  <a:pt x="3092701" y="2063210"/>
                  <a:pt x="3097502" y="2062646"/>
                </a:cubicBezTo>
                <a:cubicBezTo>
                  <a:pt x="3102303" y="2062083"/>
                  <a:pt x="3104844" y="2055868"/>
                  <a:pt x="3109648" y="2056149"/>
                </a:cubicBezTo>
                <a:cubicBezTo>
                  <a:pt x="3114448" y="2056431"/>
                  <a:pt x="3119249" y="2064058"/>
                  <a:pt x="3130828" y="2066883"/>
                </a:cubicBezTo>
                <a:cubicBezTo>
                  <a:pt x="3134784" y="2067729"/>
                  <a:pt x="3140996" y="2072248"/>
                  <a:pt x="3151448" y="2075355"/>
                </a:cubicBezTo>
                <a:cubicBezTo>
                  <a:pt x="3152860" y="2075637"/>
                  <a:pt x="3161050" y="2077333"/>
                  <a:pt x="3159638" y="2083548"/>
                </a:cubicBezTo>
                <a:cubicBezTo>
                  <a:pt x="3159170" y="2091059"/>
                  <a:pt x="3157352" y="2098425"/>
                  <a:pt x="3154271" y="2105295"/>
                </a:cubicBezTo>
                <a:cubicBezTo>
                  <a:pt x="3150600" y="2109248"/>
                  <a:pt x="3149752" y="2114051"/>
                  <a:pt x="3141844" y="2115744"/>
                </a:cubicBezTo>
                <a:cubicBezTo>
                  <a:pt x="3133936" y="2117438"/>
                  <a:pt x="3129135" y="2117438"/>
                  <a:pt x="3120097" y="2119697"/>
                </a:cubicBezTo>
                <a:cubicBezTo>
                  <a:pt x="3115860" y="2120827"/>
                  <a:pt x="3111059" y="2123653"/>
                  <a:pt x="3105410" y="2124782"/>
                </a:cubicBezTo>
                <a:cubicBezTo>
                  <a:pt x="3099761" y="2125912"/>
                  <a:pt x="3071518" y="2130998"/>
                  <a:pt x="3071518" y="2140036"/>
                </a:cubicBezTo>
                <a:cubicBezTo>
                  <a:pt x="3072478" y="2147905"/>
                  <a:pt x="3072950" y="2155828"/>
                  <a:pt x="3072929" y="2163760"/>
                </a:cubicBezTo>
                <a:cubicBezTo>
                  <a:pt x="3072606" y="2170500"/>
                  <a:pt x="3071755" y="2177205"/>
                  <a:pt x="3070388" y="2183811"/>
                </a:cubicBezTo>
                <a:cubicBezTo>
                  <a:pt x="3067627" y="2191245"/>
                  <a:pt x="3066008" y="2199055"/>
                  <a:pt x="3065587" y="2206973"/>
                </a:cubicBezTo>
                <a:cubicBezTo>
                  <a:pt x="3066151" y="2214033"/>
                  <a:pt x="3056831" y="2220811"/>
                  <a:pt x="3056831" y="2222223"/>
                </a:cubicBezTo>
                <a:cubicBezTo>
                  <a:pt x="3051464" y="2234087"/>
                  <a:pt x="3052312" y="2251596"/>
                  <a:pt x="3039885" y="2255552"/>
                </a:cubicBezTo>
                <a:cubicBezTo>
                  <a:pt x="3031796" y="2259001"/>
                  <a:pt x="3023496" y="2261924"/>
                  <a:pt x="3015030" y="2264305"/>
                </a:cubicBezTo>
                <a:cubicBezTo>
                  <a:pt x="3008086" y="2265097"/>
                  <a:pt x="3001313" y="2267007"/>
                  <a:pt x="2994976" y="2269954"/>
                </a:cubicBezTo>
                <a:cubicBezTo>
                  <a:pt x="2985090" y="2272700"/>
                  <a:pt x="2974644" y="2272700"/>
                  <a:pt x="2964758" y="2269954"/>
                </a:cubicBezTo>
                <a:cubicBezTo>
                  <a:pt x="2961366" y="2267131"/>
                  <a:pt x="2963062" y="2257527"/>
                  <a:pt x="2963062" y="2251881"/>
                </a:cubicBezTo>
                <a:cubicBezTo>
                  <a:pt x="2963062" y="2240017"/>
                  <a:pt x="2937359" y="2230131"/>
                  <a:pt x="2934818" y="2223637"/>
                </a:cubicBezTo>
                <a:cubicBezTo>
                  <a:pt x="2932277" y="2217140"/>
                  <a:pt x="2941315" y="2217422"/>
                  <a:pt x="2950353" y="2215729"/>
                </a:cubicBezTo>
                <a:cubicBezTo>
                  <a:pt x="2965885" y="2212903"/>
                  <a:pt x="2980574" y="2211210"/>
                  <a:pt x="2987916" y="2208947"/>
                </a:cubicBezTo>
                <a:cubicBezTo>
                  <a:pt x="3003451" y="2203865"/>
                  <a:pt x="3009663" y="2172514"/>
                  <a:pt x="3017571" y="2158393"/>
                </a:cubicBezTo>
                <a:cubicBezTo>
                  <a:pt x="3019831" y="2153874"/>
                  <a:pt x="3019267" y="2146529"/>
                  <a:pt x="3009381" y="2146529"/>
                </a:cubicBezTo>
                <a:cubicBezTo>
                  <a:pt x="2999830" y="2147363"/>
                  <a:pt x="2990377" y="2149065"/>
                  <a:pt x="2981138" y="2151615"/>
                </a:cubicBezTo>
                <a:cubicBezTo>
                  <a:pt x="2971845" y="2153865"/>
                  <a:pt x="2962406" y="2155470"/>
                  <a:pt x="2952894" y="2156416"/>
                </a:cubicBezTo>
                <a:cubicBezTo>
                  <a:pt x="2946397" y="2156979"/>
                  <a:pt x="2936514" y="2164605"/>
                  <a:pt x="2929451" y="2164887"/>
                </a:cubicBezTo>
                <a:cubicBezTo>
                  <a:pt x="2922391" y="2165172"/>
                  <a:pt x="2916460" y="2167713"/>
                  <a:pt x="2908270" y="2159805"/>
                </a:cubicBezTo>
                <a:cubicBezTo>
                  <a:pt x="2906292" y="2157545"/>
                  <a:pt x="2903751" y="2158112"/>
                  <a:pt x="2898948" y="2155567"/>
                </a:cubicBezTo>
                <a:cubicBezTo>
                  <a:pt x="2894147" y="2153026"/>
                  <a:pt x="2896688" y="2143707"/>
                  <a:pt x="2896688" y="2140033"/>
                </a:cubicBezTo>
                <a:cubicBezTo>
                  <a:pt x="2897068" y="2132803"/>
                  <a:pt x="2898497" y="2125669"/>
                  <a:pt x="2900925" y="2118852"/>
                </a:cubicBezTo>
                <a:cubicBezTo>
                  <a:pt x="2906909" y="2110357"/>
                  <a:pt x="2916081" y="2104652"/>
                  <a:pt x="2926343" y="2103035"/>
                </a:cubicBezTo>
                <a:cubicBezTo>
                  <a:pt x="2930017" y="2103035"/>
                  <a:pt x="2941596" y="2107836"/>
                  <a:pt x="2945267" y="2107836"/>
                </a:cubicBezTo>
                <a:cubicBezTo>
                  <a:pt x="2948938" y="2107836"/>
                  <a:pt x="2957131" y="2099928"/>
                  <a:pt x="2963343" y="2096539"/>
                </a:cubicBezTo>
                <a:cubicBezTo>
                  <a:pt x="2970570" y="2093837"/>
                  <a:pt x="2978042" y="2091851"/>
                  <a:pt x="2985657" y="2090608"/>
                </a:cubicBezTo>
                <a:cubicBezTo>
                  <a:pt x="2990481" y="2089016"/>
                  <a:pt x="2995048" y="2086733"/>
                  <a:pt x="2999214" y="2083830"/>
                </a:cubicBezTo>
                <a:cubicBezTo>
                  <a:pt x="3004014" y="2081289"/>
                  <a:pt x="3001755" y="2079311"/>
                  <a:pt x="3004014" y="2075921"/>
                </a:cubicBezTo>
                <a:cubicBezTo>
                  <a:pt x="3006274" y="2072532"/>
                  <a:pt x="3004581" y="2062928"/>
                  <a:pt x="3006274" y="2059257"/>
                </a:cubicBezTo>
                <a:cubicBezTo>
                  <a:pt x="3008963" y="2054050"/>
                  <a:pt x="3011048" y="2048555"/>
                  <a:pt x="3012489" y="2042874"/>
                </a:cubicBezTo>
                <a:cubicBezTo>
                  <a:pt x="3013337" y="2039203"/>
                  <a:pt x="3003166" y="2042874"/>
                  <a:pt x="2999495" y="2042877"/>
                </a:cubicBezTo>
                <a:cubicBezTo>
                  <a:pt x="2993947" y="2044466"/>
                  <a:pt x="2989019" y="2047719"/>
                  <a:pt x="2985375" y="2052197"/>
                </a:cubicBezTo>
                <a:cubicBezTo>
                  <a:pt x="2980619" y="2056212"/>
                  <a:pt x="2975020" y="2059109"/>
                  <a:pt x="2968992" y="2060668"/>
                </a:cubicBezTo>
                <a:cubicBezTo>
                  <a:pt x="2964607" y="2062219"/>
                  <a:pt x="2959821" y="2062219"/>
                  <a:pt x="2955435" y="2060668"/>
                </a:cubicBezTo>
                <a:cubicBezTo>
                  <a:pt x="2950068" y="2058127"/>
                  <a:pt x="2950068" y="2054738"/>
                  <a:pt x="2950068" y="2048241"/>
                </a:cubicBezTo>
                <a:cubicBezTo>
                  <a:pt x="2949721" y="2041878"/>
                  <a:pt x="2951085" y="2035538"/>
                  <a:pt x="2954024" y="2029883"/>
                </a:cubicBezTo>
                <a:cubicBezTo>
                  <a:pt x="2957131" y="2026494"/>
                  <a:pt x="2956001" y="2007288"/>
                  <a:pt x="2968429" y="1995991"/>
                </a:cubicBezTo>
                <a:cubicBezTo>
                  <a:pt x="2972381" y="1992320"/>
                  <a:pt x="2983961" y="1997120"/>
                  <a:pt x="2988480" y="1994579"/>
                </a:cubicBezTo>
                <a:cubicBezTo>
                  <a:pt x="2990784" y="1992767"/>
                  <a:pt x="2993242" y="1991160"/>
                  <a:pt x="2995824" y="1989779"/>
                </a:cubicBezTo>
                <a:cubicBezTo>
                  <a:pt x="3000062" y="1987801"/>
                  <a:pt x="3009663" y="1987801"/>
                  <a:pt x="3014464" y="1987801"/>
                </a:cubicBezTo>
                <a:cubicBezTo>
                  <a:pt x="3021717" y="1986546"/>
                  <a:pt x="3028887" y="1984850"/>
                  <a:pt x="3035929" y="1982715"/>
                </a:cubicBezTo>
                <a:cubicBezTo>
                  <a:pt x="3041302" y="1982460"/>
                  <a:pt x="3046619" y="1981511"/>
                  <a:pt x="3051746" y="1979892"/>
                </a:cubicBezTo>
                <a:cubicBezTo>
                  <a:pt x="3054853" y="1977915"/>
                  <a:pt x="3053723" y="1978478"/>
                  <a:pt x="3065021" y="1975089"/>
                </a:cubicBezTo>
                <a:cubicBezTo>
                  <a:pt x="3064173" y="1974807"/>
                  <a:pt x="3069825" y="1971418"/>
                  <a:pt x="3072929" y="1969443"/>
                </a:cubicBezTo>
                <a:cubicBezTo>
                  <a:pt x="3079115" y="1968595"/>
                  <a:pt x="3085386" y="1968595"/>
                  <a:pt x="3091572" y="1969443"/>
                </a:cubicBezTo>
                <a:cubicBezTo>
                  <a:pt x="3097220" y="1969443"/>
                  <a:pt x="3103999" y="1969443"/>
                  <a:pt x="3106822" y="1969440"/>
                </a:cubicBezTo>
                <a:cubicBezTo>
                  <a:pt x="3111726" y="1971619"/>
                  <a:pt x="3116995" y="1972865"/>
                  <a:pt x="3122356" y="1973114"/>
                </a:cubicBezTo>
                <a:cubicBezTo>
                  <a:pt x="3126312" y="1973114"/>
                  <a:pt x="3135913" y="1964924"/>
                  <a:pt x="3139866" y="1964924"/>
                </a:cubicBezTo>
                <a:cubicBezTo>
                  <a:pt x="3146760" y="1961609"/>
                  <a:pt x="3150579" y="1954086"/>
                  <a:pt x="3149189" y="1946563"/>
                </a:cubicBezTo>
                <a:cubicBezTo>
                  <a:pt x="3141571" y="1946282"/>
                  <a:pt x="3133956" y="1947139"/>
                  <a:pt x="3126594" y="1949107"/>
                </a:cubicBezTo>
                <a:cubicBezTo>
                  <a:pt x="3121508" y="1951082"/>
                  <a:pt x="3105977" y="1950801"/>
                  <a:pt x="3102587" y="1952494"/>
                </a:cubicBezTo>
                <a:cubicBezTo>
                  <a:pt x="3090581" y="1956882"/>
                  <a:pt x="3077679" y="1958240"/>
                  <a:pt x="3065021" y="1956449"/>
                </a:cubicBezTo>
                <a:cubicBezTo>
                  <a:pt x="3058489" y="1956776"/>
                  <a:pt x="3052075" y="1958309"/>
                  <a:pt x="3046100" y="1960968"/>
                </a:cubicBezTo>
                <a:cubicBezTo>
                  <a:pt x="3039923" y="1962860"/>
                  <a:pt x="3033589" y="1964183"/>
                  <a:pt x="3027176" y="1964921"/>
                </a:cubicBezTo>
                <a:cubicBezTo>
                  <a:pt x="3016851" y="1965686"/>
                  <a:pt x="3006573" y="1967006"/>
                  <a:pt x="2996391" y="1968877"/>
                </a:cubicBezTo>
                <a:cubicBezTo>
                  <a:pt x="2991024" y="1970006"/>
                  <a:pt x="2979726" y="1971700"/>
                  <a:pt x="2972948" y="1973677"/>
                </a:cubicBezTo>
                <a:cubicBezTo>
                  <a:pt x="2963079" y="1976064"/>
                  <a:pt x="2953579" y="1979768"/>
                  <a:pt x="2944704" y="1984693"/>
                </a:cubicBezTo>
                <a:cubicBezTo>
                  <a:pt x="2937733" y="1991380"/>
                  <a:pt x="2931826" y="1999095"/>
                  <a:pt x="2927191" y="2007570"/>
                </a:cubicBezTo>
                <a:cubicBezTo>
                  <a:pt x="2924644" y="2011013"/>
                  <a:pt x="2921910" y="2014313"/>
                  <a:pt x="2919001" y="2017456"/>
                </a:cubicBezTo>
                <a:cubicBezTo>
                  <a:pt x="2905163" y="2029320"/>
                  <a:pt x="2896406" y="2043159"/>
                  <a:pt x="2883131" y="2045700"/>
                </a:cubicBezTo>
                <a:cubicBezTo>
                  <a:pt x="2877838" y="2047411"/>
                  <a:pt x="2872086" y="2045015"/>
                  <a:pt x="2869574" y="2040051"/>
                </a:cubicBezTo>
                <a:cubicBezTo>
                  <a:pt x="2863561" y="2030085"/>
                  <a:pt x="2859893" y="2018882"/>
                  <a:pt x="2858843" y="2007288"/>
                </a:cubicBezTo>
                <a:cubicBezTo>
                  <a:pt x="2858843" y="1996839"/>
                  <a:pt x="2865055" y="1994295"/>
                  <a:pt x="2858843" y="1974525"/>
                </a:cubicBezTo>
                <a:cubicBezTo>
                  <a:pt x="2858090" y="1969455"/>
                  <a:pt x="2860142" y="1964372"/>
                  <a:pt x="2864210" y="1961250"/>
                </a:cubicBezTo>
                <a:cubicBezTo>
                  <a:pt x="2867632" y="1959702"/>
                  <a:pt x="2870781" y="1957603"/>
                  <a:pt x="2873530" y="1955038"/>
                </a:cubicBezTo>
                <a:cubicBezTo>
                  <a:pt x="2881803" y="1942824"/>
                  <a:pt x="2889438" y="1930192"/>
                  <a:pt x="2896406" y="1917190"/>
                </a:cubicBezTo>
                <a:cubicBezTo>
                  <a:pt x="2896406" y="1917190"/>
                  <a:pt x="2900077" y="1914930"/>
                  <a:pt x="2902900" y="1917190"/>
                </a:cubicBezTo>
                <a:cubicBezTo>
                  <a:pt x="2905729" y="1926355"/>
                  <a:pt x="2907342" y="1935850"/>
                  <a:pt x="2907704" y="1945434"/>
                </a:cubicBezTo>
                <a:cubicBezTo>
                  <a:pt x="2907588" y="1946563"/>
                  <a:pt x="2907734" y="1947702"/>
                  <a:pt x="2908134" y="1948763"/>
                </a:cubicBezTo>
                <a:cubicBezTo>
                  <a:pt x="2909557" y="1952562"/>
                  <a:pt x="2913791" y="1954483"/>
                  <a:pt x="2917590" y="1953060"/>
                </a:cubicBezTo>
                <a:cubicBezTo>
                  <a:pt x="2924534" y="1951557"/>
                  <a:pt x="2931203" y="1948986"/>
                  <a:pt x="2937359" y="1945434"/>
                </a:cubicBezTo>
                <a:cubicBezTo>
                  <a:pt x="2938489" y="1944588"/>
                  <a:pt x="2943856" y="1942044"/>
                  <a:pt x="2943856" y="1938655"/>
                </a:cubicBezTo>
                <a:cubicBezTo>
                  <a:pt x="2942708" y="1933949"/>
                  <a:pt x="2941000" y="1929398"/>
                  <a:pt x="2938771" y="1925098"/>
                </a:cubicBezTo>
                <a:cubicBezTo>
                  <a:pt x="2936819" y="1918580"/>
                  <a:pt x="2935681" y="1911843"/>
                  <a:pt x="2935381" y="1905047"/>
                </a:cubicBezTo>
                <a:cubicBezTo>
                  <a:pt x="2935381" y="1901655"/>
                  <a:pt x="2936796" y="1880193"/>
                  <a:pt x="2938489" y="1864658"/>
                </a:cubicBezTo>
                <a:cubicBezTo>
                  <a:pt x="2939337" y="1855053"/>
                  <a:pt x="2935381" y="1845167"/>
                  <a:pt x="2935381" y="1821442"/>
                </a:cubicBezTo>
                <a:cubicBezTo>
                  <a:pt x="2935752" y="1813092"/>
                  <a:pt x="2934504" y="1804751"/>
                  <a:pt x="2931710" y="1796872"/>
                </a:cubicBezTo>
                <a:cubicBezTo>
                  <a:pt x="2927473" y="1794328"/>
                  <a:pt x="2933122" y="1782749"/>
                  <a:pt x="2939619" y="1782749"/>
                </a:cubicBezTo>
                <a:cubicBezTo>
                  <a:pt x="2943568" y="1782473"/>
                  <a:pt x="2947533" y="1782473"/>
                  <a:pt x="2951482" y="1782749"/>
                </a:cubicBezTo>
                <a:cubicBezTo>
                  <a:pt x="2954305" y="1782749"/>
                  <a:pt x="2952330" y="1777382"/>
                  <a:pt x="2957413" y="1778796"/>
                </a:cubicBezTo>
                <a:cubicBezTo>
                  <a:pt x="2962495" y="1780208"/>
                  <a:pt x="2960239" y="1781338"/>
                  <a:pt x="2962495" y="1786705"/>
                </a:cubicBezTo>
                <a:cubicBezTo>
                  <a:pt x="2964758" y="1792072"/>
                  <a:pt x="2963343" y="1794613"/>
                  <a:pt x="2964758" y="1800543"/>
                </a:cubicBezTo>
                <a:cubicBezTo>
                  <a:pt x="2966169" y="1806474"/>
                  <a:pt x="2963910" y="1814664"/>
                  <a:pt x="2966169" y="1817771"/>
                </a:cubicBezTo>
                <a:cubicBezTo>
                  <a:pt x="2967753" y="1821172"/>
                  <a:pt x="2967753" y="1825101"/>
                  <a:pt x="2966169" y="1828505"/>
                </a:cubicBezTo>
                <a:cubicBezTo>
                  <a:pt x="2965434" y="1832425"/>
                  <a:pt x="2965434" y="1836446"/>
                  <a:pt x="2966169" y="1840366"/>
                </a:cubicBezTo>
                <a:cubicBezTo>
                  <a:pt x="2966169" y="1844885"/>
                  <a:pt x="2965885" y="1849971"/>
                  <a:pt x="2966169" y="1855053"/>
                </a:cubicBezTo>
                <a:cubicBezTo>
                  <a:pt x="2966451" y="1860139"/>
                  <a:pt x="2967862" y="1879060"/>
                  <a:pt x="2967862" y="1883297"/>
                </a:cubicBezTo>
                <a:cubicBezTo>
                  <a:pt x="2969923" y="1889607"/>
                  <a:pt x="2971157" y="1896157"/>
                  <a:pt x="2971533" y="1902785"/>
                </a:cubicBezTo>
                <a:cubicBezTo>
                  <a:pt x="2971533" y="1906459"/>
                  <a:pt x="2972381" y="1909848"/>
                  <a:pt x="2971533" y="1917190"/>
                </a:cubicBezTo>
                <a:cubicBezTo>
                  <a:pt x="2970688" y="1924535"/>
                  <a:pt x="2964191" y="1930183"/>
                  <a:pt x="2965885" y="1934418"/>
                </a:cubicBezTo>
                <a:cubicBezTo>
                  <a:pt x="2967432" y="1938121"/>
                  <a:pt x="2970377" y="1941063"/>
                  <a:pt x="2974077" y="1942611"/>
                </a:cubicBezTo>
                <a:cubicBezTo>
                  <a:pt x="2978596" y="1943740"/>
                  <a:pt x="2986505" y="1938373"/>
                  <a:pt x="2990176" y="1938373"/>
                </a:cubicBezTo>
                <a:cubicBezTo>
                  <a:pt x="2994879" y="1938631"/>
                  <a:pt x="2999593" y="1938631"/>
                  <a:pt x="3004299" y="1938373"/>
                </a:cubicBezTo>
                <a:cubicBezTo>
                  <a:pt x="3011789" y="1936363"/>
                  <a:pt x="3019445" y="1935040"/>
                  <a:pt x="3027176" y="1934418"/>
                </a:cubicBezTo>
                <a:cubicBezTo>
                  <a:pt x="3030565" y="1934136"/>
                  <a:pt x="3036495" y="1930183"/>
                  <a:pt x="3039603" y="1930183"/>
                </a:cubicBezTo>
                <a:cubicBezTo>
                  <a:pt x="3043277" y="1928659"/>
                  <a:pt x="3046631" y="1926456"/>
                  <a:pt x="3049489" y="1923687"/>
                </a:cubicBezTo>
                <a:cubicBezTo>
                  <a:pt x="3051387" y="1921744"/>
                  <a:pt x="3051944" y="1918853"/>
                  <a:pt x="3050900" y="1916345"/>
                </a:cubicBezTo>
                <a:cubicBezTo>
                  <a:pt x="3048356" y="1910411"/>
                  <a:pt x="3040448" y="1913519"/>
                  <a:pt x="3037062" y="1914930"/>
                </a:cubicBezTo>
                <a:cubicBezTo>
                  <a:pt x="3033670" y="1916345"/>
                  <a:pt x="3028305" y="1923968"/>
                  <a:pt x="3024635" y="1920016"/>
                </a:cubicBezTo>
                <a:cubicBezTo>
                  <a:pt x="3020961" y="1916060"/>
                  <a:pt x="3020113" y="1912389"/>
                  <a:pt x="3020961" y="1908718"/>
                </a:cubicBezTo>
                <a:cubicBezTo>
                  <a:pt x="3021809" y="1905047"/>
                  <a:pt x="3018701" y="1897421"/>
                  <a:pt x="3013619" y="1899114"/>
                </a:cubicBezTo>
                <a:cubicBezTo>
                  <a:pt x="3008533" y="1900810"/>
                  <a:pt x="3008252" y="1907870"/>
                  <a:pt x="3008533" y="1913237"/>
                </a:cubicBezTo>
                <a:cubicBezTo>
                  <a:pt x="3008818" y="1918601"/>
                  <a:pt x="3004862" y="1919449"/>
                  <a:pt x="3002603" y="1921427"/>
                </a:cubicBezTo>
                <a:cubicBezTo>
                  <a:pt x="3000343" y="1923405"/>
                  <a:pt x="2998084" y="1926228"/>
                  <a:pt x="2994128" y="1926228"/>
                </a:cubicBezTo>
                <a:cubicBezTo>
                  <a:pt x="2988311" y="1923067"/>
                  <a:pt x="2984969" y="1916715"/>
                  <a:pt x="2985657" y="1910130"/>
                </a:cubicBezTo>
                <a:cubicBezTo>
                  <a:pt x="2985657" y="1905047"/>
                  <a:pt x="2984809" y="1883864"/>
                  <a:pt x="2985657" y="1876803"/>
                </a:cubicBezTo>
                <a:cubicBezTo>
                  <a:pt x="2986505" y="1869740"/>
                  <a:pt x="2981986" y="1860139"/>
                  <a:pt x="2981983" y="1854490"/>
                </a:cubicBezTo>
                <a:cubicBezTo>
                  <a:pt x="2982617" y="1843765"/>
                  <a:pt x="2982617" y="1833013"/>
                  <a:pt x="2981983" y="1822290"/>
                </a:cubicBezTo>
                <a:cubicBezTo>
                  <a:pt x="2981449" y="1818670"/>
                  <a:pt x="2980696" y="1815088"/>
                  <a:pt x="2979726" y="1811559"/>
                </a:cubicBezTo>
                <a:cubicBezTo>
                  <a:pt x="2980127" y="1805807"/>
                  <a:pt x="2982410" y="1800351"/>
                  <a:pt x="2986220" y="1796024"/>
                </a:cubicBezTo>
                <a:cubicBezTo>
                  <a:pt x="2988877" y="1792564"/>
                  <a:pt x="2992886" y="1790405"/>
                  <a:pt x="2997236" y="1790094"/>
                </a:cubicBezTo>
                <a:cubicBezTo>
                  <a:pt x="3002321" y="1789528"/>
                  <a:pt x="3002321" y="1799980"/>
                  <a:pt x="3002321" y="1807604"/>
                </a:cubicBezTo>
                <a:cubicBezTo>
                  <a:pt x="3002134" y="1811432"/>
                  <a:pt x="3003451" y="1815183"/>
                  <a:pt x="3005992" y="1818053"/>
                </a:cubicBezTo>
                <a:cubicBezTo>
                  <a:pt x="3009298" y="1829822"/>
                  <a:pt x="3011009" y="1841982"/>
                  <a:pt x="3011075" y="1854205"/>
                </a:cubicBezTo>
                <a:cubicBezTo>
                  <a:pt x="3010793" y="1860987"/>
                  <a:pt x="3011923" y="1860420"/>
                  <a:pt x="3015878" y="1862680"/>
                </a:cubicBezTo>
                <a:cubicBezTo>
                  <a:pt x="3019831" y="1864939"/>
                  <a:pt x="3031695" y="1860420"/>
                  <a:pt x="3034518" y="1862680"/>
                </a:cubicBezTo>
                <a:cubicBezTo>
                  <a:pt x="3037343" y="1864939"/>
                  <a:pt x="3038755" y="1871436"/>
                  <a:pt x="3041581" y="1871436"/>
                </a:cubicBezTo>
                <a:cubicBezTo>
                  <a:pt x="3049489" y="1873129"/>
                  <a:pt x="3055701" y="1859009"/>
                  <a:pt x="3057961" y="1855620"/>
                </a:cubicBezTo>
                <a:cubicBezTo>
                  <a:pt x="3064457" y="1846581"/>
                  <a:pt x="3050900" y="1834154"/>
                  <a:pt x="3048923" y="1833870"/>
                </a:cubicBezTo>
                <a:cubicBezTo>
                  <a:pt x="3046945" y="1833588"/>
                  <a:pt x="3041296" y="1838673"/>
                  <a:pt x="3033670" y="1839803"/>
                </a:cubicBezTo>
                <a:cubicBezTo>
                  <a:pt x="3026046" y="1840933"/>
                  <a:pt x="3029435" y="1846297"/>
                  <a:pt x="3023220" y="1844604"/>
                </a:cubicBezTo>
                <a:cubicBezTo>
                  <a:pt x="3017008" y="1842908"/>
                  <a:pt x="3019831" y="1829635"/>
                  <a:pt x="3023220" y="1823420"/>
                </a:cubicBezTo>
                <a:cubicBezTo>
                  <a:pt x="3026882" y="1818148"/>
                  <a:pt x="3029121" y="1812019"/>
                  <a:pt x="3029717" y="1805626"/>
                </a:cubicBezTo>
                <a:cubicBezTo>
                  <a:pt x="3029154" y="1798002"/>
                  <a:pt x="3022938" y="1788964"/>
                  <a:pt x="3022657" y="1786420"/>
                </a:cubicBezTo>
                <a:cubicBezTo>
                  <a:pt x="3022372" y="1783879"/>
                  <a:pt x="3030847" y="1774841"/>
                  <a:pt x="3034518" y="1774559"/>
                </a:cubicBezTo>
                <a:cubicBezTo>
                  <a:pt x="3038189" y="1774277"/>
                  <a:pt x="3043837" y="1785290"/>
                  <a:pt x="3047511" y="1785290"/>
                </a:cubicBezTo>
                <a:cubicBezTo>
                  <a:pt x="3051182" y="1785290"/>
                  <a:pt x="3061068" y="1769192"/>
                  <a:pt x="3063609" y="1764391"/>
                </a:cubicBezTo>
                <a:cubicBezTo>
                  <a:pt x="3066151" y="1759591"/>
                  <a:pt x="3067562" y="1745749"/>
                  <a:pt x="3075470" y="1742363"/>
                </a:cubicBezTo>
                <a:cubicBezTo>
                  <a:pt x="3078578" y="1742363"/>
                  <a:pt x="3082815" y="1743774"/>
                  <a:pt x="3085075" y="1742363"/>
                </a:cubicBezTo>
                <a:cubicBezTo>
                  <a:pt x="3087909" y="1740776"/>
                  <a:pt x="3091159" y="1740088"/>
                  <a:pt x="3094394" y="1740385"/>
                </a:cubicBezTo>
                <a:close/>
                <a:moveTo>
                  <a:pt x="1749824" y="1465234"/>
                </a:moveTo>
                <a:cubicBezTo>
                  <a:pt x="1754418" y="1465078"/>
                  <a:pt x="1759071" y="1466676"/>
                  <a:pt x="1762696" y="1470064"/>
                </a:cubicBezTo>
                <a:cubicBezTo>
                  <a:pt x="1767619" y="1475396"/>
                  <a:pt x="1770778" y="1482116"/>
                  <a:pt x="1771757" y="1489309"/>
                </a:cubicBezTo>
                <a:cubicBezTo>
                  <a:pt x="1773497" y="1496173"/>
                  <a:pt x="1773047" y="1503405"/>
                  <a:pt x="1770473" y="1509997"/>
                </a:cubicBezTo>
                <a:cubicBezTo>
                  <a:pt x="1769736" y="1511512"/>
                  <a:pt x="1768789" y="1512924"/>
                  <a:pt x="1767667" y="1514183"/>
                </a:cubicBezTo>
                <a:cubicBezTo>
                  <a:pt x="1760931" y="1521704"/>
                  <a:pt x="1749368" y="1522346"/>
                  <a:pt x="1741847" y="1515610"/>
                </a:cubicBezTo>
                <a:cubicBezTo>
                  <a:pt x="1736987" y="1510430"/>
                  <a:pt x="1733852" y="1503879"/>
                  <a:pt x="1732866" y="1496846"/>
                </a:cubicBezTo>
                <a:cubicBezTo>
                  <a:pt x="1731094" y="1489798"/>
                  <a:pt x="1731543" y="1482381"/>
                  <a:pt x="1734149" y="1475597"/>
                </a:cubicBezTo>
                <a:cubicBezTo>
                  <a:pt x="1734951" y="1473881"/>
                  <a:pt x="1736017" y="1472301"/>
                  <a:pt x="1737308" y="1470922"/>
                </a:cubicBezTo>
                <a:cubicBezTo>
                  <a:pt x="1740696" y="1467298"/>
                  <a:pt x="1745231" y="1465389"/>
                  <a:pt x="1749824" y="1465234"/>
                </a:cubicBezTo>
                <a:close/>
                <a:moveTo>
                  <a:pt x="1653641" y="1464852"/>
                </a:moveTo>
                <a:lnTo>
                  <a:pt x="1599996" y="1465814"/>
                </a:lnTo>
                <a:lnTo>
                  <a:pt x="1601439" y="1545039"/>
                </a:lnTo>
                <a:lnTo>
                  <a:pt x="1655325" y="1543996"/>
                </a:lnTo>
                <a:lnTo>
                  <a:pt x="1655325" y="1536940"/>
                </a:lnTo>
                <a:lnTo>
                  <a:pt x="1655325" y="1529963"/>
                </a:lnTo>
                <a:lnTo>
                  <a:pt x="1615232" y="1530685"/>
                </a:lnTo>
                <a:lnTo>
                  <a:pt x="1615232" y="1510077"/>
                </a:lnTo>
                <a:lnTo>
                  <a:pt x="1650835" y="1509436"/>
                </a:lnTo>
                <a:lnTo>
                  <a:pt x="1650835" y="1502620"/>
                </a:lnTo>
                <a:lnTo>
                  <a:pt x="1650835" y="1495804"/>
                </a:lnTo>
                <a:lnTo>
                  <a:pt x="1615232" y="1496445"/>
                </a:lnTo>
                <a:lnTo>
                  <a:pt x="1615232" y="1479606"/>
                </a:lnTo>
                <a:lnTo>
                  <a:pt x="1653641" y="1478965"/>
                </a:lnTo>
                <a:lnTo>
                  <a:pt x="1653641" y="1471908"/>
                </a:lnTo>
                <a:close/>
                <a:moveTo>
                  <a:pt x="1522135" y="1458758"/>
                </a:moveTo>
                <a:lnTo>
                  <a:pt x="1521253" y="1465734"/>
                </a:lnTo>
                <a:lnTo>
                  <a:pt x="1520451" y="1472710"/>
                </a:lnTo>
                <a:lnTo>
                  <a:pt x="1542262" y="1475356"/>
                </a:lnTo>
                <a:lnTo>
                  <a:pt x="1534243" y="1539987"/>
                </a:lnTo>
                <a:lnTo>
                  <a:pt x="1542262" y="1540949"/>
                </a:lnTo>
                <a:lnTo>
                  <a:pt x="1549719" y="1541831"/>
                </a:lnTo>
                <a:lnTo>
                  <a:pt x="1557738" y="1477201"/>
                </a:lnTo>
                <a:lnTo>
                  <a:pt x="1579629" y="1479927"/>
                </a:lnTo>
                <a:lnTo>
                  <a:pt x="1580430" y="1472871"/>
                </a:lnTo>
                <a:lnTo>
                  <a:pt x="1580912" y="1465974"/>
                </a:lnTo>
                <a:close/>
                <a:moveTo>
                  <a:pt x="1742874" y="1452382"/>
                </a:moveTo>
                <a:cubicBezTo>
                  <a:pt x="1734333" y="1454518"/>
                  <a:pt x="1726607" y="1459912"/>
                  <a:pt x="1721720" y="1468059"/>
                </a:cubicBezTo>
                <a:cubicBezTo>
                  <a:pt x="1716828" y="1478010"/>
                  <a:pt x="1715610" y="1489373"/>
                  <a:pt x="1718272" y="1500134"/>
                </a:cubicBezTo>
                <a:cubicBezTo>
                  <a:pt x="1719787" y="1510919"/>
                  <a:pt x="1725143" y="1520798"/>
                  <a:pt x="1733347" y="1527959"/>
                </a:cubicBezTo>
                <a:cubicBezTo>
                  <a:pt x="1734093" y="1528504"/>
                  <a:pt x="1734862" y="1529025"/>
                  <a:pt x="1735648" y="1529514"/>
                </a:cubicBezTo>
                <a:cubicBezTo>
                  <a:pt x="1752006" y="1539610"/>
                  <a:pt x="1773448" y="1534534"/>
                  <a:pt x="1783544" y="1518176"/>
                </a:cubicBezTo>
                <a:cubicBezTo>
                  <a:pt x="1788475" y="1508465"/>
                  <a:pt x="1789702" y="1497295"/>
                  <a:pt x="1786992" y="1486743"/>
                </a:cubicBezTo>
                <a:cubicBezTo>
                  <a:pt x="1785524" y="1475757"/>
                  <a:pt x="1780176" y="1465662"/>
                  <a:pt x="1771916" y="1458277"/>
                </a:cubicBezTo>
                <a:cubicBezTo>
                  <a:pt x="1770954" y="1457547"/>
                  <a:pt x="1769952" y="1456873"/>
                  <a:pt x="1768918" y="1456256"/>
                </a:cubicBezTo>
                <a:cubicBezTo>
                  <a:pt x="1760771" y="1451369"/>
                  <a:pt x="1751415" y="1450246"/>
                  <a:pt x="1742874" y="1452382"/>
                </a:cubicBezTo>
                <a:close/>
                <a:moveTo>
                  <a:pt x="1448042" y="1441758"/>
                </a:moveTo>
                <a:lnTo>
                  <a:pt x="1436094" y="1489870"/>
                </a:lnTo>
                <a:cubicBezTo>
                  <a:pt x="1433376" y="1498121"/>
                  <a:pt x="1433801" y="1507094"/>
                  <a:pt x="1437297" y="1515049"/>
                </a:cubicBezTo>
                <a:cubicBezTo>
                  <a:pt x="1441691" y="1521985"/>
                  <a:pt x="1448844" y="1526708"/>
                  <a:pt x="1456943" y="1528039"/>
                </a:cubicBezTo>
                <a:cubicBezTo>
                  <a:pt x="1464737" y="1530781"/>
                  <a:pt x="1473325" y="1530108"/>
                  <a:pt x="1480598" y="1526195"/>
                </a:cubicBezTo>
                <a:cubicBezTo>
                  <a:pt x="1487374" y="1520614"/>
                  <a:pt x="1491857" y="1512739"/>
                  <a:pt x="1493187" y="1504063"/>
                </a:cubicBezTo>
                <a:lnTo>
                  <a:pt x="1504814" y="1455951"/>
                </a:lnTo>
                <a:lnTo>
                  <a:pt x="1497437" y="1454107"/>
                </a:lnTo>
                <a:lnTo>
                  <a:pt x="1490060" y="1452343"/>
                </a:lnTo>
                <a:lnTo>
                  <a:pt x="1477952" y="1500455"/>
                </a:lnTo>
                <a:cubicBezTo>
                  <a:pt x="1477246" y="1505041"/>
                  <a:pt x="1475017" y="1509251"/>
                  <a:pt x="1471617" y="1512403"/>
                </a:cubicBezTo>
                <a:cubicBezTo>
                  <a:pt x="1468145" y="1514520"/>
                  <a:pt x="1463887" y="1514937"/>
                  <a:pt x="1460070" y="1513525"/>
                </a:cubicBezTo>
                <a:cubicBezTo>
                  <a:pt x="1456109" y="1512852"/>
                  <a:pt x="1452685" y="1510398"/>
                  <a:pt x="1450769" y="1506870"/>
                </a:cubicBezTo>
                <a:cubicBezTo>
                  <a:pt x="1449237" y="1502564"/>
                  <a:pt x="1449237" y="1497865"/>
                  <a:pt x="1450769" y="1493559"/>
                </a:cubicBezTo>
                <a:lnTo>
                  <a:pt x="1462797" y="1445447"/>
                </a:lnTo>
                <a:lnTo>
                  <a:pt x="1455420" y="1443602"/>
                </a:lnTo>
                <a:close/>
                <a:moveTo>
                  <a:pt x="1850420" y="1426042"/>
                </a:moveTo>
                <a:lnTo>
                  <a:pt x="1801105" y="1442079"/>
                </a:lnTo>
                <a:lnTo>
                  <a:pt x="1825161" y="1517374"/>
                </a:lnTo>
                <a:lnTo>
                  <a:pt x="1832457" y="1514969"/>
                </a:lnTo>
                <a:lnTo>
                  <a:pt x="1839674" y="1512643"/>
                </a:lnTo>
                <a:lnTo>
                  <a:pt x="1829651" y="1480809"/>
                </a:lnTo>
                <a:lnTo>
                  <a:pt x="1860042" y="1470946"/>
                </a:lnTo>
                <a:lnTo>
                  <a:pt x="1857957" y="1464451"/>
                </a:lnTo>
                <a:lnTo>
                  <a:pt x="1855792" y="1457956"/>
                </a:lnTo>
                <a:lnTo>
                  <a:pt x="1825481" y="1467819"/>
                </a:lnTo>
                <a:lnTo>
                  <a:pt x="1819948" y="1450739"/>
                </a:lnTo>
                <a:lnTo>
                  <a:pt x="1854750" y="1439433"/>
                </a:lnTo>
                <a:lnTo>
                  <a:pt x="1852584" y="1432697"/>
                </a:lnTo>
                <a:close/>
                <a:moveTo>
                  <a:pt x="1375313" y="1416980"/>
                </a:moveTo>
                <a:lnTo>
                  <a:pt x="1372987" y="1423636"/>
                </a:lnTo>
                <a:lnTo>
                  <a:pt x="1370742" y="1430291"/>
                </a:lnTo>
                <a:lnTo>
                  <a:pt x="1391511" y="1437428"/>
                </a:lnTo>
                <a:lnTo>
                  <a:pt x="1370341" y="1499011"/>
                </a:lnTo>
                <a:lnTo>
                  <a:pt x="1377558" y="1501497"/>
                </a:lnTo>
                <a:lnTo>
                  <a:pt x="1384695" y="1503983"/>
                </a:lnTo>
                <a:lnTo>
                  <a:pt x="1405864" y="1442399"/>
                </a:lnTo>
                <a:lnTo>
                  <a:pt x="1426713" y="1449536"/>
                </a:lnTo>
                <a:lnTo>
                  <a:pt x="1429038" y="1442881"/>
                </a:lnTo>
                <a:lnTo>
                  <a:pt x="1431444" y="1436305"/>
                </a:lnTo>
                <a:close/>
                <a:moveTo>
                  <a:pt x="1346526" y="1402867"/>
                </a:moveTo>
                <a:lnTo>
                  <a:pt x="1313088" y="1474635"/>
                </a:lnTo>
                <a:lnTo>
                  <a:pt x="1319984" y="1477842"/>
                </a:lnTo>
                <a:lnTo>
                  <a:pt x="1326800" y="1481050"/>
                </a:lnTo>
                <a:lnTo>
                  <a:pt x="1360318" y="1409283"/>
                </a:lnTo>
                <a:lnTo>
                  <a:pt x="1353342" y="1406075"/>
                </a:lnTo>
                <a:close/>
                <a:moveTo>
                  <a:pt x="1947205" y="1379132"/>
                </a:moveTo>
                <a:lnTo>
                  <a:pt x="1894923" y="1406877"/>
                </a:lnTo>
                <a:lnTo>
                  <a:pt x="1898211" y="1413131"/>
                </a:lnTo>
                <a:lnTo>
                  <a:pt x="1901499" y="1419306"/>
                </a:lnTo>
                <a:lnTo>
                  <a:pt x="1920904" y="1408962"/>
                </a:lnTo>
                <a:lnTo>
                  <a:pt x="1951535" y="1466455"/>
                </a:lnTo>
                <a:lnTo>
                  <a:pt x="1958270" y="1462927"/>
                </a:lnTo>
                <a:lnTo>
                  <a:pt x="1964926" y="1459319"/>
                </a:lnTo>
                <a:lnTo>
                  <a:pt x="1934375" y="1401825"/>
                </a:lnTo>
                <a:lnTo>
                  <a:pt x="1953780" y="1391481"/>
                </a:lnTo>
                <a:lnTo>
                  <a:pt x="1950493" y="1385307"/>
                </a:lnTo>
                <a:close/>
                <a:moveTo>
                  <a:pt x="1278367" y="1365821"/>
                </a:moveTo>
                <a:lnTo>
                  <a:pt x="1275240" y="1372397"/>
                </a:lnTo>
                <a:lnTo>
                  <a:pt x="1271872" y="1378571"/>
                </a:lnTo>
                <a:lnTo>
                  <a:pt x="1291117" y="1389236"/>
                </a:lnTo>
                <a:lnTo>
                  <a:pt x="1259523" y="1446168"/>
                </a:lnTo>
                <a:lnTo>
                  <a:pt x="1266179" y="1449857"/>
                </a:lnTo>
                <a:lnTo>
                  <a:pt x="1272834" y="1453546"/>
                </a:lnTo>
                <a:lnTo>
                  <a:pt x="1304107" y="1396132"/>
                </a:lnTo>
                <a:lnTo>
                  <a:pt x="1323352" y="1406797"/>
                </a:lnTo>
                <a:lnTo>
                  <a:pt x="1326720" y="1400703"/>
                </a:lnTo>
                <a:lnTo>
                  <a:pt x="1330168" y="1394528"/>
                </a:lnTo>
                <a:close/>
                <a:moveTo>
                  <a:pt x="1776247" y="1354274"/>
                </a:moveTo>
                <a:lnTo>
                  <a:pt x="1776247" y="1354515"/>
                </a:lnTo>
                <a:cubicBezTo>
                  <a:pt x="1779374" y="1354515"/>
                  <a:pt x="1779855" y="1357562"/>
                  <a:pt x="1779374" y="1361331"/>
                </a:cubicBezTo>
                <a:cubicBezTo>
                  <a:pt x="1778893" y="1365100"/>
                  <a:pt x="1779053" y="1381538"/>
                  <a:pt x="1776167" y="1381538"/>
                </a:cubicBezTo>
                <a:cubicBezTo>
                  <a:pt x="1773280" y="1381538"/>
                  <a:pt x="1774242" y="1368467"/>
                  <a:pt x="1774242" y="1362293"/>
                </a:cubicBezTo>
                <a:cubicBezTo>
                  <a:pt x="1774242" y="1356119"/>
                  <a:pt x="1774242" y="1354274"/>
                  <a:pt x="1776247" y="1354274"/>
                </a:cubicBezTo>
                <a:close/>
                <a:moveTo>
                  <a:pt x="1640811" y="1354274"/>
                </a:moveTo>
                <a:lnTo>
                  <a:pt x="1640811" y="1354515"/>
                </a:lnTo>
                <a:cubicBezTo>
                  <a:pt x="1643938" y="1354515"/>
                  <a:pt x="1644419" y="1357562"/>
                  <a:pt x="1643938" y="1361331"/>
                </a:cubicBezTo>
                <a:cubicBezTo>
                  <a:pt x="1643457" y="1365100"/>
                  <a:pt x="1643617" y="1381538"/>
                  <a:pt x="1640731" y="1381538"/>
                </a:cubicBezTo>
                <a:cubicBezTo>
                  <a:pt x="1637844" y="1381538"/>
                  <a:pt x="1638806" y="1368467"/>
                  <a:pt x="1638806" y="1362293"/>
                </a:cubicBezTo>
                <a:cubicBezTo>
                  <a:pt x="1638806" y="1356119"/>
                  <a:pt x="1638806" y="1354274"/>
                  <a:pt x="1640811" y="1354274"/>
                </a:cubicBezTo>
                <a:close/>
                <a:moveTo>
                  <a:pt x="1480117" y="1353472"/>
                </a:moveTo>
                <a:cubicBezTo>
                  <a:pt x="1480117" y="1353472"/>
                  <a:pt x="1483485" y="1351948"/>
                  <a:pt x="1484448" y="1354114"/>
                </a:cubicBezTo>
                <a:cubicBezTo>
                  <a:pt x="1485153" y="1362758"/>
                  <a:pt x="1485337" y="1371434"/>
                  <a:pt x="1485009" y="1380094"/>
                </a:cubicBezTo>
                <a:cubicBezTo>
                  <a:pt x="1485009" y="1382099"/>
                  <a:pt x="1481080" y="1382901"/>
                  <a:pt x="1480117" y="1380094"/>
                </a:cubicBezTo>
                <a:cubicBezTo>
                  <a:pt x="1479636" y="1371282"/>
                  <a:pt x="1479636" y="1362445"/>
                  <a:pt x="1480117" y="1353633"/>
                </a:cubicBezTo>
                <a:close/>
                <a:moveTo>
                  <a:pt x="1753794" y="1353071"/>
                </a:moveTo>
                <a:cubicBezTo>
                  <a:pt x="1755799" y="1353071"/>
                  <a:pt x="1756761" y="1357321"/>
                  <a:pt x="1756761" y="1361090"/>
                </a:cubicBezTo>
                <a:cubicBezTo>
                  <a:pt x="1756761" y="1364859"/>
                  <a:pt x="1756601" y="1380896"/>
                  <a:pt x="1754195" y="1380896"/>
                </a:cubicBezTo>
                <a:cubicBezTo>
                  <a:pt x="1751789" y="1380896"/>
                  <a:pt x="1750426" y="1367665"/>
                  <a:pt x="1750426" y="1361731"/>
                </a:cubicBezTo>
                <a:cubicBezTo>
                  <a:pt x="1750426" y="1355798"/>
                  <a:pt x="1750426" y="1353312"/>
                  <a:pt x="1753794" y="1353312"/>
                </a:cubicBezTo>
                <a:close/>
                <a:moveTo>
                  <a:pt x="1618360" y="1353071"/>
                </a:moveTo>
                <a:cubicBezTo>
                  <a:pt x="1620364" y="1353071"/>
                  <a:pt x="1621326" y="1357642"/>
                  <a:pt x="1621326" y="1361090"/>
                </a:cubicBezTo>
                <a:cubicBezTo>
                  <a:pt x="1621326" y="1364538"/>
                  <a:pt x="1621246" y="1381297"/>
                  <a:pt x="1618841" y="1381297"/>
                </a:cubicBezTo>
                <a:cubicBezTo>
                  <a:pt x="1616435" y="1381297"/>
                  <a:pt x="1614991" y="1367665"/>
                  <a:pt x="1614991" y="1361731"/>
                </a:cubicBezTo>
                <a:cubicBezTo>
                  <a:pt x="1614991" y="1355798"/>
                  <a:pt x="1614991" y="1353312"/>
                  <a:pt x="1618360" y="1353312"/>
                </a:cubicBezTo>
                <a:close/>
                <a:moveTo>
                  <a:pt x="1503692" y="1351628"/>
                </a:moveTo>
                <a:cubicBezTo>
                  <a:pt x="1506659" y="1351307"/>
                  <a:pt x="1505937" y="1358925"/>
                  <a:pt x="1505937" y="1361090"/>
                </a:cubicBezTo>
                <a:cubicBezTo>
                  <a:pt x="1505937" y="1363255"/>
                  <a:pt x="1506098" y="1379934"/>
                  <a:pt x="1503692" y="1379934"/>
                </a:cubicBezTo>
                <a:cubicBezTo>
                  <a:pt x="1501286" y="1379934"/>
                  <a:pt x="1501286" y="1365741"/>
                  <a:pt x="1501286" y="1361090"/>
                </a:cubicBezTo>
                <a:cubicBezTo>
                  <a:pt x="1501286" y="1356439"/>
                  <a:pt x="1500805" y="1351628"/>
                  <a:pt x="1503692" y="1351628"/>
                </a:cubicBezTo>
                <a:close/>
                <a:moveTo>
                  <a:pt x="1490542" y="1349784"/>
                </a:moveTo>
                <a:lnTo>
                  <a:pt x="1490560" y="1350324"/>
                </a:lnTo>
                <a:lnTo>
                  <a:pt x="1490542" y="1350345"/>
                </a:lnTo>
                <a:close/>
                <a:moveTo>
                  <a:pt x="1491857" y="1348733"/>
                </a:moveTo>
                <a:cubicBezTo>
                  <a:pt x="1493332" y="1347835"/>
                  <a:pt x="1495256" y="1348309"/>
                  <a:pt x="1496154" y="1349784"/>
                </a:cubicBezTo>
                <a:cubicBezTo>
                  <a:pt x="1497117" y="1351067"/>
                  <a:pt x="1497117" y="1380014"/>
                  <a:pt x="1497117" y="1381859"/>
                </a:cubicBezTo>
                <a:cubicBezTo>
                  <a:pt x="1497117" y="1383703"/>
                  <a:pt x="1492546" y="1383382"/>
                  <a:pt x="1491584" y="1381859"/>
                </a:cubicBezTo>
                <a:lnTo>
                  <a:pt x="1490560" y="1350324"/>
                </a:lnTo>
                <a:close/>
                <a:moveTo>
                  <a:pt x="1765983" y="1347538"/>
                </a:moveTo>
                <a:cubicBezTo>
                  <a:pt x="1770073" y="1347538"/>
                  <a:pt x="1768870" y="1353392"/>
                  <a:pt x="1768870" y="1359566"/>
                </a:cubicBezTo>
                <a:cubicBezTo>
                  <a:pt x="1768870" y="1365741"/>
                  <a:pt x="1769912" y="1382901"/>
                  <a:pt x="1765502" y="1382901"/>
                </a:cubicBezTo>
                <a:cubicBezTo>
                  <a:pt x="1761092" y="1382901"/>
                  <a:pt x="1762054" y="1364859"/>
                  <a:pt x="1762054" y="1359246"/>
                </a:cubicBezTo>
                <a:cubicBezTo>
                  <a:pt x="1762054" y="1353633"/>
                  <a:pt x="1761092" y="1347538"/>
                  <a:pt x="1765983" y="1347538"/>
                </a:cubicBezTo>
                <a:close/>
                <a:moveTo>
                  <a:pt x="1630547" y="1347538"/>
                </a:moveTo>
                <a:cubicBezTo>
                  <a:pt x="1634717" y="1347538"/>
                  <a:pt x="1633434" y="1353392"/>
                  <a:pt x="1633434" y="1359566"/>
                </a:cubicBezTo>
                <a:cubicBezTo>
                  <a:pt x="1633434" y="1365741"/>
                  <a:pt x="1634476" y="1382901"/>
                  <a:pt x="1630066" y="1382901"/>
                </a:cubicBezTo>
                <a:cubicBezTo>
                  <a:pt x="1625656" y="1382901"/>
                  <a:pt x="1626618" y="1364859"/>
                  <a:pt x="1626618" y="1359246"/>
                </a:cubicBezTo>
                <a:cubicBezTo>
                  <a:pt x="1626618" y="1353633"/>
                  <a:pt x="1625656" y="1347538"/>
                  <a:pt x="1630547" y="1347538"/>
                </a:cubicBezTo>
                <a:close/>
                <a:moveTo>
                  <a:pt x="1414124" y="1345052"/>
                </a:moveTo>
                <a:lnTo>
                  <a:pt x="1414607" y="1345496"/>
                </a:lnTo>
                <a:lnTo>
                  <a:pt x="1413883" y="1345373"/>
                </a:lnTo>
                <a:close/>
                <a:moveTo>
                  <a:pt x="2008227" y="1340723"/>
                </a:moveTo>
                <a:lnTo>
                  <a:pt x="1963242" y="1369911"/>
                </a:lnTo>
                <a:lnTo>
                  <a:pt x="2006382" y="1436305"/>
                </a:lnTo>
                <a:lnTo>
                  <a:pt x="2052570" y="1405995"/>
                </a:lnTo>
                <a:lnTo>
                  <a:pt x="2048721" y="1400061"/>
                </a:lnTo>
                <a:lnTo>
                  <a:pt x="2044952" y="1394207"/>
                </a:lnTo>
                <a:lnTo>
                  <a:pt x="2011354" y="1416018"/>
                </a:lnTo>
                <a:lnTo>
                  <a:pt x="2000048" y="1398778"/>
                </a:lnTo>
                <a:lnTo>
                  <a:pt x="2030198" y="1379533"/>
                </a:lnTo>
                <a:lnTo>
                  <a:pt x="2026509" y="1373760"/>
                </a:lnTo>
                <a:lnTo>
                  <a:pt x="2022821" y="1368066"/>
                </a:lnTo>
                <a:lnTo>
                  <a:pt x="1992911" y="1387472"/>
                </a:lnTo>
                <a:lnTo>
                  <a:pt x="1983770" y="1373359"/>
                </a:lnTo>
                <a:lnTo>
                  <a:pt x="2015844" y="1352510"/>
                </a:lnTo>
                <a:lnTo>
                  <a:pt x="2012076" y="1346577"/>
                </a:lnTo>
                <a:close/>
                <a:moveTo>
                  <a:pt x="1222637" y="1332704"/>
                </a:moveTo>
                <a:cubicBezTo>
                  <a:pt x="1215741" y="1333410"/>
                  <a:pt x="1209535" y="1337179"/>
                  <a:pt x="1205718" y="1342968"/>
                </a:cubicBezTo>
                <a:cubicBezTo>
                  <a:pt x="1201973" y="1347250"/>
                  <a:pt x="1200410" y="1353016"/>
                  <a:pt x="1201468" y="1358605"/>
                </a:cubicBezTo>
                <a:cubicBezTo>
                  <a:pt x="1204475" y="1366439"/>
                  <a:pt x="1209030" y="1373583"/>
                  <a:pt x="1214859" y="1379613"/>
                </a:cubicBezTo>
                <a:cubicBezTo>
                  <a:pt x="1217914" y="1382741"/>
                  <a:pt x="1220416" y="1386381"/>
                  <a:pt x="1222236" y="1390358"/>
                </a:cubicBezTo>
                <a:cubicBezTo>
                  <a:pt x="1223014" y="1392804"/>
                  <a:pt x="1222469" y="1395474"/>
                  <a:pt x="1220793" y="1397415"/>
                </a:cubicBezTo>
                <a:cubicBezTo>
                  <a:pt x="1219109" y="1399820"/>
                  <a:pt x="1216246" y="1401111"/>
                  <a:pt x="1213336" y="1400783"/>
                </a:cubicBezTo>
                <a:cubicBezTo>
                  <a:pt x="1209391" y="1400253"/>
                  <a:pt x="1205670" y="1398650"/>
                  <a:pt x="1202591" y="1396132"/>
                </a:cubicBezTo>
                <a:cubicBezTo>
                  <a:pt x="1199231" y="1394015"/>
                  <a:pt x="1196769" y="1390735"/>
                  <a:pt x="1195695" y="1386910"/>
                </a:cubicBezTo>
                <a:cubicBezTo>
                  <a:pt x="1194885" y="1383302"/>
                  <a:pt x="1195711" y="1379517"/>
                  <a:pt x="1197940" y="1376566"/>
                </a:cubicBezTo>
                <a:lnTo>
                  <a:pt x="1186072" y="1367986"/>
                </a:lnTo>
                <a:cubicBezTo>
                  <a:pt x="1181614" y="1373952"/>
                  <a:pt x="1179842" y="1381506"/>
                  <a:pt x="1181181" y="1388835"/>
                </a:cubicBezTo>
                <a:cubicBezTo>
                  <a:pt x="1183209" y="1396404"/>
                  <a:pt x="1187989" y="1402948"/>
                  <a:pt x="1194572" y="1407198"/>
                </a:cubicBezTo>
                <a:cubicBezTo>
                  <a:pt x="1200682" y="1412113"/>
                  <a:pt x="1208300" y="1414775"/>
                  <a:pt x="1216142" y="1414735"/>
                </a:cubicBezTo>
                <a:cubicBezTo>
                  <a:pt x="1222982" y="1414358"/>
                  <a:pt x="1229245" y="1410798"/>
                  <a:pt x="1233062" y="1405113"/>
                </a:cubicBezTo>
                <a:cubicBezTo>
                  <a:pt x="1236903" y="1400694"/>
                  <a:pt x="1238755" y="1394897"/>
                  <a:pt x="1238193" y="1389075"/>
                </a:cubicBezTo>
                <a:cubicBezTo>
                  <a:pt x="1235836" y="1381642"/>
                  <a:pt x="1231747" y="1374874"/>
                  <a:pt x="1226246" y="1369349"/>
                </a:cubicBezTo>
                <a:cubicBezTo>
                  <a:pt x="1222806" y="1365653"/>
                  <a:pt x="1219823" y="1361563"/>
                  <a:pt x="1217345" y="1357161"/>
                </a:cubicBezTo>
                <a:cubicBezTo>
                  <a:pt x="1216190" y="1355124"/>
                  <a:pt x="1216383" y="1352591"/>
                  <a:pt x="1217826" y="1350746"/>
                </a:cubicBezTo>
                <a:cubicBezTo>
                  <a:pt x="1219430" y="1348300"/>
                  <a:pt x="1222052" y="1346713"/>
                  <a:pt x="1224963" y="1346416"/>
                </a:cubicBezTo>
                <a:cubicBezTo>
                  <a:pt x="1228226" y="1346320"/>
                  <a:pt x="1231418" y="1347402"/>
                  <a:pt x="1233944" y="1349463"/>
                </a:cubicBezTo>
                <a:cubicBezTo>
                  <a:pt x="1237191" y="1351604"/>
                  <a:pt x="1239605" y="1354804"/>
                  <a:pt x="1240760" y="1358524"/>
                </a:cubicBezTo>
                <a:cubicBezTo>
                  <a:pt x="1241738" y="1361900"/>
                  <a:pt x="1241185" y="1365541"/>
                  <a:pt x="1239236" y="1368467"/>
                </a:cubicBezTo>
                <a:lnTo>
                  <a:pt x="1251184" y="1377208"/>
                </a:lnTo>
                <a:lnTo>
                  <a:pt x="1251184" y="1377047"/>
                </a:lnTo>
                <a:cubicBezTo>
                  <a:pt x="1255217" y="1371138"/>
                  <a:pt x="1256749" y="1363873"/>
                  <a:pt x="1255434" y="1356840"/>
                </a:cubicBezTo>
                <a:cubicBezTo>
                  <a:pt x="1253774" y="1349720"/>
                  <a:pt x="1249476" y="1343505"/>
                  <a:pt x="1243406" y="1339440"/>
                </a:cubicBezTo>
                <a:cubicBezTo>
                  <a:pt x="1237560" y="1334685"/>
                  <a:pt x="1230159" y="1332287"/>
                  <a:pt x="1222637" y="1332704"/>
                </a:cubicBezTo>
                <a:close/>
                <a:moveTo>
                  <a:pt x="2069249" y="1297101"/>
                </a:moveTo>
                <a:cubicBezTo>
                  <a:pt x="2061375" y="1296949"/>
                  <a:pt x="2053741" y="1299820"/>
                  <a:pt x="2047919" y="1305120"/>
                </a:cubicBezTo>
                <a:cubicBezTo>
                  <a:pt x="2040518" y="1310877"/>
                  <a:pt x="2036292" y="1319802"/>
                  <a:pt x="2036533" y="1329176"/>
                </a:cubicBezTo>
                <a:cubicBezTo>
                  <a:pt x="2037310" y="1340161"/>
                  <a:pt x="2041841" y="1350554"/>
                  <a:pt x="2049363" y="1358605"/>
                </a:cubicBezTo>
                <a:cubicBezTo>
                  <a:pt x="2055874" y="1367249"/>
                  <a:pt x="2065207" y="1373351"/>
                  <a:pt x="2075744" y="1375845"/>
                </a:cubicBezTo>
                <a:cubicBezTo>
                  <a:pt x="2093514" y="1378579"/>
                  <a:pt x="2110152" y="1366423"/>
                  <a:pt x="2112951" y="1348661"/>
                </a:cubicBezTo>
                <a:lnTo>
                  <a:pt x="2112790" y="1348501"/>
                </a:lnTo>
                <a:cubicBezTo>
                  <a:pt x="2113352" y="1340410"/>
                  <a:pt x="2110994" y="1332383"/>
                  <a:pt x="2106135" y="1325888"/>
                </a:cubicBezTo>
                <a:lnTo>
                  <a:pt x="2094428" y="1335671"/>
                </a:lnTo>
                <a:cubicBezTo>
                  <a:pt x="2096986" y="1339135"/>
                  <a:pt x="2098213" y="1343401"/>
                  <a:pt x="2097876" y="1347699"/>
                </a:cubicBezTo>
                <a:cubicBezTo>
                  <a:pt x="2097763" y="1348605"/>
                  <a:pt x="2097571" y="1349503"/>
                  <a:pt x="2097298" y="1350377"/>
                </a:cubicBezTo>
                <a:cubicBezTo>
                  <a:pt x="2094708" y="1358845"/>
                  <a:pt x="2085735" y="1363608"/>
                  <a:pt x="2077268" y="1361010"/>
                </a:cubicBezTo>
                <a:cubicBezTo>
                  <a:pt x="2070853" y="1358580"/>
                  <a:pt x="2065288" y="1354347"/>
                  <a:pt x="2061230" y="1348822"/>
                </a:cubicBezTo>
                <a:cubicBezTo>
                  <a:pt x="2056339" y="1343642"/>
                  <a:pt x="2053051" y="1337147"/>
                  <a:pt x="2051768" y="1330138"/>
                </a:cubicBezTo>
                <a:cubicBezTo>
                  <a:pt x="2050942" y="1324774"/>
                  <a:pt x="2053019" y="1319377"/>
                  <a:pt x="2057221" y="1315945"/>
                </a:cubicBezTo>
                <a:cubicBezTo>
                  <a:pt x="2060204" y="1313235"/>
                  <a:pt x="2064093" y="1311743"/>
                  <a:pt x="2068126" y="1311776"/>
                </a:cubicBezTo>
                <a:cubicBezTo>
                  <a:pt x="2072048" y="1311864"/>
                  <a:pt x="2075792" y="1313475"/>
                  <a:pt x="2078551" y="1316266"/>
                </a:cubicBezTo>
                <a:lnTo>
                  <a:pt x="2090258" y="1306483"/>
                </a:lnTo>
                <a:cubicBezTo>
                  <a:pt x="2084701" y="1300806"/>
                  <a:pt x="2077188" y="1297454"/>
                  <a:pt x="2069249" y="1297101"/>
                </a:cubicBezTo>
                <a:close/>
                <a:moveTo>
                  <a:pt x="1650486" y="1294415"/>
                </a:moveTo>
                <a:lnTo>
                  <a:pt x="1650646" y="1294415"/>
                </a:lnTo>
                <a:lnTo>
                  <a:pt x="1650646" y="1315825"/>
                </a:lnTo>
                <a:lnTo>
                  <a:pt x="1632444" y="1315825"/>
                </a:lnTo>
                <a:close/>
                <a:moveTo>
                  <a:pt x="1694857" y="1290285"/>
                </a:moveTo>
                <a:cubicBezTo>
                  <a:pt x="1703357" y="1290285"/>
                  <a:pt x="1706724" y="1297342"/>
                  <a:pt x="1706724" y="1309210"/>
                </a:cubicBezTo>
                <a:cubicBezTo>
                  <a:pt x="1706724" y="1321077"/>
                  <a:pt x="1703036" y="1328133"/>
                  <a:pt x="1694857" y="1328133"/>
                </a:cubicBezTo>
                <a:cubicBezTo>
                  <a:pt x="1686678" y="1328133"/>
                  <a:pt x="1682989" y="1320997"/>
                  <a:pt x="1682989" y="1309210"/>
                </a:cubicBezTo>
                <a:cubicBezTo>
                  <a:pt x="1682989" y="1297422"/>
                  <a:pt x="1686838" y="1290285"/>
                  <a:pt x="1694857" y="1290285"/>
                </a:cubicBezTo>
                <a:close/>
                <a:moveTo>
                  <a:pt x="1596147" y="1290285"/>
                </a:moveTo>
                <a:cubicBezTo>
                  <a:pt x="1604326" y="1290285"/>
                  <a:pt x="1607614" y="1295016"/>
                  <a:pt x="1607614" y="1300388"/>
                </a:cubicBezTo>
                <a:cubicBezTo>
                  <a:pt x="1607670" y="1301006"/>
                  <a:pt x="1607662" y="1301623"/>
                  <a:pt x="1607598" y="1302241"/>
                </a:cubicBezTo>
                <a:cubicBezTo>
                  <a:pt x="1607052" y="1307701"/>
                  <a:pt x="1602169" y="1311687"/>
                  <a:pt x="1596708" y="1311133"/>
                </a:cubicBezTo>
                <a:cubicBezTo>
                  <a:pt x="1591977" y="1311133"/>
                  <a:pt x="1585242" y="1310011"/>
                  <a:pt x="1585242" y="1300869"/>
                </a:cubicBezTo>
                <a:cubicBezTo>
                  <a:pt x="1585226" y="1300484"/>
                  <a:pt x="1585233" y="1300100"/>
                  <a:pt x="1585257" y="1299715"/>
                </a:cubicBezTo>
                <a:cubicBezTo>
                  <a:pt x="1585667" y="1294102"/>
                  <a:pt x="1590534" y="1289884"/>
                  <a:pt x="1596147" y="1290285"/>
                </a:cubicBezTo>
                <a:close/>
                <a:moveTo>
                  <a:pt x="1593918" y="1285410"/>
                </a:moveTo>
                <a:cubicBezTo>
                  <a:pt x="1585057" y="1285490"/>
                  <a:pt x="1577944" y="1292731"/>
                  <a:pt x="1578025" y="1301592"/>
                </a:cubicBezTo>
                <a:cubicBezTo>
                  <a:pt x="1578041" y="1301953"/>
                  <a:pt x="1578065" y="1302313"/>
                  <a:pt x="1578105" y="1302666"/>
                </a:cubicBezTo>
                <a:cubicBezTo>
                  <a:pt x="1579091" y="1311471"/>
                  <a:pt x="1587022" y="1317814"/>
                  <a:pt x="1595826" y="1316827"/>
                </a:cubicBezTo>
                <a:cubicBezTo>
                  <a:pt x="1600814" y="1317188"/>
                  <a:pt x="1605665" y="1315095"/>
                  <a:pt x="1608817" y="1311214"/>
                </a:cubicBezTo>
                <a:cubicBezTo>
                  <a:pt x="1607052" y="1323483"/>
                  <a:pt x="1603203" y="1328855"/>
                  <a:pt x="1595185" y="1328855"/>
                </a:cubicBezTo>
                <a:cubicBezTo>
                  <a:pt x="1594631" y="1328960"/>
                  <a:pt x="1594070" y="1329008"/>
                  <a:pt x="1593517" y="1329000"/>
                </a:cubicBezTo>
                <a:cubicBezTo>
                  <a:pt x="1589083" y="1328920"/>
                  <a:pt x="1585562" y="1325263"/>
                  <a:pt x="1585643" y="1320837"/>
                </a:cubicBezTo>
                <a:lnTo>
                  <a:pt x="1578506" y="1320837"/>
                </a:lnTo>
                <a:cubicBezTo>
                  <a:pt x="1578506" y="1325487"/>
                  <a:pt x="1582114" y="1333506"/>
                  <a:pt x="1595345" y="1333506"/>
                </a:cubicBezTo>
                <a:lnTo>
                  <a:pt x="1595345" y="1333747"/>
                </a:lnTo>
                <a:cubicBezTo>
                  <a:pt x="1615151" y="1333747"/>
                  <a:pt x="1615953" y="1311936"/>
                  <a:pt x="1616113" y="1307445"/>
                </a:cubicBezTo>
                <a:cubicBezTo>
                  <a:pt x="1616113" y="1299828"/>
                  <a:pt x="1614269" y="1285554"/>
                  <a:pt x="1596227" y="1285554"/>
                </a:cubicBezTo>
                <a:cubicBezTo>
                  <a:pt x="1595457" y="1285450"/>
                  <a:pt x="1594688" y="1285402"/>
                  <a:pt x="1593918" y="1285410"/>
                </a:cubicBezTo>
                <a:close/>
                <a:moveTo>
                  <a:pt x="1694857" y="1285314"/>
                </a:moveTo>
                <a:cubicBezTo>
                  <a:pt x="1678579" y="1285314"/>
                  <a:pt x="1675452" y="1299748"/>
                  <a:pt x="1675452" y="1309370"/>
                </a:cubicBezTo>
                <a:cubicBezTo>
                  <a:pt x="1675452" y="1318992"/>
                  <a:pt x="1678820" y="1333426"/>
                  <a:pt x="1694857" y="1333426"/>
                </a:cubicBezTo>
                <a:lnTo>
                  <a:pt x="1694857" y="1333747"/>
                </a:lnTo>
                <a:cubicBezTo>
                  <a:pt x="1711375" y="1333747"/>
                  <a:pt x="1714262" y="1318992"/>
                  <a:pt x="1714262" y="1309370"/>
                </a:cubicBezTo>
                <a:cubicBezTo>
                  <a:pt x="1714262" y="1299748"/>
                  <a:pt x="1711135" y="1285314"/>
                  <a:pt x="1694857" y="1285314"/>
                </a:cubicBezTo>
                <a:close/>
                <a:moveTo>
                  <a:pt x="1651636" y="1284993"/>
                </a:moveTo>
                <a:lnTo>
                  <a:pt x="1625736" y="1314903"/>
                </a:lnTo>
                <a:lnTo>
                  <a:pt x="1625736" y="1320676"/>
                </a:lnTo>
                <a:lnTo>
                  <a:pt x="1650434" y="1320676"/>
                </a:lnTo>
                <a:lnTo>
                  <a:pt x="1650434" y="1332223"/>
                </a:lnTo>
                <a:lnTo>
                  <a:pt x="1657570" y="1332223"/>
                </a:lnTo>
                <a:lnTo>
                  <a:pt x="1657570" y="1320676"/>
                </a:lnTo>
                <a:lnTo>
                  <a:pt x="1665589" y="1320676"/>
                </a:lnTo>
                <a:lnTo>
                  <a:pt x="1665589" y="1315624"/>
                </a:lnTo>
                <a:lnTo>
                  <a:pt x="1657570" y="1315624"/>
                </a:lnTo>
                <a:lnTo>
                  <a:pt x="1657570" y="1284993"/>
                </a:lnTo>
                <a:close/>
                <a:moveTo>
                  <a:pt x="1548917" y="1284672"/>
                </a:moveTo>
                <a:cubicBezTo>
                  <a:pt x="1546672" y="1292370"/>
                  <a:pt x="1542823" y="1293172"/>
                  <a:pt x="1533682" y="1293653"/>
                </a:cubicBezTo>
                <a:lnTo>
                  <a:pt x="1533682" y="1298705"/>
                </a:lnTo>
                <a:lnTo>
                  <a:pt x="1546912" y="1298705"/>
                </a:lnTo>
                <a:lnTo>
                  <a:pt x="1546912" y="1332223"/>
                </a:lnTo>
                <a:lnTo>
                  <a:pt x="1554450" y="1332223"/>
                </a:lnTo>
                <a:lnTo>
                  <a:pt x="1554450" y="1284672"/>
                </a:lnTo>
                <a:close/>
                <a:moveTo>
                  <a:pt x="1158809" y="1270961"/>
                </a:moveTo>
                <a:lnTo>
                  <a:pt x="1104763" y="1328855"/>
                </a:lnTo>
                <a:lnTo>
                  <a:pt x="1109975" y="1333747"/>
                </a:lnTo>
                <a:lnTo>
                  <a:pt x="1115187" y="1338879"/>
                </a:lnTo>
                <a:lnTo>
                  <a:pt x="1154078" y="1297101"/>
                </a:lnTo>
                <a:lnTo>
                  <a:pt x="1137158" y="1359406"/>
                </a:lnTo>
                <a:lnTo>
                  <a:pt x="1142691" y="1364538"/>
                </a:lnTo>
                <a:lnTo>
                  <a:pt x="1148224" y="1369430"/>
                </a:lnTo>
                <a:lnTo>
                  <a:pt x="1202190" y="1311455"/>
                </a:lnTo>
                <a:lnTo>
                  <a:pt x="1196978" y="1306643"/>
                </a:lnTo>
                <a:lnTo>
                  <a:pt x="1191846" y="1301832"/>
                </a:lnTo>
                <a:lnTo>
                  <a:pt x="1153917" y="1342487"/>
                </a:lnTo>
                <a:lnTo>
                  <a:pt x="1170436" y="1281866"/>
                </a:lnTo>
                <a:lnTo>
                  <a:pt x="1164582" y="1276413"/>
                </a:lnTo>
                <a:close/>
                <a:moveTo>
                  <a:pt x="1133229" y="1243055"/>
                </a:moveTo>
                <a:lnTo>
                  <a:pt x="1074372" y="1296059"/>
                </a:lnTo>
                <a:lnTo>
                  <a:pt x="1079504" y="1301672"/>
                </a:lnTo>
                <a:lnTo>
                  <a:pt x="1084556" y="1307365"/>
                </a:lnTo>
                <a:lnTo>
                  <a:pt x="1143413" y="1254362"/>
                </a:lnTo>
                <a:lnTo>
                  <a:pt x="1138361" y="1248669"/>
                </a:lnTo>
                <a:close/>
                <a:moveTo>
                  <a:pt x="2127625" y="1227579"/>
                </a:moveTo>
                <a:lnTo>
                  <a:pt x="2122573" y="1233273"/>
                </a:lnTo>
                <a:lnTo>
                  <a:pt x="2117441" y="1238886"/>
                </a:lnTo>
                <a:lnTo>
                  <a:pt x="2139493" y="1258772"/>
                </a:lnTo>
                <a:lnTo>
                  <a:pt x="2120489" y="1279941"/>
                </a:lnTo>
                <a:lnTo>
                  <a:pt x="2098437" y="1260055"/>
                </a:lnTo>
                <a:lnTo>
                  <a:pt x="2093305" y="1265748"/>
                </a:lnTo>
                <a:lnTo>
                  <a:pt x="2088253" y="1271361"/>
                </a:lnTo>
                <a:lnTo>
                  <a:pt x="2146950" y="1324525"/>
                </a:lnTo>
                <a:lnTo>
                  <a:pt x="2152002" y="1318832"/>
                </a:lnTo>
                <a:lnTo>
                  <a:pt x="2157134" y="1313219"/>
                </a:lnTo>
                <a:lnTo>
                  <a:pt x="2130432" y="1289163"/>
                </a:lnTo>
                <a:lnTo>
                  <a:pt x="2149516" y="1267993"/>
                </a:lnTo>
                <a:lnTo>
                  <a:pt x="2176138" y="1292049"/>
                </a:lnTo>
                <a:lnTo>
                  <a:pt x="2181270" y="1286356"/>
                </a:lnTo>
                <a:lnTo>
                  <a:pt x="2186482" y="1280583"/>
                </a:lnTo>
                <a:close/>
                <a:moveTo>
                  <a:pt x="1623490" y="1187967"/>
                </a:moveTo>
                <a:cubicBezTo>
                  <a:pt x="1625247" y="1190573"/>
                  <a:pt x="1627203" y="1193043"/>
                  <a:pt x="1629344" y="1195344"/>
                </a:cubicBezTo>
                <a:cubicBezTo>
                  <a:pt x="1631830" y="1197830"/>
                  <a:pt x="1635518" y="1200075"/>
                  <a:pt x="1635759" y="1201519"/>
                </a:cubicBezTo>
                <a:cubicBezTo>
                  <a:pt x="1636000" y="1202962"/>
                  <a:pt x="1633995" y="1203443"/>
                  <a:pt x="1633995" y="1203443"/>
                </a:cubicBezTo>
                <a:lnTo>
                  <a:pt x="1633995" y="1252838"/>
                </a:lnTo>
                <a:cubicBezTo>
                  <a:pt x="1633995" y="1252838"/>
                  <a:pt x="1652759" y="1252518"/>
                  <a:pt x="1658853" y="1257168"/>
                </a:cubicBezTo>
                <a:cubicBezTo>
                  <a:pt x="1664947" y="1261819"/>
                  <a:pt x="1675452" y="1265748"/>
                  <a:pt x="1678178" y="1268956"/>
                </a:cubicBezTo>
                <a:cubicBezTo>
                  <a:pt x="1680904" y="1272163"/>
                  <a:pt x="1692291" y="1272885"/>
                  <a:pt x="1696942" y="1274168"/>
                </a:cubicBezTo>
                <a:cubicBezTo>
                  <a:pt x="1701593" y="1275451"/>
                  <a:pt x="1703838" y="1281465"/>
                  <a:pt x="1706484" y="1283470"/>
                </a:cubicBezTo>
                <a:cubicBezTo>
                  <a:pt x="1709130" y="1285474"/>
                  <a:pt x="1713219" y="1283229"/>
                  <a:pt x="1717149" y="1284432"/>
                </a:cubicBezTo>
                <a:cubicBezTo>
                  <a:pt x="1721078" y="1285635"/>
                  <a:pt x="1727733" y="1293493"/>
                  <a:pt x="1732064" y="1295578"/>
                </a:cubicBezTo>
                <a:cubicBezTo>
                  <a:pt x="1736394" y="1297663"/>
                  <a:pt x="1741686" y="1298064"/>
                  <a:pt x="1743611" y="1302714"/>
                </a:cubicBezTo>
                <a:cubicBezTo>
                  <a:pt x="1745535" y="1307365"/>
                  <a:pt x="1744412" y="1309931"/>
                  <a:pt x="1749384" y="1309931"/>
                </a:cubicBezTo>
                <a:cubicBezTo>
                  <a:pt x="1753425" y="1309763"/>
                  <a:pt x="1757338" y="1311334"/>
                  <a:pt x="1760129" y="1314261"/>
                </a:cubicBezTo>
                <a:cubicBezTo>
                  <a:pt x="1761813" y="1315705"/>
                  <a:pt x="1767265" y="1313941"/>
                  <a:pt x="1772317" y="1315705"/>
                </a:cubicBezTo>
                <a:cubicBezTo>
                  <a:pt x="1774883" y="1316426"/>
                  <a:pt x="1783223" y="1320676"/>
                  <a:pt x="1788354" y="1322120"/>
                </a:cubicBezTo>
                <a:cubicBezTo>
                  <a:pt x="1796493" y="1325624"/>
                  <a:pt x="1804264" y="1329954"/>
                  <a:pt x="1811529" y="1335030"/>
                </a:cubicBezTo>
                <a:cubicBezTo>
                  <a:pt x="1826740" y="1336072"/>
                  <a:pt x="1841807" y="1338622"/>
                  <a:pt x="1856513" y="1342647"/>
                </a:cubicBezTo>
                <a:lnTo>
                  <a:pt x="1396642" y="1343129"/>
                </a:lnTo>
                <a:cubicBezTo>
                  <a:pt x="1396642" y="1343129"/>
                  <a:pt x="1411477" y="1340162"/>
                  <a:pt x="1451570" y="1336714"/>
                </a:cubicBezTo>
                <a:cubicBezTo>
                  <a:pt x="1458635" y="1330836"/>
                  <a:pt x="1466822" y="1326442"/>
                  <a:pt x="1475626" y="1323804"/>
                </a:cubicBezTo>
                <a:cubicBezTo>
                  <a:pt x="1478513" y="1323563"/>
                  <a:pt x="1487414" y="1313299"/>
                  <a:pt x="1488537" y="1311615"/>
                </a:cubicBezTo>
                <a:cubicBezTo>
                  <a:pt x="1489659" y="1309931"/>
                  <a:pt x="1499281" y="1311214"/>
                  <a:pt x="1501446" y="1305120"/>
                </a:cubicBezTo>
                <a:cubicBezTo>
                  <a:pt x="1503612" y="1299026"/>
                  <a:pt x="1509626" y="1299828"/>
                  <a:pt x="1512993" y="1298625"/>
                </a:cubicBezTo>
                <a:cubicBezTo>
                  <a:pt x="1516361" y="1297422"/>
                  <a:pt x="1516842" y="1288922"/>
                  <a:pt x="1523017" y="1285715"/>
                </a:cubicBezTo>
                <a:cubicBezTo>
                  <a:pt x="1525823" y="1284271"/>
                  <a:pt x="1532960" y="1281946"/>
                  <a:pt x="1538092" y="1279941"/>
                </a:cubicBezTo>
                <a:cubicBezTo>
                  <a:pt x="1543224" y="1277937"/>
                  <a:pt x="1548677" y="1270479"/>
                  <a:pt x="1552445" y="1269918"/>
                </a:cubicBezTo>
                <a:cubicBezTo>
                  <a:pt x="1558964" y="1269597"/>
                  <a:pt x="1565339" y="1267873"/>
                  <a:pt x="1571129" y="1264866"/>
                </a:cubicBezTo>
                <a:cubicBezTo>
                  <a:pt x="1576581" y="1261178"/>
                  <a:pt x="1582916" y="1257569"/>
                  <a:pt x="1587647" y="1254843"/>
                </a:cubicBezTo>
                <a:cubicBezTo>
                  <a:pt x="1592378" y="1252117"/>
                  <a:pt x="1613868" y="1253560"/>
                  <a:pt x="1613868" y="1253560"/>
                </a:cubicBezTo>
                <a:lnTo>
                  <a:pt x="1613868" y="1204486"/>
                </a:lnTo>
                <a:lnTo>
                  <a:pt x="1611462" y="1202241"/>
                </a:lnTo>
                <a:cubicBezTo>
                  <a:pt x="1610420" y="1201278"/>
                  <a:pt x="1614831" y="1198311"/>
                  <a:pt x="1617798" y="1195344"/>
                </a:cubicBezTo>
                <a:cubicBezTo>
                  <a:pt x="1619947" y="1193091"/>
                  <a:pt x="1621855" y="1190621"/>
                  <a:pt x="1623490" y="1187967"/>
                </a:cubicBezTo>
                <a:close/>
                <a:moveTo>
                  <a:pt x="2176058" y="1161345"/>
                </a:moveTo>
                <a:lnTo>
                  <a:pt x="2171968" y="1167199"/>
                </a:lnTo>
                <a:lnTo>
                  <a:pt x="2167879" y="1173052"/>
                </a:lnTo>
                <a:lnTo>
                  <a:pt x="2213425" y="1205127"/>
                </a:lnTo>
                <a:lnTo>
                  <a:pt x="2151120" y="1197108"/>
                </a:lnTo>
                <a:lnTo>
                  <a:pt x="2146549" y="1203684"/>
                </a:lnTo>
                <a:lnTo>
                  <a:pt x="2141979" y="1210179"/>
                </a:lnTo>
                <a:lnTo>
                  <a:pt x="2206849" y="1255645"/>
                </a:lnTo>
                <a:lnTo>
                  <a:pt x="2210939" y="1249791"/>
                </a:lnTo>
                <a:lnTo>
                  <a:pt x="2214948" y="1243937"/>
                </a:lnTo>
                <a:lnTo>
                  <a:pt x="2168199" y="1211221"/>
                </a:lnTo>
                <a:lnTo>
                  <a:pt x="2232349" y="1219240"/>
                </a:lnTo>
                <a:lnTo>
                  <a:pt x="2236759" y="1212985"/>
                </a:lnTo>
                <a:lnTo>
                  <a:pt x="2240929" y="1206811"/>
                </a:lnTo>
                <a:close/>
                <a:moveTo>
                  <a:pt x="1057212" y="1154369"/>
                </a:moveTo>
                <a:cubicBezTo>
                  <a:pt x="1034912" y="1153511"/>
                  <a:pt x="1014432" y="1166629"/>
                  <a:pt x="1005892" y="1187246"/>
                </a:cubicBezTo>
                <a:cubicBezTo>
                  <a:pt x="1003078" y="1196499"/>
                  <a:pt x="1004706" y="1206538"/>
                  <a:pt x="1010303" y="1214429"/>
                </a:cubicBezTo>
                <a:cubicBezTo>
                  <a:pt x="1014737" y="1221581"/>
                  <a:pt x="1022580" y="1225895"/>
                  <a:pt x="1030991" y="1225815"/>
                </a:cubicBezTo>
                <a:lnTo>
                  <a:pt x="1032515" y="1225815"/>
                </a:lnTo>
                <a:lnTo>
                  <a:pt x="1024496" y="1232631"/>
                </a:lnTo>
                <a:lnTo>
                  <a:pt x="1030029" y="1241211"/>
                </a:lnTo>
                <a:lnTo>
                  <a:pt x="1065872" y="1217957"/>
                </a:lnTo>
                <a:lnTo>
                  <a:pt x="1049274" y="1192297"/>
                </a:lnTo>
                <a:lnTo>
                  <a:pt x="1037807" y="1199755"/>
                </a:lnTo>
                <a:lnTo>
                  <a:pt x="1046707" y="1214429"/>
                </a:lnTo>
                <a:cubicBezTo>
                  <a:pt x="1043412" y="1215720"/>
                  <a:pt x="1039908" y="1216401"/>
                  <a:pt x="1036364" y="1216433"/>
                </a:cubicBezTo>
                <a:cubicBezTo>
                  <a:pt x="1030823" y="1216441"/>
                  <a:pt x="1025667" y="1213595"/>
                  <a:pt x="1022732" y="1208896"/>
                </a:cubicBezTo>
                <a:cubicBezTo>
                  <a:pt x="1019083" y="1203988"/>
                  <a:pt x="1018097" y="1197598"/>
                  <a:pt x="1020086" y="1191816"/>
                </a:cubicBezTo>
                <a:cubicBezTo>
                  <a:pt x="1022997" y="1185177"/>
                  <a:pt x="1028016" y="1179684"/>
                  <a:pt x="1034359" y="1176180"/>
                </a:cubicBezTo>
                <a:cubicBezTo>
                  <a:pt x="1040261" y="1171842"/>
                  <a:pt x="1047405" y="1169532"/>
                  <a:pt x="1054726" y="1169604"/>
                </a:cubicBezTo>
                <a:cubicBezTo>
                  <a:pt x="1060844" y="1169909"/>
                  <a:pt x="1066393" y="1173293"/>
                  <a:pt x="1069481" y="1178585"/>
                </a:cubicBezTo>
                <a:cubicBezTo>
                  <a:pt x="1071565" y="1181817"/>
                  <a:pt x="1072416" y="1185682"/>
                  <a:pt x="1071886" y="1189491"/>
                </a:cubicBezTo>
                <a:cubicBezTo>
                  <a:pt x="1071670" y="1193139"/>
                  <a:pt x="1069994" y="1196547"/>
                  <a:pt x="1067236" y="1198953"/>
                </a:cubicBezTo>
                <a:lnTo>
                  <a:pt x="1076216" y="1211702"/>
                </a:lnTo>
                <a:cubicBezTo>
                  <a:pt x="1082190" y="1207027"/>
                  <a:pt x="1086103" y="1200212"/>
                  <a:pt x="1087122" y="1192698"/>
                </a:cubicBezTo>
                <a:cubicBezTo>
                  <a:pt x="1087907" y="1184808"/>
                  <a:pt x="1085831" y="1176893"/>
                  <a:pt x="1081268" y="1170406"/>
                </a:cubicBezTo>
                <a:cubicBezTo>
                  <a:pt x="1076192" y="1161594"/>
                  <a:pt x="1067292" y="1155668"/>
                  <a:pt x="1057212" y="1154369"/>
                </a:cubicBezTo>
                <a:close/>
                <a:moveTo>
                  <a:pt x="2226816" y="1108261"/>
                </a:moveTo>
                <a:cubicBezTo>
                  <a:pt x="2234041" y="1107812"/>
                  <a:pt x="2241226" y="1109576"/>
                  <a:pt x="2247424" y="1113313"/>
                </a:cubicBezTo>
                <a:cubicBezTo>
                  <a:pt x="2254088" y="1116079"/>
                  <a:pt x="2259685" y="1120914"/>
                  <a:pt x="2263382" y="1127105"/>
                </a:cubicBezTo>
                <a:cubicBezTo>
                  <a:pt x="2264055" y="1128580"/>
                  <a:pt x="2264536" y="1130144"/>
                  <a:pt x="2264801" y="1131740"/>
                </a:cubicBezTo>
                <a:cubicBezTo>
                  <a:pt x="2266453" y="1141707"/>
                  <a:pt x="2259709" y="1151113"/>
                  <a:pt x="2249750" y="1152764"/>
                </a:cubicBezTo>
                <a:cubicBezTo>
                  <a:pt x="2242653" y="1153310"/>
                  <a:pt x="2235557" y="1151626"/>
                  <a:pt x="2229462" y="1147953"/>
                </a:cubicBezTo>
                <a:cubicBezTo>
                  <a:pt x="2222767" y="1144970"/>
                  <a:pt x="2217170" y="1139983"/>
                  <a:pt x="2213425" y="1133680"/>
                </a:cubicBezTo>
                <a:cubicBezTo>
                  <a:pt x="2210699" y="1128684"/>
                  <a:pt x="2210699" y="1122638"/>
                  <a:pt x="2213425" y="1117643"/>
                </a:cubicBezTo>
                <a:cubicBezTo>
                  <a:pt x="2215983" y="1112422"/>
                  <a:pt x="2221035" y="1108878"/>
                  <a:pt x="2226816" y="1108261"/>
                </a:cubicBezTo>
                <a:close/>
                <a:moveTo>
                  <a:pt x="2223288" y="1093988"/>
                </a:moveTo>
                <a:cubicBezTo>
                  <a:pt x="2222109" y="1094277"/>
                  <a:pt x="2220946" y="1094638"/>
                  <a:pt x="2219808" y="1095047"/>
                </a:cubicBezTo>
                <a:cubicBezTo>
                  <a:pt x="2201950" y="1101542"/>
                  <a:pt x="2192737" y="1121276"/>
                  <a:pt x="2199232" y="1139134"/>
                </a:cubicBezTo>
                <a:cubicBezTo>
                  <a:pt x="2203875" y="1149165"/>
                  <a:pt x="2211909" y="1157232"/>
                  <a:pt x="2221925" y="1161907"/>
                </a:cubicBezTo>
                <a:cubicBezTo>
                  <a:pt x="2231258" y="1167512"/>
                  <a:pt x="2242308" y="1169564"/>
                  <a:pt x="2253037" y="1167680"/>
                </a:cubicBezTo>
                <a:cubicBezTo>
                  <a:pt x="2262588" y="1165627"/>
                  <a:pt x="2270646" y="1159260"/>
                  <a:pt x="2274848" y="1150440"/>
                </a:cubicBezTo>
                <a:lnTo>
                  <a:pt x="2274688" y="1150279"/>
                </a:lnTo>
                <a:cubicBezTo>
                  <a:pt x="2279643" y="1141900"/>
                  <a:pt x="2280533" y="1131724"/>
                  <a:pt x="2277093" y="1122615"/>
                </a:cubicBezTo>
                <a:cubicBezTo>
                  <a:pt x="2272659" y="1112664"/>
                  <a:pt x="2264768" y="1104653"/>
                  <a:pt x="2254882" y="1100082"/>
                </a:cubicBezTo>
                <a:cubicBezTo>
                  <a:pt x="2245411" y="1094349"/>
                  <a:pt x="2234209" y="1092192"/>
                  <a:pt x="2223288" y="1093988"/>
                </a:cubicBezTo>
                <a:close/>
                <a:moveTo>
                  <a:pt x="1024656" y="1068890"/>
                </a:moveTo>
                <a:lnTo>
                  <a:pt x="952889" y="1102408"/>
                </a:lnTo>
                <a:lnTo>
                  <a:pt x="955856" y="1108823"/>
                </a:lnTo>
                <a:lnTo>
                  <a:pt x="958903" y="1115238"/>
                </a:lnTo>
                <a:lnTo>
                  <a:pt x="1010623" y="1091182"/>
                </a:lnTo>
                <a:lnTo>
                  <a:pt x="971573" y="1142582"/>
                </a:lnTo>
                <a:lnTo>
                  <a:pt x="974780" y="1149397"/>
                </a:lnTo>
                <a:lnTo>
                  <a:pt x="977988" y="1156133"/>
                </a:lnTo>
                <a:lnTo>
                  <a:pt x="1049755" y="1122695"/>
                </a:lnTo>
                <a:lnTo>
                  <a:pt x="1046707" y="1116200"/>
                </a:lnTo>
                <a:lnTo>
                  <a:pt x="1043741" y="1109785"/>
                </a:lnTo>
                <a:lnTo>
                  <a:pt x="993383" y="1133280"/>
                </a:lnTo>
                <a:lnTo>
                  <a:pt x="1031392" y="1083404"/>
                </a:lnTo>
                <a:lnTo>
                  <a:pt x="1028024" y="1076187"/>
                </a:lnTo>
                <a:close/>
                <a:moveTo>
                  <a:pt x="2305479" y="1036414"/>
                </a:moveTo>
                <a:lnTo>
                  <a:pt x="2292489" y="1070253"/>
                </a:lnTo>
                <a:lnTo>
                  <a:pt x="2231708" y="1046919"/>
                </a:lnTo>
                <a:lnTo>
                  <a:pt x="2228981" y="1054055"/>
                </a:lnTo>
                <a:lnTo>
                  <a:pt x="2226255" y="1061112"/>
                </a:lnTo>
                <a:lnTo>
                  <a:pt x="2300347" y="1089578"/>
                </a:lnTo>
                <a:lnTo>
                  <a:pt x="2318630" y="1041466"/>
                </a:lnTo>
                <a:lnTo>
                  <a:pt x="2312054" y="1038980"/>
                </a:lnTo>
                <a:close/>
                <a:moveTo>
                  <a:pt x="1010704" y="1033688"/>
                </a:moveTo>
                <a:lnTo>
                  <a:pt x="936772" y="1062074"/>
                </a:lnTo>
                <a:lnTo>
                  <a:pt x="939498" y="1069211"/>
                </a:lnTo>
                <a:lnTo>
                  <a:pt x="942224" y="1076267"/>
                </a:lnTo>
                <a:lnTo>
                  <a:pt x="1016156" y="1047881"/>
                </a:lnTo>
                <a:lnTo>
                  <a:pt x="1013430" y="1040825"/>
                </a:lnTo>
                <a:close/>
                <a:moveTo>
                  <a:pt x="942946" y="979722"/>
                </a:moveTo>
                <a:lnTo>
                  <a:pt x="938375" y="980925"/>
                </a:lnTo>
                <a:cubicBezTo>
                  <a:pt x="930966" y="982072"/>
                  <a:pt x="924230" y="985897"/>
                  <a:pt x="919451" y="991670"/>
                </a:cubicBezTo>
                <a:cubicBezTo>
                  <a:pt x="915995" y="997492"/>
                  <a:pt x="915322" y="1004548"/>
                  <a:pt x="917607" y="1010915"/>
                </a:cubicBezTo>
                <a:cubicBezTo>
                  <a:pt x="918826" y="1017258"/>
                  <a:pt x="922635" y="1022807"/>
                  <a:pt x="928111" y="1026231"/>
                </a:cubicBezTo>
                <a:lnTo>
                  <a:pt x="928111" y="1026070"/>
                </a:lnTo>
                <a:cubicBezTo>
                  <a:pt x="934077" y="1029021"/>
                  <a:pt x="940973" y="1029486"/>
                  <a:pt x="947276" y="1027353"/>
                </a:cubicBezTo>
                <a:lnTo>
                  <a:pt x="1002284" y="1012599"/>
                </a:lnTo>
                <a:lnTo>
                  <a:pt x="1000280" y="1005222"/>
                </a:lnTo>
                <a:lnTo>
                  <a:pt x="998355" y="997925"/>
                </a:lnTo>
                <a:lnTo>
                  <a:pt x="943347" y="1012679"/>
                </a:lnTo>
                <a:cubicBezTo>
                  <a:pt x="940556" y="1013561"/>
                  <a:pt x="937557" y="1013561"/>
                  <a:pt x="934767" y="1012679"/>
                </a:cubicBezTo>
                <a:cubicBezTo>
                  <a:pt x="934486" y="1012511"/>
                  <a:pt x="934214" y="1012318"/>
                  <a:pt x="933949" y="1012118"/>
                </a:cubicBezTo>
                <a:cubicBezTo>
                  <a:pt x="930012" y="1009103"/>
                  <a:pt x="929266" y="1003466"/>
                  <a:pt x="932281" y="999528"/>
                </a:cubicBezTo>
                <a:cubicBezTo>
                  <a:pt x="935056" y="997115"/>
                  <a:pt x="938439" y="995511"/>
                  <a:pt x="942064" y="994877"/>
                </a:cubicBezTo>
                <a:lnTo>
                  <a:pt x="946635" y="993675"/>
                </a:lnTo>
                <a:close/>
                <a:moveTo>
                  <a:pt x="2280381" y="954223"/>
                </a:moveTo>
                <a:cubicBezTo>
                  <a:pt x="2287301" y="952074"/>
                  <a:pt x="2294710" y="952074"/>
                  <a:pt x="2301630" y="954223"/>
                </a:cubicBezTo>
                <a:cubicBezTo>
                  <a:pt x="2308630" y="955554"/>
                  <a:pt x="2315022" y="959066"/>
                  <a:pt x="2319913" y="964246"/>
                </a:cubicBezTo>
                <a:cubicBezTo>
                  <a:pt x="2320923" y="965513"/>
                  <a:pt x="2321765" y="966916"/>
                  <a:pt x="2322415" y="968408"/>
                </a:cubicBezTo>
                <a:cubicBezTo>
                  <a:pt x="2326440" y="977710"/>
                  <a:pt x="2322166" y="988527"/>
                  <a:pt x="2312857" y="992552"/>
                </a:cubicBezTo>
                <a:cubicBezTo>
                  <a:pt x="2306073" y="994709"/>
                  <a:pt x="2298792" y="994709"/>
                  <a:pt x="2292008" y="992552"/>
                </a:cubicBezTo>
                <a:cubicBezTo>
                  <a:pt x="2284887" y="991197"/>
                  <a:pt x="2278360" y="987669"/>
                  <a:pt x="2273325" y="982449"/>
                </a:cubicBezTo>
                <a:cubicBezTo>
                  <a:pt x="2272098" y="980989"/>
                  <a:pt x="2271111" y="979353"/>
                  <a:pt x="2270406" y="977581"/>
                </a:cubicBezTo>
                <a:cubicBezTo>
                  <a:pt x="2266709" y="968376"/>
                  <a:pt x="2271176" y="957920"/>
                  <a:pt x="2280381" y="954223"/>
                </a:cubicBezTo>
                <a:close/>
                <a:moveTo>
                  <a:pt x="2305158" y="939468"/>
                </a:moveTo>
                <a:cubicBezTo>
                  <a:pt x="2294598" y="936221"/>
                  <a:pt x="2283227" y="936846"/>
                  <a:pt x="2273084" y="941233"/>
                </a:cubicBezTo>
                <a:cubicBezTo>
                  <a:pt x="2272001" y="941810"/>
                  <a:pt x="2270943" y="942443"/>
                  <a:pt x="2269924" y="943133"/>
                </a:cubicBezTo>
                <a:cubicBezTo>
                  <a:pt x="2254224" y="953750"/>
                  <a:pt x="2250110" y="975088"/>
                  <a:pt x="2260735" y="990788"/>
                </a:cubicBezTo>
                <a:cubicBezTo>
                  <a:pt x="2267695" y="999400"/>
                  <a:pt x="2277462" y="1005302"/>
                  <a:pt x="2288319" y="1007467"/>
                </a:cubicBezTo>
                <a:cubicBezTo>
                  <a:pt x="2298744" y="1010642"/>
                  <a:pt x="2309954" y="1009961"/>
                  <a:pt x="2319913" y="1005542"/>
                </a:cubicBezTo>
                <a:cubicBezTo>
                  <a:pt x="2328613" y="1001148"/>
                  <a:pt x="2334835" y="993033"/>
                  <a:pt x="2336832" y="983491"/>
                </a:cubicBezTo>
                <a:cubicBezTo>
                  <a:pt x="2339631" y="974101"/>
                  <a:pt x="2337915" y="963934"/>
                  <a:pt x="2332181" y="955987"/>
                </a:cubicBezTo>
                <a:cubicBezTo>
                  <a:pt x="2325470" y="947391"/>
                  <a:pt x="2315871" y="941513"/>
                  <a:pt x="2305158" y="939468"/>
                </a:cubicBezTo>
                <a:close/>
                <a:moveTo>
                  <a:pt x="983360" y="934256"/>
                </a:moveTo>
                <a:lnTo>
                  <a:pt x="905659" y="949412"/>
                </a:lnTo>
                <a:lnTo>
                  <a:pt x="907103" y="956869"/>
                </a:lnTo>
                <a:lnTo>
                  <a:pt x="908546" y="964326"/>
                </a:lnTo>
                <a:lnTo>
                  <a:pt x="986247" y="949251"/>
                </a:lnTo>
                <a:lnTo>
                  <a:pt x="984804" y="941714"/>
                </a:lnTo>
                <a:close/>
                <a:moveTo>
                  <a:pt x="1152073" y="933454"/>
                </a:moveTo>
                <a:cubicBezTo>
                  <a:pt x="1181799" y="940727"/>
                  <a:pt x="1212085" y="945531"/>
                  <a:pt x="1242604" y="947808"/>
                </a:cubicBezTo>
                <a:cubicBezTo>
                  <a:pt x="1301141" y="950133"/>
                  <a:pt x="1384054" y="945162"/>
                  <a:pt x="1459910" y="946044"/>
                </a:cubicBezTo>
                <a:cubicBezTo>
                  <a:pt x="1472019" y="948289"/>
                  <a:pt x="1482924" y="950133"/>
                  <a:pt x="1491424" y="951176"/>
                </a:cubicBezTo>
                <a:cubicBezTo>
                  <a:pt x="1511791" y="953982"/>
                  <a:pt x="1545710" y="957591"/>
                  <a:pt x="1560625" y="959194"/>
                </a:cubicBezTo>
                <a:lnTo>
                  <a:pt x="1539375" y="1045074"/>
                </a:lnTo>
                <a:lnTo>
                  <a:pt x="1624453" y="1059508"/>
                </a:lnTo>
                <a:lnTo>
                  <a:pt x="1709452" y="1045074"/>
                </a:lnTo>
                <a:lnTo>
                  <a:pt x="1688202" y="959274"/>
                </a:lnTo>
                <a:cubicBezTo>
                  <a:pt x="1703116" y="957510"/>
                  <a:pt x="1737036" y="953902"/>
                  <a:pt x="1757403" y="951256"/>
                </a:cubicBezTo>
                <a:cubicBezTo>
                  <a:pt x="1765903" y="950214"/>
                  <a:pt x="1776808" y="948369"/>
                  <a:pt x="1788997" y="946124"/>
                </a:cubicBezTo>
                <a:cubicBezTo>
                  <a:pt x="1864853" y="945242"/>
                  <a:pt x="1947686" y="950214"/>
                  <a:pt x="2006303" y="947888"/>
                </a:cubicBezTo>
                <a:lnTo>
                  <a:pt x="2006624" y="947808"/>
                </a:lnTo>
                <a:cubicBezTo>
                  <a:pt x="2037118" y="945522"/>
                  <a:pt x="2067373" y="940727"/>
                  <a:pt x="2097074" y="933454"/>
                </a:cubicBezTo>
                <a:cubicBezTo>
                  <a:pt x="2097074" y="933454"/>
                  <a:pt x="2070532" y="976114"/>
                  <a:pt x="2040142" y="996962"/>
                </a:cubicBezTo>
                <a:cubicBezTo>
                  <a:pt x="1923053" y="1030809"/>
                  <a:pt x="1802869" y="1052836"/>
                  <a:pt x="1681386" y="1062715"/>
                </a:cubicBezTo>
                <a:lnTo>
                  <a:pt x="1704400" y="1154770"/>
                </a:lnTo>
                <a:lnTo>
                  <a:pt x="1624213" y="1172090"/>
                </a:lnTo>
                <a:lnTo>
                  <a:pt x="1544026" y="1154770"/>
                </a:lnTo>
                <a:lnTo>
                  <a:pt x="1567040" y="1062715"/>
                </a:lnTo>
                <a:cubicBezTo>
                  <a:pt x="1445797" y="1052788"/>
                  <a:pt x="1325862" y="1030761"/>
                  <a:pt x="1209006" y="996962"/>
                </a:cubicBezTo>
                <a:cubicBezTo>
                  <a:pt x="1178615" y="976114"/>
                  <a:pt x="1152073" y="933454"/>
                  <a:pt x="1152073" y="933454"/>
                </a:cubicBezTo>
                <a:close/>
                <a:moveTo>
                  <a:pt x="974139" y="859282"/>
                </a:moveTo>
                <a:lnTo>
                  <a:pt x="895556" y="868985"/>
                </a:lnTo>
                <a:lnTo>
                  <a:pt x="902291" y="924153"/>
                </a:lnTo>
                <a:lnTo>
                  <a:pt x="909268" y="923351"/>
                </a:lnTo>
                <a:lnTo>
                  <a:pt x="916244" y="922469"/>
                </a:lnTo>
                <a:lnTo>
                  <a:pt x="911352" y="882376"/>
                </a:lnTo>
                <a:lnTo>
                  <a:pt x="931800" y="879810"/>
                </a:lnTo>
                <a:lnTo>
                  <a:pt x="936130" y="915172"/>
                </a:lnTo>
                <a:lnTo>
                  <a:pt x="942946" y="914370"/>
                </a:lnTo>
                <a:lnTo>
                  <a:pt x="949682" y="913568"/>
                </a:lnTo>
                <a:lnTo>
                  <a:pt x="945352" y="878206"/>
                </a:lnTo>
                <a:lnTo>
                  <a:pt x="962030" y="876121"/>
                </a:lnTo>
                <a:lnTo>
                  <a:pt x="966681" y="914210"/>
                </a:lnTo>
                <a:lnTo>
                  <a:pt x="973738" y="913408"/>
                </a:lnTo>
                <a:lnTo>
                  <a:pt x="980634" y="912526"/>
                </a:lnTo>
                <a:close/>
                <a:moveTo>
                  <a:pt x="2299385" y="845891"/>
                </a:moveTo>
                <a:cubicBezTo>
                  <a:pt x="2291831" y="845778"/>
                  <a:pt x="2284535" y="848665"/>
                  <a:pt x="2279098" y="853909"/>
                </a:cubicBezTo>
                <a:cubicBezTo>
                  <a:pt x="2266989" y="867661"/>
                  <a:pt x="2266989" y="888269"/>
                  <a:pt x="2279098" y="902021"/>
                </a:cubicBezTo>
                <a:cubicBezTo>
                  <a:pt x="2296146" y="916359"/>
                  <a:pt x="2320298" y="918628"/>
                  <a:pt x="2339719" y="907715"/>
                </a:cubicBezTo>
                <a:cubicBezTo>
                  <a:pt x="2347657" y="902206"/>
                  <a:pt x="2352581" y="893313"/>
                  <a:pt x="2353030" y="883659"/>
                </a:cubicBezTo>
                <a:cubicBezTo>
                  <a:pt x="2353944" y="875287"/>
                  <a:pt x="2350416" y="867044"/>
                  <a:pt x="2343728" y="861928"/>
                </a:cubicBezTo>
                <a:lnTo>
                  <a:pt x="2342526" y="861286"/>
                </a:lnTo>
                <a:lnTo>
                  <a:pt x="2352870" y="860645"/>
                </a:lnTo>
                <a:lnTo>
                  <a:pt x="2353592" y="850622"/>
                </a:lnTo>
                <a:lnTo>
                  <a:pt x="2311012" y="846933"/>
                </a:lnTo>
                <a:lnTo>
                  <a:pt x="2308366" y="877324"/>
                </a:lnTo>
                <a:lnTo>
                  <a:pt x="2321998" y="878527"/>
                </a:lnTo>
                <a:lnTo>
                  <a:pt x="2323441" y="861367"/>
                </a:lnTo>
                <a:cubicBezTo>
                  <a:pt x="2326841" y="862377"/>
                  <a:pt x="2330017" y="864013"/>
                  <a:pt x="2332823" y="866178"/>
                </a:cubicBezTo>
                <a:cubicBezTo>
                  <a:pt x="2337201" y="869586"/>
                  <a:pt x="2339503" y="875014"/>
                  <a:pt x="2338917" y="880531"/>
                </a:cubicBezTo>
                <a:cubicBezTo>
                  <a:pt x="2338829" y="886553"/>
                  <a:pt x="2335846" y="892166"/>
                  <a:pt x="2330899" y="895606"/>
                </a:cubicBezTo>
                <a:cubicBezTo>
                  <a:pt x="2324492" y="899014"/>
                  <a:pt x="2317146" y="900257"/>
                  <a:pt x="2309970" y="899135"/>
                </a:cubicBezTo>
                <a:cubicBezTo>
                  <a:pt x="2302641" y="898918"/>
                  <a:pt x="2295576" y="896328"/>
                  <a:pt x="2289843" y="891758"/>
                </a:cubicBezTo>
                <a:cubicBezTo>
                  <a:pt x="2285288" y="887748"/>
                  <a:pt x="2283003" y="881742"/>
                  <a:pt x="2283749" y="875720"/>
                </a:cubicBezTo>
                <a:cubicBezTo>
                  <a:pt x="2284069" y="871855"/>
                  <a:pt x="2285777" y="868239"/>
                  <a:pt x="2288560" y="865536"/>
                </a:cubicBezTo>
                <a:cubicBezTo>
                  <a:pt x="2291014" y="862826"/>
                  <a:pt x="2294454" y="861214"/>
                  <a:pt x="2298102" y="861046"/>
                </a:cubicBezTo>
                <a:close/>
                <a:moveTo>
                  <a:pt x="1204114" y="821273"/>
                </a:moveTo>
                <a:cubicBezTo>
                  <a:pt x="1220681" y="824361"/>
                  <a:pt x="1237464" y="826181"/>
                  <a:pt x="1254311" y="826726"/>
                </a:cubicBezTo>
                <a:cubicBezTo>
                  <a:pt x="1266259" y="827207"/>
                  <a:pt x="1281014" y="826726"/>
                  <a:pt x="1297853" y="826726"/>
                </a:cubicBezTo>
                <a:cubicBezTo>
                  <a:pt x="1312848" y="826245"/>
                  <a:pt x="1329847" y="826245"/>
                  <a:pt x="1347729" y="826245"/>
                </a:cubicBezTo>
                <a:cubicBezTo>
                  <a:pt x="1368497" y="826245"/>
                  <a:pt x="1394718" y="826485"/>
                  <a:pt x="1423024" y="828170"/>
                </a:cubicBezTo>
                <a:cubicBezTo>
                  <a:pt x="1449743" y="836148"/>
                  <a:pt x="1476918" y="842467"/>
                  <a:pt x="1504414" y="847093"/>
                </a:cubicBezTo>
                <a:cubicBezTo>
                  <a:pt x="1523458" y="849796"/>
                  <a:pt x="1542671" y="851111"/>
                  <a:pt x="1561908" y="851023"/>
                </a:cubicBezTo>
                <a:lnTo>
                  <a:pt x="1542503" y="933535"/>
                </a:lnTo>
                <a:lnTo>
                  <a:pt x="1622689" y="942997"/>
                </a:lnTo>
                <a:lnTo>
                  <a:pt x="1623571" y="942997"/>
                </a:lnTo>
                <a:lnTo>
                  <a:pt x="1624614" y="942997"/>
                </a:lnTo>
                <a:lnTo>
                  <a:pt x="1705362" y="933374"/>
                </a:lnTo>
                <a:lnTo>
                  <a:pt x="1685957" y="850862"/>
                </a:lnTo>
                <a:cubicBezTo>
                  <a:pt x="1705193" y="850950"/>
                  <a:pt x="1724406" y="849636"/>
                  <a:pt x="1743451" y="846933"/>
                </a:cubicBezTo>
                <a:cubicBezTo>
                  <a:pt x="1771051" y="842403"/>
                  <a:pt x="1798338" y="836156"/>
                  <a:pt x="1825161" y="828250"/>
                </a:cubicBezTo>
                <a:cubicBezTo>
                  <a:pt x="1853466" y="826325"/>
                  <a:pt x="1879688" y="826325"/>
                  <a:pt x="1900456" y="826325"/>
                </a:cubicBezTo>
                <a:cubicBezTo>
                  <a:pt x="1918258" y="826325"/>
                  <a:pt x="1935337" y="826806"/>
                  <a:pt x="1950332" y="826806"/>
                </a:cubicBezTo>
                <a:cubicBezTo>
                  <a:pt x="1967252" y="826806"/>
                  <a:pt x="1982006" y="826806"/>
                  <a:pt x="1993874" y="826806"/>
                </a:cubicBezTo>
                <a:lnTo>
                  <a:pt x="1993874" y="826726"/>
                </a:lnTo>
                <a:cubicBezTo>
                  <a:pt x="2010721" y="826181"/>
                  <a:pt x="2027504" y="824361"/>
                  <a:pt x="2044071" y="821273"/>
                </a:cubicBezTo>
                <a:cubicBezTo>
                  <a:pt x="2030471" y="839364"/>
                  <a:pt x="2014257" y="855337"/>
                  <a:pt x="1995959" y="868664"/>
                </a:cubicBezTo>
                <a:cubicBezTo>
                  <a:pt x="1973611" y="881397"/>
                  <a:pt x="1950188" y="892126"/>
                  <a:pt x="1925956" y="900738"/>
                </a:cubicBezTo>
                <a:cubicBezTo>
                  <a:pt x="1869857" y="916944"/>
                  <a:pt x="1812780" y="929557"/>
                  <a:pt x="1755078" y="938506"/>
                </a:cubicBezTo>
                <a:cubicBezTo>
                  <a:pt x="1728776" y="941874"/>
                  <a:pt x="1679301" y="947086"/>
                  <a:pt x="1678820" y="947086"/>
                </a:cubicBezTo>
                <a:lnTo>
                  <a:pt x="1671443" y="947808"/>
                </a:lnTo>
                <a:lnTo>
                  <a:pt x="1692853" y="1034650"/>
                </a:lnTo>
                <a:lnTo>
                  <a:pt x="1623812" y="1046357"/>
                </a:lnTo>
                <a:lnTo>
                  <a:pt x="1554691" y="1034650"/>
                </a:lnTo>
                <a:lnTo>
                  <a:pt x="1576181" y="947808"/>
                </a:lnTo>
                <a:lnTo>
                  <a:pt x="1568724" y="947086"/>
                </a:lnTo>
                <a:cubicBezTo>
                  <a:pt x="1568243" y="947006"/>
                  <a:pt x="1518767" y="941874"/>
                  <a:pt x="1492466" y="938506"/>
                </a:cubicBezTo>
                <a:cubicBezTo>
                  <a:pt x="1434980" y="929517"/>
                  <a:pt x="1378120" y="916904"/>
                  <a:pt x="1322229" y="900738"/>
                </a:cubicBezTo>
                <a:cubicBezTo>
                  <a:pt x="1297997" y="892126"/>
                  <a:pt x="1274575" y="881397"/>
                  <a:pt x="1252226" y="868664"/>
                </a:cubicBezTo>
                <a:cubicBezTo>
                  <a:pt x="1233928" y="855337"/>
                  <a:pt x="1217714" y="839364"/>
                  <a:pt x="1204114" y="821273"/>
                </a:cubicBezTo>
                <a:close/>
                <a:moveTo>
                  <a:pt x="941743" y="791924"/>
                </a:moveTo>
                <a:lnTo>
                  <a:pt x="959144" y="791924"/>
                </a:lnTo>
                <a:lnTo>
                  <a:pt x="959144" y="808764"/>
                </a:lnTo>
                <a:cubicBezTo>
                  <a:pt x="959304" y="811875"/>
                  <a:pt x="958550" y="814970"/>
                  <a:pt x="956979" y="817664"/>
                </a:cubicBezTo>
                <a:cubicBezTo>
                  <a:pt x="955607" y="819645"/>
                  <a:pt x="953290" y="820751"/>
                  <a:pt x="950884" y="820551"/>
                </a:cubicBezTo>
                <a:cubicBezTo>
                  <a:pt x="948278" y="820768"/>
                  <a:pt x="945712" y="819797"/>
                  <a:pt x="943908" y="817905"/>
                </a:cubicBezTo>
                <a:cubicBezTo>
                  <a:pt x="942208" y="815387"/>
                  <a:pt x="941446" y="812348"/>
                  <a:pt x="941743" y="809325"/>
                </a:cubicBezTo>
                <a:close/>
                <a:moveTo>
                  <a:pt x="907343" y="790882"/>
                </a:moveTo>
                <a:lnTo>
                  <a:pt x="928432" y="791283"/>
                </a:lnTo>
                <a:lnTo>
                  <a:pt x="928432" y="809405"/>
                </a:lnTo>
                <a:cubicBezTo>
                  <a:pt x="928592" y="812653"/>
                  <a:pt x="927686" y="815861"/>
                  <a:pt x="925866" y="818547"/>
                </a:cubicBezTo>
                <a:cubicBezTo>
                  <a:pt x="923973" y="820632"/>
                  <a:pt x="921207" y="821706"/>
                  <a:pt x="918408" y="821433"/>
                </a:cubicBezTo>
                <a:cubicBezTo>
                  <a:pt x="915289" y="821610"/>
                  <a:pt x="912234" y="820471"/>
                  <a:pt x="909989" y="818306"/>
                </a:cubicBezTo>
                <a:cubicBezTo>
                  <a:pt x="907968" y="815772"/>
                  <a:pt x="907022" y="812549"/>
                  <a:pt x="907343" y="809325"/>
                </a:cubicBezTo>
                <a:close/>
                <a:moveTo>
                  <a:pt x="894112" y="776048"/>
                </a:moveTo>
                <a:lnTo>
                  <a:pt x="894112" y="783345"/>
                </a:lnTo>
                <a:lnTo>
                  <a:pt x="894032" y="809085"/>
                </a:lnTo>
                <a:cubicBezTo>
                  <a:pt x="893358" y="816382"/>
                  <a:pt x="895483" y="823655"/>
                  <a:pt x="899966" y="829452"/>
                </a:cubicBezTo>
                <a:cubicBezTo>
                  <a:pt x="904777" y="834376"/>
                  <a:pt x="911457" y="836998"/>
                  <a:pt x="918329" y="836669"/>
                </a:cubicBezTo>
                <a:cubicBezTo>
                  <a:pt x="924230" y="837094"/>
                  <a:pt x="929972" y="834576"/>
                  <a:pt x="933644" y="829934"/>
                </a:cubicBezTo>
                <a:cubicBezTo>
                  <a:pt x="934727" y="828562"/>
                  <a:pt x="935617" y="827055"/>
                  <a:pt x="936290" y="825443"/>
                </a:cubicBezTo>
                <a:cubicBezTo>
                  <a:pt x="939410" y="831377"/>
                  <a:pt x="945632" y="835009"/>
                  <a:pt x="952328" y="834825"/>
                </a:cubicBezTo>
                <a:cubicBezTo>
                  <a:pt x="957869" y="835218"/>
                  <a:pt x="963305" y="833133"/>
                  <a:pt x="967162" y="829132"/>
                </a:cubicBezTo>
                <a:cubicBezTo>
                  <a:pt x="970987" y="824529"/>
                  <a:pt x="972960" y="818667"/>
                  <a:pt x="972695" y="812693"/>
                </a:cubicBezTo>
                <a:lnTo>
                  <a:pt x="973257" y="784708"/>
                </a:lnTo>
                <a:lnTo>
                  <a:pt x="973257" y="777491"/>
                </a:lnTo>
                <a:close/>
                <a:moveTo>
                  <a:pt x="2275650" y="761935"/>
                </a:moveTo>
                <a:lnTo>
                  <a:pt x="2275650" y="770595"/>
                </a:lnTo>
                <a:lnTo>
                  <a:pt x="2275650" y="779175"/>
                </a:lnTo>
                <a:lnTo>
                  <a:pt x="2310371" y="792166"/>
                </a:lnTo>
                <a:lnTo>
                  <a:pt x="2276612" y="808203"/>
                </a:lnTo>
                <a:lnTo>
                  <a:pt x="2276612" y="817264"/>
                </a:lnTo>
                <a:lnTo>
                  <a:pt x="2276612" y="826325"/>
                </a:lnTo>
                <a:lnTo>
                  <a:pt x="2324724" y="799142"/>
                </a:lnTo>
                <a:lnTo>
                  <a:pt x="2354473" y="798099"/>
                </a:lnTo>
                <a:lnTo>
                  <a:pt x="2354473" y="790482"/>
                </a:lnTo>
                <a:lnTo>
                  <a:pt x="2354473" y="782944"/>
                </a:lnTo>
                <a:lnTo>
                  <a:pt x="2324403" y="783987"/>
                </a:lnTo>
                <a:close/>
                <a:moveTo>
                  <a:pt x="1995718" y="696262"/>
                </a:moveTo>
                <a:cubicBezTo>
                  <a:pt x="1982559" y="715836"/>
                  <a:pt x="1966594" y="733373"/>
                  <a:pt x="1948327" y="748303"/>
                </a:cubicBezTo>
                <a:cubicBezTo>
                  <a:pt x="1927126" y="766370"/>
                  <a:pt x="1903639" y="781573"/>
                  <a:pt x="1878485" y="793529"/>
                </a:cubicBezTo>
                <a:cubicBezTo>
                  <a:pt x="1834590" y="813086"/>
                  <a:pt x="1788290" y="826702"/>
                  <a:pt x="1740804" y="834023"/>
                </a:cubicBezTo>
                <a:cubicBezTo>
                  <a:pt x="1721118" y="836709"/>
                  <a:pt x="1701255" y="837968"/>
                  <a:pt x="1681385" y="837792"/>
                </a:cubicBezTo>
                <a:lnTo>
                  <a:pt x="1669117" y="837792"/>
                </a:lnTo>
                <a:lnTo>
                  <a:pt x="1689003" y="922228"/>
                </a:lnTo>
                <a:lnTo>
                  <a:pt x="1624854" y="930247"/>
                </a:lnTo>
                <a:lnTo>
                  <a:pt x="1624052" y="930247"/>
                </a:lnTo>
                <a:lnTo>
                  <a:pt x="1623170" y="930247"/>
                </a:lnTo>
                <a:lnTo>
                  <a:pt x="1559020" y="922228"/>
                </a:lnTo>
                <a:lnTo>
                  <a:pt x="1578987" y="837952"/>
                </a:lnTo>
                <a:lnTo>
                  <a:pt x="1566718" y="837952"/>
                </a:lnTo>
                <a:cubicBezTo>
                  <a:pt x="1546848" y="838137"/>
                  <a:pt x="1526986" y="836878"/>
                  <a:pt x="1507300" y="834184"/>
                </a:cubicBezTo>
                <a:cubicBezTo>
                  <a:pt x="1459805" y="826887"/>
                  <a:pt x="1413506" y="813263"/>
                  <a:pt x="1369619" y="793689"/>
                </a:cubicBezTo>
                <a:cubicBezTo>
                  <a:pt x="1344393" y="781733"/>
                  <a:pt x="1320858" y="766498"/>
                  <a:pt x="1299616" y="748384"/>
                </a:cubicBezTo>
                <a:cubicBezTo>
                  <a:pt x="1281382" y="733501"/>
                  <a:pt x="1265465" y="715988"/>
                  <a:pt x="1252386" y="696423"/>
                </a:cubicBezTo>
                <a:cubicBezTo>
                  <a:pt x="1269867" y="699069"/>
                  <a:pt x="1295607" y="702036"/>
                  <a:pt x="1301942" y="702036"/>
                </a:cubicBezTo>
                <a:lnTo>
                  <a:pt x="1321187" y="702918"/>
                </a:lnTo>
                <a:cubicBezTo>
                  <a:pt x="1344521" y="703960"/>
                  <a:pt x="1374832" y="705404"/>
                  <a:pt x="1411637" y="707649"/>
                </a:cubicBezTo>
                <a:cubicBezTo>
                  <a:pt x="1414925" y="709493"/>
                  <a:pt x="1418293" y="711257"/>
                  <a:pt x="1421741" y="713021"/>
                </a:cubicBezTo>
                <a:cubicBezTo>
                  <a:pt x="1453839" y="729275"/>
                  <a:pt x="1488328" y="740293"/>
                  <a:pt x="1523899" y="745657"/>
                </a:cubicBezTo>
                <a:cubicBezTo>
                  <a:pt x="1529953" y="746507"/>
                  <a:pt x="1536063" y="746908"/>
                  <a:pt x="1542181" y="746860"/>
                </a:cubicBezTo>
                <a:cubicBezTo>
                  <a:pt x="1550601" y="746860"/>
                  <a:pt x="1558700" y="746219"/>
                  <a:pt x="1564634" y="745657"/>
                </a:cubicBezTo>
                <a:lnTo>
                  <a:pt x="1546992" y="819028"/>
                </a:lnTo>
                <a:lnTo>
                  <a:pt x="1624453" y="823920"/>
                </a:lnTo>
                <a:lnTo>
                  <a:pt x="1701833" y="819028"/>
                </a:lnTo>
                <a:lnTo>
                  <a:pt x="1684272" y="745657"/>
                </a:lnTo>
                <a:cubicBezTo>
                  <a:pt x="1690126" y="746219"/>
                  <a:pt x="1698625" y="746860"/>
                  <a:pt x="1706644" y="746860"/>
                </a:cubicBezTo>
                <a:cubicBezTo>
                  <a:pt x="1712762" y="746916"/>
                  <a:pt x="1718873" y="746515"/>
                  <a:pt x="1724927" y="745657"/>
                </a:cubicBezTo>
                <a:cubicBezTo>
                  <a:pt x="1760522" y="740277"/>
                  <a:pt x="1795034" y="729259"/>
                  <a:pt x="1827165" y="713021"/>
                </a:cubicBezTo>
                <a:lnTo>
                  <a:pt x="1837269" y="707649"/>
                </a:lnTo>
                <a:cubicBezTo>
                  <a:pt x="1874074" y="705404"/>
                  <a:pt x="1904305" y="703960"/>
                  <a:pt x="1927719" y="702918"/>
                </a:cubicBezTo>
                <a:lnTo>
                  <a:pt x="1946884" y="702036"/>
                </a:lnTo>
                <a:lnTo>
                  <a:pt x="1946082" y="701875"/>
                </a:lnTo>
                <a:cubicBezTo>
                  <a:pt x="1952497" y="701555"/>
                  <a:pt x="1978157" y="698908"/>
                  <a:pt x="1995718" y="696262"/>
                </a:cubicBezTo>
                <a:close/>
                <a:moveTo>
                  <a:pt x="1623651" y="377359"/>
                </a:moveTo>
                <a:cubicBezTo>
                  <a:pt x="1613467" y="377359"/>
                  <a:pt x="1609779" y="388826"/>
                  <a:pt x="1607613" y="400052"/>
                </a:cubicBezTo>
                <a:lnTo>
                  <a:pt x="1607613" y="401175"/>
                </a:lnTo>
                <a:cubicBezTo>
                  <a:pt x="1606571" y="407028"/>
                  <a:pt x="1594062" y="471178"/>
                  <a:pt x="1594062" y="471178"/>
                </a:cubicBezTo>
                <a:lnTo>
                  <a:pt x="1593019" y="476390"/>
                </a:lnTo>
                <a:lnTo>
                  <a:pt x="1583076" y="476390"/>
                </a:lnTo>
                <a:cubicBezTo>
                  <a:pt x="1500476" y="476727"/>
                  <a:pt x="1418284" y="464867"/>
                  <a:pt x="1339148" y="441188"/>
                </a:cubicBezTo>
                <a:cubicBezTo>
                  <a:pt x="1340968" y="460345"/>
                  <a:pt x="1348354" y="478547"/>
                  <a:pt x="1360398" y="493550"/>
                </a:cubicBezTo>
                <a:cubicBezTo>
                  <a:pt x="1375409" y="511456"/>
                  <a:pt x="1395704" y="524141"/>
                  <a:pt x="1418373" y="529794"/>
                </a:cubicBezTo>
                <a:lnTo>
                  <a:pt x="1423184" y="530756"/>
                </a:lnTo>
                <a:lnTo>
                  <a:pt x="1423184" y="535648"/>
                </a:lnTo>
                <a:lnTo>
                  <a:pt x="1423504" y="535648"/>
                </a:lnTo>
                <a:cubicBezTo>
                  <a:pt x="1425277" y="551990"/>
                  <a:pt x="1432806" y="567169"/>
                  <a:pt x="1444754" y="578467"/>
                </a:cubicBezTo>
                <a:cubicBezTo>
                  <a:pt x="1457713" y="588034"/>
                  <a:pt x="1473477" y="593021"/>
                  <a:pt x="1489579" y="592660"/>
                </a:cubicBezTo>
                <a:cubicBezTo>
                  <a:pt x="1493267" y="592660"/>
                  <a:pt x="1495593" y="592660"/>
                  <a:pt x="1495593" y="592660"/>
                </a:cubicBezTo>
                <a:lnTo>
                  <a:pt x="1500644" y="592019"/>
                </a:lnTo>
                <a:lnTo>
                  <a:pt x="1502408" y="596750"/>
                </a:lnTo>
                <a:cubicBezTo>
                  <a:pt x="1509096" y="610366"/>
                  <a:pt x="1521301" y="620469"/>
                  <a:pt x="1535926" y="624495"/>
                </a:cubicBezTo>
                <a:cubicBezTo>
                  <a:pt x="1541483" y="626219"/>
                  <a:pt x="1547273" y="627085"/>
                  <a:pt x="1553087" y="627061"/>
                </a:cubicBezTo>
                <a:cubicBezTo>
                  <a:pt x="1560656" y="627053"/>
                  <a:pt x="1568170" y="625746"/>
                  <a:pt x="1575298" y="623212"/>
                </a:cubicBezTo>
                <a:lnTo>
                  <a:pt x="1587086" y="618320"/>
                </a:lnTo>
                <a:lnTo>
                  <a:pt x="1569766" y="689125"/>
                </a:lnTo>
                <a:lnTo>
                  <a:pt x="1678819" y="689125"/>
                </a:lnTo>
                <a:lnTo>
                  <a:pt x="1661419" y="618240"/>
                </a:lnTo>
                <a:lnTo>
                  <a:pt x="1673286" y="623212"/>
                </a:lnTo>
                <a:cubicBezTo>
                  <a:pt x="1680391" y="625754"/>
                  <a:pt x="1687872" y="627061"/>
                  <a:pt x="1695418" y="627061"/>
                </a:cubicBezTo>
                <a:cubicBezTo>
                  <a:pt x="1701231" y="627077"/>
                  <a:pt x="1707021" y="626219"/>
                  <a:pt x="1712578" y="624495"/>
                </a:cubicBezTo>
                <a:cubicBezTo>
                  <a:pt x="1727212" y="620477"/>
                  <a:pt x="1739416" y="610374"/>
                  <a:pt x="1746096" y="596750"/>
                </a:cubicBezTo>
                <a:lnTo>
                  <a:pt x="1747860" y="592019"/>
                </a:lnTo>
                <a:lnTo>
                  <a:pt x="1752912" y="592660"/>
                </a:lnTo>
                <a:cubicBezTo>
                  <a:pt x="1752912" y="592660"/>
                  <a:pt x="1755237" y="592660"/>
                  <a:pt x="1758926" y="592660"/>
                </a:cubicBezTo>
                <a:cubicBezTo>
                  <a:pt x="1775027" y="593021"/>
                  <a:pt x="1790792" y="588034"/>
                  <a:pt x="1803750" y="578467"/>
                </a:cubicBezTo>
                <a:cubicBezTo>
                  <a:pt x="1815778" y="567201"/>
                  <a:pt x="1823332" y="551966"/>
                  <a:pt x="1825000" y="535568"/>
                </a:cubicBezTo>
                <a:lnTo>
                  <a:pt x="1825000" y="530756"/>
                </a:lnTo>
                <a:lnTo>
                  <a:pt x="1829811" y="529794"/>
                </a:lnTo>
                <a:cubicBezTo>
                  <a:pt x="1852416" y="524053"/>
                  <a:pt x="1872663" y="511375"/>
                  <a:pt x="1887706" y="493550"/>
                </a:cubicBezTo>
                <a:cubicBezTo>
                  <a:pt x="1899750" y="478547"/>
                  <a:pt x="1907135" y="460345"/>
                  <a:pt x="1908955" y="441188"/>
                </a:cubicBezTo>
                <a:cubicBezTo>
                  <a:pt x="1829899" y="464843"/>
                  <a:pt x="1747788" y="476702"/>
                  <a:pt x="1665268" y="476390"/>
                </a:cubicBezTo>
                <a:lnTo>
                  <a:pt x="1655325" y="476390"/>
                </a:lnTo>
                <a:lnTo>
                  <a:pt x="1654282" y="471178"/>
                </a:lnTo>
                <a:cubicBezTo>
                  <a:pt x="1654282" y="471178"/>
                  <a:pt x="1641853" y="406708"/>
                  <a:pt x="1640731" y="401175"/>
                </a:cubicBezTo>
                <a:lnTo>
                  <a:pt x="1640731" y="400052"/>
                </a:lnTo>
                <a:cubicBezTo>
                  <a:pt x="1638646" y="388826"/>
                  <a:pt x="1635037" y="377359"/>
                  <a:pt x="1624693" y="377359"/>
                </a:cubicBezTo>
                <a:close/>
                <a:moveTo>
                  <a:pt x="1749785" y="374553"/>
                </a:moveTo>
                <a:cubicBezTo>
                  <a:pt x="1761717" y="378698"/>
                  <a:pt x="1772470" y="385659"/>
                  <a:pt x="1781138" y="394840"/>
                </a:cubicBezTo>
                <a:cubicBezTo>
                  <a:pt x="1768925" y="397486"/>
                  <a:pt x="1756360" y="398168"/>
                  <a:pt x="1743931" y="396845"/>
                </a:cubicBezTo>
                <a:cubicBezTo>
                  <a:pt x="1728535" y="395241"/>
                  <a:pt x="1716186" y="376638"/>
                  <a:pt x="1716186" y="376638"/>
                </a:cubicBezTo>
                <a:cubicBezTo>
                  <a:pt x="1726851" y="372283"/>
                  <a:pt x="1738663" y="371546"/>
                  <a:pt x="1749785" y="374553"/>
                </a:cubicBezTo>
                <a:close/>
                <a:moveTo>
                  <a:pt x="1075815" y="339111"/>
                </a:moveTo>
                <a:cubicBezTo>
                  <a:pt x="1074773" y="339111"/>
                  <a:pt x="1073169" y="340394"/>
                  <a:pt x="1072528" y="340394"/>
                </a:cubicBezTo>
                <a:cubicBezTo>
                  <a:pt x="1071373" y="340875"/>
                  <a:pt x="1070314" y="341548"/>
                  <a:pt x="1069400" y="342398"/>
                </a:cubicBezTo>
                <a:cubicBezTo>
                  <a:pt x="1068759" y="343120"/>
                  <a:pt x="1067155" y="345526"/>
                  <a:pt x="1065712" y="346568"/>
                </a:cubicBezTo>
                <a:cubicBezTo>
                  <a:pt x="1064268" y="347611"/>
                  <a:pt x="1062504" y="349375"/>
                  <a:pt x="1061542" y="350096"/>
                </a:cubicBezTo>
                <a:cubicBezTo>
                  <a:pt x="1060580" y="350818"/>
                  <a:pt x="1058495" y="350738"/>
                  <a:pt x="1057854" y="351299"/>
                </a:cubicBezTo>
                <a:cubicBezTo>
                  <a:pt x="1057204" y="351820"/>
                  <a:pt x="1056899" y="352646"/>
                  <a:pt x="1057052" y="353464"/>
                </a:cubicBezTo>
                <a:lnTo>
                  <a:pt x="1056972" y="353464"/>
                </a:lnTo>
                <a:cubicBezTo>
                  <a:pt x="1057044" y="354867"/>
                  <a:pt x="1056907" y="356271"/>
                  <a:pt x="1056571" y="357634"/>
                </a:cubicBezTo>
                <a:cubicBezTo>
                  <a:pt x="1056763" y="358428"/>
                  <a:pt x="1057381" y="359045"/>
                  <a:pt x="1058174" y="359238"/>
                </a:cubicBezTo>
                <a:cubicBezTo>
                  <a:pt x="1061173" y="358941"/>
                  <a:pt x="1064148" y="360072"/>
                  <a:pt x="1066193" y="362285"/>
                </a:cubicBezTo>
                <a:cubicBezTo>
                  <a:pt x="1069320" y="365492"/>
                  <a:pt x="1070122" y="368138"/>
                  <a:pt x="1073731" y="371907"/>
                </a:cubicBezTo>
                <a:cubicBezTo>
                  <a:pt x="1075815" y="373912"/>
                  <a:pt x="1075334" y="375916"/>
                  <a:pt x="1075815" y="377921"/>
                </a:cubicBezTo>
                <a:cubicBezTo>
                  <a:pt x="1075374" y="380166"/>
                  <a:pt x="1074645" y="382355"/>
                  <a:pt x="1073650" y="384416"/>
                </a:cubicBezTo>
                <a:cubicBezTo>
                  <a:pt x="1072792" y="385627"/>
                  <a:pt x="1071854" y="386782"/>
                  <a:pt x="1070844" y="387864"/>
                </a:cubicBezTo>
                <a:cubicBezTo>
                  <a:pt x="1069400" y="389468"/>
                  <a:pt x="1069240" y="391874"/>
                  <a:pt x="1068037" y="393718"/>
                </a:cubicBezTo>
                <a:cubicBezTo>
                  <a:pt x="1066385" y="395474"/>
                  <a:pt x="1066385" y="398216"/>
                  <a:pt x="1068037" y="399972"/>
                </a:cubicBezTo>
                <a:cubicBezTo>
                  <a:pt x="1069986" y="401600"/>
                  <a:pt x="1071766" y="403428"/>
                  <a:pt x="1073330" y="405425"/>
                </a:cubicBezTo>
                <a:cubicBezTo>
                  <a:pt x="1074693" y="406788"/>
                  <a:pt x="1075014" y="406307"/>
                  <a:pt x="1076617" y="407269"/>
                </a:cubicBezTo>
                <a:cubicBezTo>
                  <a:pt x="1078221" y="408232"/>
                  <a:pt x="1079103" y="409595"/>
                  <a:pt x="1081188" y="410236"/>
                </a:cubicBezTo>
                <a:cubicBezTo>
                  <a:pt x="1082078" y="410645"/>
                  <a:pt x="1083104" y="410645"/>
                  <a:pt x="1083995" y="410236"/>
                </a:cubicBezTo>
                <a:cubicBezTo>
                  <a:pt x="1084876" y="409835"/>
                  <a:pt x="1085438" y="408312"/>
                  <a:pt x="1085919" y="407510"/>
                </a:cubicBezTo>
                <a:cubicBezTo>
                  <a:pt x="1086408" y="406051"/>
                  <a:pt x="1086993" y="404631"/>
                  <a:pt x="1087683" y="403260"/>
                </a:cubicBezTo>
                <a:cubicBezTo>
                  <a:pt x="1088806" y="402170"/>
                  <a:pt x="1089728" y="400895"/>
                  <a:pt x="1090409" y="399491"/>
                </a:cubicBezTo>
                <a:cubicBezTo>
                  <a:pt x="1090409" y="399491"/>
                  <a:pt x="1092013" y="398689"/>
                  <a:pt x="1093136" y="398689"/>
                </a:cubicBezTo>
                <a:cubicBezTo>
                  <a:pt x="1095934" y="400838"/>
                  <a:pt x="1098613" y="403140"/>
                  <a:pt x="1101154" y="405585"/>
                </a:cubicBezTo>
                <a:cubicBezTo>
                  <a:pt x="1102518" y="407189"/>
                  <a:pt x="1101635" y="410397"/>
                  <a:pt x="1101154" y="412000"/>
                </a:cubicBezTo>
                <a:cubicBezTo>
                  <a:pt x="1100553" y="415697"/>
                  <a:pt x="1099663" y="419346"/>
                  <a:pt x="1098508" y="422906"/>
                </a:cubicBezTo>
                <a:cubicBezTo>
                  <a:pt x="1097418" y="424630"/>
                  <a:pt x="1096632" y="426530"/>
                  <a:pt x="1096183" y="428519"/>
                </a:cubicBezTo>
                <a:cubicBezTo>
                  <a:pt x="1095902" y="430556"/>
                  <a:pt x="1095445" y="432568"/>
                  <a:pt x="1094820" y="434533"/>
                </a:cubicBezTo>
                <a:cubicBezTo>
                  <a:pt x="1094499" y="435575"/>
                  <a:pt x="1093216" y="436217"/>
                  <a:pt x="1092735" y="437259"/>
                </a:cubicBezTo>
                <a:cubicBezTo>
                  <a:pt x="1092286" y="438542"/>
                  <a:pt x="1092599" y="439970"/>
                  <a:pt x="1093537" y="440948"/>
                </a:cubicBezTo>
                <a:cubicBezTo>
                  <a:pt x="1093938" y="441349"/>
                  <a:pt x="1096183" y="442070"/>
                  <a:pt x="1097306" y="442712"/>
                </a:cubicBezTo>
                <a:cubicBezTo>
                  <a:pt x="1098428" y="443353"/>
                  <a:pt x="1100032" y="445117"/>
                  <a:pt x="1101315" y="445117"/>
                </a:cubicBezTo>
                <a:cubicBezTo>
                  <a:pt x="1102822" y="444757"/>
                  <a:pt x="1104346" y="444484"/>
                  <a:pt x="1105885" y="444316"/>
                </a:cubicBezTo>
                <a:cubicBezTo>
                  <a:pt x="1108371" y="444316"/>
                  <a:pt x="1112862" y="445519"/>
                  <a:pt x="1113503" y="443754"/>
                </a:cubicBezTo>
                <a:cubicBezTo>
                  <a:pt x="1114249" y="440186"/>
                  <a:pt x="1114706" y="436570"/>
                  <a:pt x="1114866" y="432929"/>
                </a:cubicBezTo>
                <a:cubicBezTo>
                  <a:pt x="1115740" y="431045"/>
                  <a:pt x="1116438" y="429088"/>
                  <a:pt x="1116951" y="427075"/>
                </a:cubicBezTo>
                <a:cubicBezTo>
                  <a:pt x="1117304" y="423483"/>
                  <a:pt x="1118114" y="419955"/>
                  <a:pt x="1119357" y="416571"/>
                </a:cubicBezTo>
                <a:cubicBezTo>
                  <a:pt x="1120351" y="414117"/>
                  <a:pt x="1121185" y="411599"/>
                  <a:pt x="1121843" y="409033"/>
                </a:cubicBezTo>
                <a:cubicBezTo>
                  <a:pt x="1122324" y="406949"/>
                  <a:pt x="1120479" y="402619"/>
                  <a:pt x="1121843" y="399571"/>
                </a:cubicBezTo>
                <a:cubicBezTo>
                  <a:pt x="1122973" y="396709"/>
                  <a:pt x="1123599" y="393670"/>
                  <a:pt x="1123687" y="390591"/>
                </a:cubicBezTo>
                <a:cubicBezTo>
                  <a:pt x="1123920" y="388939"/>
                  <a:pt x="1123486" y="387271"/>
                  <a:pt x="1122484" y="385940"/>
                </a:cubicBezTo>
                <a:cubicBezTo>
                  <a:pt x="1120319" y="382973"/>
                  <a:pt x="1119036" y="380006"/>
                  <a:pt x="1118475" y="379284"/>
                </a:cubicBezTo>
                <a:cubicBezTo>
                  <a:pt x="1117913" y="378563"/>
                  <a:pt x="1116630" y="378322"/>
                  <a:pt x="1115508" y="377520"/>
                </a:cubicBezTo>
                <a:lnTo>
                  <a:pt x="1113583" y="376237"/>
                </a:lnTo>
                <a:cubicBezTo>
                  <a:pt x="1113022" y="375836"/>
                  <a:pt x="1111819" y="376398"/>
                  <a:pt x="1109975" y="374553"/>
                </a:cubicBezTo>
                <a:cubicBezTo>
                  <a:pt x="1108620" y="373262"/>
                  <a:pt x="1107337" y="371891"/>
                  <a:pt x="1106126" y="370464"/>
                </a:cubicBezTo>
                <a:cubicBezTo>
                  <a:pt x="1104362" y="368379"/>
                  <a:pt x="1103239" y="366615"/>
                  <a:pt x="1101956" y="365252"/>
                </a:cubicBezTo>
                <a:cubicBezTo>
                  <a:pt x="1097787" y="360681"/>
                  <a:pt x="1096423" y="359157"/>
                  <a:pt x="1094419" y="357233"/>
                </a:cubicBezTo>
                <a:cubicBezTo>
                  <a:pt x="1093016" y="355766"/>
                  <a:pt x="1091700" y="354210"/>
                  <a:pt x="1090490" y="352582"/>
                </a:cubicBezTo>
                <a:cubicBezTo>
                  <a:pt x="1089367" y="349936"/>
                  <a:pt x="1088645" y="347450"/>
                  <a:pt x="1088164" y="346648"/>
                </a:cubicBezTo>
                <a:cubicBezTo>
                  <a:pt x="1087034" y="345253"/>
                  <a:pt x="1085766" y="343962"/>
                  <a:pt x="1084395" y="342799"/>
                </a:cubicBezTo>
                <a:cubicBezTo>
                  <a:pt x="1083353" y="341997"/>
                  <a:pt x="1083353" y="341196"/>
                  <a:pt x="1081990" y="340233"/>
                </a:cubicBezTo>
                <a:cubicBezTo>
                  <a:pt x="1080049" y="339375"/>
                  <a:pt x="1077932" y="338990"/>
                  <a:pt x="1075815" y="339111"/>
                </a:cubicBezTo>
                <a:close/>
                <a:moveTo>
                  <a:pt x="1784243" y="338797"/>
                </a:moveTo>
                <a:lnTo>
                  <a:pt x="1816259" y="343200"/>
                </a:lnTo>
                <a:cubicBezTo>
                  <a:pt x="1807976" y="351747"/>
                  <a:pt x="1797391" y="357705"/>
                  <a:pt x="1785789" y="360360"/>
                </a:cubicBezTo>
                <a:cubicBezTo>
                  <a:pt x="1771515" y="363407"/>
                  <a:pt x="1753232" y="350096"/>
                  <a:pt x="1753232" y="350096"/>
                </a:cubicBezTo>
                <a:close/>
                <a:moveTo>
                  <a:pt x="1784185" y="338789"/>
                </a:moveTo>
                <a:lnTo>
                  <a:pt x="1784265" y="338789"/>
                </a:lnTo>
                <a:lnTo>
                  <a:pt x="1784243" y="338797"/>
                </a:lnTo>
                <a:close/>
                <a:moveTo>
                  <a:pt x="2166997" y="301102"/>
                </a:moveTo>
                <a:cubicBezTo>
                  <a:pt x="2165473" y="300060"/>
                  <a:pt x="2162506" y="301423"/>
                  <a:pt x="2162667" y="302064"/>
                </a:cubicBezTo>
                <a:cubicBezTo>
                  <a:pt x="2162827" y="302706"/>
                  <a:pt x="2159940" y="306074"/>
                  <a:pt x="2158497" y="307357"/>
                </a:cubicBezTo>
                <a:cubicBezTo>
                  <a:pt x="2153686" y="311527"/>
                  <a:pt x="2152563" y="314333"/>
                  <a:pt x="2150478" y="315857"/>
                </a:cubicBezTo>
                <a:cubicBezTo>
                  <a:pt x="2147111" y="318503"/>
                  <a:pt x="2142620" y="322031"/>
                  <a:pt x="2141979" y="322753"/>
                </a:cubicBezTo>
                <a:cubicBezTo>
                  <a:pt x="2140687" y="324052"/>
                  <a:pt x="2139557" y="325511"/>
                  <a:pt x="2138611" y="327083"/>
                </a:cubicBezTo>
                <a:cubicBezTo>
                  <a:pt x="2138194" y="328302"/>
                  <a:pt x="2137632" y="329456"/>
                  <a:pt x="2136927" y="330531"/>
                </a:cubicBezTo>
                <a:cubicBezTo>
                  <a:pt x="2136285" y="331333"/>
                  <a:pt x="2134361" y="330531"/>
                  <a:pt x="2134361" y="330531"/>
                </a:cubicBezTo>
                <a:cubicBezTo>
                  <a:pt x="2132524" y="330026"/>
                  <a:pt x="2130792" y="329216"/>
                  <a:pt x="2129229" y="328125"/>
                </a:cubicBezTo>
                <a:cubicBezTo>
                  <a:pt x="2128988" y="327973"/>
                  <a:pt x="2128788" y="327764"/>
                  <a:pt x="2128635" y="327532"/>
                </a:cubicBezTo>
                <a:cubicBezTo>
                  <a:pt x="2128034" y="326602"/>
                  <a:pt x="2128299" y="325359"/>
                  <a:pt x="2129229" y="324757"/>
                </a:cubicBezTo>
                <a:cubicBezTo>
                  <a:pt x="2131129" y="322865"/>
                  <a:pt x="2132773" y="320740"/>
                  <a:pt x="2134120" y="318423"/>
                </a:cubicBezTo>
                <a:cubicBezTo>
                  <a:pt x="2134040" y="317220"/>
                  <a:pt x="2132837" y="317220"/>
                  <a:pt x="2132837" y="317220"/>
                </a:cubicBezTo>
                <a:cubicBezTo>
                  <a:pt x="2128988" y="318278"/>
                  <a:pt x="2125075" y="319112"/>
                  <a:pt x="2121130" y="319705"/>
                </a:cubicBezTo>
                <a:cubicBezTo>
                  <a:pt x="2120127" y="319649"/>
                  <a:pt x="2119150" y="319401"/>
                  <a:pt x="2118243" y="318984"/>
                </a:cubicBezTo>
                <a:cubicBezTo>
                  <a:pt x="2116864" y="318775"/>
                  <a:pt x="2115485" y="319329"/>
                  <a:pt x="2114635" y="320427"/>
                </a:cubicBezTo>
                <a:cubicBezTo>
                  <a:pt x="2111828" y="325238"/>
                  <a:pt x="2110144" y="324356"/>
                  <a:pt x="2108059" y="326361"/>
                </a:cubicBezTo>
                <a:cubicBezTo>
                  <a:pt x="2105959" y="328646"/>
                  <a:pt x="2104427" y="331397"/>
                  <a:pt x="2103569" y="334380"/>
                </a:cubicBezTo>
                <a:cubicBezTo>
                  <a:pt x="2103064" y="335823"/>
                  <a:pt x="2103673" y="337411"/>
                  <a:pt x="2105013" y="338148"/>
                </a:cubicBezTo>
                <a:cubicBezTo>
                  <a:pt x="2107899" y="340153"/>
                  <a:pt x="2112149" y="339431"/>
                  <a:pt x="2116880" y="340153"/>
                </a:cubicBezTo>
                <a:cubicBezTo>
                  <a:pt x="2118027" y="340273"/>
                  <a:pt x="2119181" y="340273"/>
                  <a:pt x="2120328" y="340153"/>
                </a:cubicBezTo>
                <a:cubicBezTo>
                  <a:pt x="2122950" y="339504"/>
                  <a:pt x="2125652" y="339263"/>
                  <a:pt x="2128347" y="339431"/>
                </a:cubicBezTo>
                <a:cubicBezTo>
                  <a:pt x="2130840" y="340346"/>
                  <a:pt x="2133190" y="341613"/>
                  <a:pt x="2135323" y="343200"/>
                </a:cubicBezTo>
                <a:cubicBezTo>
                  <a:pt x="2136927" y="344243"/>
                  <a:pt x="2139332" y="346087"/>
                  <a:pt x="2140535" y="346969"/>
                </a:cubicBezTo>
                <a:cubicBezTo>
                  <a:pt x="2142772" y="348605"/>
                  <a:pt x="2144921" y="350369"/>
                  <a:pt x="2146950" y="352261"/>
                </a:cubicBezTo>
                <a:cubicBezTo>
                  <a:pt x="2148297" y="353408"/>
                  <a:pt x="2149749" y="354426"/>
                  <a:pt x="2151280" y="355308"/>
                </a:cubicBezTo>
                <a:cubicBezTo>
                  <a:pt x="2152892" y="355990"/>
                  <a:pt x="2154359" y="356976"/>
                  <a:pt x="2155610" y="358195"/>
                </a:cubicBezTo>
                <a:cubicBezTo>
                  <a:pt x="2157695" y="361058"/>
                  <a:pt x="2160445" y="363375"/>
                  <a:pt x="2163629" y="364931"/>
                </a:cubicBezTo>
                <a:cubicBezTo>
                  <a:pt x="2164591" y="365252"/>
                  <a:pt x="2167317" y="368379"/>
                  <a:pt x="2168681" y="369020"/>
                </a:cubicBezTo>
                <a:cubicBezTo>
                  <a:pt x="2170453" y="370111"/>
                  <a:pt x="2172049" y="371458"/>
                  <a:pt x="2173412" y="373030"/>
                </a:cubicBezTo>
                <a:cubicBezTo>
                  <a:pt x="2172137" y="374649"/>
                  <a:pt x="2169956" y="375235"/>
                  <a:pt x="2168039" y="374473"/>
                </a:cubicBezTo>
                <a:cubicBezTo>
                  <a:pt x="2167157" y="373912"/>
                  <a:pt x="2163869" y="373350"/>
                  <a:pt x="2163148" y="372629"/>
                </a:cubicBezTo>
                <a:cubicBezTo>
                  <a:pt x="2162274" y="371450"/>
                  <a:pt x="2161568" y="370159"/>
                  <a:pt x="2161063" y="368780"/>
                </a:cubicBezTo>
                <a:cubicBezTo>
                  <a:pt x="2160662" y="368138"/>
                  <a:pt x="2159058" y="367176"/>
                  <a:pt x="2158096" y="365973"/>
                </a:cubicBezTo>
                <a:cubicBezTo>
                  <a:pt x="2157206" y="364546"/>
                  <a:pt x="2156067" y="363295"/>
                  <a:pt x="2154728" y="362285"/>
                </a:cubicBezTo>
                <a:cubicBezTo>
                  <a:pt x="2153766" y="361723"/>
                  <a:pt x="2152162" y="361723"/>
                  <a:pt x="2152162" y="361723"/>
                </a:cubicBezTo>
                <a:cubicBezTo>
                  <a:pt x="2149436" y="359959"/>
                  <a:pt x="2150077" y="360280"/>
                  <a:pt x="2148794" y="359959"/>
                </a:cubicBezTo>
                <a:cubicBezTo>
                  <a:pt x="2147511" y="359639"/>
                  <a:pt x="2145908" y="357393"/>
                  <a:pt x="2145266" y="357393"/>
                </a:cubicBezTo>
                <a:cubicBezTo>
                  <a:pt x="2143558" y="356415"/>
                  <a:pt x="2141922" y="355316"/>
                  <a:pt x="2140375" y="354106"/>
                </a:cubicBezTo>
                <a:cubicBezTo>
                  <a:pt x="2139252" y="353384"/>
                  <a:pt x="2137568" y="351379"/>
                  <a:pt x="2136606" y="350818"/>
                </a:cubicBezTo>
                <a:cubicBezTo>
                  <a:pt x="2135844" y="350577"/>
                  <a:pt x="2135066" y="350385"/>
                  <a:pt x="2134280" y="350257"/>
                </a:cubicBezTo>
                <a:cubicBezTo>
                  <a:pt x="2132917" y="349856"/>
                  <a:pt x="2131795" y="346488"/>
                  <a:pt x="2130271" y="346488"/>
                </a:cubicBezTo>
                <a:cubicBezTo>
                  <a:pt x="2125781" y="346167"/>
                  <a:pt x="2122172" y="349936"/>
                  <a:pt x="2120970" y="349936"/>
                </a:cubicBezTo>
                <a:cubicBezTo>
                  <a:pt x="2119293" y="350369"/>
                  <a:pt x="2117786" y="351291"/>
                  <a:pt x="2116639" y="352582"/>
                </a:cubicBezTo>
                <a:cubicBezTo>
                  <a:pt x="2115116" y="353705"/>
                  <a:pt x="2114555" y="354266"/>
                  <a:pt x="2115116" y="355870"/>
                </a:cubicBezTo>
                <a:cubicBezTo>
                  <a:pt x="2115605" y="357033"/>
                  <a:pt x="2116487" y="357995"/>
                  <a:pt x="2117601" y="358596"/>
                </a:cubicBezTo>
                <a:cubicBezTo>
                  <a:pt x="2118989" y="359534"/>
                  <a:pt x="2120584" y="360120"/>
                  <a:pt x="2122252" y="360280"/>
                </a:cubicBezTo>
                <a:cubicBezTo>
                  <a:pt x="2123816" y="360184"/>
                  <a:pt x="2125380" y="360545"/>
                  <a:pt x="2126743" y="361322"/>
                </a:cubicBezTo>
                <a:cubicBezTo>
                  <a:pt x="2127385" y="362044"/>
                  <a:pt x="2129951" y="363407"/>
                  <a:pt x="2128828" y="364129"/>
                </a:cubicBezTo>
                <a:cubicBezTo>
                  <a:pt x="2127449" y="364867"/>
                  <a:pt x="2125997" y="365460"/>
                  <a:pt x="2124498" y="365893"/>
                </a:cubicBezTo>
                <a:cubicBezTo>
                  <a:pt x="2123455" y="366214"/>
                  <a:pt x="2121531" y="367978"/>
                  <a:pt x="2120809" y="368459"/>
                </a:cubicBezTo>
                <a:cubicBezTo>
                  <a:pt x="2120087" y="368940"/>
                  <a:pt x="2119526" y="368940"/>
                  <a:pt x="2118404" y="368940"/>
                </a:cubicBezTo>
                <a:cubicBezTo>
                  <a:pt x="2117056" y="368708"/>
                  <a:pt x="2115750" y="368243"/>
                  <a:pt x="2114555" y="367577"/>
                </a:cubicBezTo>
                <a:cubicBezTo>
                  <a:pt x="2112887" y="366334"/>
                  <a:pt x="2111115" y="365236"/>
                  <a:pt x="2109262" y="364289"/>
                </a:cubicBezTo>
                <a:cubicBezTo>
                  <a:pt x="2107498" y="363648"/>
                  <a:pt x="2104291" y="363487"/>
                  <a:pt x="2103649" y="362766"/>
                </a:cubicBezTo>
                <a:cubicBezTo>
                  <a:pt x="2103008" y="362044"/>
                  <a:pt x="2101885" y="358917"/>
                  <a:pt x="2101163" y="358195"/>
                </a:cubicBezTo>
                <a:cubicBezTo>
                  <a:pt x="2098910" y="356383"/>
                  <a:pt x="2095992" y="355629"/>
                  <a:pt x="2093145" y="356110"/>
                </a:cubicBezTo>
                <a:cubicBezTo>
                  <a:pt x="2091372" y="356880"/>
                  <a:pt x="2089729" y="357906"/>
                  <a:pt x="2088253" y="359157"/>
                </a:cubicBezTo>
                <a:cubicBezTo>
                  <a:pt x="2087531" y="359799"/>
                  <a:pt x="2085447" y="361563"/>
                  <a:pt x="2085607" y="362365"/>
                </a:cubicBezTo>
                <a:cubicBezTo>
                  <a:pt x="2085768" y="363167"/>
                  <a:pt x="2086569" y="364289"/>
                  <a:pt x="2086569" y="365091"/>
                </a:cubicBezTo>
                <a:cubicBezTo>
                  <a:pt x="2086489" y="368138"/>
                  <a:pt x="2088654" y="369421"/>
                  <a:pt x="2089376" y="370143"/>
                </a:cubicBezTo>
                <a:cubicBezTo>
                  <a:pt x="2090097" y="370865"/>
                  <a:pt x="2094107" y="371987"/>
                  <a:pt x="2095390" y="373190"/>
                </a:cubicBezTo>
                <a:cubicBezTo>
                  <a:pt x="2097290" y="374962"/>
                  <a:pt x="2099359" y="376550"/>
                  <a:pt x="2101564" y="377921"/>
                </a:cubicBezTo>
                <a:cubicBezTo>
                  <a:pt x="2103738" y="379244"/>
                  <a:pt x="2105774" y="380776"/>
                  <a:pt x="2107658" y="382492"/>
                </a:cubicBezTo>
                <a:cubicBezTo>
                  <a:pt x="2109262" y="384577"/>
                  <a:pt x="2108139" y="385860"/>
                  <a:pt x="2106857" y="386260"/>
                </a:cubicBezTo>
                <a:cubicBezTo>
                  <a:pt x="2102607" y="387303"/>
                  <a:pt x="2095230" y="391874"/>
                  <a:pt x="2091381" y="389709"/>
                </a:cubicBezTo>
                <a:cubicBezTo>
                  <a:pt x="2089857" y="388746"/>
                  <a:pt x="2086810" y="386100"/>
                  <a:pt x="2083362" y="383614"/>
                </a:cubicBezTo>
                <a:cubicBezTo>
                  <a:pt x="2081438" y="381930"/>
                  <a:pt x="2079513" y="380647"/>
                  <a:pt x="2079032" y="381930"/>
                </a:cubicBezTo>
                <a:cubicBezTo>
                  <a:pt x="2078551" y="383213"/>
                  <a:pt x="2081197" y="390591"/>
                  <a:pt x="2079032" y="392756"/>
                </a:cubicBezTo>
                <a:cubicBezTo>
                  <a:pt x="2077909" y="393798"/>
                  <a:pt x="2075744" y="395562"/>
                  <a:pt x="2074702" y="396605"/>
                </a:cubicBezTo>
                <a:cubicBezTo>
                  <a:pt x="2075945" y="399090"/>
                  <a:pt x="2077861" y="401175"/>
                  <a:pt x="2080235" y="402619"/>
                </a:cubicBezTo>
                <a:cubicBezTo>
                  <a:pt x="2081959" y="403324"/>
                  <a:pt x="2083554" y="404302"/>
                  <a:pt x="2084966" y="405505"/>
                </a:cubicBezTo>
                <a:cubicBezTo>
                  <a:pt x="2087019" y="406764"/>
                  <a:pt x="2089159" y="407863"/>
                  <a:pt x="2091381" y="408793"/>
                </a:cubicBezTo>
                <a:cubicBezTo>
                  <a:pt x="2094428" y="410557"/>
                  <a:pt x="2097635" y="407189"/>
                  <a:pt x="2101003" y="406067"/>
                </a:cubicBezTo>
                <a:cubicBezTo>
                  <a:pt x="2101484" y="405986"/>
                  <a:pt x="2104291" y="406387"/>
                  <a:pt x="2105654" y="405024"/>
                </a:cubicBezTo>
                <a:cubicBezTo>
                  <a:pt x="2107234" y="403573"/>
                  <a:pt x="2109086" y="402458"/>
                  <a:pt x="2111106" y="401737"/>
                </a:cubicBezTo>
                <a:cubicBezTo>
                  <a:pt x="2112790" y="400774"/>
                  <a:pt x="2113993" y="399652"/>
                  <a:pt x="2115517" y="398529"/>
                </a:cubicBezTo>
                <a:cubicBezTo>
                  <a:pt x="2117041" y="397406"/>
                  <a:pt x="2117923" y="395482"/>
                  <a:pt x="2119847" y="393878"/>
                </a:cubicBezTo>
                <a:cubicBezTo>
                  <a:pt x="2121771" y="392274"/>
                  <a:pt x="2128186" y="397005"/>
                  <a:pt x="2129148" y="397727"/>
                </a:cubicBezTo>
                <a:cubicBezTo>
                  <a:pt x="2130111" y="398449"/>
                  <a:pt x="2130752" y="398449"/>
                  <a:pt x="2132837" y="399732"/>
                </a:cubicBezTo>
                <a:cubicBezTo>
                  <a:pt x="2134922" y="401015"/>
                  <a:pt x="2135804" y="401977"/>
                  <a:pt x="2137648" y="403260"/>
                </a:cubicBezTo>
                <a:cubicBezTo>
                  <a:pt x="2139012" y="403845"/>
                  <a:pt x="2140519" y="404014"/>
                  <a:pt x="2141979" y="403741"/>
                </a:cubicBezTo>
                <a:cubicBezTo>
                  <a:pt x="2143662" y="403661"/>
                  <a:pt x="2145827" y="401737"/>
                  <a:pt x="2147190" y="400855"/>
                </a:cubicBezTo>
                <a:cubicBezTo>
                  <a:pt x="2148554" y="399972"/>
                  <a:pt x="2147190" y="397727"/>
                  <a:pt x="2147190" y="397727"/>
                </a:cubicBezTo>
                <a:cubicBezTo>
                  <a:pt x="2145908" y="395081"/>
                  <a:pt x="2145587" y="393076"/>
                  <a:pt x="2145026" y="392034"/>
                </a:cubicBezTo>
                <a:cubicBezTo>
                  <a:pt x="2143261" y="389308"/>
                  <a:pt x="2143903" y="386661"/>
                  <a:pt x="2143261" y="385940"/>
                </a:cubicBezTo>
                <a:cubicBezTo>
                  <a:pt x="2142620" y="385218"/>
                  <a:pt x="2141097" y="385779"/>
                  <a:pt x="2139813" y="384737"/>
                </a:cubicBezTo>
                <a:cubicBezTo>
                  <a:pt x="2138531" y="383695"/>
                  <a:pt x="2136045" y="383133"/>
                  <a:pt x="2134922" y="382412"/>
                </a:cubicBezTo>
                <a:cubicBezTo>
                  <a:pt x="2133799" y="381690"/>
                  <a:pt x="2133399" y="380647"/>
                  <a:pt x="2133399" y="380006"/>
                </a:cubicBezTo>
                <a:cubicBezTo>
                  <a:pt x="2134537" y="378466"/>
                  <a:pt x="2136181" y="377384"/>
                  <a:pt x="2138049" y="376959"/>
                </a:cubicBezTo>
                <a:cubicBezTo>
                  <a:pt x="2140391" y="376702"/>
                  <a:pt x="2142756" y="376702"/>
                  <a:pt x="2145106" y="376959"/>
                </a:cubicBezTo>
                <a:cubicBezTo>
                  <a:pt x="2146814" y="377400"/>
                  <a:pt x="2148610" y="377400"/>
                  <a:pt x="2150318" y="376959"/>
                </a:cubicBezTo>
                <a:cubicBezTo>
                  <a:pt x="2154472" y="376373"/>
                  <a:pt x="2158689" y="377255"/>
                  <a:pt x="2162266" y="379445"/>
                </a:cubicBezTo>
                <a:cubicBezTo>
                  <a:pt x="2163950" y="380728"/>
                  <a:pt x="2166115" y="382251"/>
                  <a:pt x="2166275" y="383614"/>
                </a:cubicBezTo>
                <a:cubicBezTo>
                  <a:pt x="2166435" y="384977"/>
                  <a:pt x="2168440" y="387143"/>
                  <a:pt x="2169001" y="387143"/>
                </a:cubicBezTo>
                <a:cubicBezTo>
                  <a:pt x="2170364" y="387199"/>
                  <a:pt x="2171656" y="387776"/>
                  <a:pt x="2172610" y="388746"/>
                </a:cubicBezTo>
                <a:cubicBezTo>
                  <a:pt x="2175336" y="391801"/>
                  <a:pt x="2178864" y="394023"/>
                  <a:pt x="2182793" y="395161"/>
                </a:cubicBezTo>
                <a:cubicBezTo>
                  <a:pt x="2185392" y="394464"/>
                  <a:pt x="2187797" y="393205"/>
                  <a:pt x="2189850" y="391473"/>
                </a:cubicBezTo>
                <a:cubicBezTo>
                  <a:pt x="2192183" y="389596"/>
                  <a:pt x="2193891" y="387046"/>
                  <a:pt x="2194742" y="384176"/>
                </a:cubicBezTo>
                <a:cubicBezTo>
                  <a:pt x="2194902" y="382492"/>
                  <a:pt x="2193378" y="382412"/>
                  <a:pt x="2193138" y="380567"/>
                </a:cubicBezTo>
                <a:cubicBezTo>
                  <a:pt x="2192897" y="378723"/>
                  <a:pt x="2191614" y="378322"/>
                  <a:pt x="2191614" y="377520"/>
                </a:cubicBezTo>
                <a:cubicBezTo>
                  <a:pt x="2191614" y="376718"/>
                  <a:pt x="2191614" y="374794"/>
                  <a:pt x="2191614" y="373912"/>
                </a:cubicBezTo>
                <a:cubicBezTo>
                  <a:pt x="2190884" y="372966"/>
                  <a:pt x="2190018" y="372132"/>
                  <a:pt x="2189048" y="371426"/>
                </a:cubicBezTo>
                <a:cubicBezTo>
                  <a:pt x="2187019" y="371330"/>
                  <a:pt x="2185055" y="370696"/>
                  <a:pt x="2183355" y="369582"/>
                </a:cubicBezTo>
                <a:cubicBezTo>
                  <a:pt x="2182714" y="368860"/>
                  <a:pt x="2181350" y="367978"/>
                  <a:pt x="2182152" y="367016"/>
                </a:cubicBezTo>
                <a:cubicBezTo>
                  <a:pt x="2183595" y="365685"/>
                  <a:pt x="2185247" y="364602"/>
                  <a:pt x="2187043" y="363808"/>
                </a:cubicBezTo>
                <a:lnTo>
                  <a:pt x="2191133" y="361563"/>
                </a:lnTo>
                <a:cubicBezTo>
                  <a:pt x="2191774" y="361162"/>
                  <a:pt x="2194902" y="359879"/>
                  <a:pt x="2194902" y="359879"/>
                </a:cubicBezTo>
                <a:cubicBezTo>
                  <a:pt x="2198214" y="357473"/>
                  <a:pt x="2202126" y="356030"/>
                  <a:pt x="2206208" y="355709"/>
                </a:cubicBezTo>
                <a:cubicBezTo>
                  <a:pt x="2208934" y="355789"/>
                  <a:pt x="2213505" y="358195"/>
                  <a:pt x="2213746" y="356672"/>
                </a:cubicBezTo>
                <a:cubicBezTo>
                  <a:pt x="2213986" y="355148"/>
                  <a:pt x="2217033" y="354026"/>
                  <a:pt x="2218156" y="353224"/>
                </a:cubicBezTo>
                <a:cubicBezTo>
                  <a:pt x="2219174" y="352582"/>
                  <a:pt x="2219775" y="351459"/>
                  <a:pt x="2219760" y="350257"/>
                </a:cubicBezTo>
                <a:cubicBezTo>
                  <a:pt x="2219599" y="348565"/>
                  <a:pt x="2219246" y="346897"/>
                  <a:pt x="2218717" y="345285"/>
                </a:cubicBezTo>
                <a:cubicBezTo>
                  <a:pt x="2218236" y="343930"/>
                  <a:pt x="2217081" y="342920"/>
                  <a:pt x="2215670" y="342639"/>
                </a:cubicBezTo>
                <a:cubicBezTo>
                  <a:pt x="2214948" y="342238"/>
                  <a:pt x="2214948" y="342960"/>
                  <a:pt x="2213585" y="342639"/>
                </a:cubicBezTo>
                <a:cubicBezTo>
                  <a:pt x="2212222" y="342318"/>
                  <a:pt x="2203401" y="335342"/>
                  <a:pt x="2199312" y="337667"/>
                </a:cubicBezTo>
                <a:cubicBezTo>
                  <a:pt x="2197307" y="338790"/>
                  <a:pt x="2198590" y="342078"/>
                  <a:pt x="2196425" y="344002"/>
                </a:cubicBezTo>
                <a:cubicBezTo>
                  <a:pt x="2195471" y="344756"/>
                  <a:pt x="2194380" y="345325"/>
                  <a:pt x="2193218" y="345686"/>
                </a:cubicBezTo>
                <a:cubicBezTo>
                  <a:pt x="2192095" y="346328"/>
                  <a:pt x="2190331" y="346889"/>
                  <a:pt x="2189449" y="346328"/>
                </a:cubicBezTo>
                <a:cubicBezTo>
                  <a:pt x="2188567" y="345766"/>
                  <a:pt x="2187765" y="344804"/>
                  <a:pt x="2185520" y="344804"/>
                </a:cubicBezTo>
                <a:cubicBezTo>
                  <a:pt x="2181992" y="345365"/>
                  <a:pt x="2183515" y="347290"/>
                  <a:pt x="2182553" y="348092"/>
                </a:cubicBezTo>
                <a:cubicBezTo>
                  <a:pt x="2181591" y="348893"/>
                  <a:pt x="2179987" y="348092"/>
                  <a:pt x="2179265" y="348092"/>
                </a:cubicBezTo>
                <a:cubicBezTo>
                  <a:pt x="2178143" y="348260"/>
                  <a:pt x="2177004" y="348092"/>
                  <a:pt x="2175978" y="347611"/>
                </a:cubicBezTo>
                <a:cubicBezTo>
                  <a:pt x="2175497" y="347210"/>
                  <a:pt x="2173171" y="350176"/>
                  <a:pt x="2173331" y="351299"/>
                </a:cubicBezTo>
                <a:cubicBezTo>
                  <a:pt x="2173492" y="352422"/>
                  <a:pt x="2176138" y="352742"/>
                  <a:pt x="2175096" y="355148"/>
                </a:cubicBezTo>
                <a:cubicBezTo>
                  <a:pt x="2174053" y="357554"/>
                  <a:pt x="2170926" y="357554"/>
                  <a:pt x="2168681" y="355148"/>
                </a:cubicBezTo>
                <a:cubicBezTo>
                  <a:pt x="2166435" y="352742"/>
                  <a:pt x="2172449" y="352181"/>
                  <a:pt x="2169964" y="350658"/>
                </a:cubicBezTo>
                <a:cubicBezTo>
                  <a:pt x="2167478" y="349134"/>
                  <a:pt x="2167558" y="345445"/>
                  <a:pt x="2168440" y="345285"/>
                </a:cubicBezTo>
                <a:cubicBezTo>
                  <a:pt x="2169322" y="345125"/>
                  <a:pt x="2175577" y="344243"/>
                  <a:pt x="2175577" y="344243"/>
                </a:cubicBezTo>
                <a:cubicBezTo>
                  <a:pt x="2183355" y="341837"/>
                  <a:pt x="2185921" y="342238"/>
                  <a:pt x="2187364" y="340714"/>
                </a:cubicBezTo>
                <a:cubicBezTo>
                  <a:pt x="2188238" y="339423"/>
                  <a:pt x="2188583" y="337844"/>
                  <a:pt x="2188326" y="336304"/>
                </a:cubicBezTo>
                <a:cubicBezTo>
                  <a:pt x="2188326" y="335182"/>
                  <a:pt x="2191133" y="333097"/>
                  <a:pt x="2191774" y="333097"/>
                </a:cubicBezTo>
                <a:cubicBezTo>
                  <a:pt x="2193891" y="332399"/>
                  <a:pt x="2196136" y="332183"/>
                  <a:pt x="2198350" y="332455"/>
                </a:cubicBezTo>
                <a:cubicBezTo>
                  <a:pt x="2200515" y="332696"/>
                  <a:pt x="2204123" y="331894"/>
                  <a:pt x="2204123" y="329889"/>
                </a:cubicBezTo>
                <a:cubicBezTo>
                  <a:pt x="2204773" y="327836"/>
                  <a:pt x="2204572" y="325615"/>
                  <a:pt x="2203562" y="323715"/>
                </a:cubicBezTo>
                <a:cubicBezTo>
                  <a:pt x="2203008" y="323041"/>
                  <a:pt x="2202287" y="322520"/>
                  <a:pt x="2201477" y="322191"/>
                </a:cubicBezTo>
                <a:cubicBezTo>
                  <a:pt x="2200756" y="322031"/>
                  <a:pt x="2200354" y="320507"/>
                  <a:pt x="2199553" y="320507"/>
                </a:cubicBezTo>
                <a:cubicBezTo>
                  <a:pt x="2197387" y="319625"/>
                  <a:pt x="2195383" y="321470"/>
                  <a:pt x="2193057" y="322191"/>
                </a:cubicBezTo>
                <a:cubicBezTo>
                  <a:pt x="2190732" y="322913"/>
                  <a:pt x="2186001" y="323875"/>
                  <a:pt x="2186001" y="322913"/>
                </a:cubicBezTo>
                <a:cubicBezTo>
                  <a:pt x="2186001" y="321951"/>
                  <a:pt x="2186723" y="319064"/>
                  <a:pt x="2186001" y="318342"/>
                </a:cubicBezTo>
                <a:cubicBezTo>
                  <a:pt x="2184534" y="317741"/>
                  <a:pt x="2182898" y="317741"/>
                  <a:pt x="2181430" y="318342"/>
                </a:cubicBezTo>
                <a:cubicBezTo>
                  <a:pt x="2180789" y="318984"/>
                  <a:pt x="2180308" y="321790"/>
                  <a:pt x="2179025" y="323234"/>
                </a:cubicBezTo>
                <a:cubicBezTo>
                  <a:pt x="2177662" y="324324"/>
                  <a:pt x="2176026" y="325014"/>
                  <a:pt x="2174294" y="325238"/>
                </a:cubicBezTo>
                <a:cubicBezTo>
                  <a:pt x="2172449" y="325719"/>
                  <a:pt x="2169402" y="327965"/>
                  <a:pt x="2170044" y="329168"/>
                </a:cubicBezTo>
                <a:cubicBezTo>
                  <a:pt x="2170686" y="330370"/>
                  <a:pt x="2171648" y="329328"/>
                  <a:pt x="2173011" y="330370"/>
                </a:cubicBezTo>
                <a:cubicBezTo>
                  <a:pt x="2174374" y="331413"/>
                  <a:pt x="2176378" y="331413"/>
                  <a:pt x="2176940" y="332295"/>
                </a:cubicBezTo>
                <a:cubicBezTo>
                  <a:pt x="2177501" y="333177"/>
                  <a:pt x="2177260" y="337667"/>
                  <a:pt x="2174374" y="338068"/>
                </a:cubicBezTo>
                <a:cubicBezTo>
                  <a:pt x="2173251" y="338229"/>
                  <a:pt x="2169322" y="339592"/>
                  <a:pt x="2168199" y="337667"/>
                </a:cubicBezTo>
                <a:cubicBezTo>
                  <a:pt x="2167798" y="337026"/>
                  <a:pt x="2168681" y="336144"/>
                  <a:pt x="2168601" y="334700"/>
                </a:cubicBezTo>
                <a:cubicBezTo>
                  <a:pt x="2168520" y="333257"/>
                  <a:pt x="2165473" y="331733"/>
                  <a:pt x="2165393" y="330851"/>
                </a:cubicBezTo>
                <a:cubicBezTo>
                  <a:pt x="2165313" y="329969"/>
                  <a:pt x="2164832" y="329569"/>
                  <a:pt x="2166115" y="328446"/>
                </a:cubicBezTo>
                <a:cubicBezTo>
                  <a:pt x="2168537" y="326072"/>
                  <a:pt x="2170613" y="323370"/>
                  <a:pt x="2172289" y="320427"/>
                </a:cubicBezTo>
                <a:cubicBezTo>
                  <a:pt x="2172425" y="319393"/>
                  <a:pt x="2172938" y="318455"/>
                  <a:pt x="2173732" y="317781"/>
                </a:cubicBezTo>
                <a:cubicBezTo>
                  <a:pt x="2175256" y="316418"/>
                  <a:pt x="2177100" y="314253"/>
                  <a:pt x="2176218" y="313531"/>
                </a:cubicBezTo>
                <a:cubicBezTo>
                  <a:pt x="2175336" y="312753"/>
                  <a:pt x="2174181" y="312377"/>
                  <a:pt x="2173011" y="312489"/>
                </a:cubicBezTo>
                <a:cubicBezTo>
                  <a:pt x="2171479" y="312577"/>
                  <a:pt x="2170004" y="313106"/>
                  <a:pt x="2168761" y="314012"/>
                </a:cubicBezTo>
                <a:cubicBezTo>
                  <a:pt x="2168272" y="314886"/>
                  <a:pt x="2167710" y="315720"/>
                  <a:pt x="2167077" y="316498"/>
                </a:cubicBezTo>
                <a:cubicBezTo>
                  <a:pt x="2165096" y="318583"/>
                  <a:pt x="2163004" y="320564"/>
                  <a:pt x="2160822" y="322432"/>
                </a:cubicBezTo>
                <a:cubicBezTo>
                  <a:pt x="2159620" y="323474"/>
                  <a:pt x="2157775" y="326762"/>
                  <a:pt x="2157054" y="327323"/>
                </a:cubicBezTo>
                <a:cubicBezTo>
                  <a:pt x="2156332" y="327885"/>
                  <a:pt x="2150959" y="332455"/>
                  <a:pt x="2150318" y="333177"/>
                </a:cubicBezTo>
                <a:cubicBezTo>
                  <a:pt x="2148891" y="334259"/>
                  <a:pt x="2148257" y="336096"/>
                  <a:pt x="2148714" y="337828"/>
                </a:cubicBezTo>
                <a:cubicBezTo>
                  <a:pt x="2149115" y="338630"/>
                  <a:pt x="2150318" y="338549"/>
                  <a:pt x="2151120" y="338630"/>
                </a:cubicBezTo>
                <a:cubicBezTo>
                  <a:pt x="2151922" y="338710"/>
                  <a:pt x="2153125" y="339031"/>
                  <a:pt x="2153846" y="338229"/>
                </a:cubicBezTo>
                <a:cubicBezTo>
                  <a:pt x="2154568" y="337427"/>
                  <a:pt x="2156011" y="335823"/>
                  <a:pt x="2157535" y="336625"/>
                </a:cubicBezTo>
                <a:cubicBezTo>
                  <a:pt x="2159058" y="337427"/>
                  <a:pt x="2158577" y="339031"/>
                  <a:pt x="2157054" y="339832"/>
                </a:cubicBezTo>
                <a:cubicBezTo>
                  <a:pt x="2155530" y="340634"/>
                  <a:pt x="2155610" y="341757"/>
                  <a:pt x="2155530" y="342639"/>
                </a:cubicBezTo>
                <a:cubicBezTo>
                  <a:pt x="2155450" y="343521"/>
                  <a:pt x="2157054" y="343280"/>
                  <a:pt x="2158737" y="344162"/>
                </a:cubicBezTo>
                <a:cubicBezTo>
                  <a:pt x="2160421" y="345045"/>
                  <a:pt x="2161784" y="345606"/>
                  <a:pt x="2161063" y="347129"/>
                </a:cubicBezTo>
                <a:cubicBezTo>
                  <a:pt x="2160782" y="347851"/>
                  <a:pt x="2160069" y="348308"/>
                  <a:pt x="2159299" y="348252"/>
                </a:cubicBezTo>
                <a:cubicBezTo>
                  <a:pt x="2158248" y="348148"/>
                  <a:pt x="2157222" y="347875"/>
                  <a:pt x="2156252" y="347450"/>
                </a:cubicBezTo>
                <a:cubicBezTo>
                  <a:pt x="2155169" y="346969"/>
                  <a:pt x="2154127" y="346408"/>
                  <a:pt x="2153125" y="345766"/>
                </a:cubicBezTo>
                <a:cubicBezTo>
                  <a:pt x="2151593" y="344371"/>
                  <a:pt x="2149933" y="343136"/>
                  <a:pt x="2148153" y="342078"/>
                </a:cubicBezTo>
                <a:cubicBezTo>
                  <a:pt x="2147166" y="341284"/>
                  <a:pt x="2146228" y="340426"/>
                  <a:pt x="2145346" y="339512"/>
                </a:cubicBezTo>
                <a:cubicBezTo>
                  <a:pt x="2144545" y="338790"/>
                  <a:pt x="2142139" y="338148"/>
                  <a:pt x="2141497" y="337026"/>
                </a:cubicBezTo>
                <a:cubicBezTo>
                  <a:pt x="2141104" y="336024"/>
                  <a:pt x="2141104" y="334901"/>
                  <a:pt x="2141497" y="333899"/>
                </a:cubicBezTo>
                <a:cubicBezTo>
                  <a:pt x="2141979" y="332856"/>
                  <a:pt x="2145106" y="332375"/>
                  <a:pt x="2145908" y="331894"/>
                </a:cubicBezTo>
                <a:cubicBezTo>
                  <a:pt x="2146709" y="331413"/>
                  <a:pt x="2146870" y="330771"/>
                  <a:pt x="2148794" y="329328"/>
                </a:cubicBezTo>
                <a:cubicBezTo>
                  <a:pt x="2150719" y="327885"/>
                  <a:pt x="2151120" y="325800"/>
                  <a:pt x="2151922" y="324998"/>
                </a:cubicBezTo>
                <a:cubicBezTo>
                  <a:pt x="2152723" y="324196"/>
                  <a:pt x="2156332" y="320427"/>
                  <a:pt x="2157374" y="319305"/>
                </a:cubicBezTo>
                <a:cubicBezTo>
                  <a:pt x="2158417" y="318182"/>
                  <a:pt x="2159940" y="317220"/>
                  <a:pt x="2160421" y="316739"/>
                </a:cubicBezTo>
                <a:cubicBezTo>
                  <a:pt x="2160903" y="316258"/>
                  <a:pt x="2162346" y="314734"/>
                  <a:pt x="2162907" y="314734"/>
                </a:cubicBezTo>
                <a:cubicBezTo>
                  <a:pt x="2163829" y="314381"/>
                  <a:pt x="2164559" y="313651"/>
                  <a:pt x="2164912" y="312729"/>
                </a:cubicBezTo>
                <a:cubicBezTo>
                  <a:pt x="2165153" y="311607"/>
                  <a:pt x="2167317" y="310644"/>
                  <a:pt x="2168120" y="309281"/>
                </a:cubicBezTo>
                <a:cubicBezTo>
                  <a:pt x="2168921" y="307918"/>
                  <a:pt x="2169883" y="307437"/>
                  <a:pt x="2170445" y="306234"/>
                </a:cubicBezTo>
                <a:cubicBezTo>
                  <a:pt x="2171006" y="305031"/>
                  <a:pt x="2171327" y="304310"/>
                  <a:pt x="2171006" y="303829"/>
                </a:cubicBezTo>
                <a:cubicBezTo>
                  <a:pt x="2170686" y="303347"/>
                  <a:pt x="2169643" y="303909"/>
                  <a:pt x="2169162" y="303347"/>
                </a:cubicBezTo>
                <a:cubicBezTo>
                  <a:pt x="2168480" y="302562"/>
                  <a:pt x="2167758" y="301808"/>
                  <a:pt x="2166997" y="301102"/>
                </a:cubicBezTo>
                <a:close/>
                <a:moveTo>
                  <a:pt x="1103801" y="296131"/>
                </a:moveTo>
                <a:cubicBezTo>
                  <a:pt x="1103127" y="296860"/>
                  <a:pt x="1102309" y="297430"/>
                  <a:pt x="1101395" y="297815"/>
                </a:cubicBezTo>
                <a:cubicBezTo>
                  <a:pt x="1100192" y="298055"/>
                  <a:pt x="1099150" y="297414"/>
                  <a:pt x="1097626" y="298857"/>
                </a:cubicBezTo>
                <a:cubicBezTo>
                  <a:pt x="1096688" y="300164"/>
                  <a:pt x="1095830" y="301535"/>
                  <a:pt x="1095060" y="302946"/>
                </a:cubicBezTo>
                <a:cubicBezTo>
                  <a:pt x="1094419" y="303588"/>
                  <a:pt x="1092655" y="304390"/>
                  <a:pt x="1092013" y="305112"/>
                </a:cubicBezTo>
                <a:cubicBezTo>
                  <a:pt x="1091372" y="305833"/>
                  <a:pt x="1091051" y="307677"/>
                  <a:pt x="1089928" y="308720"/>
                </a:cubicBezTo>
                <a:cubicBezTo>
                  <a:pt x="1088806" y="309762"/>
                  <a:pt x="1086560" y="310805"/>
                  <a:pt x="1085919" y="311607"/>
                </a:cubicBezTo>
                <a:cubicBezTo>
                  <a:pt x="1084636" y="313050"/>
                  <a:pt x="1083995" y="314012"/>
                  <a:pt x="1084957" y="315776"/>
                </a:cubicBezTo>
                <a:cubicBezTo>
                  <a:pt x="1086304" y="317420"/>
                  <a:pt x="1087811" y="318920"/>
                  <a:pt x="1089447" y="320267"/>
                </a:cubicBezTo>
                <a:cubicBezTo>
                  <a:pt x="1091444" y="322809"/>
                  <a:pt x="1093272" y="325487"/>
                  <a:pt x="1094900" y="328286"/>
                </a:cubicBezTo>
                <a:cubicBezTo>
                  <a:pt x="1095790" y="330090"/>
                  <a:pt x="1096921" y="331766"/>
                  <a:pt x="1098268" y="333257"/>
                </a:cubicBezTo>
                <a:cubicBezTo>
                  <a:pt x="1098909" y="333899"/>
                  <a:pt x="1102357" y="337347"/>
                  <a:pt x="1104843" y="340153"/>
                </a:cubicBezTo>
                <a:cubicBezTo>
                  <a:pt x="1105324" y="340714"/>
                  <a:pt x="1106687" y="343040"/>
                  <a:pt x="1108451" y="345205"/>
                </a:cubicBezTo>
                <a:cubicBezTo>
                  <a:pt x="1110216" y="347370"/>
                  <a:pt x="1109414" y="347691"/>
                  <a:pt x="1111899" y="350337"/>
                </a:cubicBezTo>
                <a:cubicBezTo>
                  <a:pt x="1112380" y="350818"/>
                  <a:pt x="1112942" y="353384"/>
                  <a:pt x="1113423" y="354026"/>
                </a:cubicBezTo>
                <a:cubicBezTo>
                  <a:pt x="1118154" y="359639"/>
                  <a:pt x="1117833" y="360761"/>
                  <a:pt x="1120640" y="363327"/>
                </a:cubicBezTo>
                <a:cubicBezTo>
                  <a:pt x="1122348" y="365059"/>
                  <a:pt x="1124288" y="366551"/>
                  <a:pt x="1126413" y="367737"/>
                </a:cubicBezTo>
                <a:cubicBezTo>
                  <a:pt x="1127784" y="368507"/>
                  <a:pt x="1129075" y="369421"/>
                  <a:pt x="1130262" y="370464"/>
                </a:cubicBezTo>
                <a:lnTo>
                  <a:pt x="1134031" y="373591"/>
                </a:lnTo>
                <a:cubicBezTo>
                  <a:pt x="1134672" y="374232"/>
                  <a:pt x="1139804" y="376959"/>
                  <a:pt x="1140847" y="377681"/>
                </a:cubicBezTo>
                <a:cubicBezTo>
                  <a:pt x="1142386" y="379236"/>
                  <a:pt x="1144078" y="380631"/>
                  <a:pt x="1145899" y="381850"/>
                </a:cubicBezTo>
                <a:cubicBezTo>
                  <a:pt x="1147991" y="382580"/>
                  <a:pt x="1150181" y="382981"/>
                  <a:pt x="1152394" y="383053"/>
                </a:cubicBezTo>
                <a:cubicBezTo>
                  <a:pt x="1153821" y="382861"/>
                  <a:pt x="1155200" y="382428"/>
                  <a:pt x="1156483" y="381770"/>
                </a:cubicBezTo>
                <a:cubicBezTo>
                  <a:pt x="1158007" y="380888"/>
                  <a:pt x="1160412" y="377681"/>
                  <a:pt x="1161936" y="376558"/>
                </a:cubicBezTo>
                <a:cubicBezTo>
                  <a:pt x="1163460" y="375435"/>
                  <a:pt x="1166426" y="373832"/>
                  <a:pt x="1166426" y="373832"/>
                </a:cubicBezTo>
                <a:cubicBezTo>
                  <a:pt x="1166426" y="373832"/>
                  <a:pt x="1169554" y="370784"/>
                  <a:pt x="1170676" y="369501"/>
                </a:cubicBezTo>
                <a:cubicBezTo>
                  <a:pt x="1171919" y="367858"/>
                  <a:pt x="1173475" y="366470"/>
                  <a:pt x="1175247" y="365412"/>
                </a:cubicBezTo>
                <a:cubicBezTo>
                  <a:pt x="1176129" y="365011"/>
                  <a:pt x="1178294" y="364690"/>
                  <a:pt x="1179176" y="363728"/>
                </a:cubicBezTo>
                <a:cubicBezTo>
                  <a:pt x="1180411" y="362213"/>
                  <a:pt x="1181381" y="360505"/>
                  <a:pt x="1182063" y="358676"/>
                </a:cubicBezTo>
                <a:cubicBezTo>
                  <a:pt x="1182704" y="356992"/>
                  <a:pt x="1185190" y="355629"/>
                  <a:pt x="1185350" y="353865"/>
                </a:cubicBezTo>
                <a:cubicBezTo>
                  <a:pt x="1185511" y="352101"/>
                  <a:pt x="1184308" y="350658"/>
                  <a:pt x="1183185" y="348813"/>
                </a:cubicBezTo>
                <a:cubicBezTo>
                  <a:pt x="1182111" y="346344"/>
                  <a:pt x="1180852" y="343954"/>
                  <a:pt x="1179417" y="341677"/>
                </a:cubicBezTo>
                <a:cubicBezTo>
                  <a:pt x="1177877" y="339375"/>
                  <a:pt x="1175006" y="338365"/>
                  <a:pt x="1172360" y="339191"/>
                </a:cubicBezTo>
                <a:cubicBezTo>
                  <a:pt x="1170845" y="340113"/>
                  <a:pt x="1169490" y="341276"/>
                  <a:pt x="1168351" y="342639"/>
                </a:cubicBezTo>
                <a:cubicBezTo>
                  <a:pt x="1167397" y="343417"/>
                  <a:pt x="1166266" y="343970"/>
                  <a:pt x="1165063" y="344243"/>
                </a:cubicBezTo>
                <a:cubicBezTo>
                  <a:pt x="1164662" y="344323"/>
                  <a:pt x="1163299" y="346247"/>
                  <a:pt x="1162096" y="346247"/>
                </a:cubicBezTo>
                <a:cubicBezTo>
                  <a:pt x="1160749" y="347178"/>
                  <a:pt x="1159490" y="348220"/>
                  <a:pt x="1158328" y="349375"/>
                </a:cubicBezTo>
                <a:cubicBezTo>
                  <a:pt x="1156443" y="351131"/>
                  <a:pt x="1154005" y="352181"/>
                  <a:pt x="1151432" y="352342"/>
                </a:cubicBezTo>
                <a:cubicBezTo>
                  <a:pt x="1147743" y="352181"/>
                  <a:pt x="1146380" y="349856"/>
                  <a:pt x="1143814" y="348573"/>
                </a:cubicBezTo>
                <a:cubicBezTo>
                  <a:pt x="1142386" y="347827"/>
                  <a:pt x="1141128" y="346785"/>
                  <a:pt x="1140125" y="345526"/>
                </a:cubicBezTo>
                <a:cubicBezTo>
                  <a:pt x="1137856" y="342888"/>
                  <a:pt x="1136108" y="339840"/>
                  <a:pt x="1134993" y="336545"/>
                </a:cubicBezTo>
                <a:cubicBezTo>
                  <a:pt x="1136629" y="333634"/>
                  <a:pt x="1137639" y="330410"/>
                  <a:pt x="1137960" y="327083"/>
                </a:cubicBezTo>
                <a:cubicBezTo>
                  <a:pt x="1138353" y="324998"/>
                  <a:pt x="1138866" y="322937"/>
                  <a:pt x="1139484" y="320908"/>
                </a:cubicBezTo>
                <a:cubicBezTo>
                  <a:pt x="1139363" y="319248"/>
                  <a:pt x="1139580" y="317589"/>
                  <a:pt x="1140125" y="316017"/>
                </a:cubicBezTo>
                <a:cubicBezTo>
                  <a:pt x="1141087" y="314173"/>
                  <a:pt x="1141569" y="313291"/>
                  <a:pt x="1142450" y="311767"/>
                </a:cubicBezTo>
                <a:cubicBezTo>
                  <a:pt x="1143301" y="310773"/>
                  <a:pt x="1143301" y="309313"/>
                  <a:pt x="1142450" y="308319"/>
                </a:cubicBezTo>
                <a:cubicBezTo>
                  <a:pt x="1141216" y="307172"/>
                  <a:pt x="1139813" y="306226"/>
                  <a:pt x="1138281" y="305513"/>
                </a:cubicBezTo>
                <a:cubicBezTo>
                  <a:pt x="1135955" y="305031"/>
                  <a:pt x="1133390" y="301663"/>
                  <a:pt x="1130663" y="303508"/>
                </a:cubicBezTo>
                <a:cubicBezTo>
                  <a:pt x="1127937" y="305352"/>
                  <a:pt x="1124810" y="305272"/>
                  <a:pt x="1124328" y="306795"/>
                </a:cubicBezTo>
                <a:cubicBezTo>
                  <a:pt x="1124272" y="308399"/>
                  <a:pt x="1123920" y="309971"/>
                  <a:pt x="1123286" y="311446"/>
                </a:cubicBezTo>
                <a:cubicBezTo>
                  <a:pt x="1123847" y="313451"/>
                  <a:pt x="1121522" y="314894"/>
                  <a:pt x="1119357" y="313451"/>
                </a:cubicBezTo>
                <a:cubicBezTo>
                  <a:pt x="1118258" y="312264"/>
                  <a:pt x="1117320" y="310941"/>
                  <a:pt x="1116550" y="309522"/>
                </a:cubicBezTo>
                <a:cubicBezTo>
                  <a:pt x="1115187" y="306475"/>
                  <a:pt x="1116791" y="303187"/>
                  <a:pt x="1113182" y="299499"/>
                </a:cubicBezTo>
                <a:cubicBezTo>
                  <a:pt x="1111370" y="298015"/>
                  <a:pt x="1109309" y="296868"/>
                  <a:pt x="1107088" y="296131"/>
                </a:cubicBezTo>
                <a:cubicBezTo>
                  <a:pt x="1105966" y="296131"/>
                  <a:pt x="1104442" y="295649"/>
                  <a:pt x="1103801" y="296131"/>
                </a:cubicBezTo>
                <a:close/>
                <a:moveTo>
                  <a:pt x="1805194" y="262933"/>
                </a:moveTo>
                <a:cubicBezTo>
                  <a:pt x="1804953" y="275154"/>
                  <a:pt x="1802868" y="287262"/>
                  <a:pt x="1799019" y="298857"/>
                </a:cubicBezTo>
                <a:cubicBezTo>
                  <a:pt x="1796221" y="308030"/>
                  <a:pt x="1789221" y="315327"/>
                  <a:pt x="1780176" y="318503"/>
                </a:cubicBezTo>
                <a:cubicBezTo>
                  <a:pt x="1778460" y="322905"/>
                  <a:pt x="1775990" y="326970"/>
                  <a:pt x="1772878" y="330531"/>
                </a:cubicBezTo>
                <a:cubicBezTo>
                  <a:pt x="1753473" y="353624"/>
                  <a:pt x="1718191" y="378723"/>
                  <a:pt x="1678098" y="396043"/>
                </a:cubicBezTo>
                <a:cubicBezTo>
                  <a:pt x="1687367" y="393253"/>
                  <a:pt x="1697335" y="393902"/>
                  <a:pt x="1706163" y="397887"/>
                </a:cubicBezTo>
                <a:lnTo>
                  <a:pt x="1706484" y="397647"/>
                </a:lnTo>
                <a:cubicBezTo>
                  <a:pt x="1717903" y="403236"/>
                  <a:pt x="1728287" y="410717"/>
                  <a:pt x="1737195" y="419779"/>
                </a:cubicBezTo>
                <a:cubicBezTo>
                  <a:pt x="1737195" y="419779"/>
                  <a:pt x="1725488" y="425953"/>
                  <a:pt x="1700951" y="420420"/>
                </a:cubicBezTo>
                <a:cubicBezTo>
                  <a:pt x="1689155" y="417205"/>
                  <a:pt x="1679613" y="408528"/>
                  <a:pt x="1675291" y="397086"/>
                </a:cubicBezTo>
                <a:lnTo>
                  <a:pt x="1655170" y="404476"/>
                </a:lnTo>
                <a:lnTo>
                  <a:pt x="1655884" y="408130"/>
                </a:lnTo>
                <a:cubicBezTo>
                  <a:pt x="1658853" y="423356"/>
                  <a:pt x="1664326" y="451472"/>
                  <a:pt x="1666550" y="463079"/>
                </a:cubicBezTo>
                <a:cubicBezTo>
                  <a:pt x="1750578" y="463552"/>
                  <a:pt x="1834173" y="450947"/>
                  <a:pt x="1914328" y="425712"/>
                </a:cubicBezTo>
                <a:lnTo>
                  <a:pt x="1922908" y="422825"/>
                </a:lnTo>
                <a:lnTo>
                  <a:pt x="1922908" y="431806"/>
                </a:lnTo>
                <a:cubicBezTo>
                  <a:pt x="1922852" y="457089"/>
                  <a:pt x="1914200" y="481610"/>
                  <a:pt x="1898371" y="501328"/>
                </a:cubicBezTo>
                <a:cubicBezTo>
                  <a:pt x="1882526" y="520396"/>
                  <a:pt x="1861276" y="534237"/>
                  <a:pt x="1837428" y="541020"/>
                </a:cubicBezTo>
                <a:cubicBezTo>
                  <a:pt x="1834823" y="559255"/>
                  <a:pt x="1825817" y="575974"/>
                  <a:pt x="1812009" y="588170"/>
                </a:cubicBezTo>
                <a:cubicBezTo>
                  <a:pt x="1808385" y="591233"/>
                  <a:pt x="1804464" y="593919"/>
                  <a:pt x="1800302" y="596189"/>
                </a:cubicBezTo>
                <a:cubicBezTo>
                  <a:pt x="1855391" y="589934"/>
                  <a:pt x="1897328" y="582076"/>
                  <a:pt x="1917375" y="578307"/>
                </a:cubicBezTo>
                <a:lnTo>
                  <a:pt x="1926597" y="576543"/>
                </a:lnTo>
                <a:lnTo>
                  <a:pt x="1926115" y="576543"/>
                </a:lnTo>
                <a:cubicBezTo>
                  <a:pt x="1935176" y="575020"/>
                  <a:pt x="1943997" y="573095"/>
                  <a:pt x="1951213" y="571331"/>
                </a:cubicBezTo>
                <a:cubicBezTo>
                  <a:pt x="1940388" y="591787"/>
                  <a:pt x="1927350" y="610983"/>
                  <a:pt x="1912323" y="628584"/>
                </a:cubicBezTo>
                <a:cubicBezTo>
                  <a:pt x="1886960" y="658743"/>
                  <a:pt x="1855823" y="683520"/>
                  <a:pt x="1820750" y="701474"/>
                </a:cubicBezTo>
                <a:cubicBezTo>
                  <a:pt x="1789886" y="717094"/>
                  <a:pt x="1756729" y="727679"/>
                  <a:pt x="1722521" y="732827"/>
                </a:cubicBezTo>
                <a:cubicBezTo>
                  <a:pt x="1717205" y="733573"/>
                  <a:pt x="1711848" y="733918"/>
                  <a:pt x="1706484" y="733869"/>
                </a:cubicBezTo>
                <a:cubicBezTo>
                  <a:pt x="1696477" y="733829"/>
                  <a:pt x="1686485" y="733108"/>
                  <a:pt x="1676574" y="731704"/>
                </a:cubicBezTo>
                <a:lnTo>
                  <a:pt x="1667112" y="730341"/>
                </a:lnTo>
                <a:lnTo>
                  <a:pt x="1685475" y="807080"/>
                </a:lnTo>
                <a:lnTo>
                  <a:pt x="1624292" y="811009"/>
                </a:lnTo>
                <a:lnTo>
                  <a:pt x="1563030" y="807080"/>
                </a:lnTo>
                <a:lnTo>
                  <a:pt x="1581392" y="730341"/>
                </a:lnTo>
                <a:lnTo>
                  <a:pt x="1571930" y="731704"/>
                </a:lnTo>
                <a:cubicBezTo>
                  <a:pt x="1562019" y="733108"/>
                  <a:pt x="1552028" y="733829"/>
                  <a:pt x="1542021" y="733869"/>
                </a:cubicBezTo>
                <a:cubicBezTo>
                  <a:pt x="1536656" y="733925"/>
                  <a:pt x="1531292" y="733573"/>
                  <a:pt x="1525983" y="732827"/>
                </a:cubicBezTo>
                <a:cubicBezTo>
                  <a:pt x="1491752" y="727695"/>
                  <a:pt x="1458562" y="717110"/>
                  <a:pt x="1427674" y="701474"/>
                </a:cubicBezTo>
                <a:cubicBezTo>
                  <a:pt x="1392593" y="683528"/>
                  <a:pt x="1361464" y="658743"/>
                  <a:pt x="1336101" y="628584"/>
                </a:cubicBezTo>
                <a:cubicBezTo>
                  <a:pt x="1321074" y="610983"/>
                  <a:pt x="1308036" y="591787"/>
                  <a:pt x="1297210" y="571331"/>
                </a:cubicBezTo>
                <a:cubicBezTo>
                  <a:pt x="1304508" y="573095"/>
                  <a:pt x="1313488" y="575020"/>
                  <a:pt x="1322309" y="576543"/>
                </a:cubicBezTo>
                <a:lnTo>
                  <a:pt x="1331611" y="578307"/>
                </a:lnTo>
                <a:cubicBezTo>
                  <a:pt x="1351577" y="582076"/>
                  <a:pt x="1393434" y="589934"/>
                  <a:pt x="1448603" y="596109"/>
                </a:cubicBezTo>
                <a:cubicBezTo>
                  <a:pt x="1444441" y="594000"/>
                  <a:pt x="1440512" y="591442"/>
                  <a:pt x="1436896" y="588491"/>
                </a:cubicBezTo>
                <a:cubicBezTo>
                  <a:pt x="1423128" y="576270"/>
                  <a:pt x="1414123" y="559568"/>
                  <a:pt x="1411476" y="541341"/>
                </a:cubicBezTo>
                <a:cubicBezTo>
                  <a:pt x="1387637" y="534533"/>
                  <a:pt x="1366396" y="520701"/>
                  <a:pt x="1350535" y="501649"/>
                </a:cubicBezTo>
                <a:cubicBezTo>
                  <a:pt x="1334762" y="481899"/>
                  <a:pt x="1326118" y="457402"/>
                  <a:pt x="1325998" y="432127"/>
                </a:cubicBezTo>
                <a:lnTo>
                  <a:pt x="1325998" y="423146"/>
                </a:lnTo>
                <a:lnTo>
                  <a:pt x="1334497" y="426033"/>
                </a:lnTo>
                <a:cubicBezTo>
                  <a:pt x="1414796" y="451203"/>
                  <a:pt x="1498527" y="463696"/>
                  <a:pt x="1582675" y="463079"/>
                </a:cubicBezTo>
                <a:cubicBezTo>
                  <a:pt x="1585642" y="447603"/>
                  <a:pt x="1594382" y="402778"/>
                  <a:pt x="1595265" y="398288"/>
                </a:cubicBezTo>
                <a:lnTo>
                  <a:pt x="1595265" y="397246"/>
                </a:lnTo>
                <a:cubicBezTo>
                  <a:pt x="1596868" y="388986"/>
                  <a:pt x="1601680" y="364048"/>
                  <a:pt x="1624052" y="364048"/>
                </a:cubicBezTo>
                <a:lnTo>
                  <a:pt x="1625094" y="364048"/>
                </a:lnTo>
                <a:cubicBezTo>
                  <a:pt x="1636280" y="364048"/>
                  <a:pt x="1643096" y="370343"/>
                  <a:pt x="1647316" y="377640"/>
                </a:cubicBezTo>
                <a:lnTo>
                  <a:pt x="1653068" y="394609"/>
                </a:lnTo>
                <a:lnTo>
                  <a:pt x="1672405" y="387543"/>
                </a:lnTo>
                <a:cubicBezTo>
                  <a:pt x="1665917" y="377344"/>
                  <a:pt x="1663095" y="365243"/>
                  <a:pt x="1664386" y="353224"/>
                </a:cubicBezTo>
                <a:cubicBezTo>
                  <a:pt x="1667313" y="340602"/>
                  <a:pt x="1673928" y="329127"/>
                  <a:pt x="1683390" y="320267"/>
                </a:cubicBezTo>
                <a:cubicBezTo>
                  <a:pt x="1687006" y="332279"/>
                  <a:pt x="1689083" y="344700"/>
                  <a:pt x="1689565" y="357233"/>
                </a:cubicBezTo>
                <a:cubicBezTo>
                  <a:pt x="1690046" y="371185"/>
                  <a:pt x="1675692" y="384737"/>
                  <a:pt x="1672886" y="387223"/>
                </a:cubicBezTo>
                <a:lnTo>
                  <a:pt x="1711757" y="364316"/>
                </a:lnTo>
                <a:lnTo>
                  <a:pt x="1704399" y="332455"/>
                </a:lnTo>
                <a:cubicBezTo>
                  <a:pt x="1706837" y="319761"/>
                  <a:pt x="1712875" y="308046"/>
                  <a:pt x="1721800" y="298696"/>
                </a:cubicBezTo>
                <a:cubicBezTo>
                  <a:pt x="1725392" y="310861"/>
                  <a:pt x="1727541" y="323402"/>
                  <a:pt x="1728215" y="336063"/>
                </a:cubicBezTo>
                <a:lnTo>
                  <a:pt x="1728455" y="336063"/>
                </a:lnTo>
                <a:cubicBezTo>
                  <a:pt x="1728655" y="343922"/>
                  <a:pt x="1724646" y="351700"/>
                  <a:pt x="1720587" y="357514"/>
                </a:cubicBezTo>
                <a:lnTo>
                  <a:pt x="1717893" y="360700"/>
                </a:lnTo>
                <a:lnTo>
                  <a:pt x="1747860" y="343040"/>
                </a:lnTo>
                <a:cubicBezTo>
                  <a:pt x="1741942" y="332976"/>
                  <a:pt x="1739304" y="321317"/>
                  <a:pt x="1740323" y="309682"/>
                </a:cubicBezTo>
                <a:cubicBezTo>
                  <a:pt x="1742552" y="297694"/>
                  <a:pt x="1748109" y="286580"/>
                  <a:pt x="1756360" y="277607"/>
                </a:cubicBezTo>
                <a:cubicBezTo>
                  <a:pt x="1759688" y="289291"/>
                  <a:pt x="1761652" y="301319"/>
                  <a:pt x="1762214" y="313451"/>
                </a:cubicBezTo>
                <a:cubicBezTo>
                  <a:pt x="1762935" y="326922"/>
                  <a:pt x="1750266" y="340714"/>
                  <a:pt x="1748101" y="342960"/>
                </a:cubicBezTo>
                <a:cubicBezTo>
                  <a:pt x="1756344" y="336400"/>
                  <a:pt x="1764114" y="329280"/>
                  <a:pt x="1771355" y="321630"/>
                </a:cubicBezTo>
                <a:cubicBezTo>
                  <a:pt x="1773119" y="319705"/>
                  <a:pt x="1775124" y="317220"/>
                  <a:pt x="1776567" y="315375"/>
                </a:cubicBezTo>
                <a:cubicBezTo>
                  <a:pt x="1774634" y="305545"/>
                  <a:pt x="1776254" y="295337"/>
                  <a:pt x="1781138" y="286588"/>
                </a:cubicBezTo>
                <a:cubicBezTo>
                  <a:pt x="1786542" y="276421"/>
                  <a:pt x="1794938" y="268161"/>
                  <a:pt x="1805194" y="262933"/>
                </a:cubicBezTo>
                <a:close/>
                <a:moveTo>
                  <a:pt x="1289192" y="258764"/>
                </a:moveTo>
                <a:cubicBezTo>
                  <a:pt x="1289192" y="258764"/>
                  <a:pt x="1284381" y="261731"/>
                  <a:pt x="1284381" y="261731"/>
                </a:cubicBezTo>
                <a:cubicBezTo>
                  <a:pt x="1283387" y="263126"/>
                  <a:pt x="1282168" y="264345"/>
                  <a:pt x="1280773" y="265339"/>
                </a:cubicBezTo>
                <a:cubicBezTo>
                  <a:pt x="1279810" y="265900"/>
                  <a:pt x="1276683" y="261089"/>
                  <a:pt x="1273877" y="262773"/>
                </a:cubicBezTo>
                <a:cubicBezTo>
                  <a:pt x="1273075" y="263254"/>
                  <a:pt x="1272433" y="265179"/>
                  <a:pt x="1271712" y="266381"/>
                </a:cubicBezTo>
                <a:cubicBezTo>
                  <a:pt x="1270469" y="269581"/>
                  <a:pt x="1270469" y="273125"/>
                  <a:pt x="1271712" y="276325"/>
                </a:cubicBezTo>
                <a:cubicBezTo>
                  <a:pt x="1271712" y="277447"/>
                  <a:pt x="1271230" y="279773"/>
                  <a:pt x="1271712" y="280574"/>
                </a:cubicBezTo>
                <a:cubicBezTo>
                  <a:pt x="1272193" y="281376"/>
                  <a:pt x="1273796" y="282178"/>
                  <a:pt x="1274198" y="282900"/>
                </a:cubicBezTo>
                <a:cubicBezTo>
                  <a:pt x="1274598" y="283621"/>
                  <a:pt x="1275240" y="285867"/>
                  <a:pt x="1275721" y="286669"/>
                </a:cubicBezTo>
                <a:cubicBezTo>
                  <a:pt x="1277405" y="290036"/>
                  <a:pt x="1280853" y="289635"/>
                  <a:pt x="1283740" y="287952"/>
                </a:cubicBezTo>
                <a:cubicBezTo>
                  <a:pt x="1285103" y="287070"/>
                  <a:pt x="1286546" y="283862"/>
                  <a:pt x="1287268" y="283140"/>
                </a:cubicBezTo>
                <a:cubicBezTo>
                  <a:pt x="1287990" y="282419"/>
                  <a:pt x="1289834" y="282339"/>
                  <a:pt x="1290636" y="280735"/>
                </a:cubicBezTo>
                <a:cubicBezTo>
                  <a:pt x="1291469" y="279508"/>
                  <a:pt x="1292095" y="278153"/>
                  <a:pt x="1292480" y="276725"/>
                </a:cubicBezTo>
                <a:lnTo>
                  <a:pt x="1292480" y="276405"/>
                </a:lnTo>
                <a:cubicBezTo>
                  <a:pt x="1292720" y="274480"/>
                  <a:pt x="1291678" y="273358"/>
                  <a:pt x="1292079" y="271674"/>
                </a:cubicBezTo>
                <a:cubicBezTo>
                  <a:pt x="1291919" y="270792"/>
                  <a:pt x="1293282" y="269429"/>
                  <a:pt x="1293282" y="268787"/>
                </a:cubicBezTo>
                <a:cubicBezTo>
                  <a:pt x="1293426" y="267568"/>
                  <a:pt x="1293675" y="266357"/>
                  <a:pt x="1294004" y="265179"/>
                </a:cubicBezTo>
                <a:cubicBezTo>
                  <a:pt x="1293795" y="263968"/>
                  <a:pt x="1293330" y="262821"/>
                  <a:pt x="1292641" y="261811"/>
                </a:cubicBezTo>
                <a:cubicBezTo>
                  <a:pt x="1292504" y="260696"/>
                  <a:pt x="1292063" y="259638"/>
                  <a:pt x="1291357" y="258764"/>
                </a:cubicBezTo>
                <a:cubicBezTo>
                  <a:pt x="1290796" y="258042"/>
                  <a:pt x="1289192" y="258764"/>
                  <a:pt x="1289192" y="258764"/>
                </a:cubicBezTo>
                <a:close/>
                <a:moveTo>
                  <a:pt x="1594784" y="219320"/>
                </a:moveTo>
                <a:cubicBezTo>
                  <a:pt x="1480273" y="224889"/>
                  <a:pt x="1366140" y="263536"/>
                  <a:pt x="1267462" y="337427"/>
                </a:cubicBezTo>
                <a:lnTo>
                  <a:pt x="1267382" y="337427"/>
                </a:lnTo>
                <a:cubicBezTo>
                  <a:pt x="1117272" y="449784"/>
                  <a:pt x="1029002" y="626396"/>
                  <a:pt x="1029227" y="813896"/>
                </a:cubicBezTo>
                <a:cubicBezTo>
                  <a:pt x="1029211" y="844231"/>
                  <a:pt x="1031496" y="874517"/>
                  <a:pt x="1036043" y="904507"/>
                </a:cubicBezTo>
                <a:cubicBezTo>
                  <a:pt x="1036444" y="906993"/>
                  <a:pt x="1037005" y="909398"/>
                  <a:pt x="1037406" y="911884"/>
                </a:cubicBezTo>
                <a:cubicBezTo>
                  <a:pt x="1039250" y="923030"/>
                  <a:pt x="1041415" y="934016"/>
                  <a:pt x="1043821" y="944921"/>
                </a:cubicBezTo>
                <a:cubicBezTo>
                  <a:pt x="1047349" y="960317"/>
                  <a:pt x="1051198" y="975633"/>
                  <a:pt x="1055849" y="990548"/>
                </a:cubicBezTo>
                <a:cubicBezTo>
                  <a:pt x="1060981" y="1006585"/>
                  <a:pt x="1066915" y="1022622"/>
                  <a:pt x="1073330" y="1038660"/>
                </a:cubicBezTo>
                <a:cubicBezTo>
                  <a:pt x="1074212" y="1040744"/>
                  <a:pt x="1075014" y="1042990"/>
                  <a:pt x="1075896" y="1045074"/>
                </a:cubicBezTo>
                <a:cubicBezTo>
                  <a:pt x="1094451" y="1089201"/>
                  <a:pt x="1118250" y="1130930"/>
                  <a:pt x="1146781" y="1169364"/>
                </a:cubicBezTo>
                <a:lnTo>
                  <a:pt x="1147182" y="1169845"/>
                </a:lnTo>
                <a:cubicBezTo>
                  <a:pt x="1147382" y="1170118"/>
                  <a:pt x="1147583" y="1170382"/>
                  <a:pt x="1147783" y="1170655"/>
                </a:cubicBezTo>
                <a:cubicBezTo>
                  <a:pt x="1221674" y="1269330"/>
                  <a:pt x="1320317" y="1338536"/>
                  <a:pt x="1428632" y="1376109"/>
                </a:cubicBezTo>
                <a:lnTo>
                  <a:pt x="1453812" y="1382223"/>
                </a:lnTo>
                <a:lnTo>
                  <a:pt x="1452473" y="1375954"/>
                </a:lnTo>
                <a:cubicBezTo>
                  <a:pt x="1450408" y="1368647"/>
                  <a:pt x="1446760" y="1360408"/>
                  <a:pt x="1440425" y="1356679"/>
                </a:cubicBezTo>
                <a:cubicBezTo>
                  <a:pt x="1433384" y="1352951"/>
                  <a:pt x="1425855" y="1350256"/>
                  <a:pt x="1418053" y="1348661"/>
                </a:cubicBezTo>
                <a:lnTo>
                  <a:pt x="1414607" y="1345496"/>
                </a:lnTo>
                <a:lnTo>
                  <a:pt x="1448925" y="1351307"/>
                </a:lnTo>
                <a:cubicBezTo>
                  <a:pt x="1466005" y="1358443"/>
                  <a:pt x="1471377" y="1386108"/>
                  <a:pt x="1471377" y="1386108"/>
                </a:cubicBezTo>
                <a:cubicBezTo>
                  <a:pt x="1471377" y="1386108"/>
                  <a:pt x="1478353" y="1385787"/>
                  <a:pt x="1481561" y="1386108"/>
                </a:cubicBezTo>
                <a:lnTo>
                  <a:pt x="1484324" y="1389631"/>
                </a:lnTo>
                <a:lnTo>
                  <a:pt x="1486654" y="1390197"/>
                </a:lnTo>
                <a:lnTo>
                  <a:pt x="1511791" y="1390197"/>
                </a:lnTo>
                <a:cubicBezTo>
                  <a:pt x="1511791" y="1390197"/>
                  <a:pt x="1512252" y="1392262"/>
                  <a:pt x="1512413" y="1394578"/>
                </a:cubicBezTo>
                <a:lnTo>
                  <a:pt x="1512054" y="1396364"/>
                </a:lnTo>
                <a:lnTo>
                  <a:pt x="1539614" y="1403056"/>
                </a:lnTo>
                <a:cubicBezTo>
                  <a:pt x="1577310" y="1408470"/>
                  <a:pt x="1615523" y="1410289"/>
                  <a:pt x="1653693" y="1408433"/>
                </a:cubicBezTo>
                <a:lnTo>
                  <a:pt x="1752411" y="1393971"/>
                </a:lnTo>
                <a:lnTo>
                  <a:pt x="1752351" y="1393967"/>
                </a:lnTo>
                <a:lnTo>
                  <a:pt x="1756922" y="1392523"/>
                </a:lnTo>
                <a:lnTo>
                  <a:pt x="1728215" y="1392523"/>
                </a:lnTo>
                <a:cubicBezTo>
                  <a:pt x="1728215" y="1392523"/>
                  <a:pt x="1729659" y="1362854"/>
                  <a:pt x="1712178" y="1356119"/>
                </a:cubicBezTo>
                <a:cubicBezTo>
                  <a:pt x="1699156" y="1350810"/>
                  <a:pt x="1684690" y="1350209"/>
                  <a:pt x="1671283" y="1354435"/>
                </a:cubicBezTo>
                <a:cubicBezTo>
                  <a:pt x="1656689" y="1359406"/>
                  <a:pt x="1653000" y="1384264"/>
                  <a:pt x="1650835" y="1385708"/>
                </a:cubicBezTo>
                <a:lnTo>
                  <a:pt x="1648985" y="1389977"/>
                </a:lnTo>
                <a:lnTo>
                  <a:pt x="1648990" y="1389877"/>
                </a:lnTo>
                <a:lnTo>
                  <a:pt x="1648750" y="1390519"/>
                </a:lnTo>
                <a:lnTo>
                  <a:pt x="1648985" y="1389977"/>
                </a:lnTo>
                <a:lnTo>
                  <a:pt x="1648349" y="1402306"/>
                </a:lnTo>
                <a:cubicBezTo>
                  <a:pt x="1643506" y="1402956"/>
                  <a:pt x="1638599" y="1402956"/>
                  <a:pt x="1633755" y="1402306"/>
                </a:cubicBezTo>
                <a:cubicBezTo>
                  <a:pt x="1631670" y="1401584"/>
                  <a:pt x="1641774" y="1401103"/>
                  <a:pt x="1639930" y="1400061"/>
                </a:cubicBezTo>
                <a:cubicBezTo>
                  <a:pt x="1638085" y="1399019"/>
                  <a:pt x="1635599" y="1399580"/>
                  <a:pt x="1634798" y="1399179"/>
                </a:cubicBezTo>
                <a:cubicBezTo>
                  <a:pt x="1632633" y="1398056"/>
                  <a:pt x="1636883" y="1398056"/>
                  <a:pt x="1637043" y="1396773"/>
                </a:cubicBezTo>
                <a:cubicBezTo>
                  <a:pt x="1637203" y="1395490"/>
                  <a:pt x="1629986" y="1396773"/>
                  <a:pt x="1629024" y="1396773"/>
                </a:cubicBezTo>
                <a:cubicBezTo>
                  <a:pt x="1628062" y="1396773"/>
                  <a:pt x="1632151" y="1394689"/>
                  <a:pt x="1632151" y="1394689"/>
                </a:cubicBezTo>
                <a:lnTo>
                  <a:pt x="1618360" y="1394689"/>
                </a:lnTo>
                <a:lnTo>
                  <a:pt x="1621166" y="1392523"/>
                </a:lnTo>
                <a:lnTo>
                  <a:pt x="1592860" y="1392523"/>
                </a:lnTo>
                <a:cubicBezTo>
                  <a:pt x="1592860" y="1392523"/>
                  <a:pt x="1594383" y="1362854"/>
                  <a:pt x="1576822" y="1356119"/>
                </a:cubicBezTo>
                <a:cubicBezTo>
                  <a:pt x="1563800" y="1350810"/>
                  <a:pt x="1549335" y="1350209"/>
                  <a:pt x="1535927" y="1354435"/>
                </a:cubicBezTo>
                <a:cubicBezTo>
                  <a:pt x="1521333" y="1359406"/>
                  <a:pt x="1517645" y="1384264"/>
                  <a:pt x="1515480" y="1385708"/>
                </a:cubicBezTo>
                <a:cubicBezTo>
                  <a:pt x="1513315" y="1387151"/>
                  <a:pt x="1511871" y="1384585"/>
                  <a:pt x="1511871" y="1384585"/>
                </a:cubicBezTo>
                <a:cubicBezTo>
                  <a:pt x="1511871" y="1384585"/>
                  <a:pt x="1514999" y="1364699"/>
                  <a:pt x="1520852" y="1358765"/>
                </a:cubicBezTo>
                <a:cubicBezTo>
                  <a:pt x="1529889" y="1349624"/>
                  <a:pt x="1542318" y="1344628"/>
                  <a:pt x="1555172" y="1344973"/>
                </a:cubicBezTo>
                <a:cubicBezTo>
                  <a:pt x="1575860" y="1343529"/>
                  <a:pt x="1594624" y="1348822"/>
                  <a:pt x="1603284" y="1357562"/>
                </a:cubicBezTo>
                <a:cubicBezTo>
                  <a:pt x="1611944" y="1366302"/>
                  <a:pt x="1612506" y="1388675"/>
                  <a:pt x="1612506" y="1388675"/>
                </a:cubicBezTo>
                <a:lnTo>
                  <a:pt x="1644580" y="1387873"/>
                </a:lnTo>
                <a:cubicBezTo>
                  <a:pt x="1644580" y="1387873"/>
                  <a:pt x="1650755" y="1364699"/>
                  <a:pt x="1656608" y="1358765"/>
                </a:cubicBezTo>
                <a:cubicBezTo>
                  <a:pt x="1665638" y="1349607"/>
                  <a:pt x="1678066" y="1344612"/>
                  <a:pt x="1690928" y="1344973"/>
                </a:cubicBezTo>
                <a:cubicBezTo>
                  <a:pt x="1711617" y="1343529"/>
                  <a:pt x="1730380" y="1348822"/>
                  <a:pt x="1739041" y="1357562"/>
                </a:cubicBezTo>
                <a:cubicBezTo>
                  <a:pt x="1747701" y="1366302"/>
                  <a:pt x="1748262" y="1388675"/>
                  <a:pt x="1748262" y="1388675"/>
                </a:cubicBezTo>
                <a:lnTo>
                  <a:pt x="1778295" y="1387924"/>
                </a:lnTo>
                <a:lnTo>
                  <a:pt x="1780547" y="1387123"/>
                </a:lnTo>
                <a:lnTo>
                  <a:pt x="1781584" y="1383429"/>
                </a:lnTo>
                <a:cubicBezTo>
                  <a:pt x="1784050" y="1375254"/>
                  <a:pt x="1790080" y="1358024"/>
                  <a:pt x="1798860" y="1350987"/>
                </a:cubicBezTo>
                <a:cubicBezTo>
                  <a:pt x="1807640" y="1343951"/>
                  <a:pt x="1822149" y="1343184"/>
                  <a:pt x="1828855" y="1343240"/>
                </a:cubicBezTo>
                <a:cubicBezTo>
                  <a:pt x="1831090" y="1343259"/>
                  <a:pt x="1832458" y="1343369"/>
                  <a:pt x="1832458" y="1343369"/>
                </a:cubicBezTo>
                <a:lnTo>
                  <a:pt x="1832458" y="1355237"/>
                </a:lnTo>
                <a:cubicBezTo>
                  <a:pt x="1832458" y="1355237"/>
                  <a:pt x="1808402" y="1353232"/>
                  <a:pt x="1799100" y="1360048"/>
                </a:cubicBezTo>
                <a:cubicBezTo>
                  <a:pt x="1794450" y="1363456"/>
                  <a:pt x="1791102" y="1369791"/>
                  <a:pt x="1788887" y="1375705"/>
                </a:cubicBezTo>
                <a:lnTo>
                  <a:pt x="1786461" y="1385019"/>
                </a:lnTo>
                <a:lnTo>
                  <a:pt x="1877742" y="1352549"/>
                </a:lnTo>
                <a:cubicBezTo>
                  <a:pt x="1913510" y="1335670"/>
                  <a:pt x="1948119" y="1314956"/>
                  <a:pt x="1981011" y="1290325"/>
                </a:cubicBezTo>
                <a:cubicBezTo>
                  <a:pt x="2244153" y="1093291"/>
                  <a:pt x="2297733" y="720238"/>
                  <a:pt x="2100691" y="457105"/>
                </a:cubicBezTo>
                <a:cubicBezTo>
                  <a:pt x="1977539" y="292643"/>
                  <a:pt x="1785636" y="210039"/>
                  <a:pt x="1594784" y="219320"/>
                </a:cubicBezTo>
                <a:close/>
                <a:moveTo>
                  <a:pt x="1337545" y="215623"/>
                </a:moveTo>
                <a:cubicBezTo>
                  <a:pt x="1336767" y="216377"/>
                  <a:pt x="1335941" y="217075"/>
                  <a:pt x="1335059" y="217708"/>
                </a:cubicBezTo>
                <a:cubicBezTo>
                  <a:pt x="1334337" y="218109"/>
                  <a:pt x="1332173" y="217868"/>
                  <a:pt x="1331370" y="218590"/>
                </a:cubicBezTo>
                <a:cubicBezTo>
                  <a:pt x="1330320" y="219312"/>
                  <a:pt x="1329149" y="219857"/>
                  <a:pt x="1327922" y="220194"/>
                </a:cubicBezTo>
                <a:cubicBezTo>
                  <a:pt x="1327041" y="220194"/>
                  <a:pt x="1325196" y="219071"/>
                  <a:pt x="1323753" y="220194"/>
                </a:cubicBezTo>
                <a:cubicBezTo>
                  <a:pt x="1322309" y="221316"/>
                  <a:pt x="1321107" y="220595"/>
                  <a:pt x="1320224" y="221316"/>
                </a:cubicBezTo>
                <a:lnTo>
                  <a:pt x="1319984" y="220996"/>
                </a:lnTo>
                <a:cubicBezTo>
                  <a:pt x="1319262" y="222760"/>
                  <a:pt x="1321508" y="224604"/>
                  <a:pt x="1321668" y="226448"/>
                </a:cubicBezTo>
                <a:cubicBezTo>
                  <a:pt x="1321700" y="227619"/>
                  <a:pt x="1322221" y="228726"/>
                  <a:pt x="1323111" y="229495"/>
                </a:cubicBezTo>
                <a:cubicBezTo>
                  <a:pt x="1324763" y="230402"/>
                  <a:pt x="1326150" y="231725"/>
                  <a:pt x="1327121" y="233344"/>
                </a:cubicBezTo>
                <a:cubicBezTo>
                  <a:pt x="1327922" y="234547"/>
                  <a:pt x="1331210" y="235429"/>
                  <a:pt x="1331692" y="236231"/>
                </a:cubicBezTo>
                <a:cubicBezTo>
                  <a:pt x="1332173" y="237033"/>
                  <a:pt x="1336021" y="238637"/>
                  <a:pt x="1337144" y="239439"/>
                </a:cubicBezTo>
                <a:cubicBezTo>
                  <a:pt x="1338266" y="240241"/>
                  <a:pt x="1338748" y="242165"/>
                  <a:pt x="1339469" y="242887"/>
                </a:cubicBezTo>
                <a:cubicBezTo>
                  <a:pt x="1340375" y="244210"/>
                  <a:pt x="1342083" y="244715"/>
                  <a:pt x="1343559" y="244089"/>
                </a:cubicBezTo>
                <a:cubicBezTo>
                  <a:pt x="1344361" y="243608"/>
                  <a:pt x="1345163" y="241283"/>
                  <a:pt x="1345884" y="240561"/>
                </a:cubicBezTo>
                <a:cubicBezTo>
                  <a:pt x="1346606" y="239840"/>
                  <a:pt x="1348130" y="239358"/>
                  <a:pt x="1348931" y="238637"/>
                </a:cubicBezTo>
                <a:cubicBezTo>
                  <a:pt x="1350102" y="237658"/>
                  <a:pt x="1351032" y="236424"/>
                  <a:pt x="1351658" y="235028"/>
                </a:cubicBezTo>
                <a:cubicBezTo>
                  <a:pt x="1351995" y="233826"/>
                  <a:pt x="1352211" y="232591"/>
                  <a:pt x="1352299" y="231340"/>
                </a:cubicBezTo>
                <a:cubicBezTo>
                  <a:pt x="1352540" y="229896"/>
                  <a:pt x="1351898" y="227892"/>
                  <a:pt x="1351898" y="226609"/>
                </a:cubicBezTo>
                <a:cubicBezTo>
                  <a:pt x="1352452" y="225238"/>
                  <a:pt x="1352620" y="223738"/>
                  <a:pt x="1352379" y="222279"/>
                </a:cubicBezTo>
                <a:cubicBezTo>
                  <a:pt x="1352091" y="221036"/>
                  <a:pt x="1351514" y="219881"/>
                  <a:pt x="1350696" y="218911"/>
                </a:cubicBezTo>
                <a:cubicBezTo>
                  <a:pt x="1349653" y="218293"/>
                  <a:pt x="1348555" y="217788"/>
                  <a:pt x="1347408" y="217387"/>
                </a:cubicBezTo>
                <a:cubicBezTo>
                  <a:pt x="1345564" y="216505"/>
                  <a:pt x="1338988" y="214340"/>
                  <a:pt x="1337545" y="215623"/>
                </a:cubicBezTo>
                <a:close/>
                <a:moveTo>
                  <a:pt x="1295046" y="204798"/>
                </a:moveTo>
                <a:cubicBezTo>
                  <a:pt x="1295687" y="204638"/>
                  <a:pt x="1295687" y="206963"/>
                  <a:pt x="1295767" y="208647"/>
                </a:cubicBezTo>
                <a:cubicBezTo>
                  <a:pt x="1295471" y="210451"/>
                  <a:pt x="1294934" y="212199"/>
                  <a:pt x="1294164" y="213859"/>
                </a:cubicBezTo>
                <a:cubicBezTo>
                  <a:pt x="1292961" y="216185"/>
                  <a:pt x="1292881" y="217788"/>
                  <a:pt x="1291919" y="219633"/>
                </a:cubicBezTo>
                <a:cubicBezTo>
                  <a:pt x="1290924" y="221172"/>
                  <a:pt x="1289682" y="222527"/>
                  <a:pt x="1288230" y="223642"/>
                </a:cubicBezTo>
                <a:cubicBezTo>
                  <a:pt x="1286851" y="224452"/>
                  <a:pt x="1285079" y="224027"/>
                  <a:pt x="1284221" y="222680"/>
                </a:cubicBezTo>
                <a:cubicBezTo>
                  <a:pt x="1283419" y="221437"/>
                  <a:pt x="1283419" y="219833"/>
                  <a:pt x="1284221" y="218590"/>
                </a:cubicBezTo>
                <a:cubicBezTo>
                  <a:pt x="1285512" y="216481"/>
                  <a:pt x="1286963" y="214469"/>
                  <a:pt x="1288551" y="212576"/>
                </a:cubicBezTo>
                <a:cubicBezTo>
                  <a:pt x="1289144" y="211718"/>
                  <a:pt x="1289609" y="210772"/>
                  <a:pt x="1289914" y="209770"/>
                </a:cubicBezTo>
                <a:cubicBezTo>
                  <a:pt x="1290235" y="208647"/>
                  <a:pt x="1291598" y="208326"/>
                  <a:pt x="1292320" y="206963"/>
                </a:cubicBezTo>
                <a:cubicBezTo>
                  <a:pt x="1293073" y="206065"/>
                  <a:pt x="1294004" y="205335"/>
                  <a:pt x="1295046" y="204798"/>
                </a:cubicBezTo>
                <a:close/>
                <a:moveTo>
                  <a:pt x="1301942" y="182586"/>
                </a:moveTo>
                <a:cubicBezTo>
                  <a:pt x="1300819" y="182586"/>
                  <a:pt x="1298815" y="184751"/>
                  <a:pt x="1298013" y="184751"/>
                </a:cubicBezTo>
                <a:cubicBezTo>
                  <a:pt x="1296601" y="184839"/>
                  <a:pt x="1295206" y="185088"/>
                  <a:pt x="1293843" y="185473"/>
                </a:cubicBezTo>
                <a:cubicBezTo>
                  <a:pt x="1292969" y="185882"/>
                  <a:pt x="1292303" y="186636"/>
                  <a:pt x="1291999" y="187558"/>
                </a:cubicBezTo>
                <a:cubicBezTo>
                  <a:pt x="1291518" y="188279"/>
                  <a:pt x="1291093" y="189025"/>
                  <a:pt x="1290716" y="189803"/>
                </a:cubicBezTo>
                <a:cubicBezTo>
                  <a:pt x="1290179" y="190701"/>
                  <a:pt x="1289730" y="191639"/>
                  <a:pt x="1289353" y="192610"/>
                </a:cubicBezTo>
                <a:cubicBezTo>
                  <a:pt x="1288647" y="194069"/>
                  <a:pt x="1287669" y="195376"/>
                  <a:pt x="1286466" y="196459"/>
                </a:cubicBezTo>
                <a:cubicBezTo>
                  <a:pt x="1284942" y="197982"/>
                  <a:pt x="1284862" y="198463"/>
                  <a:pt x="1284061" y="198944"/>
                </a:cubicBezTo>
                <a:cubicBezTo>
                  <a:pt x="1282978" y="199995"/>
                  <a:pt x="1282031" y="201182"/>
                  <a:pt x="1281254" y="202473"/>
                </a:cubicBezTo>
                <a:cubicBezTo>
                  <a:pt x="1279971" y="204317"/>
                  <a:pt x="1277886" y="205600"/>
                  <a:pt x="1277084" y="206803"/>
                </a:cubicBezTo>
                <a:cubicBezTo>
                  <a:pt x="1275713" y="209168"/>
                  <a:pt x="1273821" y="211197"/>
                  <a:pt x="1271551" y="212736"/>
                </a:cubicBezTo>
                <a:cubicBezTo>
                  <a:pt x="1270669" y="212328"/>
                  <a:pt x="1269755" y="211975"/>
                  <a:pt x="1268825" y="211694"/>
                </a:cubicBezTo>
                <a:cubicBezTo>
                  <a:pt x="1266740" y="211293"/>
                  <a:pt x="1266018" y="210972"/>
                  <a:pt x="1264575" y="211694"/>
                </a:cubicBezTo>
                <a:cubicBezTo>
                  <a:pt x="1263597" y="212897"/>
                  <a:pt x="1262691" y="214156"/>
                  <a:pt x="1261849" y="215463"/>
                </a:cubicBezTo>
                <a:cubicBezTo>
                  <a:pt x="1261849" y="217788"/>
                  <a:pt x="1259764" y="220354"/>
                  <a:pt x="1262330" y="224845"/>
                </a:cubicBezTo>
                <a:cubicBezTo>
                  <a:pt x="1262811" y="225647"/>
                  <a:pt x="1264094" y="227330"/>
                  <a:pt x="1266499" y="231019"/>
                </a:cubicBezTo>
                <a:cubicBezTo>
                  <a:pt x="1267999" y="232976"/>
                  <a:pt x="1269611" y="234844"/>
                  <a:pt x="1271311" y="236632"/>
                </a:cubicBezTo>
                <a:cubicBezTo>
                  <a:pt x="1272674" y="238316"/>
                  <a:pt x="1274759" y="240000"/>
                  <a:pt x="1275240" y="240802"/>
                </a:cubicBezTo>
                <a:cubicBezTo>
                  <a:pt x="1275721" y="241604"/>
                  <a:pt x="1277244" y="243929"/>
                  <a:pt x="1277645" y="243929"/>
                </a:cubicBezTo>
                <a:cubicBezTo>
                  <a:pt x="1278046" y="243929"/>
                  <a:pt x="1278287" y="244170"/>
                  <a:pt x="1279410" y="245132"/>
                </a:cubicBezTo>
                <a:cubicBezTo>
                  <a:pt x="1280532" y="246094"/>
                  <a:pt x="1280853" y="247056"/>
                  <a:pt x="1282216" y="247778"/>
                </a:cubicBezTo>
                <a:cubicBezTo>
                  <a:pt x="1282946" y="248107"/>
                  <a:pt x="1283740" y="248275"/>
                  <a:pt x="1284542" y="248259"/>
                </a:cubicBezTo>
                <a:cubicBezTo>
                  <a:pt x="1286129" y="247682"/>
                  <a:pt x="1287661" y="246952"/>
                  <a:pt x="1289112" y="246094"/>
                </a:cubicBezTo>
                <a:cubicBezTo>
                  <a:pt x="1289834" y="245613"/>
                  <a:pt x="1290315" y="244731"/>
                  <a:pt x="1291438" y="244009"/>
                </a:cubicBezTo>
                <a:cubicBezTo>
                  <a:pt x="1292560" y="243288"/>
                  <a:pt x="1294805" y="243047"/>
                  <a:pt x="1295447" y="242887"/>
                </a:cubicBezTo>
                <a:cubicBezTo>
                  <a:pt x="1296089" y="242726"/>
                  <a:pt x="1297852" y="243689"/>
                  <a:pt x="1297852" y="244330"/>
                </a:cubicBezTo>
                <a:cubicBezTo>
                  <a:pt x="1298727" y="246639"/>
                  <a:pt x="1299745" y="248885"/>
                  <a:pt x="1300900" y="251066"/>
                </a:cubicBezTo>
                <a:cubicBezTo>
                  <a:pt x="1301677" y="252734"/>
                  <a:pt x="1302615" y="254313"/>
                  <a:pt x="1303706" y="255797"/>
                </a:cubicBezTo>
                <a:cubicBezTo>
                  <a:pt x="1304187" y="256518"/>
                  <a:pt x="1305711" y="258443"/>
                  <a:pt x="1305711" y="259245"/>
                </a:cubicBezTo>
                <a:cubicBezTo>
                  <a:pt x="1307796" y="262933"/>
                  <a:pt x="1307154" y="264778"/>
                  <a:pt x="1304348" y="266542"/>
                </a:cubicBezTo>
                <a:cubicBezTo>
                  <a:pt x="1303546" y="267023"/>
                  <a:pt x="1300659" y="266221"/>
                  <a:pt x="1298013" y="267905"/>
                </a:cubicBezTo>
                <a:cubicBezTo>
                  <a:pt x="1297612" y="268145"/>
                  <a:pt x="1294404" y="270711"/>
                  <a:pt x="1295367" y="271513"/>
                </a:cubicBezTo>
                <a:cubicBezTo>
                  <a:pt x="1296329" y="272315"/>
                  <a:pt x="1302503" y="272796"/>
                  <a:pt x="1304348" y="273839"/>
                </a:cubicBezTo>
                <a:cubicBezTo>
                  <a:pt x="1306192" y="274881"/>
                  <a:pt x="1307074" y="276004"/>
                  <a:pt x="1308517" y="276405"/>
                </a:cubicBezTo>
                <a:cubicBezTo>
                  <a:pt x="1310113" y="276541"/>
                  <a:pt x="1311717" y="276381"/>
                  <a:pt x="1313248" y="275924"/>
                </a:cubicBezTo>
                <a:cubicBezTo>
                  <a:pt x="1314451" y="275843"/>
                  <a:pt x="1315654" y="276325"/>
                  <a:pt x="1316456" y="276325"/>
                </a:cubicBezTo>
                <a:cubicBezTo>
                  <a:pt x="1317258" y="276325"/>
                  <a:pt x="1319262" y="275924"/>
                  <a:pt x="1319904" y="275924"/>
                </a:cubicBezTo>
                <a:cubicBezTo>
                  <a:pt x="1320698" y="276276"/>
                  <a:pt x="1321596" y="276276"/>
                  <a:pt x="1322390" y="275924"/>
                </a:cubicBezTo>
                <a:cubicBezTo>
                  <a:pt x="1323192" y="275443"/>
                  <a:pt x="1323432" y="273598"/>
                  <a:pt x="1325116" y="271513"/>
                </a:cubicBezTo>
                <a:cubicBezTo>
                  <a:pt x="1326800" y="269429"/>
                  <a:pt x="1325918" y="265980"/>
                  <a:pt x="1326800" y="264778"/>
                </a:cubicBezTo>
                <a:cubicBezTo>
                  <a:pt x="1328083" y="262292"/>
                  <a:pt x="1328235" y="259365"/>
                  <a:pt x="1327201" y="256759"/>
                </a:cubicBezTo>
                <a:cubicBezTo>
                  <a:pt x="1323512" y="249486"/>
                  <a:pt x="1319302" y="242494"/>
                  <a:pt x="1314612" y="235830"/>
                </a:cubicBezTo>
                <a:cubicBezTo>
                  <a:pt x="1313160" y="234668"/>
                  <a:pt x="1311958" y="233224"/>
                  <a:pt x="1311083" y="231580"/>
                </a:cubicBezTo>
                <a:cubicBezTo>
                  <a:pt x="1310121" y="229977"/>
                  <a:pt x="1311083" y="227651"/>
                  <a:pt x="1311805" y="227651"/>
                </a:cubicBezTo>
                <a:cubicBezTo>
                  <a:pt x="1312807" y="227483"/>
                  <a:pt x="1313649" y="226817"/>
                  <a:pt x="1314050" y="225887"/>
                </a:cubicBezTo>
                <a:cubicBezTo>
                  <a:pt x="1314427" y="223874"/>
                  <a:pt x="1314667" y="221838"/>
                  <a:pt x="1314772" y="219793"/>
                </a:cubicBezTo>
                <a:cubicBezTo>
                  <a:pt x="1314451" y="214027"/>
                  <a:pt x="1314451" y="208238"/>
                  <a:pt x="1314772" y="202473"/>
                </a:cubicBezTo>
                <a:cubicBezTo>
                  <a:pt x="1314860" y="200765"/>
                  <a:pt x="1314860" y="199049"/>
                  <a:pt x="1314772" y="197341"/>
                </a:cubicBezTo>
                <a:cubicBezTo>
                  <a:pt x="1315173" y="194759"/>
                  <a:pt x="1315766" y="192217"/>
                  <a:pt x="1316536" y="189723"/>
                </a:cubicBezTo>
                <a:cubicBezTo>
                  <a:pt x="1316207" y="188352"/>
                  <a:pt x="1315413" y="187133"/>
                  <a:pt x="1314291" y="186275"/>
                </a:cubicBezTo>
                <a:cubicBezTo>
                  <a:pt x="1313489" y="185794"/>
                  <a:pt x="1311565" y="183308"/>
                  <a:pt x="1309961" y="182586"/>
                </a:cubicBezTo>
                <a:cubicBezTo>
                  <a:pt x="1307290" y="182322"/>
                  <a:pt x="1304612" y="182322"/>
                  <a:pt x="1301942" y="182586"/>
                </a:cubicBezTo>
                <a:close/>
                <a:moveTo>
                  <a:pt x="1988340" y="171921"/>
                </a:moveTo>
                <a:cubicBezTo>
                  <a:pt x="1987378" y="171681"/>
                  <a:pt x="1986416" y="171440"/>
                  <a:pt x="1985695" y="172804"/>
                </a:cubicBezTo>
                <a:cubicBezTo>
                  <a:pt x="1985101" y="174736"/>
                  <a:pt x="1984179" y="176556"/>
                  <a:pt x="1982968" y="178176"/>
                </a:cubicBezTo>
                <a:cubicBezTo>
                  <a:pt x="1981838" y="180205"/>
                  <a:pt x="1980458" y="182089"/>
                  <a:pt x="1978878" y="183789"/>
                </a:cubicBezTo>
                <a:cubicBezTo>
                  <a:pt x="1975767" y="185802"/>
                  <a:pt x="1973210" y="188560"/>
                  <a:pt x="1971421" y="191808"/>
                </a:cubicBezTo>
                <a:cubicBezTo>
                  <a:pt x="1967212" y="191896"/>
                  <a:pt x="1963033" y="191102"/>
                  <a:pt x="1959153" y="189482"/>
                </a:cubicBezTo>
                <a:cubicBezTo>
                  <a:pt x="1956907" y="188360"/>
                  <a:pt x="1954261" y="185714"/>
                  <a:pt x="1952978" y="185714"/>
                </a:cubicBezTo>
                <a:cubicBezTo>
                  <a:pt x="1951815" y="185449"/>
                  <a:pt x="1950613" y="185449"/>
                  <a:pt x="1949450" y="185714"/>
                </a:cubicBezTo>
                <a:cubicBezTo>
                  <a:pt x="1948087" y="185794"/>
                  <a:pt x="1946964" y="185072"/>
                  <a:pt x="1945761" y="185072"/>
                </a:cubicBezTo>
                <a:cubicBezTo>
                  <a:pt x="1944527" y="185513"/>
                  <a:pt x="1943268" y="185890"/>
                  <a:pt x="1941993" y="186195"/>
                </a:cubicBezTo>
                <a:cubicBezTo>
                  <a:pt x="1940253" y="186379"/>
                  <a:pt x="1938809" y="187622"/>
                  <a:pt x="1938384" y="189322"/>
                </a:cubicBezTo>
                <a:cubicBezTo>
                  <a:pt x="1937021" y="192401"/>
                  <a:pt x="1937558" y="195985"/>
                  <a:pt x="1939747" y="198543"/>
                </a:cubicBezTo>
                <a:cubicBezTo>
                  <a:pt x="1941592" y="199987"/>
                  <a:pt x="1941672" y="201671"/>
                  <a:pt x="1942955" y="203114"/>
                </a:cubicBezTo>
                <a:cubicBezTo>
                  <a:pt x="1943693" y="203940"/>
                  <a:pt x="1944679" y="204501"/>
                  <a:pt x="1945761" y="204718"/>
                </a:cubicBezTo>
                <a:cubicBezTo>
                  <a:pt x="1946900" y="204942"/>
                  <a:pt x="1948023" y="205239"/>
                  <a:pt x="1949130" y="205600"/>
                </a:cubicBezTo>
                <a:lnTo>
                  <a:pt x="1951374" y="206883"/>
                </a:lnTo>
                <a:cubicBezTo>
                  <a:pt x="1952177" y="207364"/>
                  <a:pt x="1954662" y="207364"/>
                  <a:pt x="1954341" y="208406"/>
                </a:cubicBezTo>
                <a:cubicBezTo>
                  <a:pt x="1954021" y="209449"/>
                  <a:pt x="1951856" y="211053"/>
                  <a:pt x="1950813" y="211774"/>
                </a:cubicBezTo>
                <a:cubicBezTo>
                  <a:pt x="1947654" y="214797"/>
                  <a:pt x="1943845" y="217051"/>
                  <a:pt x="1939667" y="218349"/>
                </a:cubicBezTo>
                <a:cubicBezTo>
                  <a:pt x="1932338" y="220563"/>
                  <a:pt x="1924897" y="222383"/>
                  <a:pt x="1917375" y="223802"/>
                </a:cubicBezTo>
                <a:cubicBezTo>
                  <a:pt x="1916653" y="223802"/>
                  <a:pt x="1915290" y="223802"/>
                  <a:pt x="1914649" y="223802"/>
                </a:cubicBezTo>
                <a:cubicBezTo>
                  <a:pt x="1913190" y="224075"/>
                  <a:pt x="1911714" y="224259"/>
                  <a:pt x="1910239" y="224363"/>
                </a:cubicBezTo>
                <a:cubicBezTo>
                  <a:pt x="1908282" y="224764"/>
                  <a:pt x="1906262" y="224764"/>
                  <a:pt x="1904305" y="224363"/>
                </a:cubicBezTo>
                <a:lnTo>
                  <a:pt x="1904305" y="224043"/>
                </a:lnTo>
                <a:cubicBezTo>
                  <a:pt x="1901819" y="223562"/>
                  <a:pt x="1900135" y="224283"/>
                  <a:pt x="1900376" y="225005"/>
                </a:cubicBezTo>
                <a:cubicBezTo>
                  <a:pt x="1900616" y="225727"/>
                  <a:pt x="1901739" y="226689"/>
                  <a:pt x="1902781" y="227812"/>
                </a:cubicBezTo>
                <a:cubicBezTo>
                  <a:pt x="1903824" y="228934"/>
                  <a:pt x="1902300" y="231260"/>
                  <a:pt x="1902781" y="232462"/>
                </a:cubicBezTo>
                <a:cubicBezTo>
                  <a:pt x="1903262" y="233665"/>
                  <a:pt x="1903102" y="235109"/>
                  <a:pt x="1903904" y="235830"/>
                </a:cubicBezTo>
                <a:cubicBezTo>
                  <a:pt x="1905115" y="236520"/>
                  <a:pt x="1906454" y="236985"/>
                  <a:pt x="1907833" y="237193"/>
                </a:cubicBezTo>
                <a:cubicBezTo>
                  <a:pt x="1910191" y="238051"/>
                  <a:pt x="1912604" y="238749"/>
                  <a:pt x="1915050" y="239278"/>
                </a:cubicBezTo>
                <a:cubicBezTo>
                  <a:pt x="1916975" y="239278"/>
                  <a:pt x="1922026" y="239278"/>
                  <a:pt x="1924111" y="239278"/>
                </a:cubicBezTo>
                <a:cubicBezTo>
                  <a:pt x="1928273" y="240064"/>
                  <a:pt x="1932539" y="240064"/>
                  <a:pt x="1936700" y="239278"/>
                </a:cubicBezTo>
                <a:cubicBezTo>
                  <a:pt x="1942875" y="237354"/>
                  <a:pt x="1946483" y="237113"/>
                  <a:pt x="1950893" y="235750"/>
                </a:cubicBezTo>
                <a:cubicBezTo>
                  <a:pt x="1955304" y="234387"/>
                  <a:pt x="1961718" y="228213"/>
                  <a:pt x="1962601" y="229816"/>
                </a:cubicBezTo>
                <a:cubicBezTo>
                  <a:pt x="1963483" y="231420"/>
                  <a:pt x="1964686" y="237675"/>
                  <a:pt x="1967091" y="242967"/>
                </a:cubicBezTo>
                <a:cubicBezTo>
                  <a:pt x="1967765" y="245228"/>
                  <a:pt x="1968302" y="247537"/>
                  <a:pt x="1968695" y="249863"/>
                </a:cubicBezTo>
                <a:cubicBezTo>
                  <a:pt x="1969000" y="253928"/>
                  <a:pt x="1969561" y="257978"/>
                  <a:pt x="1970379" y="261971"/>
                </a:cubicBezTo>
                <a:cubicBezTo>
                  <a:pt x="1972359" y="266245"/>
                  <a:pt x="1972359" y="271169"/>
                  <a:pt x="1970379" y="275443"/>
                </a:cubicBezTo>
                <a:cubicBezTo>
                  <a:pt x="1970411" y="277295"/>
                  <a:pt x="1971221" y="279043"/>
                  <a:pt x="1972624" y="280254"/>
                </a:cubicBezTo>
                <a:cubicBezTo>
                  <a:pt x="1974308" y="281938"/>
                  <a:pt x="1977115" y="282018"/>
                  <a:pt x="1978718" y="284985"/>
                </a:cubicBezTo>
                <a:cubicBezTo>
                  <a:pt x="1979769" y="286276"/>
                  <a:pt x="1981044" y="287358"/>
                  <a:pt x="1982487" y="288192"/>
                </a:cubicBezTo>
                <a:cubicBezTo>
                  <a:pt x="1984251" y="289555"/>
                  <a:pt x="1986336" y="290117"/>
                  <a:pt x="1987378" y="290918"/>
                </a:cubicBezTo>
                <a:cubicBezTo>
                  <a:pt x="1988814" y="292001"/>
                  <a:pt x="1990313" y="292995"/>
                  <a:pt x="1991869" y="293885"/>
                </a:cubicBezTo>
                <a:cubicBezTo>
                  <a:pt x="1992510" y="294126"/>
                  <a:pt x="1993312" y="294848"/>
                  <a:pt x="1994194" y="294687"/>
                </a:cubicBezTo>
                <a:cubicBezTo>
                  <a:pt x="1995076" y="294527"/>
                  <a:pt x="1996359" y="294126"/>
                  <a:pt x="1997242" y="294126"/>
                </a:cubicBezTo>
                <a:cubicBezTo>
                  <a:pt x="1999334" y="295064"/>
                  <a:pt x="2001724" y="295064"/>
                  <a:pt x="2003816" y="294126"/>
                </a:cubicBezTo>
                <a:cubicBezTo>
                  <a:pt x="2005100" y="293645"/>
                  <a:pt x="2005661" y="291801"/>
                  <a:pt x="2006142" y="291079"/>
                </a:cubicBezTo>
                <a:cubicBezTo>
                  <a:pt x="2006623" y="290357"/>
                  <a:pt x="2008467" y="290437"/>
                  <a:pt x="2008467" y="289315"/>
                </a:cubicBezTo>
                <a:cubicBezTo>
                  <a:pt x="2008467" y="288192"/>
                  <a:pt x="2006944" y="287150"/>
                  <a:pt x="2006222" y="286187"/>
                </a:cubicBezTo>
                <a:cubicBezTo>
                  <a:pt x="2003256" y="282659"/>
                  <a:pt x="2001411" y="280494"/>
                  <a:pt x="1999326" y="278169"/>
                </a:cubicBezTo>
                <a:cubicBezTo>
                  <a:pt x="1998524" y="277207"/>
                  <a:pt x="1997963" y="274881"/>
                  <a:pt x="1996921" y="273438"/>
                </a:cubicBezTo>
                <a:cubicBezTo>
                  <a:pt x="1995445" y="271914"/>
                  <a:pt x="1994130" y="270254"/>
                  <a:pt x="1992991" y="268466"/>
                </a:cubicBezTo>
                <a:cubicBezTo>
                  <a:pt x="1991556" y="264561"/>
                  <a:pt x="1989760" y="260800"/>
                  <a:pt x="1987619" y="257240"/>
                </a:cubicBezTo>
                <a:cubicBezTo>
                  <a:pt x="1985053" y="253391"/>
                  <a:pt x="1985695" y="245372"/>
                  <a:pt x="1984572" y="242486"/>
                </a:cubicBezTo>
                <a:cubicBezTo>
                  <a:pt x="1982094" y="236488"/>
                  <a:pt x="1980474" y="230169"/>
                  <a:pt x="1979760" y="223722"/>
                </a:cubicBezTo>
                <a:cubicBezTo>
                  <a:pt x="1979632" y="221485"/>
                  <a:pt x="1980515" y="219304"/>
                  <a:pt x="1982166" y="217788"/>
                </a:cubicBezTo>
                <a:cubicBezTo>
                  <a:pt x="1983449" y="216850"/>
                  <a:pt x="1984892" y="216144"/>
                  <a:pt x="1986416" y="215703"/>
                </a:cubicBezTo>
                <a:cubicBezTo>
                  <a:pt x="1989351" y="215784"/>
                  <a:pt x="1992262" y="216241"/>
                  <a:pt x="1995076" y="217067"/>
                </a:cubicBezTo>
                <a:cubicBezTo>
                  <a:pt x="1996600" y="217548"/>
                  <a:pt x="1998204" y="218349"/>
                  <a:pt x="2000048" y="219151"/>
                </a:cubicBezTo>
                <a:cubicBezTo>
                  <a:pt x="2001836" y="219961"/>
                  <a:pt x="2003777" y="220370"/>
                  <a:pt x="2005741" y="220354"/>
                </a:cubicBezTo>
                <a:cubicBezTo>
                  <a:pt x="2008580" y="221004"/>
                  <a:pt x="2011483" y="221356"/>
                  <a:pt x="2014401" y="221397"/>
                </a:cubicBezTo>
                <a:cubicBezTo>
                  <a:pt x="2016326" y="220916"/>
                  <a:pt x="2017208" y="220194"/>
                  <a:pt x="2018651" y="220916"/>
                </a:cubicBezTo>
                <a:cubicBezTo>
                  <a:pt x="2020095" y="221637"/>
                  <a:pt x="2020415" y="221156"/>
                  <a:pt x="2021137" y="219873"/>
                </a:cubicBezTo>
                <a:cubicBezTo>
                  <a:pt x="2022420" y="216746"/>
                  <a:pt x="2023462" y="212416"/>
                  <a:pt x="2021137" y="210571"/>
                </a:cubicBezTo>
                <a:cubicBezTo>
                  <a:pt x="2018812" y="208727"/>
                  <a:pt x="2016807" y="207364"/>
                  <a:pt x="2016727" y="205760"/>
                </a:cubicBezTo>
                <a:cubicBezTo>
                  <a:pt x="2016647" y="204157"/>
                  <a:pt x="2011354" y="202633"/>
                  <a:pt x="2010472" y="202152"/>
                </a:cubicBezTo>
                <a:cubicBezTo>
                  <a:pt x="2009590" y="201671"/>
                  <a:pt x="2006704" y="202633"/>
                  <a:pt x="2004699" y="202633"/>
                </a:cubicBezTo>
                <a:cubicBezTo>
                  <a:pt x="2003280" y="202537"/>
                  <a:pt x="2001884" y="202264"/>
                  <a:pt x="2000529" y="201831"/>
                </a:cubicBezTo>
                <a:cubicBezTo>
                  <a:pt x="1999326" y="201430"/>
                  <a:pt x="1996840" y="201430"/>
                  <a:pt x="1996840" y="201430"/>
                </a:cubicBezTo>
                <a:cubicBezTo>
                  <a:pt x="1995878" y="201486"/>
                  <a:pt x="1994924" y="201230"/>
                  <a:pt x="1994114" y="200708"/>
                </a:cubicBezTo>
                <a:cubicBezTo>
                  <a:pt x="1993473" y="200147"/>
                  <a:pt x="1996199" y="197822"/>
                  <a:pt x="1996199" y="197341"/>
                </a:cubicBezTo>
                <a:cubicBezTo>
                  <a:pt x="1998605" y="195336"/>
                  <a:pt x="2000770" y="193732"/>
                  <a:pt x="2001972" y="192850"/>
                </a:cubicBezTo>
                <a:cubicBezTo>
                  <a:pt x="2003175" y="191968"/>
                  <a:pt x="2002373" y="191006"/>
                  <a:pt x="2003175" y="189322"/>
                </a:cubicBezTo>
                <a:cubicBezTo>
                  <a:pt x="2003977" y="187638"/>
                  <a:pt x="2005100" y="187157"/>
                  <a:pt x="2003977" y="185473"/>
                </a:cubicBezTo>
                <a:cubicBezTo>
                  <a:pt x="2002558" y="183589"/>
                  <a:pt x="2001716" y="181335"/>
                  <a:pt x="2001571" y="178978"/>
                </a:cubicBezTo>
                <a:cubicBezTo>
                  <a:pt x="2001571" y="178096"/>
                  <a:pt x="1996680" y="176171"/>
                  <a:pt x="1995878" y="175369"/>
                </a:cubicBezTo>
                <a:cubicBezTo>
                  <a:pt x="1995076" y="174568"/>
                  <a:pt x="1993152" y="175129"/>
                  <a:pt x="1992190" y="174568"/>
                </a:cubicBezTo>
                <a:cubicBezTo>
                  <a:pt x="1991228" y="174006"/>
                  <a:pt x="1991468" y="172804"/>
                  <a:pt x="1988340" y="171921"/>
                </a:cubicBezTo>
                <a:close/>
                <a:moveTo>
                  <a:pt x="1463598" y="159492"/>
                </a:moveTo>
                <a:lnTo>
                  <a:pt x="1463839" y="159813"/>
                </a:lnTo>
                <a:lnTo>
                  <a:pt x="1463657" y="159603"/>
                </a:lnTo>
                <a:close/>
                <a:moveTo>
                  <a:pt x="1272273" y="144257"/>
                </a:moveTo>
                <a:cubicBezTo>
                  <a:pt x="1271230" y="143856"/>
                  <a:pt x="1269627" y="145299"/>
                  <a:pt x="1268183" y="145299"/>
                </a:cubicBezTo>
                <a:cubicBezTo>
                  <a:pt x="1266740" y="145299"/>
                  <a:pt x="1266259" y="144738"/>
                  <a:pt x="1265297" y="145299"/>
                </a:cubicBezTo>
                <a:cubicBezTo>
                  <a:pt x="1264102" y="146141"/>
                  <a:pt x="1262843" y="146895"/>
                  <a:pt x="1261528" y="147545"/>
                </a:cubicBezTo>
                <a:cubicBezTo>
                  <a:pt x="1260446" y="147970"/>
                  <a:pt x="1259403" y="148483"/>
                  <a:pt x="1258401" y="149068"/>
                </a:cubicBezTo>
                <a:cubicBezTo>
                  <a:pt x="1257037" y="149950"/>
                  <a:pt x="1257037" y="150832"/>
                  <a:pt x="1256476" y="151474"/>
                </a:cubicBezTo>
                <a:cubicBezTo>
                  <a:pt x="1255915" y="152115"/>
                  <a:pt x="1254471" y="152757"/>
                  <a:pt x="1254071" y="153238"/>
                </a:cubicBezTo>
                <a:cubicBezTo>
                  <a:pt x="1253670" y="153719"/>
                  <a:pt x="1253670" y="154922"/>
                  <a:pt x="1252146" y="155884"/>
                </a:cubicBezTo>
                <a:cubicBezTo>
                  <a:pt x="1250623" y="156846"/>
                  <a:pt x="1248618" y="157087"/>
                  <a:pt x="1248137" y="159252"/>
                </a:cubicBezTo>
                <a:cubicBezTo>
                  <a:pt x="1247792" y="160294"/>
                  <a:pt x="1248001" y="161449"/>
                  <a:pt x="1248698" y="162299"/>
                </a:cubicBezTo>
                <a:cubicBezTo>
                  <a:pt x="1249901" y="163261"/>
                  <a:pt x="1255594" y="165907"/>
                  <a:pt x="1256075" y="167832"/>
                </a:cubicBezTo>
                <a:cubicBezTo>
                  <a:pt x="1256436" y="168955"/>
                  <a:pt x="1256701" y="170109"/>
                  <a:pt x="1256877" y="171280"/>
                </a:cubicBezTo>
                <a:cubicBezTo>
                  <a:pt x="1257439" y="172643"/>
                  <a:pt x="1257439" y="173124"/>
                  <a:pt x="1257439" y="174167"/>
                </a:cubicBezTo>
                <a:cubicBezTo>
                  <a:pt x="1257398" y="175177"/>
                  <a:pt x="1257711" y="176171"/>
                  <a:pt x="1258320" y="176973"/>
                </a:cubicBezTo>
                <a:cubicBezTo>
                  <a:pt x="1259387" y="177478"/>
                  <a:pt x="1260622" y="177478"/>
                  <a:pt x="1261688" y="176973"/>
                </a:cubicBezTo>
                <a:cubicBezTo>
                  <a:pt x="1262811" y="176332"/>
                  <a:pt x="1264174" y="175931"/>
                  <a:pt x="1264655" y="176332"/>
                </a:cubicBezTo>
                <a:cubicBezTo>
                  <a:pt x="1265136" y="176733"/>
                  <a:pt x="1266179" y="176733"/>
                  <a:pt x="1266419" y="178417"/>
                </a:cubicBezTo>
                <a:cubicBezTo>
                  <a:pt x="1266660" y="180101"/>
                  <a:pt x="1265617" y="180822"/>
                  <a:pt x="1264174" y="182586"/>
                </a:cubicBezTo>
                <a:cubicBezTo>
                  <a:pt x="1262731" y="184350"/>
                  <a:pt x="1257679" y="189081"/>
                  <a:pt x="1257198" y="190605"/>
                </a:cubicBezTo>
                <a:cubicBezTo>
                  <a:pt x="1256717" y="192129"/>
                  <a:pt x="1254552" y="192369"/>
                  <a:pt x="1253028" y="193973"/>
                </a:cubicBezTo>
                <a:cubicBezTo>
                  <a:pt x="1250061" y="197116"/>
                  <a:pt x="1246878" y="200035"/>
                  <a:pt x="1243486" y="202713"/>
                </a:cubicBezTo>
                <a:cubicBezTo>
                  <a:pt x="1242363" y="203515"/>
                  <a:pt x="1240679" y="206562"/>
                  <a:pt x="1239878" y="206963"/>
                </a:cubicBezTo>
                <a:cubicBezTo>
                  <a:pt x="1239076" y="207364"/>
                  <a:pt x="1237712" y="206321"/>
                  <a:pt x="1237071" y="206963"/>
                </a:cubicBezTo>
                <a:lnTo>
                  <a:pt x="1237071" y="206642"/>
                </a:lnTo>
                <a:cubicBezTo>
                  <a:pt x="1234569" y="209240"/>
                  <a:pt x="1232581" y="212287"/>
                  <a:pt x="1231217" y="215623"/>
                </a:cubicBezTo>
                <a:cubicBezTo>
                  <a:pt x="1231049" y="216746"/>
                  <a:pt x="1231370" y="217884"/>
                  <a:pt x="1232099" y="218750"/>
                </a:cubicBezTo>
                <a:cubicBezTo>
                  <a:pt x="1233222" y="220354"/>
                  <a:pt x="1234425" y="221798"/>
                  <a:pt x="1234425" y="222199"/>
                </a:cubicBezTo>
                <a:cubicBezTo>
                  <a:pt x="1235146" y="223963"/>
                  <a:pt x="1236510" y="225887"/>
                  <a:pt x="1237953" y="225727"/>
                </a:cubicBezTo>
                <a:cubicBezTo>
                  <a:pt x="1239396" y="225566"/>
                  <a:pt x="1239958" y="224043"/>
                  <a:pt x="1242123" y="223642"/>
                </a:cubicBezTo>
                <a:cubicBezTo>
                  <a:pt x="1244288" y="223241"/>
                  <a:pt x="1243967" y="224604"/>
                  <a:pt x="1245170" y="223642"/>
                </a:cubicBezTo>
                <a:cubicBezTo>
                  <a:pt x="1246373" y="222680"/>
                  <a:pt x="1246934" y="221397"/>
                  <a:pt x="1246934" y="220515"/>
                </a:cubicBezTo>
                <a:cubicBezTo>
                  <a:pt x="1247616" y="219432"/>
                  <a:pt x="1248450" y="218462"/>
                  <a:pt x="1249420" y="217628"/>
                </a:cubicBezTo>
                <a:cubicBezTo>
                  <a:pt x="1250783" y="216666"/>
                  <a:pt x="1252467" y="215784"/>
                  <a:pt x="1252467" y="214501"/>
                </a:cubicBezTo>
                <a:cubicBezTo>
                  <a:pt x="1253108" y="213907"/>
                  <a:pt x="1253838" y="213418"/>
                  <a:pt x="1254632" y="213057"/>
                </a:cubicBezTo>
                <a:cubicBezTo>
                  <a:pt x="1255690" y="212648"/>
                  <a:pt x="1256644" y="212023"/>
                  <a:pt x="1257439" y="211213"/>
                </a:cubicBezTo>
                <a:cubicBezTo>
                  <a:pt x="1258288" y="210219"/>
                  <a:pt x="1259195" y="209280"/>
                  <a:pt x="1260165" y="208406"/>
                </a:cubicBezTo>
                <a:cubicBezTo>
                  <a:pt x="1261247" y="207893"/>
                  <a:pt x="1262185" y="207123"/>
                  <a:pt x="1262891" y="206161"/>
                </a:cubicBezTo>
                <a:cubicBezTo>
                  <a:pt x="1263613" y="205119"/>
                  <a:pt x="1265216" y="204397"/>
                  <a:pt x="1265938" y="203194"/>
                </a:cubicBezTo>
                <a:cubicBezTo>
                  <a:pt x="1266660" y="201991"/>
                  <a:pt x="1268344" y="201430"/>
                  <a:pt x="1269146" y="199907"/>
                </a:cubicBezTo>
                <a:cubicBezTo>
                  <a:pt x="1269948" y="198383"/>
                  <a:pt x="1272433" y="198223"/>
                  <a:pt x="1272433" y="196539"/>
                </a:cubicBezTo>
                <a:cubicBezTo>
                  <a:pt x="1276114" y="192289"/>
                  <a:pt x="1280083" y="188304"/>
                  <a:pt x="1284301" y="184591"/>
                </a:cubicBezTo>
                <a:cubicBezTo>
                  <a:pt x="1285921" y="182658"/>
                  <a:pt x="1287428" y="180622"/>
                  <a:pt x="1288791" y="178497"/>
                </a:cubicBezTo>
                <a:cubicBezTo>
                  <a:pt x="1290395" y="177134"/>
                  <a:pt x="1292320" y="176893"/>
                  <a:pt x="1293041" y="176171"/>
                </a:cubicBezTo>
                <a:cubicBezTo>
                  <a:pt x="1294035" y="174704"/>
                  <a:pt x="1295166" y="173341"/>
                  <a:pt x="1296409" y="172082"/>
                </a:cubicBezTo>
                <a:cubicBezTo>
                  <a:pt x="1297211" y="171120"/>
                  <a:pt x="1298975" y="169115"/>
                  <a:pt x="1299937" y="168233"/>
                </a:cubicBezTo>
                <a:lnTo>
                  <a:pt x="1304267" y="164865"/>
                </a:lnTo>
                <a:cubicBezTo>
                  <a:pt x="1305069" y="164384"/>
                  <a:pt x="1309159" y="161417"/>
                  <a:pt x="1309880" y="160856"/>
                </a:cubicBezTo>
                <a:cubicBezTo>
                  <a:pt x="1312046" y="159813"/>
                  <a:pt x="1314050" y="160615"/>
                  <a:pt x="1314050" y="159813"/>
                </a:cubicBezTo>
                <a:cubicBezTo>
                  <a:pt x="1315173" y="157488"/>
                  <a:pt x="1317979" y="152115"/>
                  <a:pt x="1317178" y="150431"/>
                </a:cubicBezTo>
                <a:cubicBezTo>
                  <a:pt x="1316376" y="148747"/>
                  <a:pt x="1315654" y="147464"/>
                  <a:pt x="1315173" y="146663"/>
                </a:cubicBezTo>
                <a:cubicBezTo>
                  <a:pt x="1314491" y="145949"/>
                  <a:pt x="1313489" y="145644"/>
                  <a:pt x="1312527" y="145861"/>
                </a:cubicBezTo>
                <a:cubicBezTo>
                  <a:pt x="1310634" y="146470"/>
                  <a:pt x="1308565" y="146117"/>
                  <a:pt x="1306994" y="144899"/>
                </a:cubicBezTo>
                <a:cubicBezTo>
                  <a:pt x="1306192" y="144257"/>
                  <a:pt x="1304829" y="145139"/>
                  <a:pt x="1303466" y="145700"/>
                </a:cubicBezTo>
                <a:cubicBezTo>
                  <a:pt x="1302103" y="146262"/>
                  <a:pt x="1300499" y="145700"/>
                  <a:pt x="1299777" y="146262"/>
                </a:cubicBezTo>
                <a:cubicBezTo>
                  <a:pt x="1297708" y="147954"/>
                  <a:pt x="1295776" y="149798"/>
                  <a:pt x="1294004" y="151795"/>
                </a:cubicBezTo>
                <a:cubicBezTo>
                  <a:pt x="1292480" y="153559"/>
                  <a:pt x="1284942" y="160535"/>
                  <a:pt x="1283900" y="161577"/>
                </a:cubicBezTo>
                <a:cubicBezTo>
                  <a:pt x="1282858" y="162620"/>
                  <a:pt x="1282056" y="161257"/>
                  <a:pt x="1282056" y="159974"/>
                </a:cubicBezTo>
                <a:cubicBezTo>
                  <a:pt x="1283579" y="156526"/>
                  <a:pt x="1284622" y="156285"/>
                  <a:pt x="1282056" y="151955"/>
                </a:cubicBezTo>
                <a:cubicBezTo>
                  <a:pt x="1279490" y="147625"/>
                  <a:pt x="1276683" y="148186"/>
                  <a:pt x="1275801" y="147625"/>
                </a:cubicBezTo>
                <a:cubicBezTo>
                  <a:pt x="1274919" y="147064"/>
                  <a:pt x="1273315" y="144658"/>
                  <a:pt x="1272273" y="144257"/>
                </a:cubicBezTo>
                <a:close/>
                <a:moveTo>
                  <a:pt x="1526024" y="121604"/>
                </a:moveTo>
                <a:cubicBezTo>
                  <a:pt x="1526778" y="121628"/>
                  <a:pt x="1527371" y="122254"/>
                  <a:pt x="1527347" y="123007"/>
                </a:cubicBezTo>
                <a:cubicBezTo>
                  <a:pt x="1527515" y="125148"/>
                  <a:pt x="1526689" y="127249"/>
                  <a:pt x="1525102" y="128701"/>
                </a:cubicBezTo>
                <a:cubicBezTo>
                  <a:pt x="1523562" y="129174"/>
                  <a:pt x="1521910" y="129174"/>
                  <a:pt x="1520371" y="128701"/>
                </a:cubicBezTo>
                <a:cubicBezTo>
                  <a:pt x="1519841" y="127955"/>
                  <a:pt x="1519593" y="127049"/>
                  <a:pt x="1519649" y="126135"/>
                </a:cubicBezTo>
                <a:cubicBezTo>
                  <a:pt x="1519601" y="125100"/>
                  <a:pt x="1519913" y="124082"/>
                  <a:pt x="1520531" y="123248"/>
                </a:cubicBezTo>
                <a:cubicBezTo>
                  <a:pt x="1522207" y="122599"/>
                  <a:pt x="1523915" y="122061"/>
                  <a:pt x="1525663" y="121644"/>
                </a:cubicBezTo>
                <a:cubicBezTo>
                  <a:pt x="1525783" y="121612"/>
                  <a:pt x="1525903" y="121604"/>
                  <a:pt x="1526024" y="121604"/>
                </a:cubicBezTo>
                <a:close/>
                <a:moveTo>
                  <a:pt x="1540658" y="114908"/>
                </a:moveTo>
                <a:cubicBezTo>
                  <a:pt x="1541379" y="114347"/>
                  <a:pt x="1542983" y="114026"/>
                  <a:pt x="1543384" y="115470"/>
                </a:cubicBezTo>
                <a:cubicBezTo>
                  <a:pt x="1543649" y="116600"/>
                  <a:pt x="1543785" y="117755"/>
                  <a:pt x="1543785" y="118918"/>
                </a:cubicBezTo>
                <a:cubicBezTo>
                  <a:pt x="1543135" y="120874"/>
                  <a:pt x="1541580" y="122390"/>
                  <a:pt x="1539615" y="123007"/>
                </a:cubicBezTo>
                <a:cubicBezTo>
                  <a:pt x="1539054" y="123248"/>
                  <a:pt x="1536728" y="121884"/>
                  <a:pt x="1536728" y="121002"/>
                </a:cubicBezTo>
                <a:cubicBezTo>
                  <a:pt x="1536728" y="120120"/>
                  <a:pt x="1534724" y="116913"/>
                  <a:pt x="1536728" y="116833"/>
                </a:cubicBezTo>
                <a:cubicBezTo>
                  <a:pt x="1538733" y="116752"/>
                  <a:pt x="1539455" y="115470"/>
                  <a:pt x="1540658" y="114908"/>
                </a:cubicBezTo>
                <a:close/>
                <a:moveTo>
                  <a:pt x="1521654" y="104323"/>
                </a:moveTo>
                <a:cubicBezTo>
                  <a:pt x="1524460" y="103281"/>
                  <a:pt x="1525502" y="105045"/>
                  <a:pt x="1525583" y="107691"/>
                </a:cubicBezTo>
                <a:cubicBezTo>
                  <a:pt x="1525663" y="110337"/>
                  <a:pt x="1522936" y="111380"/>
                  <a:pt x="1521012" y="113384"/>
                </a:cubicBezTo>
                <a:cubicBezTo>
                  <a:pt x="1520050" y="114347"/>
                  <a:pt x="1520050" y="113384"/>
                  <a:pt x="1518927" y="112502"/>
                </a:cubicBezTo>
                <a:cubicBezTo>
                  <a:pt x="1517804" y="111620"/>
                  <a:pt x="1517804" y="109455"/>
                  <a:pt x="1517804" y="108092"/>
                </a:cubicBezTo>
                <a:cubicBezTo>
                  <a:pt x="1517243" y="104965"/>
                  <a:pt x="1520932" y="105606"/>
                  <a:pt x="1521654" y="104323"/>
                </a:cubicBezTo>
                <a:close/>
                <a:moveTo>
                  <a:pt x="1746979" y="101036"/>
                </a:moveTo>
                <a:cubicBezTo>
                  <a:pt x="1744573" y="101598"/>
                  <a:pt x="1742408" y="101197"/>
                  <a:pt x="1741686" y="103683"/>
                </a:cubicBezTo>
                <a:cubicBezTo>
                  <a:pt x="1741446" y="104565"/>
                  <a:pt x="1740884" y="107772"/>
                  <a:pt x="1740884" y="108734"/>
                </a:cubicBezTo>
                <a:cubicBezTo>
                  <a:pt x="1740524" y="110506"/>
                  <a:pt x="1740524" y="112335"/>
                  <a:pt x="1740884" y="114107"/>
                </a:cubicBezTo>
                <a:cubicBezTo>
                  <a:pt x="1742143" y="116304"/>
                  <a:pt x="1742801" y="118790"/>
                  <a:pt x="1742809" y="121324"/>
                </a:cubicBezTo>
                <a:cubicBezTo>
                  <a:pt x="1742488" y="123809"/>
                  <a:pt x="1741606" y="125974"/>
                  <a:pt x="1743209" y="127097"/>
                </a:cubicBezTo>
                <a:cubicBezTo>
                  <a:pt x="1745062" y="127963"/>
                  <a:pt x="1747107" y="128324"/>
                  <a:pt x="1749144" y="128139"/>
                </a:cubicBezTo>
                <a:cubicBezTo>
                  <a:pt x="1750715" y="128043"/>
                  <a:pt x="1752303" y="128043"/>
                  <a:pt x="1753874" y="128139"/>
                </a:cubicBezTo>
                <a:cubicBezTo>
                  <a:pt x="1754756" y="128701"/>
                  <a:pt x="1754356" y="130786"/>
                  <a:pt x="1753874" y="132550"/>
                </a:cubicBezTo>
                <a:cubicBezTo>
                  <a:pt x="1753450" y="134362"/>
                  <a:pt x="1752688" y="136078"/>
                  <a:pt x="1751629" y="137602"/>
                </a:cubicBezTo>
                <a:cubicBezTo>
                  <a:pt x="1749625" y="140809"/>
                  <a:pt x="1746578" y="149950"/>
                  <a:pt x="1738559" y="151073"/>
                </a:cubicBezTo>
                <a:cubicBezTo>
                  <a:pt x="1734550" y="151554"/>
                  <a:pt x="1729097" y="152997"/>
                  <a:pt x="1725569" y="152997"/>
                </a:cubicBezTo>
                <a:cubicBezTo>
                  <a:pt x="1724366" y="152997"/>
                  <a:pt x="1722361" y="152997"/>
                  <a:pt x="1721078" y="152997"/>
                </a:cubicBezTo>
                <a:cubicBezTo>
                  <a:pt x="1717309" y="153318"/>
                  <a:pt x="1711055" y="154361"/>
                  <a:pt x="1709291" y="154361"/>
                </a:cubicBezTo>
                <a:cubicBezTo>
                  <a:pt x="1707527" y="154361"/>
                  <a:pt x="1705201" y="152596"/>
                  <a:pt x="1704239" y="152596"/>
                </a:cubicBezTo>
                <a:cubicBezTo>
                  <a:pt x="1700751" y="152588"/>
                  <a:pt x="1697319" y="153503"/>
                  <a:pt x="1694296" y="155243"/>
                </a:cubicBezTo>
                <a:cubicBezTo>
                  <a:pt x="1694480" y="157159"/>
                  <a:pt x="1694175" y="159092"/>
                  <a:pt x="1693414" y="160856"/>
                </a:cubicBezTo>
                <a:lnTo>
                  <a:pt x="1693414" y="160535"/>
                </a:lnTo>
                <a:cubicBezTo>
                  <a:pt x="1692532" y="162059"/>
                  <a:pt x="1691986" y="163750"/>
                  <a:pt x="1691810" y="165506"/>
                </a:cubicBezTo>
                <a:cubicBezTo>
                  <a:pt x="1694216" y="169355"/>
                  <a:pt x="1697102" y="174728"/>
                  <a:pt x="1697985" y="175129"/>
                </a:cubicBezTo>
                <a:cubicBezTo>
                  <a:pt x="1698866" y="175530"/>
                  <a:pt x="1712979" y="173044"/>
                  <a:pt x="1720998" y="172403"/>
                </a:cubicBezTo>
                <a:cubicBezTo>
                  <a:pt x="1727044" y="171970"/>
                  <a:pt x="1733122" y="172210"/>
                  <a:pt x="1739120" y="173124"/>
                </a:cubicBezTo>
                <a:cubicBezTo>
                  <a:pt x="1741927" y="173605"/>
                  <a:pt x="1746177" y="175450"/>
                  <a:pt x="1748823" y="175770"/>
                </a:cubicBezTo>
                <a:cubicBezTo>
                  <a:pt x="1751469" y="176091"/>
                  <a:pt x="1755959" y="176652"/>
                  <a:pt x="1757643" y="176652"/>
                </a:cubicBezTo>
                <a:cubicBezTo>
                  <a:pt x="1760722" y="176677"/>
                  <a:pt x="1763786" y="177190"/>
                  <a:pt x="1766705" y="178176"/>
                </a:cubicBezTo>
                <a:cubicBezTo>
                  <a:pt x="1768388" y="178818"/>
                  <a:pt x="1772798" y="179299"/>
                  <a:pt x="1775445" y="180341"/>
                </a:cubicBezTo>
                <a:cubicBezTo>
                  <a:pt x="1778091" y="181383"/>
                  <a:pt x="1782662" y="182987"/>
                  <a:pt x="1784826" y="183548"/>
                </a:cubicBezTo>
                <a:cubicBezTo>
                  <a:pt x="1786992" y="184110"/>
                  <a:pt x="1788836" y="184030"/>
                  <a:pt x="1790761" y="184511"/>
                </a:cubicBezTo>
                <a:cubicBezTo>
                  <a:pt x="1792621" y="185208"/>
                  <a:pt x="1794441" y="186018"/>
                  <a:pt x="1796213" y="186916"/>
                </a:cubicBezTo>
                <a:cubicBezTo>
                  <a:pt x="1797095" y="187157"/>
                  <a:pt x="1798619" y="187237"/>
                  <a:pt x="1801505" y="187879"/>
                </a:cubicBezTo>
                <a:cubicBezTo>
                  <a:pt x="1802628" y="188119"/>
                  <a:pt x="1803911" y="186756"/>
                  <a:pt x="1804873" y="185794"/>
                </a:cubicBezTo>
                <a:cubicBezTo>
                  <a:pt x="1805796" y="185032"/>
                  <a:pt x="1806533" y="184070"/>
                  <a:pt x="1807038" y="182987"/>
                </a:cubicBezTo>
                <a:cubicBezTo>
                  <a:pt x="1807231" y="182306"/>
                  <a:pt x="1807231" y="181584"/>
                  <a:pt x="1807038" y="180902"/>
                </a:cubicBezTo>
                <a:cubicBezTo>
                  <a:pt x="1807038" y="180742"/>
                  <a:pt x="1807038" y="179860"/>
                  <a:pt x="1807038" y="179459"/>
                </a:cubicBezTo>
                <a:cubicBezTo>
                  <a:pt x="1807239" y="178208"/>
                  <a:pt x="1807239" y="176941"/>
                  <a:pt x="1807038" y="175690"/>
                </a:cubicBezTo>
                <a:cubicBezTo>
                  <a:pt x="1806637" y="172563"/>
                  <a:pt x="1804071" y="171280"/>
                  <a:pt x="1802708" y="169997"/>
                </a:cubicBezTo>
                <a:cubicBezTo>
                  <a:pt x="1801610" y="168818"/>
                  <a:pt x="1800431" y="167720"/>
                  <a:pt x="1799180" y="166709"/>
                </a:cubicBezTo>
                <a:cubicBezTo>
                  <a:pt x="1797937" y="165875"/>
                  <a:pt x="1796622" y="165146"/>
                  <a:pt x="1795251" y="164544"/>
                </a:cubicBezTo>
                <a:cubicBezTo>
                  <a:pt x="1793960" y="164256"/>
                  <a:pt x="1792645" y="164071"/>
                  <a:pt x="1791322" y="163983"/>
                </a:cubicBezTo>
                <a:cubicBezTo>
                  <a:pt x="1789878" y="163983"/>
                  <a:pt x="1788836" y="165025"/>
                  <a:pt x="1786911" y="164544"/>
                </a:cubicBezTo>
                <a:cubicBezTo>
                  <a:pt x="1781795" y="163085"/>
                  <a:pt x="1776608" y="161938"/>
                  <a:pt x="1771355" y="161096"/>
                </a:cubicBezTo>
                <a:cubicBezTo>
                  <a:pt x="1770393" y="159733"/>
                  <a:pt x="1771997" y="156365"/>
                  <a:pt x="1773039" y="152356"/>
                </a:cubicBezTo>
                <a:cubicBezTo>
                  <a:pt x="1773440" y="151233"/>
                  <a:pt x="1773681" y="149790"/>
                  <a:pt x="1774483" y="149229"/>
                </a:cubicBezTo>
                <a:cubicBezTo>
                  <a:pt x="1775276" y="148435"/>
                  <a:pt x="1775830" y="147432"/>
                  <a:pt x="1776086" y="146342"/>
                </a:cubicBezTo>
                <a:cubicBezTo>
                  <a:pt x="1776455" y="145267"/>
                  <a:pt x="1777120" y="144321"/>
                  <a:pt x="1778011" y="143616"/>
                </a:cubicBezTo>
                <a:cubicBezTo>
                  <a:pt x="1778941" y="142886"/>
                  <a:pt x="1779663" y="141916"/>
                  <a:pt x="1780096" y="140809"/>
                </a:cubicBezTo>
                <a:cubicBezTo>
                  <a:pt x="1781298" y="136319"/>
                  <a:pt x="1778812" y="137040"/>
                  <a:pt x="1780096" y="133271"/>
                </a:cubicBezTo>
                <a:cubicBezTo>
                  <a:pt x="1781378" y="129503"/>
                  <a:pt x="1785228" y="130305"/>
                  <a:pt x="1789959" y="129503"/>
                </a:cubicBezTo>
                <a:cubicBezTo>
                  <a:pt x="1791699" y="129286"/>
                  <a:pt x="1793366" y="128685"/>
                  <a:pt x="1794850" y="127739"/>
                </a:cubicBezTo>
                <a:cubicBezTo>
                  <a:pt x="1796815" y="126239"/>
                  <a:pt x="1799044" y="125116"/>
                  <a:pt x="1801425" y="124451"/>
                </a:cubicBezTo>
                <a:cubicBezTo>
                  <a:pt x="1805916" y="122767"/>
                  <a:pt x="1808722" y="123489"/>
                  <a:pt x="1809925" y="119800"/>
                </a:cubicBezTo>
                <a:cubicBezTo>
                  <a:pt x="1810166" y="119239"/>
                  <a:pt x="1808963" y="117635"/>
                  <a:pt x="1808963" y="116593"/>
                </a:cubicBezTo>
                <a:cubicBezTo>
                  <a:pt x="1809227" y="115133"/>
                  <a:pt x="1809227" y="113642"/>
                  <a:pt x="1808963" y="112182"/>
                </a:cubicBezTo>
                <a:cubicBezTo>
                  <a:pt x="1808241" y="110178"/>
                  <a:pt x="1806718" y="108895"/>
                  <a:pt x="1805756" y="106890"/>
                </a:cubicBezTo>
                <a:cubicBezTo>
                  <a:pt x="1805218" y="105799"/>
                  <a:pt x="1804312" y="104949"/>
                  <a:pt x="1803190" y="104484"/>
                </a:cubicBezTo>
                <a:cubicBezTo>
                  <a:pt x="1802227" y="104484"/>
                  <a:pt x="1801425" y="105046"/>
                  <a:pt x="1799581" y="104484"/>
                </a:cubicBezTo>
                <a:cubicBezTo>
                  <a:pt x="1798274" y="103995"/>
                  <a:pt x="1796871" y="103827"/>
                  <a:pt x="1795491" y="104003"/>
                </a:cubicBezTo>
                <a:cubicBezTo>
                  <a:pt x="1790416" y="105391"/>
                  <a:pt x="1785195" y="106200"/>
                  <a:pt x="1779935" y="106409"/>
                </a:cubicBezTo>
                <a:lnTo>
                  <a:pt x="1777449" y="106409"/>
                </a:lnTo>
                <a:lnTo>
                  <a:pt x="1773921" y="106409"/>
                </a:lnTo>
                <a:cubicBezTo>
                  <a:pt x="1767186" y="106249"/>
                  <a:pt x="1755238" y="104885"/>
                  <a:pt x="1754356" y="104885"/>
                </a:cubicBezTo>
                <a:cubicBezTo>
                  <a:pt x="1752030" y="103923"/>
                  <a:pt x="1747941" y="101036"/>
                  <a:pt x="1746979" y="101036"/>
                </a:cubicBezTo>
                <a:close/>
                <a:moveTo>
                  <a:pt x="1492947" y="95504"/>
                </a:moveTo>
                <a:cubicBezTo>
                  <a:pt x="1491664" y="96466"/>
                  <a:pt x="1490220" y="96867"/>
                  <a:pt x="1486612" y="96867"/>
                </a:cubicBezTo>
                <a:cubicBezTo>
                  <a:pt x="1479556" y="97508"/>
                  <a:pt x="1472499" y="106810"/>
                  <a:pt x="1465603" y="110819"/>
                </a:cubicBezTo>
                <a:cubicBezTo>
                  <a:pt x="1463927" y="111373"/>
                  <a:pt x="1462211" y="111797"/>
                  <a:pt x="1460471" y="112102"/>
                </a:cubicBezTo>
                <a:cubicBezTo>
                  <a:pt x="1459028" y="112744"/>
                  <a:pt x="1457183" y="113946"/>
                  <a:pt x="1456863" y="115069"/>
                </a:cubicBezTo>
                <a:cubicBezTo>
                  <a:pt x="1456542" y="116192"/>
                  <a:pt x="1456702" y="117475"/>
                  <a:pt x="1455420" y="118196"/>
                </a:cubicBezTo>
                <a:cubicBezTo>
                  <a:pt x="1454136" y="118918"/>
                  <a:pt x="1453094" y="119078"/>
                  <a:pt x="1453174" y="120041"/>
                </a:cubicBezTo>
                <a:cubicBezTo>
                  <a:pt x="1453254" y="121003"/>
                  <a:pt x="1453976" y="125012"/>
                  <a:pt x="1455179" y="125253"/>
                </a:cubicBezTo>
                <a:cubicBezTo>
                  <a:pt x="1456382" y="125493"/>
                  <a:pt x="1457264" y="125253"/>
                  <a:pt x="1457745" y="126456"/>
                </a:cubicBezTo>
                <a:cubicBezTo>
                  <a:pt x="1458226" y="127658"/>
                  <a:pt x="1459830" y="129182"/>
                  <a:pt x="1461033" y="129182"/>
                </a:cubicBezTo>
                <a:cubicBezTo>
                  <a:pt x="1462644" y="129326"/>
                  <a:pt x="1464240" y="129679"/>
                  <a:pt x="1465764" y="130224"/>
                </a:cubicBezTo>
                <a:cubicBezTo>
                  <a:pt x="1467287" y="130625"/>
                  <a:pt x="1470093" y="130786"/>
                  <a:pt x="1470093" y="133271"/>
                </a:cubicBezTo>
                <a:cubicBezTo>
                  <a:pt x="1470093" y="135757"/>
                  <a:pt x="1470976" y="139366"/>
                  <a:pt x="1470093" y="141290"/>
                </a:cubicBezTo>
                <a:cubicBezTo>
                  <a:pt x="1469212" y="143215"/>
                  <a:pt x="1466726" y="146021"/>
                  <a:pt x="1465764" y="146021"/>
                </a:cubicBezTo>
                <a:cubicBezTo>
                  <a:pt x="1464801" y="146021"/>
                  <a:pt x="1463117" y="146021"/>
                  <a:pt x="1462155" y="146021"/>
                </a:cubicBezTo>
                <a:cubicBezTo>
                  <a:pt x="1459340" y="146623"/>
                  <a:pt x="1457432" y="149253"/>
                  <a:pt x="1457745" y="152115"/>
                </a:cubicBezTo>
                <a:cubicBezTo>
                  <a:pt x="1457986" y="154040"/>
                  <a:pt x="1461754" y="157408"/>
                  <a:pt x="1461754" y="157408"/>
                </a:cubicBezTo>
                <a:lnTo>
                  <a:pt x="1463657" y="159603"/>
                </a:lnTo>
                <a:lnTo>
                  <a:pt x="1465042" y="162219"/>
                </a:lnTo>
                <a:cubicBezTo>
                  <a:pt x="1465523" y="163341"/>
                  <a:pt x="1465042" y="164544"/>
                  <a:pt x="1465042" y="166148"/>
                </a:cubicBezTo>
                <a:cubicBezTo>
                  <a:pt x="1465202" y="167158"/>
                  <a:pt x="1465202" y="168185"/>
                  <a:pt x="1465042" y="169195"/>
                </a:cubicBezTo>
                <a:cubicBezTo>
                  <a:pt x="1464585" y="170598"/>
                  <a:pt x="1463719" y="171825"/>
                  <a:pt x="1462556" y="172723"/>
                </a:cubicBezTo>
                <a:cubicBezTo>
                  <a:pt x="1461754" y="173365"/>
                  <a:pt x="1459669" y="175931"/>
                  <a:pt x="1458868" y="176332"/>
                </a:cubicBezTo>
                <a:cubicBezTo>
                  <a:pt x="1455764" y="178040"/>
                  <a:pt x="1453479" y="180934"/>
                  <a:pt x="1452533" y="184350"/>
                </a:cubicBezTo>
                <a:cubicBezTo>
                  <a:pt x="1452830" y="186884"/>
                  <a:pt x="1453615" y="189338"/>
                  <a:pt x="1454858" y="191567"/>
                </a:cubicBezTo>
                <a:cubicBezTo>
                  <a:pt x="1455772" y="192978"/>
                  <a:pt x="1456943" y="194197"/>
                  <a:pt x="1458306" y="195176"/>
                </a:cubicBezTo>
                <a:cubicBezTo>
                  <a:pt x="1459589" y="196298"/>
                  <a:pt x="1459188" y="198944"/>
                  <a:pt x="1460792" y="198944"/>
                </a:cubicBezTo>
                <a:cubicBezTo>
                  <a:pt x="1462412" y="199017"/>
                  <a:pt x="1464024" y="199233"/>
                  <a:pt x="1465603" y="199586"/>
                </a:cubicBezTo>
                <a:cubicBezTo>
                  <a:pt x="1466726" y="200147"/>
                  <a:pt x="1468891" y="199025"/>
                  <a:pt x="1468891" y="199025"/>
                </a:cubicBezTo>
                <a:cubicBezTo>
                  <a:pt x="1470655" y="198383"/>
                  <a:pt x="1472499" y="193732"/>
                  <a:pt x="1476028" y="191006"/>
                </a:cubicBezTo>
                <a:cubicBezTo>
                  <a:pt x="1479556" y="188279"/>
                  <a:pt x="1487414" y="183789"/>
                  <a:pt x="1491584" y="180261"/>
                </a:cubicBezTo>
                <a:cubicBezTo>
                  <a:pt x="1496347" y="177214"/>
                  <a:pt x="1499474" y="172170"/>
                  <a:pt x="1500084" y="166549"/>
                </a:cubicBezTo>
                <a:cubicBezTo>
                  <a:pt x="1499843" y="165146"/>
                  <a:pt x="1499265" y="163831"/>
                  <a:pt x="1498400" y="162700"/>
                </a:cubicBezTo>
                <a:cubicBezTo>
                  <a:pt x="1497285" y="161738"/>
                  <a:pt x="1495922" y="161096"/>
                  <a:pt x="1494471" y="160856"/>
                </a:cubicBezTo>
                <a:lnTo>
                  <a:pt x="1490461" y="161417"/>
                </a:lnTo>
                <a:cubicBezTo>
                  <a:pt x="1489900" y="161257"/>
                  <a:pt x="1489338" y="158290"/>
                  <a:pt x="1489338" y="157408"/>
                </a:cubicBezTo>
                <a:cubicBezTo>
                  <a:pt x="1491559" y="152877"/>
                  <a:pt x="1494727" y="148884"/>
                  <a:pt x="1498640" y="145700"/>
                </a:cubicBezTo>
                <a:cubicBezTo>
                  <a:pt x="1499121" y="145219"/>
                  <a:pt x="1499201" y="145059"/>
                  <a:pt x="1499121" y="143455"/>
                </a:cubicBezTo>
                <a:cubicBezTo>
                  <a:pt x="1499041" y="141851"/>
                  <a:pt x="1498319" y="141450"/>
                  <a:pt x="1496154" y="138484"/>
                </a:cubicBezTo>
                <a:cubicBezTo>
                  <a:pt x="1495032" y="136880"/>
                  <a:pt x="1495673" y="135276"/>
                  <a:pt x="1494471" y="135276"/>
                </a:cubicBezTo>
                <a:cubicBezTo>
                  <a:pt x="1493268" y="135276"/>
                  <a:pt x="1491904" y="136880"/>
                  <a:pt x="1490862" y="135918"/>
                </a:cubicBezTo>
                <a:cubicBezTo>
                  <a:pt x="1489820" y="134955"/>
                  <a:pt x="1489820" y="132149"/>
                  <a:pt x="1489820" y="131187"/>
                </a:cubicBezTo>
                <a:cubicBezTo>
                  <a:pt x="1488905" y="128973"/>
                  <a:pt x="1488761" y="126512"/>
                  <a:pt x="1489419" y="124210"/>
                </a:cubicBezTo>
                <a:cubicBezTo>
                  <a:pt x="1490822" y="121773"/>
                  <a:pt x="1492402" y="119439"/>
                  <a:pt x="1494149" y="117234"/>
                </a:cubicBezTo>
                <a:cubicBezTo>
                  <a:pt x="1495834" y="115229"/>
                  <a:pt x="1496876" y="113866"/>
                  <a:pt x="1496876" y="112343"/>
                </a:cubicBezTo>
                <a:cubicBezTo>
                  <a:pt x="1496315" y="108815"/>
                  <a:pt x="1497838" y="107532"/>
                  <a:pt x="1497838" y="105928"/>
                </a:cubicBezTo>
                <a:cubicBezTo>
                  <a:pt x="1497838" y="104324"/>
                  <a:pt x="1498800" y="101999"/>
                  <a:pt x="1497838" y="100315"/>
                </a:cubicBezTo>
                <a:cubicBezTo>
                  <a:pt x="1496876" y="98631"/>
                  <a:pt x="1494230" y="94541"/>
                  <a:pt x="1492947" y="95504"/>
                </a:cubicBezTo>
                <a:close/>
                <a:moveTo>
                  <a:pt x="1546271" y="94220"/>
                </a:moveTo>
                <a:cubicBezTo>
                  <a:pt x="1546752" y="94541"/>
                  <a:pt x="1547234" y="97187"/>
                  <a:pt x="1547234" y="98150"/>
                </a:cubicBezTo>
                <a:cubicBezTo>
                  <a:pt x="1546881" y="100379"/>
                  <a:pt x="1545806" y="102431"/>
                  <a:pt x="1544187" y="104003"/>
                </a:cubicBezTo>
                <a:cubicBezTo>
                  <a:pt x="1542366" y="104524"/>
                  <a:pt x="1540458" y="104685"/>
                  <a:pt x="1538574" y="104484"/>
                </a:cubicBezTo>
                <a:cubicBezTo>
                  <a:pt x="1536889" y="104083"/>
                  <a:pt x="1536489" y="101357"/>
                  <a:pt x="1536408" y="99753"/>
                </a:cubicBezTo>
                <a:cubicBezTo>
                  <a:pt x="1536248" y="96706"/>
                  <a:pt x="1542503" y="95984"/>
                  <a:pt x="1546271" y="94220"/>
                </a:cubicBezTo>
                <a:close/>
                <a:moveTo>
                  <a:pt x="1550360" y="78263"/>
                </a:moveTo>
                <a:cubicBezTo>
                  <a:pt x="1543713" y="81086"/>
                  <a:pt x="1537210" y="84245"/>
                  <a:pt x="1530875" y="87725"/>
                </a:cubicBezTo>
                <a:cubicBezTo>
                  <a:pt x="1529192" y="88527"/>
                  <a:pt x="1527347" y="87806"/>
                  <a:pt x="1524219" y="89329"/>
                </a:cubicBezTo>
                <a:cubicBezTo>
                  <a:pt x="1521093" y="90853"/>
                  <a:pt x="1519088" y="92537"/>
                  <a:pt x="1516201" y="94060"/>
                </a:cubicBezTo>
                <a:cubicBezTo>
                  <a:pt x="1515239" y="94621"/>
                  <a:pt x="1512031" y="95985"/>
                  <a:pt x="1511390" y="96386"/>
                </a:cubicBezTo>
                <a:cubicBezTo>
                  <a:pt x="1510195" y="96915"/>
                  <a:pt x="1508920" y="97236"/>
                  <a:pt x="1507621" y="97348"/>
                </a:cubicBezTo>
                <a:cubicBezTo>
                  <a:pt x="1505456" y="97588"/>
                  <a:pt x="1504734" y="95183"/>
                  <a:pt x="1503211" y="95423"/>
                </a:cubicBezTo>
                <a:cubicBezTo>
                  <a:pt x="1501687" y="95664"/>
                  <a:pt x="1500324" y="99513"/>
                  <a:pt x="1500966" y="102319"/>
                </a:cubicBezTo>
                <a:cubicBezTo>
                  <a:pt x="1501182" y="104532"/>
                  <a:pt x="1501182" y="106762"/>
                  <a:pt x="1500966" y="108975"/>
                </a:cubicBezTo>
                <a:lnTo>
                  <a:pt x="1500725" y="108654"/>
                </a:lnTo>
                <a:cubicBezTo>
                  <a:pt x="1500629" y="110130"/>
                  <a:pt x="1500709" y="111613"/>
                  <a:pt x="1500966" y="113064"/>
                </a:cubicBezTo>
                <a:cubicBezTo>
                  <a:pt x="1501366" y="115149"/>
                  <a:pt x="1503131" y="116673"/>
                  <a:pt x="1503131" y="117795"/>
                </a:cubicBezTo>
                <a:cubicBezTo>
                  <a:pt x="1503604" y="121692"/>
                  <a:pt x="1504542" y="125517"/>
                  <a:pt x="1505937" y="129182"/>
                </a:cubicBezTo>
                <a:cubicBezTo>
                  <a:pt x="1506499" y="130946"/>
                  <a:pt x="1504494" y="133672"/>
                  <a:pt x="1504494" y="136639"/>
                </a:cubicBezTo>
                <a:cubicBezTo>
                  <a:pt x="1504814" y="138275"/>
                  <a:pt x="1505472" y="139831"/>
                  <a:pt x="1506418" y="141210"/>
                </a:cubicBezTo>
                <a:cubicBezTo>
                  <a:pt x="1506819" y="141851"/>
                  <a:pt x="1509305" y="142493"/>
                  <a:pt x="1509305" y="145139"/>
                </a:cubicBezTo>
                <a:cubicBezTo>
                  <a:pt x="1509305" y="146101"/>
                  <a:pt x="1510187" y="147144"/>
                  <a:pt x="1510668" y="147946"/>
                </a:cubicBezTo>
                <a:cubicBezTo>
                  <a:pt x="1511150" y="148747"/>
                  <a:pt x="1511069" y="149710"/>
                  <a:pt x="1512191" y="149710"/>
                </a:cubicBezTo>
                <a:cubicBezTo>
                  <a:pt x="1513074" y="149830"/>
                  <a:pt x="1513956" y="149830"/>
                  <a:pt x="1514838" y="149710"/>
                </a:cubicBezTo>
                <a:cubicBezTo>
                  <a:pt x="1515800" y="149549"/>
                  <a:pt x="1517243" y="148587"/>
                  <a:pt x="1517885" y="148587"/>
                </a:cubicBezTo>
                <a:cubicBezTo>
                  <a:pt x="1519015" y="148154"/>
                  <a:pt x="1520114" y="147649"/>
                  <a:pt x="1521173" y="147064"/>
                </a:cubicBezTo>
                <a:cubicBezTo>
                  <a:pt x="1522456" y="146101"/>
                  <a:pt x="1523899" y="145861"/>
                  <a:pt x="1523899" y="147064"/>
                </a:cubicBezTo>
                <a:cubicBezTo>
                  <a:pt x="1524124" y="148555"/>
                  <a:pt x="1524124" y="150063"/>
                  <a:pt x="1523899" y="151554"/>
                </a:cubicBezTo>
                <a:cubicBezTo>
                  <a:pt x="1523514" y="152372"/>
                  <a:pt x="1522897" y="153070"/>
                  <a:pt x="1522135" y="153559"/>
                </a:cubicBezTo>
                <a:cubicBezTo>
                  <a:pt x="1521477" y="153839"/>
                  <a:pt x="1520764" y="153976"/>
                  <a:pt x="1520050" y="153960"/>
                </a:cubicBezTo>
                <a:cubicBezTo>
                  <a:pt x="1519088" y="154120"/>
                  <a:pt x="1518767" y="154521"/>
                  <a:pt x="1517805" y="154681"/>
                </a:cubicBezTo>
                <a:cubicBezTo>
                  <a:pt x="1516842" y="154842"/>
                  <a:pt x="1517324" y="154040"/>
                  <a:pt x="1515640" y="154280"/>
                </a:cubicBezTo>
                <a:cubicBezTo>
                  <a:pt x="1513956" y="154521"/>
                  <a:pt x="1513956" y="155483"/>
                  <a:pt x="1513956" y="157327"/>
                </a:cubicBezTo>
                <a:cubicBezTo>
                  <a:pt x="1513956" y="159172"/>
                  <a:pt x="1513956" y="160375"/>
                  <a:pt x="1513956" y="161096"/>
                </a:cubicBezTo>
                <a:cubicBezTo>
                  <a:pt x="1513956" y="161818"/>
                  <a:pt x="1513475" y="163101"/>
                  <a:pt x="1513956" y="164223"/>
                </a:cubicBezTo>
                <a:cubicBezTo>
                  <a:pt x="1514437" y="165346"/>
                  <a:pt x="1515399" y="165346"/>
                  <a:pt x="1517324" y="165346"/>
                </a:cubicBezTo>
                <a:cubicBezTo>
                  <a:pt x="1518527" y="165867"/>
                  <a:pt x="1519890" y="165867"/>
                  <a:pt x="1521093" y="165346"/>
                </a:cubicBezTo>
                <a:cubicBezTo>
                  <a:pt x="1521814" y="165186"/>
                  <a:pt x="1523899" y="165907"/>
                  <a:pt x="1522937" y="167752"/>
                </a:cubicBezTo>
                <a:cubicBezTo>
                  <a:pt x="1519962" y="169331"/>
                  <a:pt x="1517099" y="171096"/>
                  <a:pt x="1514357" y="173044"/>
                </a:cubicBezTo>
                <a:cubicBezTo>
                  <a:pt x="1512232" y="174463"/>
                  <a:pt x="1509939" y="175618"/>
                  <a:pt x="1507541" y="176492"/>
                </a:cubicBezTo>
                <a:cubicBezTo>
                  <a:pt x="1506177" y="176893"/>
                  <a:pt x="1505857" y="175690"/>
                  <a:pt x="1504895" y="175690"/>
                </a:cubicBezTo>
                <a:cubicBezTo>
                  <a:pt x="1503933" y="175690"/>
                  <a:pt x="1503131" y="177534"/>
                  <a:pt x="1503131" y="177534"/>
                </a:cubicBezTo>
                <a:cubicBezTo>
                  <a:pt x="1502184" y="178641"/>
                  <a:pt x="1501751" y="180101"/>
                  <a:pt x="1501928" y="181544"/>
                </a:cubicBezTo>
                <a:cubicBezTo>
                  <a:pt x="1501928" y="182265"/>
                  <a:pt x="1501928" y="183869"/>
                  <a:pt x="1501928" y="184832"/>
                </a:cubicBezTo>
                <a:cubicBezTo>
                  <a:pt x="1502088" y="188119"/>
                  <a:pt x="1503772" y="189723"/>
                  <a:pt x="1504093" y="191728"/>
                </a:cubicBezTo>
                <a:cubicBezTo>
                  <a:pt x="1504414" y="193732"/>
                  <a:pt x="1508262" y="194133"/>
                  <a:pt x="1509786" y="193732"/>
                </a:cubicBezTo>
                <a:cubicBezTo>
                  <a:pt x="1512568" y="192754"/>
                  <a:pt x="1515255" y="191519"/>
                  <a:pt x="1517805" y="190044"/>
                </a:cubicBezTo>
                <a:cubicBezTo>
                  <a:pt x="1520539" y="189643"/>
                  <a:pt x="1523225" y="188969"/>
                  <a:pt x="1525823" y="188039"/>
                </a:cubicBezTo>
                <a:cubicBezTo>
                  <a:pt x="1528269" y="186580"/>
                  <a:pt x="1531012" y="185682"/>
                  <a:pt x="1533842" y="185393"/>
                </a:cubicBezTo>
                <a:cubicBezTo>
                  <a:pt x="1536015" y="184928"/>
                  <a:pt x="1538132" y="184254"/>
                  <a:pt x="1540177" y="183388"/>
                </a:cubicBezTo>
                <a:cubicBezTo>
                  <a:pt x="1542021" y="182747"/>
                  <a:pt x="1543929" y="182290"/>
                  <a:pt x="1545870" y="182025"/>
                </a:cubicBezTo>
                <a:cubicBezTo>
                  <a:pt x="1548099" y="182025"/>
                  <a:pt x="1550329" y="181841"/>
                  <a:pt x="1552526" y="181464"/>
                </a:cubicBezTo>
                <a:cubicBezTo>
                  <a:pt x="1553488" y="181143"/>
                  <a:pt x="1557738" y="180662"/>
                  <a:pt x="1564554" y="179299"/>
                </a:cubicBezTo>
                <a:cubicBezTo>
                  <a:pt x="1571369" y="177935"/>
                  <a:pt x="1570247" y="179299"/>
                  <a:pt x="1572172" y="179299"/>
                </a:cubicBezTo>
                <a:cubicBezTo>
                  <a:pt x="1576742" y="178256"/>
                  <a:pt x="1579308" y="171841"/>
                  <a:pt x="1578586" y="166549"/>
                </a:cubicBezTo>
                <a:cubicBezTo>
                  <a:pt x="1578025" y="162780"/>
                  <a:pt x="1574577" y="161176"/>
                  <a:pt x="1573134" y="159974"/>
                </a:cubicBezTo>
                <a:cubicBezTo>
                  <a:pt x="1571690" y="158771"/>
                  <a:pt x="1569445" y="161016"/>
                  <a:pt x="1567681" y="160856"/>
                </a:cubicBezTo>
                <a:cubicBezTo>
                  <a:pt x="1565917" y="160695"/>
                  <a:pt x="1562710" y="163021"/>
                  <a:pt x="1561507" y="163021"/>
                </a:cubicBezTo>
                <a:cubicBezTo>
                  <a:pt x="1559807" y="163277"/>
                  <a:pt x="1558090" y="163438"/>
                  <a:pt x="1556374" y="163502"/>
                </a:cubicBezTo>
                <a:cubicBezTo>
                  <a:pt x="1554146" y="164135"/>
                  <a:pt x="1551948" y="164889"/>
                  <a:pt x="1549799" y="165747"/>
                </a:cubicBezTo>
                <a:cubicBezTo>
                  <a:pt x="1548837" y="165907"/>
                  <a:pt x="1547073" y="165907"/>
                  <a:pt x="1547073" y="164143"/>
                </a:cubicBezTo>
                <a:cubicBezTo>
                  <a:pt x="1546977" y="162965"/>
                  <a:pt x="1547386" y="161794"/>
                  <a:pt x="1548196" y="160936"/>
                </a:cubicBezTo>
                <a:cubicBezTo>
                  <a:pt x="1549639" y="159733"/>
                  <a:pt x="1552045" y="159172"/>
                  <a:pt x="1553087" y="158370"/>
                </a:cubicBezTo>
                <a:cubicBezTo>
                  <a:pt x="1554546" y="157279"/>
                  <a:pt x="1555862" y="156012"/>
                  <a:pt x="1557016" y="154601"/>
                </a:cubicBezTo>
                <a:cubicBezTo>
                  <a:pt x="1557457" y="153791"/>
                  <a:pt x="1557625" y="152869"/>
                  <a:pt x="1557497" y="151955"/>
                </a:cubicBezTo>
                <a:cubicBezTo>
                  <a:pt x="1556367" y="150095"/>
                  <a:pt x="1555629" y="148018"/>
                  <a:pt x="1555332" y="145861"/>
                </a:cubicBezTo>
                <a:cubicBezTo>
                  <a:pt x="1555132" y="144738"/>
                  <a:pt x="1554153" y="143920"/>
                  <a:pt x="1553007" y="143936"/>
                </a:cubicBezTo>
                <a:cubicBezTo>
                  <a:pt x="1551267" y="143824"/>
                  <a:pt x="1549550" y="143527"/>
                  <a:pt x="1547875" y="143054"/>
                </a:cubicBezTo>
                <a:cubicBezTo>
                  <a:pt x="1546592" y="142894"/>
                  <a:pt x="1545068" y="144337"/>
                  <a:pt x="1544587" y="145219"/>
                </a:cubicBezTo>
                <a:cubicBezTo>
                  <a:pt x="1544106" y="146101"/>
                  <a:pt x="1541701" y="148026"/>
                  <a:pt x="1540257" y="146582"/>
                </a:cubicBezTo>
                <a:cubicBezTo>
                  <a:pt x="1539447" y="145235"/>
                  <a:pt x="1539215" y="143616"/>
                  <a:pt x="1539616" y="142092"/>
                </a:cubicBezTo>
                <a:cubicBezTo>
                  <a:pt x="1540177" y="140328"/>
                  <a:pt x="1544186" y="140809"/>
                  <a:pt x="1545149" y="139526"/>
                </a:cubicBezTo>
                <a:cubicBezTo>
                  <a:pt x="1546111" y="138243"/>
                  <a:pt x="1548436" y="138243"/>
                  <a:pt x="1548917" y="137682"/>
                </a:cubicBezTo>
                <a:cubicBezTo>
                  <a:pt x="1550000" y="136880"/>
                  <a:pt x="1551395" y="136647"/>
                  <a:pt x="1552686" y="137040"/>
                </a:cubicBezTo>
                <a:cubicBezTo>
                  <a:pt x="1553568" y="137361"/>
                  <a:pt x="1555252" y="134715"/>
                  <a:pt x="1555252" y="133592"/>
                </a:cubicBezTo>
                <a:cubicBezTo>
                  <a:pt x="1556856" y="126135"/>
                  <a:pt x="1559582" y="120682"/>
                  <a:pt x="1561747" y="113145"/>
                </a:cubicBezTo>
                <a:cubicBezTo>
                  <a:pt x="1562068" y="112022"/>
                  <a:pt x="1565195" y="109055"/>
                  <a:pt x="1565195" y="107852"/>
                </a:cubicBezTo>
                <a:cubicBezTo>
                  <a:pt x="1565925" y="104853"/>
                  <a:pt x="1566999" y="101942"/>
                  <a:pt x="1568402" y="99192"/>
                </a:cubicBezTo>
                <a:cubicBezTo>
                  <a:pt x="1569141" y="97556"/>
                  <a:pt x="1569309" y="95720"/>
                  <a:pt x="1568884" y="93980"/>
                </a:cubicBezTo>
                <a:cubicBezTo>
                  <a:pt x="1568803" y="93338"/>
                  <a:pt x="1570728" y="90051"/>
                  <a:pt x="1570728" y="88207"/>
                </a:cubicBezTo>
                <a:cubicBezTo>
                  <a:pt x="1570087" y="85817"/>
                  <a:pt x="1568643" y="83724"/>
                  <a:pt x="1566639" y="82273"/>
                </a:cubicBezTo>
                <a:cubicBezTo>
                  <a:pt x="1565917" y="81792"/>
                  <a:pt x="1565195" y="79145"/>
                  <a:pt x="1564554" y="78745"/>
                </a:cubicBezTo>
                <a:cubicBezTo>
                  <a:pt x="1561466" y="78480"/>
                  <a:pt x="1558355" y="78696"/>
                  <a:pt x="1555332" y="79386"/>
                </a:cubicBezTo>
                <a:cubicBezTo>
                  <a:pt x="1553808" y="79546"/>
                  <a:pt x="1552205" y="78263"/>
                  <a:pt x="1550360" y="78263"/>
                </a:cubicBezTo>
                <a:close/>
                <a:moveTo>
                  <a:pt x="1624453" y="28868"/>
                </a:moveTo>
                <a:cubicBezTo>
                  <a:pt x="2057799" y="29045"/>
                  <a:pt x="2409000" y="380391"/>
                  <a:pt x="2409000" y="813736"/>
                </a:cubicBezTo>
                <a:cubicBezTo>
                  <a:pt x="2409000" y="813840"/>
                  <a:pt x="2409000" y="813952"/>
                  <a:pt x="2409000" y="814057"/>
                </a:cubicBezTo>
                <a:cubicBezTo>
                  <a:pt x="2408824" y="1247530"/>
                  <a:pt x="2057285" y="1598780"/>
                  <a:pt x="1623812" y="1598603"/>
                </a:cubicBezTo>
                <a:cubicBezTo>
                  <a:pt x="1190338" y="1598427"/>
                  <a:pt x="839088" y="1246888"/>
                  <a:pt x="839264" y="813415"/>
                </a:cubicBezTo>
                <a:cubicBezTo>
                  <a:pt x="839441" y="379942"/>
                  <a:pt x="1190980" y="28692"/>
                  <a:pt x="1624453" y="28868"/>
                </a:cubicBezTo>
                <a:close/>
                <a:moveTo>
                  <a:pt x="1624453" y="18203"/>
                </a:moveTo>
                <a:cubicBezTo>
                  <a:pt x="1185094" y="18203"/>
                  <a:pt x="828921" y="374376"/>
                  <a:pt x="828921" y="813735"/>
                </a:cubicBezTo>
                <a:cubicBezTo>
                  <a:pt x="828921" y="1253094"/>
                  <a:pt x="1185094" y="1609267"/>
                  <a:pt x="1624453" y="1609267"/>
                </a:cubicBezTo>
                <a:cubicBezTo>
                  <a:pt x="2063596" y="1608738"/>
                  <a:pt x="2419457" y="1252878"/>
                  <a:pt x="2419986" y="813735"/>
                </a:cubicBezTo>
                <a:cubicBezTo>
                  <a:pt x="2419986" y="374376"/>
                  <a:pt x="2063813" y="18203"/>
                  <a:pt x="1624453" y="18203"/>
                </a:cubicBezTo>
                <a:close/>
                <a:moveTo>
                  <a:pt x="1624453" y="0"/>
                </a:moveTo>
                <a:cubicBezTo>
                  <a:pt x="2073644" y="530"/>
                  <a:pt x="2437659" y="364545"/>
                  <a:pt x="2438189" y="813735"/>
                </a:cubicBezTo>
                <a:cubicBezTo>
                  <a:pt x="2438189" y="1263150"/>
                  <a:pt x="2073868" y="1627470"/>
                  <a:pt x="1624453" y="1627470"/>
                </a:cubicBezTo>
                <a:cubicBezTo>
                  <a:pt x="1175039" y="1627470"/>
                  <a:pt x="810718" y="1263150"/>
                  <a:pt x="810718" y="813735"/>
                </a:cubicBezTo>
                <a:cubicBezTo>
                  <a:pt x="810718" y="364321"/>
                  <a:pt x="1175039" y="0"/>
                  <a:pt x="1624453" y="0"/>
                </a:cubicBezTo>
                <a:close/>
              </a:path>
            </a:pathLst>
          </a:custGeom>
          <a:solidFill>
            <a:schemeClr val="bg1"/>
          </a:solidFill>
          <a:ln w="797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582E3517-D00A-45F8-BAA2-DC4ACD352D1B}"/>
              </a:ext>
            </a:extLst>
          </p:cNvPr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A8660F17-A94A-4B99-A2DD-75E52F088A56}"/>
                </a:ext>
              </a:extLst>
            </p:cNvPr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114" name="Freeform 5">
                <a:extLst>
                  <a:ext uri="{FF2B5EF4-FFF2-40B4-BE49-F238E27FC236}">
                    <a16:creationId xmlns:a16="http://schemas.microsoft.com/office/drawing/2014/main" id="{371F81CF-F058-4842-AE59-072F4B4B9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5" name="Freeform 6">
                <a:extLst>
                  <a:ext uri="{FF2B5EF4-FFF2-40B4-BE49-F238E27FC236}">
                    <a16:creationId xmlns:a16="http://schemas.microsoft.com/office/drawing/2014/main" id="{8BF3D09F-36E2-4505-879A-94C1ABE87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6809E5A0-AC6A-48AD-BADF-D58FDEA03073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121" name="Freeform 7">
                  <a:extLst>
                    <a:ext uri="{FF2B5EF4-FFF2-40B4-BE49-F238E27FC236}">
                      <a16:creationId xmlns:a16="http://schemas.microsoft.com/office/drawing/2014/main" id="{74576890-6597-4834-85E8-A8F396E175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2" name="Freeform 8">
                  <a:extLst>
                    <a:ext uri="{FF2B5EF4-FFF2-40B4-BE49-F238E27FC236}">
                      <a16:creationId xmlns:a16="http://schemas.microsoft.com/office/drawing/2014/main" id="{43C0E10F-E0AF-4C32-A61D-94066556D8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17" name="组合 116">
                <a:extLst>
                  <a:ext uri="{FF2B5EF4-FFF2-40B4-BE49-F238E27FC236}">
                    <a16:creationId xmlns:a16="http://schemas.microsoft.com/office/drawing/2014/main" id="{3A4D1EF9-2F29-405C-BE29-900DF90ADEF3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118" name="Freeform 15">
                  <a:extLst>
                    <a:ext uri="{FF2B5EF4-FFF2-40B4-BE49-F238E27FC236}">
                      <a16:creationId xmlns:a16="http://schemas.microsoft.com/office/drawing/2014/main" id="{EAE0BAA1-E53F-441E-AB74-E0557941A3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19" name="Freeform 16">
                  <a:extLst>
                    <a:ext uri="{FF2B5EF4-FFF2-40B4-BE49-F238E27FC236}">
                      <a16:creationId xmlns:a16="http://schemas.microsoft.com/office/drawing/2014/main" id="{9FFF1BC1-8475-452C-8A7C-1B6D73ACB5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0" name="Freeform 17">
                  <a:extLst>
                    <a:ext uri="{FF2B5EF4-FFF2-40B4-BE49-F238E27FC236}">
                      <a16:creationId xmlns:a16="http://schemas.microsoft.com/office/drawing/2014/main" id="{1DC41B43-63B2-462A-8DC2-7AA4EC6159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9C478008-5EBE-4815-BF9E-7548821DB58A}"/>
                </a:ext>
              </a:extLst>
            </p:cNvPr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101" name="组合 100">
                <a:extLst>
                  <a:ext uri="{FF2B5EF4-FFF2-40B4-BE49-F238E27FC236}">
                    <a16:creationId xmlns:a16="http://schemas.microsoft.com/office/drawing/2014/main" id="{3911985F-8C19-4654-AC44-D94AA71B95A4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112" name="Freeform 9">
                  <a:extLst>
                    <a:ext uri="{FF2B5EF4-FFF2-40B4-BE49-F238E27FC236}">
                      <a16:creationId xmlns:a16="http://schemas.microsoft.com/office/drawing/2014/main" id="{DAED9F91-01F4-414B-AA8F-9F27BD843F9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13" name="Freeform 10">
                  <a:extLst>
                    <a:ext uri="{FF2B5EF4-FFF2-40B4-BE49-F238E27FC236}">
                      <a16:creationId xmlns:a16="http://schemas.microsoft.com/office/drawing/2014/main" id="{DCB157DB-BFC3-4742-B872-B00ABE29ED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F8F2B969-144A-4A60-8576-B6BCED22DD40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110" name="Freeform 13">
                  <a:extLst>
                    <a:ext uri="{FF2B5EF4-FFF2-40B4-BE49-F238E27FC236}">
                      <a16:creationId xmlns:a16="http://schemas.microsoft.com/office/drawing/2014/main" id="{D64251C5-29A5-44EE-BCC2-C2370CF7B57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11" name="Freeform 14">
                  <a:extLst>
                    <a:ext uri="{FF2B5EF4-FFF2-40B4-BE49-F238E27FC236}">
                      <a16:creationId xmlns:a16="http://schemas.microsoft.com/office/drawing/2014/main" id="{C2AB7F69-FABB-46FF-92E2-90FD3345B8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9CF03AE2-8BFA-430C-9AD2-16C6F86F5FDB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107" name="Freeform 18">
                  <a:extLst>
                    <a:ext uri="{FF2B5EF4-FFF2-40B4-BE49-F238E27FC236}">
                      <a16:creationId xmlns:a16="http://schemas.microsoft.com/office/drawing/2014/main" id="{2ED33158-9597-4D5D-A722-137AA136A6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8" name="Freeform 19">
                  <a:extLst>
                    <a:ext uri="{FF2B5EF4-FFF2-40B4-BE49-F238E27FC236}">
                      <a16:creationId xmlns:a16="http://schemas.microsoft.com/office/drawing/2014/main" id="{E7D8D114-3673-4F12-8627-EF171CE355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9" name="Freeform 20">
                  <a:extLst>
                    <a:ext uri="{FF2B5EF4-FFF2-40B4-BE49-F238E27FC236}">
                      <a16:creationId xmlns:a16="http://schemas.microsoft.com/office/drawing/2014/main" id="{11F02275-7F47-4640-8C9E-7173EE1BB2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04" name="组合 103">
                <a:extLst>
                  <a:ext uri="{FF2B5EF4-FFF2-40B4-BE49-F238E27FC236}">
                    <a16:creationId xmlns:a16="http://schemas.microsoft.com/office/drawing/2014/main" id="{A6BF63B8-BACC-4405-8278-95B702A1FDC0}"/>
                  </a:ext>
                </a:extLst>
              </p:cNvPr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105" name="Freeform 11">
                  <a:extLst>
                    <a:ext uri="{FF2B5EF4-FFF2-40B4-BE49-F238E27FC236}">
                      <a16:creationId xmlns:a16="http://schemas.microsoft.com/office/drawing/2014/main" id="{6398B498-A00E-4530-AA18-D09FFFA836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6" name="Freeform 12">
                  <a:extLst>
                    <a:ext uri="{FF2B5EF4-FFF2-40B4-BE49-F238E27FC236}">
                      <a16:creationId xmlns:a16="http://schemas.microsoft.com/office/drawing/2014/main" id="{ADF58C45-8306-4407-A088-2E60DABC7B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80803788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A-矩形 7">
            <a:extLst>
              <a:ext uri="{FF2B5EF4-FFF2-40B4-BE49-F238E27FC236}">
                <a16:creationId xmlns:a16="http://schemas.microsoft.com/office/drawing/2014/main" id="{6100C7A7-FA68-42CA-B78F-CCDECA93250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83" name="任意多边形: 形状 382">
            <a:extLst>
              <a:ext uri="{FF2B5EF4-FFF2-40B4-BE49-F238E27FC236}">
                <a16:creationId xmlns:a16="http://schemas.microsoft.com/office/drawing/2014/main" id="{743A5EE1-939F-4C69-A8C4-CE026475CCE1}"/>
              </a:ext>
            </a:extLst>
          </p:cNvPr>
          <p:cNvSpPr/>
          <p:nvPr userDrawn="1"/>
        </p:nvSpPr>
        <p:spPr>
          <a:xfrm>
            <a:off x="-2914560" y="151695"/>
            <a:ext cx="6808928" cy="6554610"/>
          </a:xfrm>
          <a:custGeom>
            <a:avLst/>
            <a:gdLst>
              <a:gd name="connsiteX0" fmla="*/ 0 w 6808928"/>
              <a:gd name="connsiteY0" fmla="*/ 4834307 h 6554610"/>
              <a:gd name="connsiteX1" fmla="*/ 655516 w 6808928"/>
              <a:gd name="connsiteY1" fmla="*/ 4936045 h 6554610"/>
              <a:gd name="connsiteX2" fmla="*/ 2221471 w 6808928"/>
              <a:gd name="connsiteY2" fmla="*/ 4923906 h 6554610"/>
              <a:gd name="connsiteX3" fmla="*/ 2449225 w 6808928"/>
              <a:gd name="connsiteY3" fmla="*/ 4960902 h 6554610"/>
              <a:gd name="connsiteX4" fmla="*/ 2948088 w 6808928"/>
              <a:gd name="connsiteY4" fmla="*/ 5018708 h 6554610"/>
              <a:gd name="connsiteX5" fmla="*/ 2792013 w 6808928"/>
              <a:gd name="connsiteY5" fmla="*/ 5637809 h 6554610"/>
              <a:gd name="connsiteX6" fmla="*/ 3404753 w 6808928"/>
              <a:gd name="connsiteY6" fmla="*/ 5741860 h 6554610"/>
              <a:gd name="connsiteX7" fmla="*/ 4018071 w 6808928"/>
              <a:gd name="connsiteY7" fmla="*/ 5639543 h 6554610"/>
              <a:gd name="connsiteX8" fmla="*/ 3864886 w 6808928"/>
              <a:gd name="connsiteY8" fmla="*/ 5020442 h 6554610"/>
              <a:gd name="connsiteX9" fmla="*/ 4363749 w 6808928"/>
              <a:gd name="connsiteY9" fmla="*/ 4962636 h 6554610"/>
              <a:gd name="connsiteX10" fmla="*/ 4591503 w 6808928"/>
              <a:gd name="connsiteY10" fmla="*/ 4925640 h 6554610"/>
              <a:gd name="connsiteX11" fmla="*/ 6157458 w 6808928"/>
              <a:gd name="connsiteY11" fmla="*/ 4937780 h 6554610"/>
              <a:gd name="connsiteX12" fmla="*/ 6156302 w 6808928"/>
              <a:gd name="connsiteY12" fmla="*/ 4937780 h 6554610"/>
              <a:gd name="connsiteX13" fmla="*/ 6808928 w 6808928"/>
              <a:gd name="connsiteY13" fmla="*/ 4834307 h 6554610"/>
              <a:gd name="connsiteX14" fmla="*/ 6398508 w 6808928"/>
              <a:gd name="connsiteY14" fmla="*/ 5292130 h 6554610"/>
              <a:gd name="connsiteX15" fmla="*/ 3815173 w 6808928"/>
              <a:gd name="connsiteY15" fmla="*/ 5765560 h 6554610"/>
              <a:gd name="connsiteX16" fmla="*/ 3983965 w 6808928"/>
              <a:gd name="connsiteY16" fmla="*/ 6429171 h 6554610"/>
              <a:gd name="connsiteX17" fmla="*/ 3405909 w 6808928"/>
              <a:gd name="connsiteY17" fmla="*/ 6554610 h 6554610"/>
              <a:gd name="connsiteX18" fmla="*/ 2827852 w 6808928"/>
              <a:gd name="connsiteY18" fmla="*/ 6429171 h 6554610"/>
              <a:gd name="connsiteX19" fmla="*/ 2993755 w 6808928"/>
              <a:gd name="connsiteY19" fmla="*/ 5765560 h 6554610"/>
              <a:gd name="connsiteX20" fmla="*/ 410420 w 6808928"/>
              <a:gd name="connsiteY20" fmla="*/ 5292130 h 6554610"/>
              <a:gd name="connsiteX21" fmla="*/ 0 w 6808928"/>
              <a:gd name="connsiteY21" fmla="*/ 4834307 h 6554610"/>
              <a:gd name="connsiteX22" fmla="*/ 378627 w 6808928"/>
              <a:gd name="connsiteY22" fmla="*/ 4023869 h 6554610"/>
              <a:gd name="connsiteX23" fmla="*/ 740489 w 6808928"/>
              <a:gd name="connsiteY23" fmla="*/ 4063177 h 6554610"/>
              <a:gd name="connsiteX24" fmla="*/ 1054374 w 6808928"/>
              <a:gd name="connsiteY24" fmla="*/ 4063177 h 6554610"/>
              <a:gd name="connsiteX25" fmla="*/ 1413926 w 6808928"/>
              <a:gd name="connsiteY25" fmla="*/ 4059709 h 6554610"/>
              <a:gd name="connsiteX26" fmla="*/ 1956720 w 6808928"/>
              <a:gd name="connsiteY26" fmla="*/ 4073582 h 6554610"/>
              <a:gd name="connsiteX27" fmla="*/ 2543448 w 6808928"/>
              <a:gd name="connsiteY27" fmla="*/ 4210004 h 6554610"/>
              <a:gd name="connsiteX28" fmla="*/ 2958492 w 6808928"/>
              <a:gd name="connsiteY28" fmla="*/ 4238907 h 6554610"/>
              <a:gd name="connsiteX29" fmla="*/ 2818602 w 6808928"/>
              <a:gd name="connsiteY29" fmla="*/ 4834307 h 6554610"/>
              <a:gd name="connsiteX30" fmla="*/ 3396660 w 6808928"/>
              <a:gd name="connsiteY30" fmla="*/ 4902518 h 6554610"/>
              <a:gd name="connsiteX31" fmla="*/ 3410532 w 6808928"/>
              <a:gd name="connsiteY31" fmla="*/ 4902518 h 6554610"/>
              <a:gd name="connsiteX32" fmla="*/ 3988589 w 6808928"/>
              <a:gd name="connsiteY32" fmla="*/ 4833729 h 6554610"/>
              <a:gd name="connsiteX33" fmla="*/ 3852168 w 6808928"/>
              <a:gd name="connsiteY33" fmla="*/ 4240063 h 6554610"/>
              <a:gd name="connsiteX34" fmla="*/ 4266634 w 6808928"/>
              <a:gd name="connsiteY34" fmla="*/ 4211738 h 6554610"/>
              <a:gd name="connsiteX35" fmla="*/ 4853361 w 6808928"/>
              <a:gd name="connsiteY35" fmla="*/ 4075316 h 6554610"/>
              <a:gd name="connsiteX36" fmla="*/ 5396156 w 6808928"/>
              <a:gd name="connsiteY36" fmla="*/ 4061443 h 6554610"/>
              <a:gd name="connsiteX37" fmla="*/ 5755708 w 6808928"/>
              <a:gd name="connsiteY37" fmla="*/ 4064911 h 6554610"/>
              <a:gd name="connsiteX38" fmla="*/ 6069592 w 6808928"/>
              <a:gd name="connsiteY38" fmla="*/ 4064911 h 6554610"/>
              <a:gd name="connsiteX39" fmla="*/ 6068436 w 6808928"/>
              <a:gd name="connsiteY39" fmla="*/ 4063755 h 6554610"/>
              <a:gd name="connsiteX40" fmla="*/ 6430299 w 6808928"/>
              <a:gd name="connsiteY40" fmla="*/ 4024447 h 6554610"/>
              <a:gd name="connsiteX41" fmla="*/ 6083466 w 6808928"/>
              <a:gd name="connsiteY41" fmla="*/ 4366080 h 6554610"/>
              <a:gd name="connsiteX42" fmla="*/ 5578823 w 6808928"/>
              <a:gd name="connsiteY42" fmla="*/ 4597303 h 6554610"/>
              <a:gd name="connsiteX43" fmla="*/ 4351608 w 6808928"/>
              <a:gd name="connsiteY43" fmla="*/ 4869569 h 6554610"/>
              <a:gd name="connsiteX44" fmla="*/ 3801876 w 6808928"/>
              <a:gd name="connsiteY44" fmla="*/ 4931421 h 6554610"/>
              <a:gd name="connsiteX45" fmla="*/ 3748117 w 6808928"/>
              <a:gd name="connsiteY45" fmla="*/ 4936624 h 6554610"/>
              <a:gd name="connsiteX46" fmla="*/ 3903036 w 6808928"/>
              <a:gd name="connsiteY46" fmla="*/ 5562662 h 6554610"/>
              <a:gd name="connsiteX47" fmla="*/ 3404752 w 6808928"/>
              <a:gd name="connsiteY47" fmla="*/ 5647058 h 6554610"/>
              <a:gd name="connsiteX48" fmla="*/ 2907045 w 6808928"/>
              <a:gd name="connsiteY48" fmla="*/ 5562662 h 6554610"/>
              <a:gd name="connsiteX49" fmla="*/ 3060808 w 6808928"/>
              <a:gd name="connsiteY49" fmla="*/ 4936046 h 6554610"/>
              <a:gd name="connsiteX50" fmla="*/ 3007049 w 6808928"/>
              <a:gd name="connsiteY50" fmla="*/ 4930843 h 6554610"/>
              <a:gd name="connsiteX51" fmla="*/ 2457317 w 6808928"/>
              <a:gd name="connsiteY51" fmla="*/ 4868991 h 6554610"/>
              <a:gd name="connsiteX52" fmla="*/ 1230103 w 6808928"/>
              <a:gd name="connsiteY52" fmla="*/ 4596725 h 6554610"/>
              <a:gd name="connsiteX53" fmla="*/ 725460 w 6808928"/>
              <a:gd name="connsiteY53" fmla="*/ 4365502 h 6554610"/>
              <a:gd name="connsiteX54" fmla="*/ 378627 w 6808928"/>
              <a:gd name="connsiteY54" fmla="*/ 4023869 h 6554610"/>
              <a:gd name="connsiteX55" fmla="*/ 6084621 w 6808928"/>
              <a:gd name="connsiteY55" fmla="*/ 3126721 h 6554610"/>
              <a:gd name="connsiteX56" fmla="*/ 5743568 w 6808928"/>
              <a:gd name="connsiteY56" fmla="*/ 3501881 h 6554610"/>
              <a:gd name="connsiteX57" fmla="*/ 5239503 w 6808928"/>
              <a:gd name="connsiteY57" fmla="*/ 3827906 h 6554610"/>
              <a:gd name="connsiteX58" fmla="*/ 4246980 w 6808928"/>
              <a:gd name="connsiteY58" fmla="*/ 4116936 h 6554610"/>
              <a:gd name="connsiteX59" fmla="*/ 3818640 w 6808928"/>
              <a:gd name="connsiteY59" fmla="*/ 4144105 h 6554610"/>
              <a:gd name="connsiteX60" fmla="*/ 3790315 w 6808928"/>
              <a:gd name="connsiteY60" fmla="*/ 4144105 h 6554610"/>
              <a:gd name="connsiteX61" fmla="*/ 3732509 w 6808928"/>
              <a:gd name="connsiteY61" fmla="*/ 4144105 h 6554610"/>
              <a:gd name="connsiteX62" fmla="*/ 3873555 w 6808928"/>
              <a:gd name="connsiteY62" fmla="*/ 4752800 h 6554610"/>
              <a:gd name="connsiteX63" fmla="*/ 3408220 w 6808928"/>
              <a:gd name="connsiteY63" fmla="*/ 4810606 h 6554610"/>
              <a:gd name="connsiteX64" fmla="*/ 3401861 w 6808928"/>
              <a:gd name="connsiteY64" fmla="*/ 4810606 h 6554610"/>
              <a:gd name="connsiteX65" fmla="*/ 3396080 w 6808928"/>
              <a:gd name="connsiteY65" fmla="*/ 4810606 h 6554610"/>
              <a:gd name="connsiteX66" fmla="*/ 2933635 w 6808928"/>
              <a:gd name="connsiteY66" fmla="*/ 4752800 h 6554610"/>
              <a:gd name="connsiteX67" fmla="*/ 3075259 w 6808928"/>
              <a:gd name="connsiteY67" fmla="*/ 4144682 h 6554610"/>
              <a:gd name="connsiteX68" fmla="*/ 3017453 w 6808928"/>
              <a:gd name="connsiteY68" fmla="*/ 4144682 h 6554610"/>
              <a:gd name="connsiteX69" fmla="*/ 2988551 w 6808928"/>
              <a:gd name="connsiteY69" fmla="*/ 4144682 h 6554610"/>
              <a:gd name="connsiteX70" fmla="*/ 2560211 w 6808928"/>
              <a:gd name="connsiteY70" fmla="*/ 4117514 h 6554610"/>
              <a:gd name="connsiteX71" fmla="*/ 1567688 w 6808928"/>
              <a:gd name="connsiteY71" fmla="*/ 3828485 h 6554610"/>
              <a:gd name="connsiteX72" fmla="*/ 1063045 w 6808928"/>
              <a:gd name="connsiteY72" fmla="*/ 3501881 h 6554610"/>
              <a:gd name="connsiteX73" fmla="*/ 722569 w 6808928"/>
              <a:gd name="connsiteY73" fmla="*/ 3127299 h 6554610"/>
              <a:gd name="connsiteX74" fmla="*/ 1080386 w 6808928"/>
              <a:gd name="connsiteY74" fmla="*/ 3167763 h 6554610"/>
              <a:gd name="connsiteX75" fmla="*/ 1219120 w 6808928"/>
              <a:gd name="connsiteY75" fmla="*/ 3174122 h 6554610"/>
              <a:gd name="connsiteX76" fmla="*/ 1870589 w 6808928"/>
              <a:gd name="connsiteY76" fmla="*/ 3208227 h 6554610"/>
              <a:gd name="connsiteX77" fmla="*/ 1943425 w 6808928"/>
              <a:gd name="connsiteY77" fmla="*/ 3246957 h 6554610"/>
              <a:gd name="connsiteX78" fmla="*/ 2680446 w 6808928"/>
              <a:gd name="connsiteY78" fmla="*/ 3482227 h 6554610"/>
              <a:gd name="connsiteX79" fmla="*/ 2812243 w 6808928"/>
              <a:gd name="connsiteY79" fmla="*/ 3490898 h 6554610"/>
              <a:gd name="connsiteX80" fmla="*/ 2973521 w 6808928"/>
              <a:gd name="connsiteY80" fmla="*/ 3482227 h 6554610"/>
              <a:gd name="connsiteX81" fmla="*/ 2846927 w 6808928"/>
              <a:gd name="connsiteY81" fmla="*/ 4011729 h 6554610"/>
              <a:gd name="connsiteX82" fmla="*/ 3404751 w 6808928"/>
              <a:gd name="connsiteY82" fmla="*/ 4046413 h 6554610"/>
              <a:gd name="connsiteX83" fmla="*/ 3963154 w 6808928"/>
              <a:gd name="connsiteY83" fmla="*/ 4009417 h 6554610"/>
              <a:gd name="connsiteX84" fmla="*/ 3835981 w 6808928"/>
              <a:gd name="connsiteY84" fmla="*/ 3479915 h 6554610"/>
              <a:gd name="connsiteX85" fmla="*/ 3997837 w 6808928"/>
              <a:gd name="connsiteY85" fmla="*/ 3488586 h 6554610"/>
              <a:gd name="connsiteX86" fmla="*/ 4129634 w 6808928"/>
              <a:gd name="connsiteY86" fmla="*/ 3479915 h 6554610"/>
              <a:gd name="connsiteX87" fmla="*/ 4866078 w 6808928"/>
              <a:gd name="connsiteY87" fmla="*/ 3244645 h 6554610"/>
              <a:gd name="connsiteX88" fmla="*/ 4939491 w 6808928"/>
              <a:gd name="connsiteY88" fmla="*/ 3205915 h 6554610"/>
              <a:gd name="connsiteX89" fmla="*/ 5590961 w 6808928"/>
              <a:gd name="connsiteY89" fmla="*/ 3171810 h 6554610"/>
              <a:gd name="connsiteX90" fmla="*/ 5729695 w 6808928"/>
              <a:gd name="connsiteY90" fmla="*/ 3165451 h 6554610"/>
              <a:gd name="connsiteX91" fmla="*/ 5727382 w 6808928"/>
              <a:gd name="connsiteY91" fmla="*/ 3167185 h 6554610"/>
              <a:gd name="connsiteX92" fmla="*/ 6084621 w 6808928"/>
              <a:gd name="connsiteY92" fmla="*/ 3126721 h 6554610"/>
              <a:gd name="connsiteX93" fmla="*/ 3400127 w 6808928"/>
              <a:gd name="connsiteY93" fmla="*/ 824891 h 6554610"/>
              <a:gd name="connsiteX94" fmla="*/ 3284516 w 6808928"/>
              <a:gd name="connsiteY94" fmla="*/ 988481 h 6554610"/>
              <a:gd name="connsiteX95" fmla="*/ 3284516 w 6808928"/>
              <a:gd name="connsiteY95" fmla="*/ 996574 h 6554610"/>
              <a:gd name="connsiteX96" fmla="*/ 3186824 w 6808928"/>
              <a:gd name="connsiteY96" fmla="*/ 1501219 h 6554610"/>
              <a:gd name="connsiteX97" fmla="*/ 3179310 w 6808928"/>
              <a:gd name="connsiteY97" fmla="*/ 1538793 h 6554610"/>
              <a:gd name="connsiteX98" fmla="*/ 3106475 w 6808928"/>
              <a:gd name="connsiteY98" fmla="*/ 1538793 h 6554610"/>
              <a:gd name="connsiteX99" fmla="*/ 1349761 w 6808928"/>
              <a:gd name="connsiteY99" fmla="*/ 1285025 h 6554610"/>
              <a:gd name="connsiteX100" fmla="*/ 1502946 w 6808928"/>
              <a:gd name="connsiteY100" fmla="*/ 1662498 h 6554610"/>
              <a:gd name="connsiteX101" fmla="*/ 1923193 w 6808928"/>
              <a:gd name="connsiteY101" fmla="*/ 1923202 h 6554610"/>
              <a:gd name="connsiteX102" fmla="*/ 1957876 w 6808928"/>
              <a:gd name="connsiteY102" fmla="*/ 1930139 h 6554610"/>
              <a:gd name="connsiteX103" fmla="*/ 1957876 w 6808928"/>
              <a:gd name="connsiteY103" fmla="*/ 1965401 h 6554610"/>
              <a:gd name="connsiteX104" fmla="*/ 2111061 w 6808928"/>
              <a:gd name="connsiteY104" fmla="*/ 2271772 h 6554610"/>
              <a:gd name="connsiteX105" fmla="*/ 2434195 w 6808928"/>
              <a:gd name="connsiteY105" fmla="*/ 2374088 h 6554610"/>
              <a:gd name="connsiteX106" fmla="*/ 2477549 w 6808928"/>
              <a:gd name="connsiteY106" fmla="*/ 2374088 h 6554610"/>
              <a:gd name="connsiteX107" fmla="*/ 2513967 w 6808928"/>
              <a:gd name="connsiteY107" fmla="*/ 2370042 h 6554610"/>
              <a:gd name="connsiteX108" fmla="*/ 2526684 w 6808928"/>
              <a:gd name="connsiteY108" fmla="*/ 2404725 h 6554610"/>
              <a:gd name="connsiteX109" fmla="*/ 2768311 w 6808928"/>
              <a:gd name="connsiteY109" fmla="*/ 2604734 h 6554610"/>
              <a:gd name="connsiteX110" fmla="*/ 2892015 w 6808928"/>
              <a:gd name="connsiteY110" fmla="*/ 2623231 h 6554610"/>
              <a:gd name="connsiteX111" fmla="*/ 3052137 w 6808928"/>
              <a:gd name="connsiteY111" fmla="*/ 2595485 h 6554610"/>
              <a:gd name="connsiteX112" fmla="*/ 3137111 w 6808928"/>
              <a:gd name="connsiteY112" fmla="*/ 2560223 h 6554610"/>
              <a:gd name="connsiteX113" fmla="*/ 3012251 w 6808928"/>
              <a:gd name="connsiteY113" fmla="*/ 3071227 h 6554610"/>
              <a:gd name="connsiteX114" fmla="*/ 3797252 w 6808928"/>
              <a:gd name="connsiteY114" fmla="*/ 3071227 h 6554610"/>
              <a:gd name="connsiteX115" fmla="*/ 3672392 w 6808928"/>
              <a:gd name="connsiteY115" fmla="*/ 2559645 h 6554610"/>
              <a:gd name="connsiteX116" fmla="*/ 3757366 w 6808928"/>
              <a:gd name="connsiteY116" fmla="*/ 2595485 h 6554610"/>
              <a:gd name="connsiteX117" fmla="*/ 3918066 w 6808928"/>
              <a:gd name="connsiteY117" fmla="*/ 2622653 h 6554610"/>
              <a:gd name="connsiteX118" fmla="*/ 4041770 w 6808928"/>
              <a:gd name="connsiteY118" fmla="*/ 2604155 h 6554610"/>
              <a:gd name="connsiteX119" fmla="*/ 4283397 w 6808928"/>
              <a:gd name="connsiteY119" fmla="*/ 2404147 h 6554610"/>
              <a:gd name="connsiteX120" fmla="*/ 4296115 w 6808928"/>
              <a:gd name="connsiteY120" fmla="*/ 2370042 h 6554610"/>
              <a:gd name="connsiteX121" fmla="*/ 4334844 w 6808928"/>
              <a:gd name="connsiteY121" fmla="*/ 2376978 h 6554610"/>
              <a:gd name="connsiteX122" fmla="*/ 4378199 w 6808928"/>
              <a:gd name="connsiteY122" fmla="*/ 2376978 h 6554610"/>
              <a:gd name="connsiteX123" fmla="*/ 4701332 w 6808928"/>
              <a:gd name="connsiteY123" fmla="*/ 2274662 h 6554610"/>
              <a:gd name="connsiteX124" fmla="*/ 4854517 w 6808928"/>
              <a:gd name="connsiteY124" fmla="*/ 1965979 h 6554610"/>
              <a:gd name="connsiteX125" fmla="*/ 4854517 w 6808928"/>
              <a:gd name="connsiteY125" fmla="*/ 1930717 h 6554610"/>
              <a:gd name="connsiteX126" fmla="*/ 4889201 w 6808928"/>
              <a:gd name="connsiteY126" fmla="*/ 1923780 h 6554610"/>
              <a:gd name="connsiteX127" fmla="*/ 5306558 w 6808928"/>
              <a:gd name="connsiteY127" fmla="*/ 1662498 h 6554610"/>
              <a:gd name="connsiteX128" fmla="*/ 5459742 w 6808928"/>
              <a:gd name="connsiteY128" fmla="*/ 1285025 h 6554610"/>
              <a:gd name="connsiteX129" fmla="*/ 3703029 w 6808928"/>
              <a:gd name="connsiteY129" fmla="*/ 1538793 h 6554610"/>
              <a:gd name="connsiteX130" fmla="*/ 3631350 w 6808928"/>
              <a:gd name="connsiteY130" fmla="*/ 1538793 h 6554610"/>
              <a:gd name="connsiteX131" fmla="*/ 3623835 w 6808928"/>
              <a:gd name="connsiteY131" fmla="*/ 1501219 h 6554610"/>
              <a:gd name="connsiteX132" fmla="*/ 3526143 w 6808928"/>
              <a:gd name="connsiteY132" fmla="*/ 996574 h 6554610"/>
              <a:gd name="connsiteX133" fmla="*/ 3526143 w 6808928"/>
              <a:gd name="connsiteY133" fmla="*/ 988481 h 6554610"/>
              <a:gd name="connsiteX134" fmla="*/ 3410532 w 6808928"/>
              <a:gd name="connsiteY134" fmla="*/ 824891 h 6554610"/>
              <a:gd name="connsiteX135" fmla="*/ 4186495 w 6808928"/>
              <a:gd name="connsiteY135" fmla="*/ 792277 h 6554610"/>
              <a:gd name="connsiteX136" fmla="*/ 4308832 w 6808928"/>
              <a:gd name="connsiteY136" fmla="*/ 804660 h 6554610"/>
              <a:gd name="connsiteX137" fmla="*/ 4534852 w 6808928"/>
              <a:gd name="connsiteY137" fmla="*/ 950909 h 6554610"/>
              <a:gd name="connsiteX138" fmla="*/ 4266633 w 6808928"/>
              <a:gd name="connsiteY138" fmla="*/ 965938 h 6554610"/>
              <a:gd name="connsiteX139" fmla="*/ 4066626 w 6808928"/>
              <a:gd name="connsiteY139" fmla="*/ 819689 h 6554610"/>
              <a:gd name="connsiteX140" fmla="*/ 4186495 w 6808928"/>
              <a:gd name="connsiteY140" fmla="*/ 792277 h 6554610"/>
              <a:gd name="connsiteX141" fmla="*/ 4556240 w 6808928"/>
              <a:gd name="connsiteY141" fmla="*/ 546268 h 6554610"/>
              <a:gd name="connsiteX142" fmla="*/ 4787462 w 6808928"/>
              <a:gd name="connsiteY142" fmla="*/ 578060 h 6554610"/>
              <a:gd name="connsiteX143" fmla="*/ 4570113 w 6808928"/>
              <a:gd name="connsiteY143" fmla="*/ 702922 h 6554610"/>
              <a:gd name="connsiteX144" fmla="*/ 4335422 w 6808928"/>
              <a:gd name="connsiteY144" fmla="*/ 628352 h 6554610"/>
              <a:gd name="connsiteX145" fmla="*/ 4557395 w 6808928"/>
              <a:gd name="connsiteY145" fmla="*/ 546846 h 6554610"/>
              <a:gd name="connsiteX146" fmla="*/ 4107090 w 6808928"/>
              <a:gd name="connsiteY146" fmla="*/ 258394 h 6554610"/>
              <a:gd name="connsiteX147" fmla="*/ 4152756 w 6808928"/>
              <a:gd name="connsiteY147" fmla="*/ 527191 h 6554610"/>
              <a:gd name="connsiteX148" fmla="*/ 4155068 w 6808928"/>
              <a:gd name="connsiteY148" fmla="*/ 527191 h 6554610"/>
              <a:gd name="connsiteX149" fmla="*/ 4039457 w 6808928"/>
              <a:gd name="connsiteY149" fmla="*/ 751478 h 6554610"/>
              <a:gd name="connsiteX150" fmla="*/ 3981651 w 6808928"/>
              <a:gd name="connsiteY150" fmla="*/ 501179 h 6554610"/>
              <a:gd name="connsiteX151" fmla="*/ 4107090 w 6808928"/>
              <a:gd name="connsiteY151" fmla="*/ 258394 h 6554610"/>
              <a:gd name="connsiteX152" fmla="*/ 4707690 w 6808928"/>
              <a:gd name="connsiteY152" fmla="*/ 0 h 6554610"/>
              <a:gd name="connsiteX153" fmla="*/ 4663758 w 6808928"/>
              <a:gd name="connsiteY153" fmla="*/ 259548 h 6554610"/>
              <a:gd name="connsiteX154" fmla="*/ 4527915 w 6808928"/>
              <a:gd name="connsiteY154" fmla="*/ 400595 h 6554610"/>
              <a:gd name="connsiteX155" fmla="*/ 4475311 w 6808928"/>
              <a:gd name="connsiteY155" fmla="*/ 487882 h 6554610"/>
              <a:gd name="connsiteX156" fmla="*/ 3792049 w 6808928"/>
              <a:gd name="connsiteY156" fmla="*/ 959578 h 6554610"/>
              <a:gd name="connsiteX157" fmla="*/ 3993790 w 6808928"/>
              <a:gd name="connsiteY157" fmla="*/ 973451 h 6554610"/>
              <a:gd name="connsiteX158" fmla="*/ 3994947 w 6808928"/>
              <a:gd name="connsiteY158" fmla="*/ 972295 h 6554610"/>
              <a:gd name="connsiteX159" fmla="*/ 4216920 w 6808928"/>
              <a:gd name="connsiteY159" fmla="*/ 1131839 h 6554610"/>
              <a:gd name="connsiteX160" fmla="*/ 3955061 w 6808928"/>
              <a:gd name="connsiteY160" fmla="*/ 1135886 h 6554610"/>
              <a:gd name="connsiteX161" fmla="*/ 3770661 w 6808928"/>
              <a:gd name="connsiteY161" fmla="*/ 967670 h 6554610"/>
              <a:gd name="connsiteX162" fmla="*/ 3626376 w 6808928"/>
              <a:gd name="connsiteY162" fmla="*/ 1020664 h 6554610"/>
              <a:gd name="connsiteX163" fmla="*/ 3631910 w 6808928"/>
              <a:gd name="connsiteY163" fmla="*/ 1049024 h 6554610"/>
              <a:gd name="connsiteX164" fmla="*/ 3708810 w 6808928"/>
              <a:gd name="connsiteY164" fmla="*/ 1445148 h 6554610"/>
              <a:gd name="connsiteX165" fmla="*/ 5495004 w 6808928"/>
              <a:gd name="connsiteY165" fmla="*/ 1176928 h 6554610"/>
              <a:gd name="connsiteX166" fmla="*/ 5556856 w 6808928"/>
              <a:gd name="connsiteY166" fmla="*/ 1156118 h 6554610"/>
              <a:gd name="connsiteX167" fmla="*/ 5556856 w 6808928"/>
              <a:gd name="connsiteY167" fmla="*/ 1217392 h 6554610"/>
              <a:gd name="connsiteX168" fmla="*/ 5379971 w 6808928"/>
              <a:gd name="connsiteY168" fmla="*/ 1718569 h 6554610"/>
              <a:gd name="connsiteX169" fmla="*/ 4940648 w 6808928"/>
              <a:gd name="connsiteY169" fmla="*/ 2004709 h 6554610"/>
              <a:gd name="connsiteX170" fmla="*/ 4757404 w 6808928"/>
              <a:gd name="connsiteY170" fmla="*/ 2344607 h 6554610"/>
              <a:gd name="connsiteX171" fmla="*/ 4673007 w 6808928"/>
              <a:gd name="connsiteY171" fmla="*/ 2402413 h 6554610"/>
              <a:gd name="connsiteX172" fmla="*/ 5516970 w 6808928"/>
              <a:gd name="connsiteY172" fmla="*/ 2273506 h 6554610"/>
              <a:gd name="connsiteX173" fmla="*/ 5583446 w 6808928"/>
              <a:gd name="connsiteY173" fmla="*/ 2260789 h 6554610"/>
              <a:gd name="connsiteX174" fmla="*/ 5578822 w 6808928"/>
              <a:gd name="connsiteY174" fmla="*/ 2260789 h 6554610"/>
              <a:gd name="connsiteX175" fmla="*/ 5759754 w 6808928"/>
              <a:gd name="connsiteY175" fmla="*/ 2223215 h 6554610"/>
              <a:gd name="connsiteX176" fmla="*/ 5479397 w 6808928"/>
              <a:gd name="connsiteY176" fmla="*/ 2635949 h 6554610"/>
              <a:gd name="connsiteX177" fmla="*/ 4819256 w 6808928"/>
              <a:gd name="connsiteY177" fmla="*/ 3161982 h 6554610"/>
              <a:gd name="connsiteX178" fmla="*/ 4111137 w 6808928"/>
              <a:gd name="connsiteY178" fmla="*/ 3387425 h 6554610"/>
              <a:gd name="connsiteX179" fmla="*/ 3995526 w 6808928"/>
              <a:gd name="connsiteY179" fmla="*/ 3395518 h 6554610"/>
              <a:gd name="connsiteX180" fmla="*/ 3779910 w 6808928"/>
              <a:gd name="connsiteY180" fmla="*/ 3379910 h 6554610"/>
              <a:gd name="connsiteX181" fmla="*/ 3711700 w 6808928"/>
              <a:gd name="connsiteY181" fmla="*/ 3369505 h 6554610"/>
              <a:gd name="connsiteX182" fmla="*/ 3844075 w 6808928"/>
              <a:gd name="connsiteY182" fmla="*/ 3923286 h 6554610"/>
              <a:gd name="connsiteX183" fmla="*/ 3402439 w 6808928"/>
              <a:gd name="connsiteY183" fmla="*/ 3951032 h 6554610"/>
              <a:gd name="connsiteX184" fmla="*/ 2961382 w 6808928"/>
              <a:gd name="connsiteY184" fmla="*/ 3923286 h 6554610"/>
              <a:gd name="connsiteX185" fmla="*/ 3093757 w 6808928"/>
              <a:gd name="connsiteY185" fmla="*/ 3369505 h 6554610"/>
              <a:gd name="connsiteX186" fmla="*/ 3025547 w 6808928"/>
              <a:gd name="connsiteY186" fmla="*/ 3379910 h 6554610"/>
              <a:gd name="connsiteX187" fmla="*/ 2809931 w 6808928"/>
              <a:gd name="connsiteY187" fmla="*/ 3395518 h 6554610"/>
              <a:gd name="connsiteX188" fmla="*/ 2694320 w 6808928"/>
              <a:gd name="connsiteY188" fmla="*/ 3387425 h 6554610"/>
              <a:gd name="connsiteX189" fmla="*/ 1986201 w 6808928"/>
              <a:gd name="connsiteY189" fmla="*/ 3161982 h 6554610"/>
              <a:gd name="connsiteX190" fmla="*/ 1326060 w 6808928"/>
              <a:gd name="connsiteY190" fmla="*/ 2635949 h 6554610"/>
              <a:gd name="connsiteX191" fmla="*/ 1045703 w 6808928"/>
              <a:gd name="connsiteY191" fmla="*/ 2223215 h 6554610"/>
              <a:gd name="connsiteX192" fmla="*/ 1226635 w 6808928"/>
              <a:gd name="connsiteY192" fmla="*/ 2260789 h 6554610"/>
              <a:gd name="connsiteX193" fmla="*/ 1293111 w 6808928"/>
              <a:gd name="connsiteY193" fmla="*/ 2273506 h 6554610"/>
              <a:gd name="connsiteX194" fmla="*/ 2137074 w 6808928"/>
              <a:gd name="connsiteY194" fmla="*/ 2401835 h 6554610"/>
              <a:gd name="connsiteX195" fmla="*/ 2052677 w 6808928"/>
              <a:gd name="connsiteY195" fmla="*/ 2346919 h 6554610"/>
              <a:gd name="connsiteX196" fmla="*/ 1869434 w 6808928"/>
              <a:gd name="connsiteY196" fmla="*/ 2007021 h 6554610"/>
              <a:gd name="connsiteX197" fmla="*/ 1430111 w 6808928"/>
              <a:gd name="connsiteY197" fmla="*/ 1720882 h 6554610"/>
              <a:gd name="connsiteX198" fmla="*/ 1253225 w 6808928"/>
              <a:gd name="connsiteY198" fmla="*/ 1219705 h 6554610"/>
              <a:gd name="connsiteX199" fmla="*/ 1253225 w 6808928"/>
              <a:gd name="connsiteY199" fmla="*/ 1156118 h 6554610"/>
              <a:gd name="connsiteX200" fmla="*/ 1318546 w 6808928"/>
              <a:gd name="connsiteY200" fmla="*/ 1175772 h 6554610"/>
              <a:gd name="connsiteX201" fmla="*/ 3104740 w 6808928"/>
              <a:gd name="connsiteY201" fmla="*/ 1445148 h 6554610"/>
              <a:gd name="connsiteX202" fmla="*/ 3195495 w 6808928"/>
              <a:gd name="connsiteY202" fmla="*/ 978076 h 6554610"/>
              <a:gd name="connsiteX203" fmla="*/ 3195495 w 6808928"/>
              <a:gd name="connsiteY203" fmla="*/ 970561 h 6554610"/>
              <a:gd name="connsiteX204" fmla="*/ 3403017 w 6808928"/>
              <a:gd name="connsiteY204" fmla="*/ 731245 h 6554610"/>
              <a:gd name="connsiteX205" fmla="*/ 3410532 w 6808928"/>
              <a:gd name="connsiteY205" fmla="*/ 731245 h 6554610"/>
              <a:gd name="connsiteX206" fmla="*/ 3612433 w 6808928"/>
              <a:gd name="connsiteY206" fmla="*/ 943681 h 6554610"/>
              <a:gd name="connsiteX207" fmla="*/ 3613569 w 6808928"/>
              <a:gd name="connsiteY207" fmla="*/ 949114 h 6554610"/>
              <a:gd name="connsiteX208" fmla="*/ 3749851 w 6808928"/>
              <a:gd name="connsiteY208" fmla="*/ 898881 h 6554610"/>
              <a:gd name="connsiteX209" fmla="*/ 3692045 w 6808928"/>
              <a:gd name="connsiteY209" fmla="*/ 651472 h 6554610"/>
              <a:gd name="connsiteX210" fmla="*/ 3829044 w 6808928"/>
              <a:gd name="connsiteY210" fmla="*/ 413890 h 6554610"/>
              <a:gd name="connsiteX211" fmla="*/ 3872977 w 6808928"/>
              <a:gd name="connsiteY211" fmla="*/ 680375 h 6554610"/>
              <a:gd name="connsiteX212" fmla="*/ 3753319 w 6808928"/>
              <a:gd name="connsiteY212" fmla="*/ 897147 h 6554610"/>
              <a:gd name="connsiteX213" fmla="*/ 4293802 w 6808928"/>
              <a:gd name="connsiteY213" fmla="*/ 578059 h 6554610"/>
              <a:gd name="connsiteX214" fmla="*/ 4240042 w 6808928"/>
              <a:gd name="connsiteY214" fmla="*/ 338164 h 6554610"/>
              <a:gd name="connsiteX215" fmla="*/ 4355654 w 6808928"/>
              <a:gd name="connsiteY215" fmla="*/ 106941 h 6554610"/>
              <a:gd name="connsiteX216" fmla="*/ 4398430 w 6808928"/>
              <a:gd name="connsiteY216" fmla="*/ 365333 h 6554610"/>
              <a:gd name="connsiteX217" fmla="*/ 4296692 w 6808928"/>
              <a:gd name="connsiteY217" fmla="*/ 578059 h 6554610"/>
              <a:gd name="connsiteX218" fmla="*/ 4463172 w 6808928"/>
              <a:gd name="connsiteY218" fmla="*/ 426029 h 6554610"/>
              <a:gd name="connsiteX219" fmla="*/ 4501324 w 6808928"/>
              <a:gd name="connsiteY219" fmla="*/ 380941 h 6554610"/>
              <a:gd name="connsiteX220" fmla="*/ 4534273 w 6808928"/>
              <a:gd name="connsiteY220" fmla="*/ 173418 h 6554610"/>
              <a:gd name="connsiteX221" fmla="*/ 4707690 w 6808928"/>
              <a:gd name="connsiteY221" fmla="*/ 0 h 6554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</a:cxnLst>
            <a:rect l="l" t="t" r="r" b="b"/>
            <a:pathLst>
              <a:path w="6808928" h="6554610">
                <a:moveTo>
                  <a:pt x="0" y="4834307"/>
                </a:moveTo>
                <a:cubicBezTo>
                  <a:pt x="215308" y="4886332"/>
                  <a:pt x="434568" y="4920363"/>
                  <a:pt x="655516" y="4936045"/>
                </a:cubicBezTo>
                <a:cubicBezTo>
                  <a:pt x="1077497" y="4952809"/>
                  <a:pt x="1674630" y="4916969"/>
                  <a:pt x="2221471" y="4923906"/>
                </a:cubicBezTo>
                <a:cubicBezTo>
                  <a:pt x="2309336" y="4940092"/>
                  <a:pt x="2387952" y="4952809"/>
                  <a:pt x="2449225" y="4960902"/>
                </a:cubicBezTo>
                <a:cubicBezTo>
                  <a:pt x="2596052" y="4981134"/>
                  <a:pt x="2840570" y="5007147"/>
                  <a:pt x="2948088" y="5018708"/>
                </a:cubicBezTo>
                <a:lnTo>
                  <a:pt x="2792013" y="5637809"/>
                </a:lnTo>
                <a:lnTo>
                  <a:pt x="3404753" y="5741860"/>
                </a:lnTo>
                <a:lnTo>
                  <a:pt x="4018071" y="5639543"/>
                </a:lnTo>
                <a:lnTo>
                  <a:pt x="3864886" y="5020442"/>
                </a:lnTo>
                <a:cubicBezTo>
                  <a:pt x="3972404" y="5007147"/>
                  <a:pt x="4216922" y="4981134"/>
                  <a:pt x="4363749" y="4962636"/>
                </a:cubicBezTo>
                <a:cubicBezTo>
                  <a:pt x="4425023" y="4954543"/>
                  <a:pt x="4503639" y="4941826"/>
                  <a:pt x="4591503" y="4925640"/>
                </a:cubicBezTo>
                <a:cubicBezTo>
                  <a:pt x="5138344" y="4918704"/>
                  <a:pt x="5735477" y="4954543"/>
                  <a:pt x="6157458" y="4937780"/>
                </a:cubicBezTo>
                <a:lnTo>
                  <a:pt x="6156302" y="4937780"/>
                </a:lnTo>
                <a:cubicBezTo>
                  <a:pt x="6376310" y="4921369"/>
                  <a:pt x="6594642" y="4886760"/>
                  <a:pt x="6808928" y="4834307"/>
                </a:cubicBezTo>
                <a:cubicBezTo>
                  <a:pt x="6808928" y="4834307"/>
                  <a:pt x="6617591" y="5141834"/>
                  <a:pt x="6398508" y="5292130"/>
                </a:cubicBezTo>
                <a:cubicBezTo>
                  <a:pt x="5555354" y="5535764"/>
                  <a:pt x="4689928" y="5694366"/>
                  <a:pt x="3815173" y="5765560"/>
                </a:cubicBezTo>
                <a:lnTo>
                  <a:pt x="3983965" y="6429171"/>
                </a:lnTo>
                <a:lnTo>
                  <a:pt x="3405909" y="6554610"/>
                </a:lnTo>
                <a:lnTo>
                  <a:pt x="2827852" y="6429171"/>
                </a:lnTo>
                <a:lnTo>
                  <a:pt x="2993755" y="5765560"/>
                </a:lnTo>
                <a:cubicBezTo>
                  <a:pt x="2118999" y="5694366"/>
                  <a:pt x="1253573" y="5535764"/>
                  <a:pt x="410420" y="5292130"/>
                </a:cubicBezTo>
                <a:cubicBezTo>
                  <a:pt x="191337" y="5144725"/>
                  <a:pt x="0" y="4834307"/>
                  <a:pt x="0" y="4834307"/>
                </a:cubicBezTo>
                <a:close/>
                <a:moveTo>
                  <a:pt x="378627" y="4023869"/>
                </a:moveTo>
                <a:cubicBezTo>
                  <a:pt x="498077" y="4046119"/>
                  <a:pt x="619045" y="4059263"/>
                  <a:pt x="740489" y="4063177"/>
                </a:cubicBezTo>
                <a:cubicBezTo>
                  <a:pt x="826620" y="4066645"/>
                  <a:pt x="932405" y="4063177"/>
                  <a:pt x="1054374" y="4063177"/>
                </a:cubicBezTo>
                <a:cubicBezTo>
                  <a:pt x="1162472" y="4059709"/>
                  <a:pt x="1285020" y="4059709"/>
                  <a:pt x="1413926" y="4059709"/>
                </a:cubicBezTo>
                <a:cubicBezTo>
                  <a:pt x="1563642" y="4059709"/>
                  <a:pt x="1752666" y="4062021"/>
                  <a:pt x="1956720" y="4073582"/>
                </a:cubicBezTo>
                <a:cubicBezTo>
                  <a:pt x="2149301" y="4131099"/>
                  <a:pt x="2345249" y="4176656"/>
                  <a:pt x="2543448" y="4210004"/>
                </a:cubicBezTo>
                <a:cubicBezTo>
                  <a:pt x="2680909" y="4229698"/>
                  <a:pt x="2819626" y="4239363"/>
                  <a:pt x="2958492" y="4238907"/>
                </a:cubicBezTo>
                <a:lnTo>
                  <a:pt x="2818602" y="4834307"/>
                </a:lnTo>
                <a:lnTo>
                  <a:pt x="3396660" y="4902518"/>
                </a:lnTo>
                <a:lnTo>
                  <a:pt x="3410532" y="4902518"/>
                </a:lnTo>
                <a:lnTo>
                  <a:pt x="3988589" y="4833729"/>
                </a:lnTo>
                <a:lnTo>
                  <a:pt x="3852168" y="4240063"/>
                </a:lnTo>
                <a:cubicBezTo>
                  <a:pt x="3990826" y="4240682"/>
                  <a:pt x="4129345" y="4231213"/>
                  <a:pt x="4266634" y="4211738"/>
                </a:cubicBezTo>
                <a:cubicBezTo>
                  <a:pt x="4464832" y="4178390"/>
                  <a:pt x="4660782" y="4132833"/>
                  <a:pt x="4853361" y="4075316"/>
                </a:cubicBezTo>
                <a:cubicBezTo>
                  <a:pt x="5057415" y="4061443"/>
                  <a:pt x="5246440" y="4061443"/>
                  <a:pt x="5396156" y="4061443"/>
                </a:cubicBezTo>
                <a:cubicBezTo>
                  <a:pt x="5524485" y="4061443"/>
                  <a:pt x="5647611" y="4064911"/>
                  <a:pt x="5755708" y="4064911"/>
                </a:cubicBezTo>
                <a:cubicBezTo>
                  <a:pt x="5877099" y="4064911"/>
                  <a:pt x="5983462" y="4064911"/>
                  <a:pt x="6069592" y="4064911"/>
                </a:cubicBezTo>
                <a:lnTo>
                  <a:pt x="6068436" y="4063755"/>
                </a:lnTo>
                <a:cubicBezTo>
                  <a:pt x="6189886" y="4059842"/>
                  <a:pt x="6310873" y="4046696"/>
                  <a:pt x="6430299" y="4024447"/>
                </a:cubicBezTo>
                <a:cubicBezTo>
                  <a:pt x="6332261" y="4154886"/>
                  <a:pt x="6215378" y="4270018"/>
                  <a:pt x="6083466" y="4366080"/>
                </a:cubicBezTo>
                <a:cubicBezTo>
                  <a:pt x="5922362" y="4457852"/>
                  <a:pt x="5753511" y="4535226"/>
                  <a:pt x="5578823" y="4597303"/>
                </a:cubicBezTo>
                <a:cubicBezTo>
                  <a:pt x="5175906" y="4713852"/>
                  <a:pt x="4766011" y="4804792"/>
                  <a:pt x="4351608" y="4869569"/>
                </a:cubicBezTo>
                <a:cubicBezTo>
                  <a:pt x="4162006" y="4893848"/>
                  <a:pt x="3805345" y="4931421"/>
                  <a:pt x="3801876" y="4931421"/>
                </a:cubicBezTo>
                <a:lnTo>
                  <a:pt x="3748117" y="4936624"/>
                </a:lnTo>
                <a:lnTo>
                  <a:pt x="3903036" y="5562662"/>
                </a:lnTo>
                <a:lnTo>
                  <a:pt x="3404752" y="5647058"/>
                </a:lnTo>
                <a:lnTo>
                  <a:pt x="2907045" y="5562662"/>
                </a:lnTo>
                <a:lnTo>
                  <a:pt x="3060808" y="4936046"/>
                </a:lnTo>
                <a:lnTo>
                  <a:pt x="3007049" y="4930843"/>
                </a:lnTo>
                <a:cubicBezTo>
                  <a:pt x="3003581" y="4930265"/>
                  <a:pt x="2646920" y="4893269"/>
                  <a:pt x="2457317" y="4868991"/>
                </a:cubicBezTo>
                <a:cubicBezTo>
                  <a:pt x="2042914" y="4804214"/>
                  <a:pt x="1633021" y="4713274"/>
                  <a:pt x="1230103" y="4596725"/>
                </a:cubicBezTo>
                <a:cubicBezTo>
                  <a:pt x="1055415" y="4534647"/>
                  <a:pt x="886541" y="4457274"/>
                  <a:pt x="725460" y="4365502"/>
                </a:cubicBezTo>
                <a:cubicBezTo>
                  <a:pt x="593559" y="4269440"/>
                  <a:pt x="476669" y="4154308"/>
                  <a:pt x="378627" y="4023869"/>
                </a:cubicBezTo>
                <a:close/>
                <a:moveTo>
                  <a:pt x="6084621" y="3126721"/>
                </a:moveTo>
                <a:cubicBezTo>
                  <a:pt x="5990167" y="3267987"/>
                  <a:pt x="5875191" y="3394420"/>
                  <a:pt x="5743568" y="3501881"/>
                </a:cubicBezTo>
                <a:cubicBezTo>
                  <a:pt x="5590597" y="3632222"/>
                  <a:pt x="5421116" y="3741839"/>
                  <a:pt x="5239503" y="3827906"/>
                </a:cubicBezTo>
                <a:cubicBezTo>
                  <a:pt x="4923115" y="3968305"/>
                  <a:pt x="4589282" y="4065523"/>
                  <a:pt x="4246980" y="4116936"/>
                </a:cubicBezTo>
                <a:cubicBezTo>
                  <a:pt x="4105044" y="4136341"/>
                  <a:pt x="3961888" y="4145422"/>
                  <a:pt x="3818640" y="4144105"/>
                </a:cubicBezTo>
                <a:lnTo>
                  <a:pt x="3790315" y="4144105"/>
                </a:lnTo>
                <a:lnTo>
                  <a:pt x="3732509" y="4144105"/>
                </a:lnTo>
                <a:lnTo>
                  <a:pt x="3873555" y="4752800"/>
                </a:lnTo>
                <a:lnTo>
                  <a:pt x="3408220" y="4810606"/>
                </a:lnTo>
                <a:lnTo>
                  <a:pt x="3401861" y="4810606"/>
                </a:lnTo>
                <a:lnTo>
                  <a:pt x="3396080" y="4810606"/>
                </a:lnTo>
                <a:lnTo>
                  <a:pt x="2933635" y="4752800"/>
                </a:lnTo>
                <a:lnTo>
                  <a:pt x="3075259" y="4144682"/>
                </a:lnTo>
                <a:lnTo>
                  <a:pt x="3017453" y="4144682"/>
                </a:lnTo>
                <a:lnTo>
                  <a:pt x="2988551" y="4144682"/>
                </a:lnTo>
                <a:cubicBezTo>
                  <a:pt x="2845302" y="4145966"/>
                  <a:pt x="2702147" y="4136885"/>
                  <a:pt x="2560211" y="4117514"/>
                </a:cubicBezTo>
                <a:cubicBezTo>
                  <a:pt x="2217943" y="4065956"/>
                  <a:pt x="1884127" y="3968745"/>
                  <a:pt x="1567688" y="3828485"/>
                </a:cubicBezTo>
                <a:cubicBezTo>
                  <a:pt x="1385976" y="3742041"/>
                  <a:pt x="1216334" y="3632245"/>
                  <a:pt x="1063045" y="3501881"/>
                </a:cubicBezTo>
                <a:cubicBezTo>
                  <a:pt x="931756" y="3394437"/>
                  <a:pt x="817029" y="3268218"/>
                  <a:pt x="722569" y="3127299"/>
                </a:cubicBezTo>
                <a:cubicBezTo>
                  <a:pt x="849163" y="3146375"/>
                  <a:pt x="1034141" y="3167763"/>
                  <a:pt x="1080386" y="3167763"/>
                </a:cubicBezTo>
                <a:lnTo>
                  <a:pt x="1219120" y="3174122"/>
                </a:lnTo>
                <a:cubicBezTo>
                  <a:pt x="1387334" y="3182215"/>
                  <a:pt x="1605261" y="3192042"/>
                  <a:pt x="1870589" y="3208227"/>
                </a:cubicBezTo>
                <a:lnTo>
                  <a:pt x="1943425" y="3246957"/>
                </a:lnTo>
                <a:cubicBezTo>
                  <a:pt x="2175040" y="3364032"/>
                  <a:pt x="2423836" y="3443451"/>
                  <a:pt x="2680446" y="3482227"/>
                </a:cubicBezTo>
                <a:cubicBezTo>
                  <a:pt x="2724101" y="3488383"/>
                  <a:pt x="2768155" y="3491279"/>
                  <a:pt x="2812243" y="3490898"/>
                </a:cubicBezTo>
                <a:cubicBezTo>
                  <a:pt x="2866118" y="3490829"/>
                  <a:pt x="2919953" y="3487938"/>
                  <a:pt x="2973521" y="3482227"/>
                </a:cubicBezTo>
                <a:lnTo>
                  <a:pt x="2846927" y="4011729"/>
                </a:lnTo>
                <a:lnTo>
                  <a:pt x="3404751" y="4046413"/>
                </a:lnTo>
                <a:lnTo>
                  <a:pt x="3963154" y="4009417"/>
                </a:lnTo>
                <a:lnTo>
                  <a:pt x="3835981" y="3479915"/>
                </a:lnTo>
                <a:cubicBezTo>
                  <a:pt x="3889746" y="3485609"/>
                  <a:pt x="3943772" y="3488499"/>
                  <a:pt x="3997837" y="3488586"/>
                </a:cubicBezTo>
                <a:cubicBezTo>
                  <a:pt x="4041925" y="3488967"/>
                  <a:pt x="4085979" y="3486071"/>
                  <a:pt x="4129634" y="3479915"/>
                </a:cubicBezTo>
                <a:cubicBezTo>
                  <a:pt x="4386083" y="3441225"/>
                  <a:pt x="4634699" y="3361800"/>
                  <a:pt x="4866078" y="3244645"/>
                </a:cubicBezTo>
                <a:lnTo>
                  <a:pt x="4939491" y="3205915"/>
                </a:lnTo>
                <a:cubicBezTo>
                  <a:pt x="5204241" y="3189729"/>
                  <a:pt x="5422746" y="3179902"/>
                  <a:pt x="5590961" y="3171810"/>
                </a:cubicBezTo>
                <a:lnTo>
                  <a:pt x="5729695" y="3165451"/>
                </a:lnTo>
                <a:lnTo>
                  <a:pt x="5727382" y="3167185"/>
                </a:lnTo>
                <a:cubicBezTo>
                  <a:pt x="5773627" y="3164873"/>
                  <a:pt x="5958605" y="3145797"/>
                  <a:pt x="6084621" y="3126721"/>
                </a:cubicBezTo>
                <a:close/>
                <a:moveTo>
                  <a:pt x="3400127" y="824891"/>
                </a:moveTo>
                <a:cubicBezTo>
                  <a:pt x="3326136" y="824891"/>
                  <a:pt x="3300123" y="907553"/>
                  <a:pt x="3284516" y="988481"/>
                </a:cubicBezTo>
                <a:lnTo>
                  <a:pt x="3284516" y="996574"/>
                </a:lnTo>
                <a:cubicBezTo>
                  <a:pt x="3276423" y="1038772"/>
                  <a:pt x="3186824" y="1501219"/>
                  <a:pt x="3186824" y="1501219"/>
                </a:cubicBezTo>
                <a:lnTo>
                  <a:pt x="3179310" y="1538793"/>
                </a:lnTo>
                <a:lnTo>
                  <a:pt x="3106475" y="1538793"/>
                </a:lnTo>
                <a:cubicBezTo>
                  <a:pt x="2511614" y="1541036"/>
                  <a:pt x="1919672" y="1455530"/>
                  <a:pt x="1349761" y="1285025"/>
                </a:cubicBezTo>
                <a:cubicBezTo>
                  <a:pt x="1362779" y="1423129"/>
                  <a:pt x="1416041" y="1554378"/>
                  <a:pt x="1502946" y="1662498"/>
                </a:cubicBezTo>
                <a:cubicBezTo>
                  <a:pt x="1611927" y="1791665"/>
                  <a:pt x="1759059" y="1882941"/>
                  <a:pt x="1923193" y="1923202"/>
                </a:cubicBezTo>
                <a:lnTo>
                  <a:pt x="1957876" y="1930139"/>
                </a:lnTo>
                <a:lnTo>
                  <a:pt x="1957876" y="1965401"/>
                </a:lnTo>
                <a:cubicBezTo>
                  <a:pt x="1970588" y="2082579"/>
                  <a:pt x="2024948" y="2191294"/>
                  <a:pt x="2111061" y="2271772"/>
                </a:cubicBezTo>
                <a:cubicBezTo>
                  <a:pt x="2204475" y="2340711"/>
                  <a:pt x="2318127" y="2376701"/>
                  <a:pt x="2434195" y="2374088"/>
                </a:cubicBezTo>
                <a:cubicBezTo>
                  <a:pt x="2460785" y="2374088"/>
                  <a:pt x="2477549" y="2374088"/>
                  <a:pt x="2477549" y="2374088"/>
                </a:cubicBezTo>
                <a:lnTo>
                  <a:pt x="2513967" y="2370042"/>
                </a:lnTo>
                <a:lnTo>
                  <a:pt x="2526684" y="2404725"/>
                </a:lnTo>
                <a:cubicBezTo>
                  <a:pt x="2574888" y="2502903"/>
                  <a:pt x="2662857" y="2575721"/>
                  <a:pt x="2768311" y="2604734"/>
                </a:cubicBezTo>
                <a:cubicBezTo>
                  <a:pt x="2808371" y="2617139"/>
                  <a:pt x="2850083" y="2623376"/>
                  <a:pt x="2892015" y="2623231"/>
                </a:cubicBezTo>
                <a:cubicBezTo>
                  <a:pt x="2946578" y="2623156"/>
                  <a:pt x="3000731" y="2613769"/>
                  <a:pt x="3052137" y="2595485"/>
                </a:cubicBezTo>
                <a:lnTo>
                  <a:pt x="3137111" y="2560223"/>
                </a:lnTo>
                <a:lnTo>
                  <a:pt x="3012251" y="3071227"/>
                </a:lnTo>
                <a:lnTo>
                  <a:pt x="3797252" y="3071227"/>
                </a:lnTo>
                <a:lnTo>
                  <a:pt x="3672392" y="2559645"/>
                </a:lnTo>
                <a:lnTo>
                  <a:pt x="3757366" y="2595485"/>
                </a:lnTo>
                <a:cubicBezTo>
                  <a:pt x="3808992" y="2613641"/>
                  <a:pt x="3863341" y="2622827"/>
                  <a:pt x="3918066" y="2622653"/>
                </a:cubicBezTo>
                <a:cubicBezTo>
                  <a:pt x="3959998" y="2622798"/>
                  <a:pt x="4001710" y="2616561"/>
                  <a:pt x="4041770" y="2604155"/>
                </a:cubicBezTo>
                <a:cubicBezTo>
                  <a:pt x="4147260" y="2575212"/>
                  <a:pt x="4235251" y="2502377"/>
                  <a:pt x="4283397" y="2404147"/>
                </a:cubicBezTo>
                <a:lnTo>
                  <a:pt x="4296115" y="2370042"/>
                </a:lnTo>
                <a:lnTo>
                  <a:pt x="4334844" y="2376978"/>
                </a:lnTo>
                <a:cubicBezTo>
                  <a:pt x="4334844" y="2376978"/>
                  <a:pt x="4351608" y="2376978"/>
                  <a:pt x="4378199" y="2376978"/>
                </a:cubicBezTo>
                <a:cubicBezTo>
                  <a:pt x="4494267" y="2379591"/>
                  <a:pt x="4607918" y="2343601"/>
                  <a:pt x="4701332" y="2274662"/>
                </a:cubicBezTo>
                <a:cubicBezTo>
                  <a:pt x="4787943" y="2193601"/>
                  <a:pt x="4842344" y="2083978"/>
                  <a:pt x="4854517" y="1965979"/>
                </a:cubicBezTo>
                <a:lnTo>
                  <a:pt x="4854517" y="1930717"/>
                </a:lnTo>
                <a:lnTo>
                  <a:pt x="4889201" y="1923780"/>
                </a:lnTo>
                <a:cubicBezTo>
                  <a:pt x="5052172" y="1882368"/>
                  <a:pt x="5198108" y="1791006"/>
                  <a:pt x="5306558" y="1662498"/>
                </a:cubicBezTo>
                <a:cubicBezTo>
                  <a:pt x="5393463" y="1554378"/>
                  <a:pt x="5446725" y="1423129"/>
                  <a:pt x="5459742" y="1285025"/>
                </a:cubicBezTo>
                <a:cubicBezTo>
                  <a:pt x="4889831" y="1455530"/>
                  <a:pt x="4297889" y="1541036"/>
                  <a:pt x="3703029" y="1538793"/>
                </a:cubicBezTo>
                <a:lnTo>
                  <a:pt x="3631350" y="1538793"/>
                </a:lnTo>
                <a:lnTo>
                  <a:pt x="3623835" y="1501219"/>
                </a:lnTo>
                <a:cubicBezTo>
                  <a:pt x="3623835" y="1501219"/>
                  <a:pt x="3533658" y="1036460"/>
                  <a:pt x="3526143" y="996574"/>
                </a:cubicBezTo>
                <a:lnTo>
                  <a:pt x="3526143" y="988481"/>
                </a:lnTo>
                <a:cubicBezTo>
                  <a:pt x="3511114" y="907553"/>
                  <a:pt x="3484523" y="824891"/>
                  <a:pt x="3410532" y="824891"/>
                </a:cubicBezTo>
                <a:close/>
                <a:moveTo>
                  <a:pt x="4186495" y="792277"/>
                </a:moveTo>
                <a:cubicBezTo>
                  <a:pt x="4227408" y="789739"/>
                  <a:pt x="4268732" y="793833"/>
                  <a:pt x="4308832" y="804660"/>
                </a:cubicBezTo>
                <a:cubicBezTo>
                  <a:pt x="4394829" y="834540"/>
                  <a:pt x="4472358" y="884703"/>
                  <a:pt x="4534852" y="950909"/>
                </a:cubicBezTo>
                <a:cubicBezTo>
                  <a:pt x="4446796" y="970031"/>
                  <a:pt x="4356273" y="975106"/>
                  <a:pt x="4266633" y="965938"/>
                </a:cubicBezTo>
                <a:cubicBezTo>
                  <a:pt x="4155647" y="953799"/>
                  <a:pt x="4066626" y="819689"/>
                  <a:pt x="4066626" y="819689"/>
                </a:cubicBezTo>
                <a:cubicBezTo>
                  <a:pt x="4105081" y="803986"/>
                  <a:pt x="4145582" y="794815"/>
                  <a:pt x="4186495" y="792277"/>
                </a:cubicBezTo>
                <a:close/>
                <a:moveTo>
                  <a:pt x="4556240" y="546268"/>
                </a:moveTo>
                <a:cubicBezTo>
                  <a:pt x="4634098" y="550067"/>
                  <a:pt x="4711471" y="560705"/>
                  <a:pt x="4787462" y="578060"/>
                </a:cubicBezTo>
                <a:cubicBezTo>
                  <a:pt x="4728674" y="639907"/>
                  <a:pt x="4653151" y="683290"/>
                  <a:pt x="4570113" y="702922"/>
                </a:cubicBezTo>
                <a:cubicBezTo>
                  <a:pt x="4467219" y="724310"/>
                  <a:pt x="4335422" y="628352"/>
                  <a:pt x="4335422" y="628352"/>
                </a:cubicBezTo>
                <a:cubicBezTo>
                  <a:pt x="4397581" y="576021"/>
                  <a:pt x="4476138" y="547174"/>
                  <a:pt x="4557395" y="546846"/>
                </a:cubicBezTo>
                <a:close/>
                <a:moveTo>
                  <a:pt x="4107090" y="258394"/>
                </a:moveTo>
                <a:cubicBezTo>
                  <a:pt x="4132975" y="345851"/>
                  <a:pt x="4148311" y="436092"/>
                  <a:pt x="4152756" y="527191"/>
                </a:cubicBezTo>
                <a:lnTo>
                  <a:pt x="4155068" y="527191"/>
                </a:lnTo>
                <a:cubicBezTo>
                  <a:pt x="4155068" y="640491"/>
                  <a:pt x="4039457" y="751478"/>
                  <a:pt x="4039457" y="751478"/>
                </a:cubicBezTo>
                <a:cubicBezTo>
                  <a:pt x="3993975" y="676348"/>
                  <a:pt x="3973720" y="588645"/>
                  <a:pt x="3981651" y="501179"/>
                </a:cubicBezTo>
                <a:cubicBezTo>
                  <a:pt x="3999328" y="409900"/>
                  <a:pt x="4042868" y="325626"/>
                  <a:pt x="4107090" y="258394"/>
                </a:cubicBezTo>
                <a:close/>
                <a:moveTo>
                  <a:pt x="4707690" y="0"/>
                </a:moveTo>
                <a:cubicBezTo>
                  <a:pt x="4706280" y="88242"/>
                  <a:pt x="4691464" y="175757"/>
                  <a:pt x="4663758" y="259548"/>
                </a:cubicBezTo>
                <a:cubicBezTo>
                  <a:pt x="4643260" y="325359"/>
                  <a:pt x="4592906" y="377637"/>
                  <a:pt x="4527915" y="400595"/>
                </a:cubicBezTo>
                <a:cubicBezTo>
                  <a:pt x="4515417" y="432443"/>
                  <a:pt x="4497630" y="461953"/>
                  <a:pt x="4475311" y="487882"/>
                </a:cubicBezTo>
                <a:cubicBezTo>
                  <a:pt x="4335422" y="654363"/>
                  <a:pt x="4081077" y="834717"/>
                  <a:pt x="3792049" y="959578"/>
                </a:cubicBezTo>
                <a:cubicBezTo>
                  <a:pt x="3858774" y="939762"/>
                  <a:pt x="3930407" y="944687"/>
                  <a:pt x="3993790" y="973451"/>
                </a:cubicBezTo>
                <a:lnTo>
                  <a:pt x="3994947" y="972295"/>
                </a:lnTo>
                <a:cubicBezTo>
                  <a:pt x="4077447" y="1012505"/>
                  <a:pt x="4152513" y="1066455"/>
                  <a:pt x="4216920" y="1131839"/>
                </a:cubicBezTo>
                <a:cubicBezTo>
                  <a:pt x="4216920" y="1131839"/>
                  <a:pt x="4132524" y="1175772"/>
                  <a:pt x="3955061" y="1135886"/>
                </a:cubicBezTo>
                <a:cubicBezTo>
                  <a:pt x="3870144" y="1112694"/>
                  <a:pt x="3801535" y="1050107"/>
                  <a:pt x="3770661" y="967670"/>
                </a:cubicBezTo>
                <a:lnTo>
                  <a:pt x="3626376" y="1020664"/>
                </a:lnTo>
                <a:lnTo>
                  <a:pt x="3631910" y="1049024"/>
                </a:lnTo>
                <a:cubicBezTo>
                  <a:pt x="3653316" y="1158792"/>
                  <a:pt x="3692768" y="1361474"/>
                  <a:pt x="3708810" y="1445148"/>
                </a:cubicBezTo>
                <a:cubicBezTo>
                  <a:pt x="4314514" y="1448940"/>
                  <a:pt x="4917127" y="1358450"/>
                  <a:pt x="5495004" y="1176928"/>
                </a:cubicBezTo>
                <a:lnTo>
                  <a:pt x="5556856" y="1156118"/>
                </a:lnTo>
                <a:lnTo>
                  <a:pt x="5556856" y="1217392"/>
                </a:lnTo>
                <a:cubicBezTo>
                  <a:pt x="5555995" y="1399602"/>
                  <a:pt x="5493669" y="1576188"/>
                  <a:pt x="5379971" y="1718569"/>
                </a:cubicBezTo>
                <a:cubicBezTo>
                  <a:pt x="5265793" y="1856130"/>
                  <a:pt x="5112625" y="1955891"/>
                  <a:pt x="4940648" y="2004709"/>
                </a:cubicBezTo>
                <a:cubicBezTo>
                  <a:pt x="4921589" y="2136084"/>
                  <a:pt x="4856679" y="2256482"/>
                  <a:pt x="4757404" y="2344607"/>
                </a:cubicBezTo>
                <a:cubicBezTo>
                  <a:pt x="4731299" y="2366683"/>
                  <a:pt x="4703020" y="2386048"/>
                  <a:pt x="4673007" y="2402413"/>
                </a:cubicBezTo>
                <a:cubicBezTo>
                  <a:pt x="5070132" y="2357324"/>
                  <a:pt x="5372456" y="2300675"/>
                  <a:pt x="5516970" y="2273506"/>
                </a:cubicBezTo>
                <a:lnTo>
                  <a:pt x="5583446" y="2260789"/>
                </a:lnTo>
                <a:lnTo>
                  <a:pt x="5578822" y="2260789"/>
                </a:lnTo>
                <a:cubicBezTo>
                  <a:pt x="5644143" y="2249805"/>
                  <a:pt x="5707151" y="2235932"/>
                  <a:pt x="5759754" y="2223215"/>
                </a:cubicBezTo>
                <a:cubicBezTo>
                  <a:pt x="5681745" y="2370672"/>
                  <a:pt x="5587724" y="2509082"/>
                  <a:pt x="5479397" y="2635949"/>
                </a:cubicBezTo>
                <a:cubicBezTo>
                  <a:pt x="5296309" y="2853229"/>
                  <a:pt x="5071930" y="3032023"/>
                  <a:pt x="4819256" y="3161982"/>
                </a:cubicBezTo>
                <a:cubicBezTo>
                  <a:pt x="4596640" y="3274149"/>
                  <a:pt x="4357626" y="3350250"/>
                  <a:pt x="4111137" y="3387425"/>
                </a:cubicBezTo>
                <a:cubicBezTo>
                  <a:pt x="4072858" y="3393003"/>
                  <a:pt x="4034209" y="3395709"/>
                  <a:pt x="3995526" y="3395518"/>
                </a:cubicBezTo>
                <a:cubicBezTo>
                  <a:pt x="3923395" y="3394876"/>
                  <a:pt x="3851381" y="3389662"/>
                  <a:pt x="3779910" y="3379910"/>
                </a:cubicBezTo>
                <a:lnTo>
                  <a:pt x="3711700" y="3369505"/>
                </a:lnTo>
                <a:lnTo>
                  <a:pt x="3844075" y="3923286"/>
                </a:lnTo>
                <a:lnTo>
                  <a:pt x="3402439" y="3951032"/>
                </a:lnTo>
                <a:lnTo>
                  <a:pt x="2961382" y="3923286"/>
                </a:lnTo>
                <a:lnTo>
                  <a:pt x="3093757" y="3369505"/>
                </a:lnTo>
                <a:lnTo>
                  <a:pt x="3025547" y="3379910"/>
                </a:lnTo>
                <a:cubicBezTo>
                  <a:pt x="2954076" y="3389662"/>
                  <a:pt x="2882061" y="3394876"/>
                  <a:pt x="2809931" y="3395518"/>
                </a:cubicBezTo>
                <a:cubicBezTo>
                  <a:pt x="2771248" y="3395709"/>
                  <a:pt x="2732599" y="3393003"/>
                  <a:pt x="2694320" y="3387425"/>
                </a:cubicBezTo>
                <a:cubicBezTo>
                  <a:pt x="2447831" y="3350244"/>
                  <a:pt x="2208816" y="3274149"/>
                  <a:pt x="1986201" y="3161982"/>
                </a:cubicBezTo>
                <a:cubicBezTo>
                  <a:pt x="1733394" y="3032231"/>
                  <a:pt x="1508981" y="2853403"/>
                  <a:pt x="1326060" y="2635949"/>
                </a:cubicBezTo>
                <a:cubicBezTo>
                  <a:pt x="1217733" y="2509082"/>
                  <a:pt x="1123712" y="2370672"/>
                  <a:pt x="1045703" y="2223215"/>
                </a:cubicBezTo>
                <a:cubicBezTo>
                  <a:pt x="1098306" y="2235932"/>
                  <a:pt x="1163049" y="2249805"/>
                  <a:pt x="1226635" y="2260789"/>
                </a:cubicBezTo>
                <a:lnTo>
                  <a:pt x="1293111" y="2273506"/>
                </a:lnTo>
                <a:cubicBezTo>
                  <a:pt x="1437625" y="2300675"/>
                  <a:pt x="1739371" y="2357324"/>
                  <a:pt x="2137074" y="2401835"/>
                </a:cubicBezTo>
                <a:cubicBezTo>
                  <a:pt x="2107049" y="2386620"/>
                  <a:pt x="2078754" y="2368209"/>
                  <a:pt x="2052677" y="2346919"/>
                </a:cubicBezTo>
                <a:cubicBezTo>
                  <a:pt x="1953396" y="2258794"/>
                  <a:pt x="1888492" y="2138396"/>
                  <a:pt x="1869434" y="2007021"/>
                </a:cubicBezTo>
                <a:cubicBezTo>
                  <a:pt x="1697456" y="1958204"/>
                  <a:pt x="1544288" y="1858442"/>
                  <a:pt x="1430111" y="1720882"/>
                </a:cubicBezTo>
                <a:cubicBezTo>
                  <a:pt x="1316413" y="1578500"/>
                  <a:pt x="1254087" y="1401915"/>
                  <a:pt x="1253225" y="1219705"/>
                </a:cubicBezTo>
                <a:lnTo>
                  <a:pt x="1253225" y="1156118"/>
                </a:lnTo>
                <a:lnTo>
                  <a:pt x="1318546" y="1175772"/>
                </a:lnTo>
                <a:cubicBezTo>
                  <a:pt x="1896365" y="1357687"/>
                  <a:pt x="2498972" y="1448564"/>
                  <a:pt x="3104740" y="1445148"/>
                </a:cubicBezTo>
                <a:cubicBezTo>
                  <a:pt x="3126128" y="1333582"/>
                  <a:pt x="3189136" y="1010447"/>
                  <a:pt x="3195495" y="978076"/>
                </a:cubicBezTo>
                <a:lnTo>
                  <a:pt x="3195495" y="970561"/>
                </a:lnTo>
                <a:cubicBezTo>
                  <a:pt x="3206478" y="911021"/>
                  <a:pt x="3241740" y="731245"/>
                  <a:pt x="3403017" y="731245"/>
                </a:cubicBezTo>
                <a:lnTo>
                  <a:pt x="3410532" y="731245"/>
                </a:lnTo>
                <a:cubicBezTo>
                  <a:pt x="3551650" y="731245"/>
                  <a:pt x="3595844" y="870214"/>
                  <a:pt x="3612433" y="943681"/>
                </a:cubicBezTo>
                <a:lnTo>
                  <a:pt x="3613569" y="949114"/>
                </a:lnTo>
                <a:lnTo>
                  <a:pt x="3749851" y="898881"/>
                </a:lnTo>
                <a:cubicBezTo>
                  <a:pt x="3703098" y="825347"/>
                  <a:pt x="3682715" y="738112"/>
                  <a:pt x="3692045" y="651472"/>
                </a:cubicBezTo>
                <a:cubicBezTo>
                  <a:pt x="3713173" y="560458"/>
                  <a:pt x="3760857" y="477767"/>
                  <a:pt x="3829044" y="413890"/>
                </a:cubicBezTo>
                <a:cubicBezTo>
                  <a:pt x="3855091" y="500459"/>
                  <a:pt x="3869855" y="590025"/>
                  <a:pt x="3872977" y="680375"/>
                </a:cubicBezTo>
                <a:cubicBezTo>
                  <a:pt x="3876445" y="781536"/>
                  <a:pt x="3773551" y="878649"/>
                  <a:pt x="3753319" y="897147"/>
                </a:cubicBezTo>
                <a:cubicBezTo>
                  <a:pt x="3946673" y="814901"/>
                  <a:pt x="4128385" y="707619"/>
                  <a:pt x="4293802" y="578059"/>
                </a:cubicBezTo>
                <a:cubicBezTo>
                  <a:pt x="4251436" y="505605"/>
                  <a:pt x="4232649" y="421770"/>
                  <a:pt x="4240042" y="338164"/>
                </a:cubicBezTo>
                <a:cubicBezTo>
                  <a:pt x="4256176" y="251788"/>
                  <a:pt x="4296235" y="171675"/>
                  <a:pt x="4355654" y="106941"/>
                </a:cubicBezTo>
                <a:cubicBezTo>
                  <a:pt x="4379655" y="191173"/>
                  <a:pt x="4394002" y="277860"/>
                  <a:pt x="4398430" y="365333"/>
                </a:cubicBezTo>
                <a:cubicBezTo>
                  <a:pt x="4403633" y="462447"/>
                  <a:pt x="4312300" y="561873"/>
                  <a:pt x="4296692" y="578059"/>
                </a:cubicBezTo>
                <a:cubicBezTo>
                  <a:pt x="4355931" y="531640"/>
                  <a:pt x="4411581" y="480820"/>
                  <a:pt x="4463172" y="426029"/>
                </a:cubicBezTo>
                <a:cubicBezTo>
                  <a:pt x="4476722" y="411725"/>
                  <a:pt x="4489457" y="396672"/>
                  <a:pt x="4501324" y="380941"/>
                </a:cubicBezTo>
                <a:cubicBezTo>
                  <a:pt x="4487399" y="310047"/>
                  <a:pt x="4499075" y="236512"/>
                  <a:pt x="4534273" y="173418"/>
                </a:cubicBezTo>
                <a:cubicBezTo>
                  <a:pt x="4572749" y="99064"/>
                  <a:pt x="4633335" y="38474"/>
                  <a:pt x="4707690" y="0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 w="3277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84" name="PA-矩形 7">
            <a:extLst>
              <a:ext uri="{FF2B5EF4-FFF2-40B4-BE49-F238E27FC236}">
                <a16:creationId xmlns:a16="http://schemas.microsoft.com/office/drawing/2014/main" id="{6A45F69E-50E2-4C6A-B522-5DEB8A36E6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385" name="直接连接符 384">
            <a:extLst>
              <a:ext uri="{FF2B5EF4-FFF2-40B4-BE49-F238E27FC236}">
                <a16:creationId xmlns:a16="http://schemas.microsoft.com/office/drawing/2014/main" id="{76CC35AF-B08A-4A7A-BEDA-695EA83B4364}"/>
              </a:ext>
            </a:extLst>
          </p:cNvPr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任意多边形: 形状 385">
            <a:extLst>
              <a:ext uri="{FF2B5EF4-FFF2-40B4-BE49-F238E27FC236}">
                <a16:creationId xmlns:a16="http://schemas.microsoft.com/office/drawing/2014/main" id="{E262451A-712F-4A97-B71B-0D6EF9EEAF7E}"/>
              </a:ext>
            </a:extLst>
          </p:cNvPr>
          <p:cNvSpPr/>
          <p:nvPr userDrawn="1"/>
        </p:nvSpPr>
        <p:spPr>
          <a:xfrm>
            <a:off x="364952" y="4186835"/>
            <a:ext cx="6051673" cy="1623189"/>
          </a:xfrm>
          <a:custGeom>
            <a:avLst/>
            <a:gdLst>
              <a:gd name="connsiteX0" fmla="*/ 5690966 w 6051673"/>
              <a:gd name="connsiteY0" fmla="*/ 41042 h 1623189"/>
              <a:gd name="connsiteX1" fmla="*/ 5377082 w 6051673"/>
              <a:gd name="connsiteY1" fmla="*/ 41042 h 1623189"/>
              <a:gd name="connsiteX2" fmla="*/ 5017530 w 6051673"/>
              <a:gd name="connsiteY2" fmla="*/ 37574 h 1623189"/>
              <a:gd name="connsiteX3" fmla="*/ 4474735 w 6051673"/>
              <a:gd name="connsiteY3" fmla="*/ 51447 h 1623189"/>
              <a:gd name="connsiteX4" fmla="*/ 3888008 w 6051673"/>
              <a:gd name="connsiteY4" fmla="*/ 187869 h 1623189"/>
              <a:gd name="connsiteX5" fmla="*/ 3473542 w 6051673"/>
              <a:gd name="connsiteY5" fmla="*/ 216194 h 1623189"/>
              <a:gd name="connsiteX6" fmla="*/ 3609963 w 6051673"/>
              <a:gd name="connsiteY6" fmla="*/ 809860 h 1623189"/>
              <a:gd name="connsiteX7" fmla="*/ 3031906 w 6051673"/>
              <a:gd name="connsiteY7" fmla="*/ 878649 h 1623189"/>
              <a:gd name="connsiteX8" fmla="*/ 3018033 w 6051673"/>
              <a:gd name="connsiteY8" fmla="*/ 878649 h 1623189"/>
              <a:gd name="connsiteX9" fmla="*/ 2439976 w 6051673"/>
              <a:gd name="connsiteY9" fmla="*/ 810438 h 1623189"/>
              <a:gd name="connsiteX10" fmla="*/ 2579866 w 6051673"/>
              <a:gd name="connsiteY10" fmla="*/ 215038 h 1623189"/>
              <a:gd name="connsiteX11" fmla="*/ 2164822 w 6051673"/>
              <a:gd name="connsiteY11" fmla="*/ 186135 h 1623189"/>
              <a:gd name="connsiteX12" fmla="*/ 1578094 w 6051673"/>
              <a:gd name="connsiteY12" fmla="*/ 49713 h 1623189"/>
              <a:gd name="connsiteX13" fmla="*/ 1035299 w 6051673"/>
              <a:gd name="connsiteY13" fmla="*/ 35840 h 1623189"/>
              <a:gd name="connsiteX14" fmla="*/ 675748 w 6051673"/>
              <a:gd name="connsiteY14" fmla="*/ 39308 h 1623189"/>
              <a:gd name="connsiteX15" fmla="*/ 361863 w 6051673"/>
              <a:gd name="connsiteY15" fmla="*/ 39308 h 1623189"/>
              <a:gd name="connsiteX16" fmla="*/ 0 w 6051673"/>
              <a:gd name="connsiteY16" fmla="*/ 0 h 1623189"/>
              <a:gd name="connsiteX17" fmla="*/ 346834 w 6051673"/>
              <a:gd name="connsiteY17" fmla="*/ 341633 h 1623189"/>
              <a:gd name="connsiteX18" fmla="*/ 851477 w 6051673"/>
              <a:gd name="connsiteY18" fmla="*/ 572856 h 1623189"/>
              <a:gd name="connsiteX19" fmla="*/ 2078691 w 6051673"/>
              <a:gd name="connsiteY19" fmla="*/ 845122 h 1623189"/>
              <a:gd name="connsiteX20" fmla="*/ 2628423 w 6051673"/>
              <a:gd name="connsiteY20" fmla="*/ 906974 h 1623189"/>
              <a:gd name="connsiteX21" fmla="*/ 2682182 w 6051673"/>
              <a:gd name="connsiteY21" fmla="*/ 912177 h 1623189"/>
              <a:gd name="connsiteX22" fmla="*/ 2528419 w 6051673"/>
              <a:gd name="connsiteY22" fmla="*/ 1538793 h 1623189"/>
              <a:gd name="connsiteX23" fmla="*/ 3026126 w 6051673"/>
              <a:gd name="connsiteY23" fmla="*/ 1623189 h 1623189"/>
              <a:gd name="connsiteX24" fmla="*/ 3524410 w 6051673"/>
              <a:gd name="connsiteY24" fmla="*/ 1538793 h 1623189"/>
              <a:gd name="connsiteX25" fmla="*/ 3369491 w 6051673"/>
              <a:gd name="connsiteY25" fmla="*/ 912755 h 1623189"/>
              <a:gd name="connsiteX26" fmla="*/ 3423250 w 6051673"/>
              <a:gd name="connsiteY26" fmla="*/ 907552 h 1623189"/>
              <a:gd name="connsiteX27" fmla="*/ 3972982 w 6051673"/>
              <a:gd name="connsiteY27" fmla="*/ 845700 h 1623189"/>
              <a:gd name="connsiteX28" fmla="*/ 5200197 w 6051673"/>
              <a:gd name="connsiteY28" fmla="*/ 573434 h 1623189"/>
              <a:gd name="connsiteX29" fmla="*/ 5704840 w 6051673"/>
              <a:gd name="connsiteY29" fmla="*/ 342211 h 1623189"/>
              <a:gd name="connsiteX30" fmla="*/ 6051673 w 6051673"/>
              <a:gd name="connsiteY30" fmla="*/ 578 h 1623189"/>
              <a:gd name="connsiteX31" fmla="*/ 5689810 w 6051673"/>
              <a:gd name="connsiteY31" fmla="*/ 39886 h 162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51673" h="1623189">
                <a:moveTo>
                  <a:pt x="5690966" y="41042"/>
                </a:moveTo>
                <a:cubicBezTo>
                  <a:pt x="5604836" y="41042"/>
                  <a:pt x="5498473" y="41042"/>
                  <a:pt x="5377082" y="41042"/>
                </a:cubicBezTo>
                <a:cubicBezTo>
                  <a:pt x="5268985" y="41042"/>
                  <a:pt x="5145859" y="37574"/>
                  <a:pt x="5017530" y="37574"/>
                </a:cubicBezTo>
                <a:cubicBezTo>
                  <a:pt x="4867814" y="37574"/>
                  <a:pt x="4678789" y="37574"/>
                  <a:pt x="4474735" y="51447"/>
                </a:cubicBezTo>
                <a:cubicBezTo>
                  <a:pt x="4282156" y="108964"/>
                  <a:pt x="4086206" y="154521"/>
                  <a:pt x="3888008" y="187869"/>
                </a:cubicBezTo>
                <a:cubicBezTo>
                  <a:pt x="3750719" y="207344"/>
                  <a:pt x="3612200" y="216813"/>
                  <a:pt x="3473542" y="216194"/>
                </a:cubicBezTo>
                <a:lnTo>
                  <a:pt x="3609963" y="809860"/>
                </a:lnTo>
                <a:lnTo>
                  <a:pt x="3031906" y="878649"/>
                </a:lnTo>
                <a:lnTo>
                  <a:pt x="3018033" y="878649"/>
                </a:lnTo>
                <a:lnTo>
                  <a:pt x="2439976" y="810438"/>
                </a:lnTo>
                <a:lnTo>
                  <a:pt x="2579866" y="215038"/>
                </a:lnTo>
                <a:cubicBezTo>
                  <a:pt x="2441000" y="215494"/>
                  <a:pt x="2302283" y="205829"/>
                  <a:pt x="2164822" y="186135"/>
                </a:cubicBezTo>
                <a:cubicBezTo>
                  <a:pt x="1966623" y="152787"/>
                  <a:pt x="1770674" y="107230"/>
                  <a:pt x="1578094" y="49713"/>
                </a:cubicBezTo>
                <a:cubicBezTo>
                  <a:pt x="1374040" y="38152"/>
                  <a:pt x="1185016" y="35840"/>
                  <a:pt x="1035299" y="35840"/>
                </a:cubicBezTo>
                <a:cubicBezTo>
                  <a:pt x="906393" y="35840"/>
                  <a:pt x="783845" y="35840"/>
                  <a:pt x="675748" y="39308"/>
                </a:cubicBezTo>
                <a:cubicBezTo>
                  <a:pt x="553778" y="39308"/>
                  <a:pt x="447994" y="42776"/>
                  <a:pt x="361863" y="39308"/>
                </a:cubicBezTo>
                <a:cubicBezTo>
                  <a:pt x="240419" y="35394"/>
                  <a:pt x="119451" y="22250"/>
                  <a:pt x="0" y="0"/>
                </a:cubicBezTo>
                <a:cubicBezTo>
                  <a:pt x="98042" y="130439"/>
                  <a:pt x="214933" y="245571"/>
                  <a:pt x="346834" y="341633"/>
                </a:cubicBezTo>
                <a:cubicBezTo>
                  <a:pt x="507915" y="433405"/>
                  <a:pt x="676789" y="510778"/>
                  <a:pt x="851477" y="572856"/>
                </a:cubicBezTo>
                <a:cubicBezTo>
                  <a:pt x="1254394" y="689405"/>
                  <a:pt x="1664288" y="780345"/>
                  <a:pt x="2078691" y="845122"/>
                </a:cubicBezTo>
                <a:cubicBezTo>
                  <a:pt x="2268294" y="869400"/>
                  <a:pt x="2624955" y="906396"/>
                  <a:pt x="2628423" y="906974"/>
                </a:cubicBezTo>
                <a:lnTo>
                  <a:pt x="2682182" y="912177"/>
                </a:lnTo>
                <a:lnTo>
                  <a:pt x="2528419" y="1538793"/>
                </a:lnTo>
                <a:lnTo>
                  <a:pt x="3026126" y="1623189"/>
                </a:lnTo>
                <a:lnTo>
                  <a:pt x="3524410" y="1538793"/>
                </a:lnTo>
                <a:lnTo>
                  <a:pt x="3369491" y="912755"/>
                </a:lnTo>
                <a:lnTo>
                  <a:pt x="3423250" y="907552"/>
                </a:lnTo>
                <a:cubicBezTo>
                  <a:pt x="3426719" y="907552"/>
                  <a:pt x="3783380" y="869979"/>
                  <a:pt x="3972982" y="845700"/>
                </a:cubicBezTo>
                <a:cubicBezTo>
                  <a:pt x="4387385" y="780923"/>
                  <a:pt x="4797280" y="689983"/>
                  <a:pt x="5200197" y="573434"/>
                </a:cubicBezTo>
                <a:cubicBezTo>
                  <a:pt x="5374885" y="511357"/>
                  <a:pt x="5543736" y="433983"/>
                  <a:pt x="5704840" y="342211"/>
                </a:cubicBezTo>
                <a:cubicBezTo>
                  <a:pt x="5836752" y="246149"/>
                  <a:pt x="5953635" y="131017"/>
                  <a:pt x="6051673" y="578"/>
                </a:cubicBezTo>
                <a:cubicBezTo>
                  <a:pt x="5932247" y="22827"/>
                  <a:pt x="5811260" y="35973"/>
                  <a:pt x="5689810" y="39886"/>
                </a:cubicBezTo>
              </a:path>
            </a:pathLst>
          </a:custGeom>
          <a:solidFill>
            <a:schemeClr val="bg1">
              <a:alpha val="3000"/>
            </a:schemeClr>
          </a:solidFill>
          <a:ln w="327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7" name="任意多边形: 形状 386">
            <a:extLst>
              <a:ext uri="{FF2B5EF4-FFF2-40B4-BE49-F238E27FC236}">
                <a16:creationId xmlns:a16="http://schemas.microsoft.com/office/drawing/2014/main" id="{B8113265-6A6C-41E2-BB92-4CD45BA423A2}"/>
              </a:ext>
            </a:extLst>
          </p:cNvPr>
          <p:cNvSpPr/>
          <p:nvPr userDrawn="1"/>
        </p:nvSpPr>
        <p:spPr>
          <a:xfrm>
            <a:off x="708895" y="3289687"/>
            <a:ext cx="5362052" cy="1683885"/>
          </a:xfrm>
          <a:custGeom>
            <a:avLst/>
            <a:gdLst>
              <a:gd name="connsiteX0" fmla="*/ 5007126 w 5362052"/>
              <a:gd name="connsiteY0" fmla="*/ 38730 h 1683885"/>
              <a:gd name="connsiteX1" fmla="*/ 4868392 w 5362052"/>
              <a:gd name="connsiteY1" fmla="*/ 45089 h 1683885"/>
              <a:gd name="connsiteX2" fmla="*/ 4216922 w 5362052"/>
              <a:gd name="connsiteY2" fmla="*/ 79194 h 1683885"/>
              <a:gd name="connsiteX3" fmla="*/ 4143509 w 5362052"/>
              <a:gd name="connsiteY3" fmla="*/ 117924 h 1683885"/>
              <a:gd name="connsiteX4" fmla="*/ 3407065 w 5362052"/>
              <a:gd name="connsiteY4" fmla="*/ 353194 h 1683885"/>
              <a:gd name="connsiteX5" fmla="*/ 3275268 w 5362052"/>
              <a:gd name="connsiteY5" fmla="*/ 361865 h 1683885"/>
              <a:gd name="connsiteX6" fmla="*/ 3113412 w 5362052"/>
              <a:gd name="connsiteY6" fmla="*/ 353194 h 1683885"/>
              <a:gd name="connsiteX7" fmla="*/ 3240585 w 5362052"/>
              <a:gd name="connsiteY7" fmla="*/ 882696 h 1683885"/>
              <a:gd name="connsiteX8" fmla="*/ 2682182 w 5362052"/>
              <a:gd name="connsiteY8" fmla="*/ 919692 h 1683885"/>
              <a:gd name="connsiteX9" fmla="*/ 2124358 w 5362052"/>
              <a:gd name="connsiteY9" fmla="*/ 885008 h 1683885"/>
              <a:gd name="connsiteX10" fmla="*/ 2250952 w 5362052"/>
              <a:gd name="connsiteY10" fmla="*/ 355506 h 1683885"/>
              <a:gd name="connsiteX11" fmla="*/ 2089674 w 5362052"/>
              <a:gd name="connsiteY11" fmla="*/ 364177 h 1683885"/>
              <a:gd name="connsiteX12" fmla="*/ 1957877 w 5362052"/>
              <a:gd name="connsiteY12" fmla="*/ 355506 h 1683885"/>
              <a:gd name="connsiteX13" fmla="*/ 1220855 w 5362052"/>
              <a:gd name="connsiteY13" fmla="*/ 120236 h 1683885"/>
              <a:gd name="connsiteX14" fmla="*/ 1148020 w 5362052"/>
              <a:gd name="connsiteY14" fmla="*/ 81506 h 1683885"/>
              <a:gd name="connsiteX15" fmla="*/ 496551 w 5362052"/>
              <a:gd name="connsiteY15" fmla="*/ 47401 h 1683885"/>
              <a:gd name="connsiteX16" fmla="*/ 357817 w 5362052"/>
              <a:gd name="connsiteY16" fmla="*/ 41042 h 1683885"/>
              <a:gd name="connsiteX17" fmla="*/ 0 w 5362052"/>
              <a:gd name="connsiteY17" fmla="*/ 578 h 1683885"/>
              <a:gd name="connsiteX18" fmla="*/ 340475 w 5362052"/>
              <a:gd name="connsiteY18" fmla="*/ 375160 h 1683885"/>
              <a:gd name="connsiteX19" fmla="*/ 845119 w 5362052"/>
              <a:gd name="connsiteY19" fmla="*/ 701764 h 1683885"/>
              <a:gd name="connsiteX20" fmla="*/ 1837642 w 5362052"/>
              <a:gd name="connsiteY20" fmla="*/ 990793 h 1683885"/>
              <a:gd name="connsiteX21" fmla="*/ 2265982 w 5362052"/>
              <a:gd name="connsiteY21" fmla="*/ 1017961 h 1683885"/>
              <a:gd name="connsiteX22" fmla="*/ 2294884 w 5362052"/>
              <a:gd name="connsiteY22" fmla="*/ 1017961 h 1683885"/>
              <a:gd name="connsiteX23" fmla="*/ 2352690 w 5362052"/>
              <a:gd name="connsiteY23" fmla="*/ 1017961 h 1683885"/>
              <a:gd name="connsiteX24" fmla="*/ 2211066 w 5362052"/>
              <a:gd name="connsiteY24" fmla="*/ 1626079 h 1683885"/>
              <a:gd name="connsiteX25" fmla="*/ 2673511 w 5362052"/>
              <a:gd name="connsiteY25" fmla="*/ 1683885 h 1683885"/>
              <a:gd name="connsiteX26" fmla="*/ 2679292 w 5362052"/>
              <a:gd name="connsiteY26" fmla="*/ 1683885 h 1683885"/>
              <a:gd name="connsiteX27" fmla="*/ 2685651 w 5362052"/>
              <a:gd name="connsiteY27" fmla="*/ 1683885 h 1683885"/>
              <a:gd name="connsiteX28" fmla="*/ 3150986 w 5362052"/>
              <a:gd name="connsiteY28" fmla="*/ 1626079 h 1683885"/>
              <a:gd name="connsiteX29" fmla="*/ 3009940 w 5362052"/>
              <a:gd name="connsiteY29" fmla="*/ 1017384 h 1683885"/>
              <a:gd name="connsiteX30" fmla="*/ 3067746 w 5362052"/>
              <a:gd name="connsiteY30" fmla="*/ 1017384 h 1683885"/>
              <a:gd name="connsiteX31" fmla="*/ 3096071 w 5362052"/>
              <a:gd name="connsiteY31" fmla="*/ 1017384 h 1683885"/>
              <a:gd name="connsiteX32" fmla="*/ 3524411 w 5362052"/>
              <a:gd name="connsiteY32" fmla="*/ 990215 h 1683885"/>
              <a:gd name="connsiteX33" fmla="*/ 4516934 w 5362052"/>
              <a:gd name="connsiteY33" fmla="*/ 701185 h 1683885"/>
              <a:gd name="connsiteX34" fmla="*/ 5020999 w 5362052"/>
              <a:gd name="connsiteY34" fmla="*/ 375160 h 1683885"/>
              <a:gd name="connsiteX35" fmla="*/ 5362052 w 5362052"/>
              <a:gd name="connsiteY35" fmla="*/ 0 h 1683885"/>
              <a:gd name="connsiteX36" fmla="*/ 5004813 w 5362052"/>
              <a:gd name="connsiteY36" fmla="*/ 40464 h 1683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62052" h="1683885">
                <a:moveTo>
                  <a:pt x="5007126" y="38730"/>
                </a:moveTo>
                <a:lnTo>
                  <a:pt x="4868392" y="45089"/>
                </a:lnTo>
                <a:cubicBezTo>
                  <a:pt x="4700177" y="53181"/>
                  <a:pt x="4481672" y="63008"/>
                  <a:pt x="4216922" y="79194"/>
                </a:cubicBezTo>
                <a:lnTo>
                  <a:pt x="4143509" y="117924"/>
                </a:lnTo>
                <a:cubicBezTo>
                  <a:pt x="3912130" y="235079"/>
                  <a:pt x="3663514" y="314504"/>
                  <a:pt x="3407065" y="353194"/>
                </a:cubicBezTo>
                <a:cubicBezTo>
                  <a:pt x="3363410" y="359350"/>
                  <a:pt x="3319356" y="362246"/>
                  <a:pt x="3275268" y="361865"/>
                </a:cubicBezTo>
                <a:cubicBezTo>
                  <a:pt x="3221203" y="361778"/>
                  <a:pt x="3167177" y="358888"/>
                  <a:pt x="3113412" y="353194"/>
                </a:cubicBezTo>
                <a:lnTo>
                  <a:pt x="3240585" y="882696"/>
                </a:lnTo>
                <a:lnTo>
                  <a:pt x="2682182" y="919692"/>
                </a:lnTo>
                <a:lnTo>
                  <a:pt x="2124358" y="885008"/>
                </a:lnTo>
                <a:lnTo>
                  <a:pt x="2250952" y="355506"/>
                </a:lnTo>
                <a:cubicBezTo>
                  <a:pt x="2197384" y="361217"/>
                  <a:pt x="2143549" y="364108"/>
                  <a:pt x="2089674" y="364177"/>
                </a:cubicBezTo>
                <a:cubicBezTo>
                  <a:pt x="2045586" y="364558"/>
                  <a:pt x="2001532" y="361662"/>
                  <a:pt x="1957877" y="355506"/>
                </a:cubicBezTo>
                <a:cubicBezTo>
                  <a:pt x="1701267" y="316730"/>
                  <a:pt x="1452471" y="237311"/>
                  <a:pt x="1220855" y="120236"/>
                </a:cubicBezTo>
                <a:lnTo>
                  <a:pt x="1148020" y="81506"/>
                </a:lnTo>
                <a:cubicBezTo>
                  <a:pt x="882692" y="65321"/>
                  <a:pt x="664765" y="55494"/>
                  <a:pt x="496551" y="47401"/>
                </a:cubicBezTo>
                <a:lnTo>
                  <a:pt x="357817" y="41042"/>
                </a:lnTo>
                <a:cubicBezTo>
                  <a:pt x="311572" y="41042"/>
                  <a:pt x="126594" y="19654"/>
                  <a:pt x="0" y="578"/>
                </a:cubicBezTo>
                <a:cubicBezTo>
                  <a:pt x="94460" y="141497"/>
                  <a:pt x="209187" y="267716"/>
                  <a:pt x="340475" y="375160"/>
                </a:cubicBezTo>
                <a:cubicBezTo>
                  <a:pt x="493764" y="505524"/>
                  <a:pt x="663407" y="615320"/>
                  <a:pt x="845119" y="701764"/>
                </a:cubicBezTo>
                <a:cubicBezTo>
                  <a:pt x="1161558" y="842024"/>
                  <a:pt x="1495374" y="939235"/>
                  <a:pt x="1837642" y="990793"/>
                </a:cubicBezTo>
                <a:cubicBezTo>
                  <a:pt x="1979578" y="1010164"/>
                  <a:pt x="2122733" y="1019245"/>
                  <a:pt x="2265982" y="1017961"/>
                </a:cubicBezTo>
                <a:lnTo>
                  <a:pt x="2294884" y="1017961"/>
                </a:lnTo>
                <a:lnTo>
                  <a:pt x="2352690" y="1017961"/>
                </a:lnTo>
                <a:lnTo>
                  <a:pt x="2211066" y="1626079"/>
                </a:lnTo>
                <a:lnTo>
                  <a:pt x="2673511" y="1683885"/>
                </a:lnTo>
                <a:lnTo>
                  <a:pt x="2679292" y="1683885"/>
                </a:lnTo>
                <a:lnTo>
                  <a:pt x="2685651" y="1683885"/>
                </a:lnTo>
                <a:lnTo>
                  <a:pt x="3150986" y="1626079"/>
                </a:lnTo>
                <a:lnTo>
                  <a:pt x="3009940" y="1017384"/>
                </a:lnTo>
                <a:lnTo>
                  <a:pt x="3067746" y="1017384"/>
                </a:lnTo>
                <a:lnTo>
                  <a:pt x="3096071" y="1017384"/>
                </a:lnTo>
                <a:cubicBezTo>
                  <a:pt x="3239319" y="1018701"/>
                  <a:pt x="3382475" y="1009620"/>
                  <a:pt x="3524411" y="990215"/>
                </a:cubicBezTo>
                <a:cubicBezTo>
                  <a:pt x="3866713" y="938802"/>
                  <a:pt x="4200546" y="841584"/>
                  <a:pt x="4516934" y="701185"/>
                </a:cubicBezTo>
                <a:cubicBezTo>
                  <a:pt x="4698547" y="615118"/>
                  <a:pt x="4868028" y="505501"/>
                  <a:pt x="5020999" y="375160"/>
                </a:cubicBezTo>
                <a:cubicBezTo>
                  <a:pt x="5152622" y="267699"/>
                  <a:pt x="5267598" y="141266"/>
                  <a:pt x="5362052" y="0"/>
                </a:cubicBezTo>
                <a:cubicBezTo>
                  <a:pt x="5236036" y="19076"/>
                  <a:pt x="5051058" y="38152"/>
                  <a:pt x="5004813" y="40464"/>
                </a:cubicBezTo>
              </a:path>
            </a:pathLst>
          </a:custGeom>
          <a:solidFill>
            <a:schemeClr val="bg1">
              <a:alpha val="3000"/>
            </a:schemeClr>
          </a:solidFill>
          <a:ln w="3277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8" name="矩形 387">
            <a:extLst>
              <a:ext uri="{FF2B5EF4-FFF2-40B4-BE49-F238E27FC236}">
                <a16:creationId xmlns:a16="http://schemas.microsoft.com/office/drawing/2014/main" id="{984438D7-2AA3-4291-A960-8524D72ACA85}"/>
              </a:ext>
            </a:extLst>
          </p:cNvPr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309E43E4-07B2-4579-B2A6-8C81D1EEAE1E}"/>
              </a:ext>
            </a:extLst>
          </p:cNvPr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90" name="标题 47">
            <a:extLst>
              <a:ext uri="{FF2B5EF4-FFF2-40B4-BE49-F238E27FC236}">
                <a16:creationId xmlns:a16="http://schemas.microsoft.com/office/drawing/2014/main" id="{2ABB6D7A-4DAD-4BF8-B3B8-7CAD9D115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391" name="文本占位符 87">
            <a:extLst>
              <a:ext uri="{FF2B5EF4-FFF2-40B4-BE49-F238E27FC236}">
                <a16:creationId xmlns:a16="http://schemas.microsoft.com/office/drawing/2014/main" id="{7143FC03-9000-43E6-B095-0DDA6AED13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92" name="文本占位符 53">
            <a:extLst>
              <a:ext uri="{FF2B5EF4-FFF2-40B4-BE49-F238E27FC236}">
                <a16:creationId xmlns:a16="http://schemas.microsoft.com/office/drawing/2014/main" id="{4E49B2D1-9A26-4609-B1C2-434CECF19C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2BACA59-1EE3-4D3C-BB52-72B0475B0643}"/>
              </a:ext>
            </a:extLst>
          </p:cNvPr>
          <p:cNvGrpSpPr/>
          <p:nvPr userDrawn="1"/>
        </p:nvGrpSpPr>
        <p:grpSpPr>
          <a:xfrm>
            <a:off x="1103958" y="2343600"/>
            <a:ext cx="2855205" cy="2170238"/>
            <a:chOff x="1103958" y="2343600"/>
            <a:chExt cx="2855205" cy="2170238"/>
          </a:xfrm>
        </p:grpSpPr>
        <p:sp>
          <p:nvSpPr>
            <p:cNvPr id="517" name="任意多边形: 形状 516">
              <a:extLst>
                <a:ext uri="{FF2B5EF4-FFF2-40B4-BE49-F238E27FC236}">
                  <a16:creationId xmlns:a16="http://schemas.microsoft.com/office/drawing/2014/main" id="{A0E141B4-4ACB-46D6-888C-40266201315E}"/>
                </a:ext>
              </a:extLst>
            </p:cNvPr>
            <p:cNvSpPr/>
            <p:nvPr/>
          </p:nvSpPr>
          <p:spPr>
            <a:xfrm>
              <a:off x="1103958" y="3865242"/>
              <a:ext cx="2855205" cy="648596"/>
            </a:xfrm>
            <a:custGeom>
              <a:avLst/>
              <a:gdLst>
                <a:gd name="connsiteX0" fmla="*/ 47995 w 2855205"/>
                <a:gd name="connsiteY0" fmla="*/ 596363 h 648596"/>
                <a:gd name="connsiteX1" fmla="*/ 47000 w 2855205"/>
                <a:gd name="connsiteY1" fmla="*/ 626451 h 648596"/>
                <a:gd name="connsiteX2" fmla="*/ 73110 w 2855205"/>
                <a:gd name="connsiteY2" fmla="*/ 626451 h 648596"/>
                <a:gd name="connsiteX3" fmla="*/ 85793 w 2855205"/>
                <a:gd name="connsiteY3" fmla="*/ 622473 h 648596"/>
                <a:gd name="connsiteX4" fmla="*/ 90022 w 2855205"/>
                <a:gd name="connsiteY4" fmla="*/ 610537 h 648596"/>
                <a:gd name="connsiteX5" fmla="*/ 85793 w 2855205"/>
                <a:gd name="connsiteY5" fmla="*/ 599843 h 648596"/>
                <a:gd name="connsiteX6" fmla="*/ 72862 w 2855205"/>
                <a:gd name="connsiteY6" fmla="*/ 596363 h 648596"/>
                <a:gd name="connsiteX7" fmla="*/ 46254 w 2855205"/>
                <a:gd name="connsiteY7" fmla="*/ 551851 h 648596"/>
                <a:gd name="connsiteX8" fmla="*/ 47000 w 2855205"/>
                <a:gd name="connsiteY8" fmla="*/ 576718 h 648596"/>
                <a:gd name="connsiteX9" fmla="*/ 71867 w 2855205"/>
                <a:gd name="connsiteY9" fmla="*/ 576718 h 648596"/>
                <a:gd name="connsiteX10" fmla="*/ 84051 w 2855205"/>
                <a:gd name="connsiteY10" fmla="*/ 573486 h 648596"/>
                <a:gd name="connsiteX11" fmla="*/ 88030 w 2855205"/>
                <a:gd name="connsiteY11" fmla="*/ 563539 h 648596"/>
                <a:gd name="connsiteX12" fmla="*/ 83803 w 2855205"/>
                <a:gd name="connsiteY12" fmla="*/ 554835 h 648596"/>
                <a:gd name="connsiteX13" fmla="*/ 71121 w 2855205"/>
                <a:gd name="connsiteY13" fmla="*/ 551851 h 648596"/>
                <a:gd name="connsiteX14" fmla="*/ 1579290 w 2855205"/>
                <a:gd name="connsiteY14" fmla="*/ 549614 h 648596"/>
                <a:gd name="connsiteX15" fmla="*/ 1558652 w 2855205"/>
                <a:gd name="connsiteY15" fmla="*/ 560059 h 648596"/>
                <a:gd name="connsiteX16" fmla="*/ 1551191 w 2855205"/>
                <a:gd name="connsiteY16" fmla="*/ 589401 h 648596"/>
                <a:gd name="connsiteX17" fmla="*/ 1558652 w 2855205"/>
                <a:gd name="connsiteY17" fmla="*/ 617998 h 648596"/>
                <a:gd name="connsiteX18" fmla="*/ 1579290 w 2855205"/>
                <a:gd name="connsiteY18" fmla="*/ 628443 h 648596"/>
                <a:gd name="connsiteX19" fmla="*/ 1599930 w 2855205"/>
                <a:gd name="connsiteY19" fmla="*/ 617998 h 648596"/>
                <a:gd name="connsiteX20" fmla="*/ 1607639 w 2855205"/>
                <a:gd name="connsiteY20" fmla="*/ 589401 h 648596"/>
                <a:gd name="connsiteX21" fmla="*/ 1599930 w 2855205"/>
                <a:gd name="connsiteY21" fmla="*/ 560059 h 648596"/>
                <a:gd name="connsiteX22" fmla="*/ 1579290 w 2855205"/>
                <a:gd name="connsiteY22" fmla="*/ 549614 h 648596"/>
                <a:gd name="connsiteX23" fmla="*/ 2575455 w 2855205"/>
                <a:gd name="connsiteY23" fmla="*/ 549613 h 648596"/>
                <a:gd name="connsiteX24" fmla="*/ 2554817 w 2855205"/>
                <a:gd name="connsiteY24" fmla="*/ 560059 h 648596"/>
                <a:gd name="connsiteX25" fmla="*/ 2547356 w 2855205"/>
                <a:gd name="connsiteY25" fmla="*/ 589403 h 648596"/>
                <a:gd name="connsiteX26" fmla="*/ 2554817 w 2855205"/>
                <a:gd name="connsiteY26" fmla="*/ 617997 h 648596"/>
                <a:gd name="connsiteX27" fmla="*/ 2575455 w 2855205"/>
                <a:gd name="connsiteY27" fmla="*/ 628443 h 648596"/>
                <a:gd name="connsiteX28" fmla="*/ 2596095 w 2855205"/>
                <a:gd name="connsiteY28" fmla="*/ 617997 h 648596"/>
                <a:gd name="connsiteX29" fmla="*/ 2603554 w 2855205"/>
                <a:gd name="connsiteY29" fmla="*/ 589403 h 648596"/>
                <a:gd name="connsiteX30" fmla="*/ 2596095 w 2855205"/>
                <a:gd name="connsiteY30" fmla="*/ 560059 h 648596"/>
                <a:gd name="connsiteX31" fmla="*/ 2575455 w 2855205"/>
                <a:gd name="connsiteY31" fmla="*/ 549613 h 648596"/>
                <a:gd name="connsiteX32" fmla="*/ 2363342 w 2855205"/>
                <a:gd name="connsiteY32" fmla="*/ 549613 h 648596"/>
                <a:gd name="connsiteX33" fmla="*/ 2342704 w 2855205"/>
                <a:gd name="connsiteY33" fmla="*/ 560059 h 648596"/>
                <a:gd name="connsiteX34" fmla="*/ 2335243 w 2855205"/>
                <a:gd name="connsiteY34" fmla="*/ 589403 h 648596"/>
                <a:gd name="connsiteX35" fmla="*/ 2342704 w 2855205"/>
                <a:gd name="connsiteY35" fmla="*/ 617997 h 648596"/>
                <a:gd name="connsiteX36" fmla="*/ 2363342 w 2855205"/>
                <a:gd name="connsiteY36" fmla="*/ 628443 h 648596"/>
                <a:gd name="connsiteX37" fmla="*/ 2383982 w 2855205"/>
                <a:gd name="connsiteY37" fmla="*/ 617997 h 648596"/>
                <a:gd name="connsiteX38" fmla="*/ 2391441 w 2855205"/>
                <a:gd name="connsiteY38" fmla="*/ 589403 h 648596"/>
                <a:gd name="connsiteX39" fmla="*/ 2383982 w 2855205"/>
                <a:gd name="connsiteY39" fmla="*/ 560059 h 648596"/>
                <a:gd name="connsiteX40" fmla="*/ 2363342 w 2855205"/>
                <a:gd name="connsiteY40" fmla="*/ 549613 h 648596"/>
                <a:gd name="connsiteX41" fmla="*/ 2758680 w 2855205"/>
                <a:gd name="connsiteY41" fmla="*/ 533059 h 648596"/>
                <a:gd name="connsiteX42" fmla="*/ 2771611 w 2855205"/>
                <a:gd name="connsiteY42" fmla="*/ 533059 h 648596"/>
                <a:gd name="connsiteX43" fmla="*/ 2784294 w 2855205"/>
                <a:gd name="connsiteY43" fmla="*/ 533059 h 648596"/>
                <a:gd name="connsiteX44" fmla="*/ 2805928 w 2855205"/>
                <a:gd name="connsiteY44" fmla="*/ 581798 h 648596"/>
                <a:gd name="connsiteX45" fmla="*/ 2826318 w 2855205"/>
                <a:gd name="connsiteY45" fmla="*/ 533059 h 648596"/>
                <a:gd name="connsiteX46" fmla="*/ 2838502 w 2855205"/>
                <a:gd name="connsiteY46" fmla="*/ 533059 h 648596"/>
                <a:gd name="connsiteX47" fmla="*/ 2850686 w 2855205"/>
                <a:gd name="connsiteY47" fmla="*/ 533059 h 648596"/>
                <a:gd name="connsiteX48" fmla="*/ 2816371 w 2855205"/>
                <a:gd name="connsiteY48" fmla="*/ 602686 h 648596"/>
                <a:gd name="connsiteX49" fmla="*/ 2816371 w 2855205"/>
                <a:gd name="connsiteY49" fmla="*/ 645705 h 648596"/>
                <a:gd name="connsiteX50" fmla="*/ 2805678 w 2855205"/>
                <a:gd name="connsiteY50" fmla="*/ 645705 h 648596"/>
                <a:gd name="connsiteX51" fmla="*/ 2794736 w 2855205"/>
                <a:gd name="connsiteY51" fmla="*/ 645705 h 648596"/>
                <a:gd name="connsiteX52" fmla="*/ 2794736 w 2855205"/>
                <a:gd name="connsiteY52" fmla="*/ 603185 h 648596"/>
                <a:gd name="connsiteX53" fmla="*/ 2437153 w 2855205"/>
                <a:gd name="connsiteY53" fmla="*/ 533059 h 648596"/>
                <a:gd name="connsiteX54" fmla="*/ 2447846 w 2855205"/>
                <a:gd name="connsiteY54" fmla="*/ 533059 h 648596"/>
                <a:gd name="connsiteX55" fmla="*/ 2458788 w 2855205"/>
                <a:gd name="connsiteY55" fmla="*/ 533059 h 648596"/>
                <a:gd name="connsiteX56" fmla="*/ 2458788 w 2855205"/>
                <a:gd name="connsiteY56" fmla="*/ 625564 h 648596"/>
                <a:gd name="connsiteX57" fmla="*/ 2510511 w 2855205"/>
                <a:gd name="connsiteY57" fmla="*/ 625564 h 648596"/>
                <a:gd name="connsiteX58" fmla="*/ 2510511 w 2855205"/>
                <a:gd name="connsiteY58" fmla="*/ 635511 h 648596"/>
                <a:gd name="connsiteX59" fmla="*/ 2510511 w 2855205"/>
                <a:gd name="connsiteY59" fmla="*/ 645705 h 648596"/>
                <a:gd name="connsiteX60" fmla="*/ 2437153 w 2855205"/>
                <a:gd name="connsiteY60" fmla="*/ 645705 h 648596"/>
                <a:gd name="connsiteX61" fmla="*/ 2207880 w 2855205"/>
                <a:gd name="connsiteY61" fmla="*/ 533059 h 648596"/>
                <a:gd name="connsiteX62" fmla="*/ 2219318 w 2855205"/>
                <a:gd name="connsiteY62" fmla="*/ 533059 h 648596"/>
                <a:gd name="connsiteX63" fmla="*/ 2230510 w 2855205"/>
                <a:gd name="connsiteY63" fmla="*/ 533059 h 648596"/>
                <a:gd name="connsiteX64" fmla="*/ 2272286 w 2855205"/>
                <a:gd name="connsiteY64" fmla="*/ 612134 h 648596"/>
                <a:gd name="connsiteX65" fmla="*/ 2272286 w 2855205"/>
                <a:gd name="connsiteY65" fmla="*/ 533059 h 648596"/>
                <a:gd name="connsiteX66" fmla="*/ 2282232 w 2855205"/>
                <a:gd name="connsiteY66" fmla="*/ 533059 h 648596"/>
                <a:gd name="connsiteX67" fmla="*/ 2292427 w 2855205"/>
                <a:gd name="connsiteY67" fmla="*/ 533059 h 648596"/>
                <a:gd name="connsiteX68" fmla="*/ 2292427 w 2855205"/>
                <a:gd name="connsiteY68" fmla="*/ 645705 h 648596"/>
                <a:gd name="connsiteX69" fmla="*/ 2281734 w 2855205"/>
                <a:gd name="connsiteY69" fmla="*/ 645705 h 648596"/>
                <a:gd name="connsiteX70" fmla="*/ 2270792 w 2855205"/>
                <a:gd name="connsiteY70" fmla="*/ 645705 h 648596"/>
                <a:gd name="connsiteX71" fmla="*/ 2228022 w 2855205"/>
                <a:gd name="connsiteY71" fmla="*/ 564390 h 648596"/>
                <a:gd name="connsiteX72" fmla="*/ 2228022 w 2855205"/>
                <a:gd name="connsiteY72" fmla="*/ 645705 h 648596"/>
                <a:gd name="connsiteX73" fmla="*/ 2218075 w 2855205"/>
                <a:gd name="connsiteY73" fmla="*/ 645705 h 648596"/>
                <a:gd name="connsiteX74" fmla="*/ 2207880 w 2855205"/>
                <a:gd name="connsiteY74" fmla="*/ 645705 h 648596"/>
                <a:gd name="connsiteX75" fmla="*/ 2097970 w 2855205"/>
                <a:gd name="connsiteY75" fmla="*/ 533059 h 648596"/>
                <a:gd name="connsiteX76" fmla="*/ 2108911 w 2855205"/>
                <a:gd name="connsiteY76" fmla="*/ 533059 h 648596"/>
                <a:gd name="connsiteX77" fmla="*/ 2119853 w 2855205"/>
                <a:gd name="connsiteY77" fmla="*/ 533059 h 648596"/>
                <a:gd name="connsiteX78" fmla="*/ 2119853 w 2855205"/>
                <a:gd name="connsiteY78" fmla="*/ 575084 h 648596"/>
                <a:gd name="connsiteX79" fmla="*/ 2160386 w 2855205"/>
                <a:gd name="connsiteY79" fmla="*/ 575084 h 648596"/>
                <a:gd name="connsiteX80" fmla="*/ 2160386 w 2855205"/>
                <a:gd name="connsiteY80" fmla="*/ 533059 h 648596"/>
                <a:gd name="connsiteX81" fmla="*/ 2171079 w 2855205"/>
                <a:gd name="connsiteY81" fmla="*/ 533059 h 648596"/>
                <a:gd name="connsiteX82" fmla="*/ 2182018 w 2855205"/>
                <a:gd name="connsiteY82" fmla="*/ 533059 h 648596"/>
                <a:gd name="connsiteX83" fmla="*/ 2182018 w 2855205"/>
                <a:gd name="connsiteY83" fmla="*/ 645705 h 648596"/>
                <a:gd name="connsiteX84" fmla="*/ 2171079 w 2855205"/>
                <a:gd name="connsiteY84" fmla="*/ 645705 h 648596"/>
                <a:gd name="connsiteX85" fmla="*/ 2160386 w 2855205"/>
                <a:gd name="connsiteY85" fmla="*/ 645705 h 648596"/>
                <a:gd name="connsiteX86" fmla="*/ 2160386 w 2855205"/>
                <a:gd name="connsiteY86" fmla="*/ 594729 h 648596"/>
                <a:gd name="connsiteX87" fmla="*/ 2119853 w 2855205"/>
                <a:gd name="connsiteY87" fmla="*/ 594729 h 648596"/>
                <a:gd name="connsiteX88" fmla="*/ 2119853 w 2855205"/>
                <a:gd name="connsiteY88" fmla="*/ 645705 h 648596"/>
                <a:gd name="connsiteX89" fmla="*/ 2108911 w 2855205"/>
                <a:gd name="connsiteY89" fmla="*/ 645705 h 648596"/>
                <a:gd name="connsiteX90" fmla="*/ 2097970 w 2855205"/>
                <a:gd name="connsiteY90" fmla="*/ 645705 h 648596"/>
                <a:gd name="connsiteX91" fmla="*/ 1886601 w 2855205"/>
                <a:gd name="connsiteY91" fmla="*/ 533059 h 648596"/>
                <a:gd name="connsiteX92" fmla="*/ 1962943 w 2855205"/>
                <a:gd name="connsiteY92" fmla="*/ 533059 h 648596"/>
                <a:gd name="connsiteX93" fmla="*/ 1962943 w 2855205"/>
                <a:gd name="connsiteY93" fmla="*/ 543006 h 648596"/>
                <a:gd name="connsiteX94" fmla="*/ 1962943 w 2855205"/>
                <a:gd name="connsiteY94" fmla="*/ 552953 h 648596"/>
                <a:gd name="connsiteX95" fmla="*/ 1908236 w 2855205"/>
                <a:gd name="connsiteY95" fmla="*/ 552953 h 648596"/>
                <a:gd name="connsiteX96" fmla="*/ 1908236 w 2855205"/>
                <a:gd name="connsiteY96" fmla="*/ 576825 h 648596"/>
                <a:gd name="connsiteX97" fmla="*/ 1958964 w 2855205"/>
                <a:gd name="connsiteY97" fmla="*/ 576825 h 648596"/>
                <a:gd name="connsiteX98" fmla="*/ 1958964 w 2855205"/>
                <a:gd name="connsiteY98" fmla="*/ 586524 h 648596"/>
                <a:gd name="connsiteX99" fmla="*/ 1958964 w 2855205"/>
                <a:gd name="connsiteY99" fmla="*/ 596220 h 648596"/>
                <a:gd name="connsiteX100" fmla="*/ 1908236 w 2855205"/>
                <a:gd name="connsiteY100" fmla="*/ 596220 h 648596"/>
                <a:gd name="connsiteX101" fmla="*/ 1908236 w 2855205"/>
                <a:gd name="connsiteY101" fmla="*/ 625564 h 648596"/>
                <a:gd name="connsiteX102" fmla="*/ 1965428 w 2855205"/>
                <a:gd name="connsiteY102" fmla="*/ 625564 h 648596"/>
                <a:gd name="connsiteX103" fmla="*/ 1965428 w 2855205"/>
                <a:gd name="connsiteY103" fmla="*/ 635511 h 648596"/>
                <a:gd name="connsiteX104" fmla="*/ 1965428 w 2855205"/>
                <a:gd name="connsiteY104" fmla="*/ 645705 h 648596"/>
                <a:gd name="connsiteX105" fmla="*/ 1886601 w 2855205"/>
                <a:gd name="connsiteY105" fmla="*/ 645705 h 648596"/>
                <a:gd name="connsiteX106" fmla="*/ 1652606 w 2855205"/>
                <a:gd name="connsiteY106" fmla="*/ 533059 h 648596"/>
                <a:gd name="connsiteX107" fmla="*/ 1726460 w 2855205"/>
                <a:gd name="connsiteY107" fmla="*/ 533059 h 648596"/>
                <a:gd name="connsiteX108" fmla="*/ 1726460 w 2855205"/>
                <a:gd name="connsiteY108" fmla="*/ 543006 h 648596"/>
                <a:gd name="connsiteX109" fmla="*/ 1726460 w 2855205"/>
                <a:gd name="connsiteY109" fmla="*/ 552953 h 648596"/>
                <a:gd name="connsiteX110" fmla="*/ 1674241 w 2855205"/>
                <a:gd name="connsiteY110" fmla="*/ 552953 h 648596"/>
                <a:gd name="connsiteX111" fmla="*/ 1674241 w 2855205"/>
                <a:gd name="connsiteY111" fmla="*/ 578566 h 648596"/>
                <a:gd name="connsiteX112" fmla="*/ 1719748 w 2855205"/>
                <a:gd name="connsiteY112" fmla="*/ 578566 h 648596"/>
                <a:gd name="connsiteX113" fmla="*/ 1719748 w 2855205"/>
                <a:gd name="connsiteY113" fmla="*/ 588265 h 648596"/>
                <a:gd name="connsiteX114" fmla="*/ 1719748 w 2855205"/>
                <a:gd name="connsiteY114" fmla="*/ 597961 h 648596"/>
                <a:gd name="connsiteX115" fmla="*/ 1674241 w 2855205"/>
                <a:gd name="connsiteY115" fmla="*/ 597961 h 648596"/>
                <a:gd name="connsiteX116" fmla="*/ 1674241 w 2855205"/>
                <a:gd name="connsiteY116" fmla="*/ 645705 h 648596"/>
                <a:gd name="connsiteX117" fmla="*/ 1663548 w 2855205"/>
                <a:gd name="connsiteY117" fmla="*/ 645705 h 648596"/>
                <a:gd name="connsiteX118" fmla="*/ 1652606 w 2855205"/>
                <a:gd name="connsiteY118" fmla="*/ 645705 h 648596"/>
                <a:gd name="connsiteX119" fmla="*/ 1386533 w 2855205"/>
                <a:gd name="connsiteY119" fmla="*/ 533059 h 648596"/>
                <a:gd name="connsiteX120" fmla="*/ 1462874 w 2855205"/>
                <a:gd name="connsiteY120" fmla="*/ 533059 h 648596"/>
                <a:gd name="connsiteX121" fmla="*/ 1462874 w 2855205"/>
                <a:gd name="connsiteY121" fmla="*/ 543006 h 648596"/>
                <a:gd name="connsiteX122" fmla="*/ 1462874 w 2855205"/>
                <a:gd name="connsiteY122" fmla="*/ 552953 h 648596"/>
                <a:gd name="connsiteX123" fmla="*/ 1408168 w 2855205"/>
                <a:gd name="connsiteY123" fmla="*/ 552953 h 648596"/>
                <a:gd name="connsiteX124" fmla="*/ 1408168 w 2855205"/>
                <a:gd name="connsiteY124" fmla="*/ 576825 h 648596"/>
                <a:gd name="connsiteX125" fmla="*/ 1458896 w 2855205"/>
                <a:gd name="connsiteY125" fmla="*/ 576825 h 648596"/>
                <a:gd name="connsiteX126" fmla="*/ 1458896 w 2855205"/>
                <a:gd name="connsiteY126" fmla="*/ 586524 h 648596"/>
                <a:gd name="connsiteX127" fmla="*/ 1458896 w 2855205"/>
                <a:gd name="connsiteY127" fmla="*/ 596220 h 648596"/>
                <a:gd name="connsiteX128" fmla="*/ 1408168 w 2855205"/>
                <a:gd name="connsiteY128" fmla="*/ 596220 h 648596"/>
                <a:gd name="connsiteX129" fmla="*/ 1408168 w 2855205"/>
                <a:gd name="connsiteY129" fmla="*/ 625564 h 648596"/>
                <a:gd name="connsiteX130" fmla="*/ 1465112 w 2855205"/>
                <a:gd name="connsiteY130" fmla="*/ 625564 h 648596"/>
                <a:gd name="connsiteX131" fmla="*/ 1465112 w 2855205"/>
                <a:gd name="connsiteY131" fmla="*/ 635511 h 648596"/>
                <a:gd name="connsiteX132" fmla="*/ 1465112 w 2855205"/>
                <a:gd name="connsiteY132" fmla="*/ 645705 h 648596"/>
                <a:gd name="connsiteX133" fmla="*/ 1386533 w 2855205"/>
                <a:gd name="connsiteY133" fmla="*/ 645705 h 648596"/>
                <a:gd name="connsiteX134" fmla="*/ 1040635 w 2855205"/>
                <a:gd name="connsiteY134" fmla="*/ 533059 h 648596"/>
                <a:gd name="connsiteX135" fmla="*/ 1051577 w 2855205"/>
                <a:gd name="connsiteY135" fmla="*/ 533059 h 648596"/>
                <a:gd name="connsiteX136" fmla="*/ 1062518 w 2855205"/>
                <a:gd name="connsiteY136" fmla="*/ 533059 h 648596"/>
                <a:gd name="connsiteX137" fmla="*/ 1062518 w 2855205"/>
                <a:gd name="connsiteY137" fmla="*/ 645705 h 648596"/>
                <a:gd name="connsiteX138" fmla="*/ 1051577 w 2855205"/>
                <a:gd name="connsiteY138" fmla="*/ 645705 h 648596"/>
                <a:gd name="connsiteX139" fmla="*/ 1040635 w 2855205"/>
                <a:gd name="connsiteY139" fmla="*/ 645705 h 648596"/>
                <a:gd name="connsiteX140" fmla="*/ 735271 w 2855205"/>
                <a:gd name="connsiteY140" fmla="*/ 533059 h 648596"/>
                <a:gd name="connsiteX141" fmla="*/ 746460 w 2855205"/>
                <a:gd name="connsiteY141" fmla="*/ 533059 h 648596"/>
                <a:gd name="connsiteX142" fmla="*/ 757900 w 2855205"/>
                <a:gd name="connsiteY142" fmla="*/ 533059 h 648596"/>
                <a:gd name="connsiteX143" fmla="*/ 799428 w 2855205"/>
                <a:gd name="connsiteY143" fmla="*/ 612134 h 648596"/>
                <a:gd name="connsiteX144" fmla="*/ 799428 w 2855205"/>
                <a:gd name="connsiteY144" fmla="*/ 533059 h 648596"/>
                <a:gd name="connsiteX145" fmla="*/ 809623 w 2855205"/>
                <a:gd name="connsiteY145" fmla="*/ 533059 h 648596"/>
                <a:gd name="connsiteX146" fmla="*/ 819818 w 2855205"/>
                <a:gd name="connsiteY146" fmla="*/ 533059 h 648596"/>
                <a:gd name="connsiteX147" fmla="*/ 819818 w 2855205"/>
                <a:gd name="connsiteY147" fmla="*/ 645705 h 648596"/>
                <a:gd name="connsiteX148" fmla="*/ 808876 w 2855205"/>
                <a:gd name="connsiteY148" fmla="*/ 645705 h 648596"/>
                <a:gd name="connsiteX149" fmla="*/ 798183 w 2855205"/>
                <a:gd name="connsiteY149" fmla="*/ 645705 h 648596"/>
                <a:gd name="connsiteX150" fmla="*/ 755412 w 2855205"/>
                <a:gd name="connsiteY150" fmla="*/ 564390 h 648596"/>
                <a:gd name="connsiteX151" fmla="*/ 755412 w 2855205"/>
                <a:gd name="connsiteY151" fmla="*/ 645705 h 648596"/>
                <a:gd name="connsiteX152" fmla="*/ 745218 w 2855205"/>
                <a:gd name="connsiteY152" fmla="*/ 645705 h 648596"/>
                <a:gd name="connsiteX153" fmla="*/ 735271 w 2855205"/>
                <a:gd name="connsiteY153" fmla="*/ 645705 h 648596"/>
                <a:gd name="connsiteX154" fmla="*/ 688521 w 2855205"/>
                <a:gd name="connsiteY154" fmla="*/ 533059 h 648596"/>
                <a:gd name="connsiteX155" fmla="*/ 699462 w 2855205"/>
                <a:gd name="connsiteY155" fmla="*/ 533059 h 648596"/>
                <a:gd name="connsiteX156" fmla="*/ 710156 w 2855205"/>
                <a:gd name="connsiteY156" fmla="*/ 533059 h 648596"/>
                <a:gd name="connsiteX157" fmla="*/ 710156 w 2855205"/>
                <a:gd name="connsiteY157" fmla="*/ 645705 h 648596"/>
                <a:gd name="connsiteX158" fmla="*/ 699462 w 2855205"/>
                <a:gd name="connsiteY158" fmla="*/ 645705 h 648596"/>
                <a:gd name="connsiteX159" fmla="*/ 688521 w 2855205"/>
                <a:gd name="connsiteY159" fmla="*/ 645705 h 648596"/>
                <a:gd name="connsiteX160" fmla="*/ 415235 w 2855205"/>
                <a:gd name="connsiteY160" fmla="*/ 533059 h 648596"/>
                <a:gd name="connsiteX161" fmla="*/ 426424 w 2855205"/>
                <a:gd name="connsiteY161" fmla="*/ 533059 h 648596"/>
                <a:gd name="connsiteX162" fmla="*/ 437864 w 2855205"/>
                <a:gd name="connsiteY162" fmla="*/ 533059 h 648596"/>
                <a:gd name="connsiteX163" fmla="*/ 479392 w 2855205"/>
                <a:gd name="connsiteY163" fmla="*/ 612134 h 648596"/>
                <a:gd name="connsiteX164" fmla="*/ 479392 w 2855205"/>
                <a:gd name="connsiteY164" fmla="*/ 533059 h 648596"/>
                <a:gd name="connsiteX165" fmla="*/ 489587 w 2855205"/>
                <a:gd name="connsiteY165" fmla="*/ 533059 h 648596"/>
                <a:gd name="connsiteX166" fmla="*/ 499782 w 2855205"/>
                <a:gd name="connsiteY166" fmla="*/ 533059 h 648596"/>
                <a:gd name="connsiteX167" fmla="*/ 499782 w 2855205"/>
                <a:gd name="connsiteY167" fmla="*/ 645705 h 648596"/>
                <a:gd name="connsiteX168" fmla="*/ 488840 w 2855205"/>
                <a:gd name="connsiteY168" fmla="*/ 645705 h 648596"/>
                <a:gd name="connsiteX169" fmla="*/ 478147 w 2855205"/>
                <a:gd name="connsiteY169" fmla="*/ 645705 h 648596"/>
                <a:gd name="connsiteX170" fmla="*/ 435376 w 2855205"/>
                <a:gd name="connsiteY170" fmla="*/ 564390 h 648596"/>
                <a:gd name="connsiteX171" fmla="*/ 435376 w 2855205"/>
                <a:gd name="connsiteY171" fmla="*/ 645705 h 648596"/>
                <a:gd name="connsiteX172" fmla="*/ 425182 w 2855205"/>
                <a:gd name="connsiteY172" fmla="*/ 645705 h 648596"/>
                <a:gd name="connsiteX173" fmla="*/ 415235 w 2855205"/>
                <a:gd name="connsiteY173" fmla="*/ 645705 h 648596"/>
                <a:gd name="connsiteX174" fmla="*/ 368485 w 2855205"/>
                <a:gd name="connsiteY174" fmla="*/ 533059 h 648596"/>
                <a:gd name="connsiteX175" fmla="*/ 379426 w 2855205"/>
                <a:gd name="connsiteY175" fmla="*/ 533059 h 648596"/>
                <a:gd name="connsiteX176" fmla="*/ 390120 w 2855205"/>
                <a:gd name="connsiteY176" fmla="*/ 533059 h 648596"/>
                <a:gd name="connsiteX177" fmla="*/ 390120 w 2855205"/>
                <a:gd name="connsiteY177" fmla="*/ 645705 h 648596"/>
                <a:gd name="connsiteX178" fmla="*/ 379426 w 2855205"/>
                <a:gd name="connsiteY178" fmla="*/ 645705 h 648596"/>
                <a:gd name="connsiteX179" fmla="*/ 368485 w 2855205"/>
                <a:gd name="connsiteY179" fmla="*/ 645705 h 648596"/>
                <a:gd name="connsiteX180" fmla="*/ 236442 w 2855205"/>
                <a:gd name="connsiteY180" fmla="*/ 533059 h 648596"/>
                <a:gd name="connsiteX181" fmla="*/ 247383 w 2855205"/>
                <a:gd name="connsiteY181" fmla="*/ 533059 h 648596"/>
                <a:gd name="connsiteX182" fmla="*/ 258077 w 2855205"/>
                <a:gd name="connsiteY182" fmla="*/ 533059 h 648596"/>
                <a:gd name="connsiteX183" fmla="*/ 258077 w 2855205"/>
                <a:gd name="connsiteY183" fmla="*/ 645705 h 648596"/>
                <a:gd name="connsiteX184" fmla="*/ 247383 w 2855205"/>
                <a:gd name="connsiteY184" fmla="*/ 645705 h 648596"/>
                <a:gd name="connsiteX185" fmla="*/ 236442 w 2855205"/>
                <a:gd name="connsiteY185" fmla="*/ 645705 h 648596"/>
                <a:gd name="connsiteX186" fmla="*/ 136231 w 2855205"/>
                <a:gd name="connsiteY186" fmla="*/ 533059 h 648596"/>
                <a:gd name="connsiteX187" fmla="*/ 212573 w 2855205"/>
                <a:gd name="connsiteY187" fmla="*/ 533059 h 648596"/>
                <a:gd name="connsiteX188" fmla="*/ 212573 w 2855205"/>
                <a:gd name="connsiteY188" fmla="*/ 543006 h 648596"/>
                <a:gd name="connsiteX189" fmla="*/ 212573 w 2855205"/>
                <a:gd name="connsiteY189" fmla="*/ 552953 h 648596"/>
                <a:gd name="connsiteX190" fmla="*/ 157866 w 2855205"/>
                <a:gd name="connsiteY190" fmla="*/ 552953 h 648596"/>
                <a:gd name="connsiteX191" fmla="*/ 157866 w 2855205"/>
                <a:gd name="connsiteY191" fmla="*/ 576825 h 648596"/>
                <a:gd name="connsiteX192" fmla="*/ 208594 w 2855205"/>
                <a:gd name="connsiteY192" fmla="*/ 576825 h 648596"/>
                <a:gd name="connsiteX193" fmla="*/ 208594 w 2855205"/>
                <a:gd name="connsiteY193" fmla="*/ 586524 h 648596"/>
                <a:gd name="connsiteX194" fmla="*/ 208594 w 2855205"/>
                <a:gd name="connsiteY194" fmla="*/ 596220 h 648596"/>
                <a:gd name="connsiteX195" fmla="*/ 157866 w 2855205"/>
                <a:gd name="connsiteY195" fmla="*/ 596220 h 648596"/>
                <a:gd name="connsiteX196" fmla="*/ 157866 w 2855205"/>
                <a:gd name="connsiteY196" fmla="*/ 625564 h 648596"/>
                <a:gd name="connsiteX197" fmla="*/ 214810 w 2855205"/>
                <a:gd name="connsiteY197" fmla="*/ 625564 h 648596"/>
                <a:gd name="connsiteX198" fmla="*/ 214810 w 2855205"/>
                <a:gd name="connsiteY198" fmla="*/ 635511 h 648596"/>
                <a:gd name="connsiteX199" fmla="*/ 214810 w 2855205"/>
                <a:gd name="connsiteY199" fmla="*/ 645705 h 648596"/>
                <a:gd name="connsiteX200" fmla="*/ 136231 w 2855205"/>
                <a:gd name="connsiteY200" fmla="*/ 645705 h 648596"/>
                <a:gd name="connsiteX201" fmla="*/ 1180926 w 2855205"/>
                <a:gd name="connsiteY201" fmla="*/ 532952 h 648596"/>
                <a:gd name="connsiteX202" fmla="*/ 1202561 w 2855205"/>
                <a:gd name="connsiteY202" fmla="*/ 532952 h 648596"/>
                <a:gd name="connsiteX203" fmla="*/ 1202561 w 2855205"/>
                <a:gd name="connsiteY203" fmla="*/ 604072 h 648596"/>
                <a:gd name="connsiteX204" fmla="*/ 1207534 w 2855205"/>
                <a:gd name="connsiteY204" fmla="*/ 622224 h 648596"/>
                <a:gd name="connsiteX205" fmla="*/ 1222702 w 2855205"/>
                <a:gd name="connsiteY205" fmla="*/ 628192 h 648596"/>
                <a:gd name="connsiteX206" fmla="*/ 1238369 w 2855205"/>
                <a:gd name="connsiteY206" fmla="*/ 622720 h 648596"/>
                <a:gd name="connsiteX207" fmla="*/ 1242843 w 2855205"/>
                <a:gd name="connsiteY207" fmla="*/ 604072 h 648596"/>
                <a:gd name="connsiteX208" fmla="*/ 1242843 w 2855205"/>
                <a:gd name="connsiteY208" fmla="*/ 532952 h 648596"/>
                <a:gd name="connsiteX209" fmla="*/ 1264726 w 2855205"/>
                <a:gd name="connsiteY209" fmla="*/ 532952 h 648596"/>
                <a:gd name="connsiteX210" fmla="*/ 1264726 w 2855205"/>
                <a:gd name="connsiteY210" fmla="*/ 602827 h 648596"/>
                <a:gd name="connsiteX211" fmla="*/ 1254779 w 2855205"/>
                <a:gd name="connsiteY211" fmla="*/ 637640 h 648596"/>
                <a:gd name="connsiteX212" fmla="*/ 1191121 w 2855205"/>
                <a:gd name="connsiteY212" fmla="*/ 637640 h 648596"/>
                <a:gd name="connsiteX213" fmla="*/ 1180926 w 2855205"/>
                <a:gd name="connsiteY213" fmla="*/ 603326 h 648596"/>
                <a:gd name="connsiteX214" fmla="*/ 1783654 w 2855205"/>
                <a:gd name="connsiteY214" fmla="*/ 532811 h 648596"/>
                <a:gd name="connsiteX215" fmla="*/ 1867953 w 2855205"/>
                <a:gd name="connsiteY215" fmla="*/ 532811 h 648596"/>
                <a:gd name="connsiteX216" fmla="*/ 1867953 w 2855205"/>
                <a:gd name="connsiteY216" fmla="*/ 543006 h 648596"/>
                <a:gd name="connsiteX217" fmla="*/ 1867953 w 2855205"/>
                <a:gd name="connsiteY217" fmla="*/ 552953 h 648596"/>
                <a:gd name="connsiteX218" fmla="*/ 1836619 w 2855205"/>
                <a:gd name="connsiteY218" fmla="*/ 552953 h 648596"/>
                <a:gd name="connsiteX219" fmla="*/ 1836619 w 2855205"/>
                <a:gd name="connsiteY219" fmla="*/ 645708 h 648596"/>
                <a:gd name="connsiteX220" fmla="*/ 1825926 w 2855205"/>
                <a:gd name="connsiteY220" fmla="*/ 645708 h 648596"/>
                <a:gd name="connsiteX221" fmla="*/ 1814987 w 2855205"/>
                <a:gd name="connsiteY221" fmla="*/ 645708 h 648596"/>
                <a:gd name="connsiteX222" fmla="*/ 1814987 w 2855205"/>
                <a:gd name="connsiteY222" fmla="*/ 552953 h 648596"/>
                <a:gd name="connsiteX223" fmla="*/ 1783654 w 2855205"/>
                <a:gd name="connsiteY223" fmla="*/ 552953 h 648596"/>
                <a:gd name="connsiteX224" fmla="*/ 1783654 w 2855205"/>
                <a:gd name="connsiteY224" fmla="*/ 543006 h 648596"/>
                <a:gd name="connsiteX225" fmla="*/ 1283583 w 2855205"/>
                <a:gd name="connsiteY225" fmla="*/ 532811 h 648596"/>
                <a:gd name="connsiteX226" fmla="*/ 1367882 w 2855205"/>
                <a:gd name="connsiteY226" fmla="*/ 532811 h 648596"/>
                <a:gd name="connsiteX227" fmla="*/ 1367882 w 2855205"/>
                <a:gd name="connsiteY227" fmla="*/ 543006 h 648596"/>
                <a:gd name="connsiteX228" fmla="*/ 1367882 w 2855205"/>
                <a:gd name="connsiteY228" fmla="*/ 552953 h 648596"/>
                <a:gd name="connsiteX229" fmla="*/ 1336548 w 2855205"/>
                <a:gd name="connsiteY229" fmla="*/ 552953 h 648596"/>
                <a:gd name="connsiteX230" fmla="*/ 1336548 w 2855205"/>
                <a:gd name="connsiteY230" fmla="*/ 645708 h 648596"/>
                <a:gd name="connsiteX231" fmla="*/ 1325607 w 2855205"/>
                <a:gd name="connsiteY231" fmla="*/ 645708 h 648596"/>
                <a:gd name="connsiteX232" fmla="*/ 1314914 w 2855205"/>
                <a:gd name="connsiteY232" fmla="*/ 645708 h 648596"/>
                <a:gd name="connsiteX233" fmla="*/ 1314914 w 2855205"/>
                <a:gd name="connsiteY233" fmla="*/ 552953 h 648596"/>
                <a:gd name="connsiteX234" fmla="*/ 1283583 w 2855205"/>
                <a:gd name="connsiteY234" fmla="*/ 552953 h 648596"/>
                <a:gd name="connsiteX235" fmla="*/ 1283583 w 2855205"/>
                <a:gd name="connsiteY235" fmla="*/ 543006 h 648596"/>
                <a:gd name="connsiteX236" fmla="*/ 1079427 w 2855205"/>
                <a:gd name="connsiteY236" fmla="*/ 532811 h 648596"/>
                <a:gd name="connsiteX237" fmla="*/ 1163726 w 2855205"/>
                <a:gd name="connsiteY237" fmla="*/ 532811 h 648596"/>
                <a:gd name="connsiteX238" fmla="*/ 1163726 w 2855205"/>
                <a:gd name="connsiteY238" fmla="*/ 543006 h 648596"/>
                <a:gd name="connsiteX239" fmla="*/ 1163726 w 2855205"/>
                <a:gd name="connsiteY239" fmla="*/ 552953 h 648596"/>
                <a:gd name="connsiteX240" fmla="*/ 1132392 w 2855205"/>
                <a:gd name="connsiteY240" fmla="*/ 552953 h 648596"/>
                <a:gd name="connsiteX241" fmla="*/ 1132392 w 2855205"/>
                <a:gd name="connsiteY241" fmla="*/ 645708 h 648596"/>
                <a:gd name="connsiteX242" fmla="*/ 1121699 w 2855205"/>
                <a:gd name="connsiteY242" fmla="*/ 645708 h 648596"/>
                <a:gd name="connsiteX243" fmla="*/ 1110758 w 2855205"/>
                <a:gd name="connsiteY243" fmla="*/ 645708 h 648596"/>
                <a:gd name="connsiteX244" fmla="*/ 1110758 w 2855205"/>
                <a:gd name="connsiteY244" fmla="*/ 552953 h 648596"/>
                <a:gd name="connsiteX245" fmla="*/ 1079427 w 2855205"/>
                <a:gd name="connsiteY245" fmla="*/ 552953 h 648596"/>
                <a:gd name="connsiteX246" fmla="*/ 1079427 w 2855205"/>
                <a:gd name="connsiteY246" fmla="*/ 543006 h 648596"/>
                <a:gd name="connsiteX247" fmla="*/ 939427 w 2855205"/>
                <a:gd name="connsiteY247" fmla="*/ 532811 h 648596"/>
                <a:gd name="connsiteX248" fmla="*/ 1023726 w 2855205"/>
                <a:gd name="connsiteY248" fmla="*/ 532811 h 648596"/>
                <a:gd name="connsiteX249" fmla="*/ 1023726 w 2855205"/>
                <a:gd name="connsiteY249" fmla="*/ 543006 h 648596"/>
                <a:gd name="connsiteX250" fmla="*/ 1023726 w 2855205"/>
                <a:gd name="connsiteY250" fmla="*/ 552953 h 648596"/>
                <a:gd name="connsiteX251" fmla="*/ 992392 w 2855205"/>
                <a:gd name="connsiteY251" fmla="*/ 552953 h 648596"/>
                <a:gd name="connsiteX252" fmla="*/ 992392 w 2855205"/>
                <a:gd name="connsiteY252" fmla="*/ 645708 h 648596"/>
                <a:gd name="connsiteX253" fmla="*/ 981702 w 2855205"/>
                <a:gd name="connsiteY253" fmla="*/ 645708 h 648596"/>
                <a:gd name="connsiteX254" fmla="*/ 970758 w 2855205"/>
                <a:gd name="connsiteY254" fmla="*/ 645708 h 648596"/>
                <a:gd name="connsiteX255" fmla="*/ 970758 w 2855205"/>
                <a:gd name="connsiteY255" fmla="*/ 552953 h 648596"/>
                <a:gd name="connsiteX256" fmla="*/ 939427 w 2855205"/>
                <a:gd name="connsiteY256" fmla="*/ 552953 h 648596"/>
                <a:gd name="connsiteX257" fmla="*/ 939427 w 2855205"/>
                <a:gd name="connsiteY257" fmla="*/ 543006 h 648596"/>
                <a:gd name="connsiteX258" fmla="*/ 320535 w 2855205"/>
                <a:gd name="connsiteY258" fmla="*/ 532456 h 648596"/>
                <a:gd name="connsiteX259" fmla="*/ 342170 w 2855205"/>
                <a:gd name="connsiteY259" fmla="*/ 532456 h 648596"/>
                <a:gd name="connsiteX260" fmla="*/ 342170 w 2855205"/>
                <a:gd name="connsiteY260" fmla="*/ 612528 h 648596"/>
                <a:gd name="connsiteX261" fmla="*/ 333714 w 2855205"/>
                <a:gd name="connsiteY261" fmla="*/ 637395 h 648596"/>
                <a:gd name="connsiteX262" fmla="*/ 308847 w 2855205"/>
                <a:gd name="connsiteY262" fmla="*/ 646096 h 648596"/>
                <a:gd name="connsiteX263" fmla="*/ 283980 w 2855205"/>
                <a:gd name="connsiteY263" fmla="*/ 636398 h 648596"/>
                <a:gd name="connsiteX264" fmla="*/ 276521 w 2855205"/>
                <a:gd name="connsiteY264" fmla="*/ 606558 h 648596"/>
                <a:gd name="connsiteX265" fmla="*/ 276521 w 2855205"/>
                <a:gd name="connsiteY265" fmla="*/ 599846 h 648596"/>
                <a:gd name="connsiteX266" fmla="*/ 297159 w 2855205"/>
                <a:gd name="connsiteY266" fmla="*/ 599846 h 648596"/>
                <a:gd name="connsiteX267" fmla="*/ 297159 w 2855205"/>
                <a:gd name="connsiteY267" fmla="*/ 606560 h 648596"/>
                <a:gd name="connsiteX268" fmla="*/ 299895 w 2855205"/>
                <a:gd name="connsiteY268" fmla="*/ 621728 h 648596"/>
                <a:gd name="connsiteX269" fmla="*/ 309594 w 2855205"/>
                <a:gd name="connsiteY269" fmla="*/ 626702 h 648596"/>
                <a:gd name="connsiteX270" fmla="*/ 318794 w 2855205"/>
                <a:gd name="connsiteY270" fmla="*/ 623219 h 648596"/>
                <a:gd name="connsiteX271" fmla="*/ 321530 w 2855205"/>
                <a:gd name="connsiteY271" fmla="*/ 611283 h 648596"/>
                <a:gd name="connsiteX272" fmla="*/ 26112 w 2855205"/>
                <a:gd name="connsiteY272" fmla="*/ 532456 h 648596"/>
                <a:gd name="connsiteX273" fmla="*/ 75846 w 2855205"/>
                <a:gd name="connsiteY273" fmla="*/ 532456 h 648596"/>
                <a:gd name="connsiteX274" fmla="*/ 99470 w 2855205"/>
                <a:gd name="connsiteY274" fmla="*/ 540163 h 648596"/>
                <a:gd name="connsiteX275" fmla="*/ 107924 w 2855205"/>
                <a:gd name="connsiteY275" fmla="*/ 561051 h 648596"/>
                <a:gd name="connsiteX276" fmla="*/ 98225 w 2855205"/>
                <a:gd name="connsiteY276" fmla="*/ 582438 h 648596"/>
                <a:gd name="connsiteX277" fmla="*/ 94745 w 2855205"/>
                <a:gd name="connsiteY277" fmla="*/ 584675 h 648596"/>
                <a:gd name="connsiteX278" fmla="*/ 101212 w 2855205"/>
                <a:gd name="connsiteY278" fmla="*/ 588406 h 648596"/>
                <a:gd name="connsiteX279" fmla="*/ 111158 w 2855205"/>
                <a:gd name="connsiteY279" fmla="*/ 610041 h 648596"/>
                <a:gd name="connsiteX280" fmla="*/ 100713 w 2855205"/>
                <a:gd name="connsiteY280" fmla="*/ 637393 h 648596"/>
                <a:gd name="connsiteX281" fmla="*/ 71867 w 2855205"/>
                <a:gd name="connsiteY281" fmla="*/ 646593 h 648596"/>
                <a:gd name="connsiteX282" fmla="*/ 26112 w 2855205"/>
                <a:gd name="connsiteY282" fmla="*/ 646593 h 648596"/>
                <a:gd name="connsiteX283" fmla="*/ 2573817 w 2855205"/>
                <a:gd name="connsiteY283" fmla="*/ 529919 h 648596"/>
                <a:gd name="connsiteX284" fmla="*/ 2609446 w 2855205"/>
                <a:gd name="connsiteY284" fmla="*/ 543322 h 648596"/>
                <a:gd name="connsiteX285" fmla="*/ 2611762 w 2855205"/>
                <a:gd name="connsiteY285" fmla="*/ 545635 h 648596"/>
                <a:gd name="connsiteX286" fmla="*/ 2625188 w 2855205"/>
                <a:gd name="connsiteY286" fmla="*/ 589651 h 648596"/>
                <a:gd name="connsiteX287" fmla="*/ 2611762 w 2855205"/>
                <a:gd name="connsiteY287" fmla="*/ 632421 h 648596"/>
                <a:gd name="connsiteX288" fmla="*/ 2541464 w 2855205"/>
                <a:gd name="connsiteY288" fmla="*/ 634734 h 648596"/>
                <a:gd name="connsiteX289" fmla="*/ 2539148 w 2855205"/>
                <a:gd name="connsiteY289" fmla="*/ 632421 h 648596"/>
                <a:gd name="connsiteX290" fmla="*/ 2525721 w 2855205"/>
                <a:gd name="connsiteY290" fmla="*/ 589651 h 648596"/>
                <a:gd name="connsiteX291" fmla="*/ 2539148 w 2855205"/>
                <a:gd name="connsiteY291" fmla="*/ 545635 h 648596"/>
                <a:gd name="connsiteX292" fmla="*/ 2573817 w 2855205"/>
                <a:gd name="connsiteY292" fmla="*/ 529919 h 648596"/>
                <a:gd name="connsiteX293" fmla="*/ 2361704 w 2855205"/>
                <a:gd name="connsiteY293" fmla="*/ 529919 h 648596"/>
                <a:gd name="connsiteX294" fmla="*/ 2397333 w 2855205"/>
                <a:gd name="connsiteY294" fmla="*/ 543322 h 648596"/>
                <a:gd name="connsiteX295" fmla="*/ 2399649 w 2855205"/>
                <a:gd name="connsiteY295" fmla="*/ 545635 h 648596"/>
                <a:gd name="connsiteX296" fmla="*/ 2413075 w 2855205"/>
                <a:gd name="connsiteY296" fmla="*/ 589651 h 648596"/>
                <a:gd name="connsiteX297" fmla="*/ 2399649 w 2855205"/>
                <a:gd name="connsiteY297" fmla="*/ 632421 h 648596"/>
                <a:gd name="connsiteX298" fmla="*/ 2329351 w 2855205"/>
                <a:gd name="connsiteY298" fmla="*/ 634734 h 648596"/>
                <a:gd name="connsiteX299" fmla="*/ 2327035 w 2855205"/>
                <a:gd name="connsiteY299" fmla="*/ 632421 h 648596"/>
                <a:gd name="connsiteX300" fmla="*/ 2313608 w 2855205"/>
                <a:gd name="connsiteY300" fmla="*/ 589651 h 648596"/>
                <a:gd name="connsiteX301" fmla="*/ 2327035 w 2855205"/>
                <a:gd name="connsiteY301" fmla="*/ 545635 h 648596"/>
                <a:gd name="connsiteX302" fmla="*/ 2361704 w 2855205"/>
                <a:gd name="connsiteY302" fmla="*/ 529919 h 648596"/>
                <a:gd name="connsiteX303" fmla="*/ 1577594 w 2855205"/>
                <a:gd name="connsiteY303" fmla="*/ 529793 h 648596"/>
                <a:gd name="connsiteX304" fmla="*/ 1613270 w 2855205"/>
                <a:gd name="connsiteY304" fmla="*/ 543063 h 648596"/>
                <a:gd name="connsiteX305" fmla="*/ 1615845 w 2855205"/>
                <a:gd name="connsiteY305" fmla="*/ 545635 h 648596"/>
                <a:gd name="connsiteX306" fmla="*/ 1629271 w 2855205"/>
                <a:gd name="connsiteY306" fmla="*/ 589651 h 648596"/>
                <a:gd name="connsiteX307" fmla="*/ 1615845 w 2855205"/>
                <a:gd name="connsiteY307" fmla="*/ 632422 h 648596"/>
                <a:gd name="connsiteX308" fmla="*/ 1545557 w 2855205"/>
                <a:gd name="connsiteY308" fmla="*/ 634994 h 648596"/>
                <a:gd name="connsiteX309" fmla="*/ 1542983 w 2855205"/>
                <a:gd name="connsiteY309" fmla="*/ 632422 h 648596"/>
                <a:gd name="connsiteX310" fmla="*/ 1529556 w 2855205"/>
                <a:gd name="connsiteY310" fmla="*/ 589651 h 648596"/>
                <a:gd name="connsiteX311" fmla="*/ 1542983 w 2855205"/>
                <a:gd name="connsiteY311" fmla="*/ 545635 h 648596"/>
                <a:gd name="connsiteX312" fmla="*/ 1577594 w 2855205"/>
                <a:gd name="connsiteY312" fmla="*/ 529793 h 648596"/>
                <a:gd name="connsiteX313" fmla="*/ 567697 w 2855205"/>
                <a:gd name="connsiteY313" fmla="*/ 529672 h 648596"/>
                <a:gd name="connsiteX314" fmla="*/ 603022 w 2855205"/>
                <a:gd name="connsiteY314" fmla="*/ 539667 h 648596"/>
                <a:gd name="connsiteX315" fmla="*/ 617443 w 2855205"/>
                <a:gd name="connsiteY315" fmla="*/ 567518 h 648596"/>
                <a:gd name="connsiteX316" fmla="*/ 595811 w 2855205"/>
                <a:gd name="connsiteY316" fmla="*/ 567518 h 648596"/>
                <a:gd name="connsiteX317" fmla="*/ 588102 w 2855205"/>
                <a:gd name="connsiteY317" fmla="*/ 554587 h 648596"/>
                <a:gd name="connsiteX318" fmla="*/ 573182 w 2855205"/>
                <a:gd name="connsiteY318" fmla="*/ 549118 h 648596"/>
                <a:gd name="connsiteX319" fmla="*/ 551051 w 2855205"/>
                <a:gd name="connsiteY319" fmla="*/ 559561 h 648596"/>
                <a:gd name="connsiteX320" fmla="*/ 543091 w 2855205"/>
                <a:gd name="connsiteY320" fmla="*/ 589153 h 648596"/>
                <a:gd name="connsiteX321" fmla="*/ 550800 w 2855205"/>
                <a:gd name="connsiteY321" fmla="*/ 618249 h 648596"/>
                <a:gd name="connsiteX322" fmla="*/ 573182 w 2855205"/>
                <a:gd name="connsiteY322" fmla="*/ 628443 h 648596"/>
                <a:gd name="connsiteX323" fmla="*/ 592827 w 2855205"/>
                <a:gd name="connsiteY323" fmla="*/ 617998 h 648596"/>
                <a:gd name="connsiteX324" fmla="*/ 598547 w 2855205"/>
                <a:gd name="connsiteY324" fmla="*/ 604073 h 648596"/>
                <a:gd name="connsiteX325" fmla="*/ 573678 w 2855205"/>
                <a:gd name="connsiteY325" fmla="*/ 604073 h 648596"/>
                <a:gd name="connsiteX326" fmla="*/ 573678 w 2855205"/>
                <a:gd name="connsiteY326" fmla="*/ 584675 h 648596"/>
                <a:gd name="connsiteX327" fmla="*/ 617195 w 2855205"/>
                <a:gd name="connsiteY327" fmla="*/ 584675 h 648596"/>
                <a:gd name="connsiteX328" fmla="*/ 617195 w 2855205"/>
                <a:gd name="connsiteY328" fmla="*/ 645350 h 648596"/>
                <a:gd name="connsiteX329" fmla="*/ 602774 w 2855205"/>
                <a:gd name="connsiteY329" fmla="*/ 645350 h 648596"/>
                <a:gd name="connsiteX330" fmla="*/ 600534 w 2855205"/>
                <a:gd name="connsiteY330" fmla="*/ 630929 h 648596"/>
                <a:gd name="connsiteX331" fmla="*/ 599291 w 2855205"/>
                <a:gd name="connsiteY331" fmla="*/ 632670 h 648596"/>
                <a:gd name="connsiteX332" fmla="*/ 569699 w 2855205"/>
                <a:gd name="connsiteY332" fmla="*/ 648585 h 648596"/>
                <a:gd name="connsiteX333" fmla="*/ 569950 w 2855205"/>
                <a:gd name="connsiteY333" fmla="*/ 648334 h 648596"/>
                <a:gd name="connsiteX334" fmla="*/ 534141 w 2855205"/>
                <a:gd name="connsiteY334" fmla="*/ 632419 h 648596"/>
                <a:gd name="connsiteX335" fmla="*/ 520712 w 2855205"/>
                <a:gd name="connsiteY335" fmla="*/ 589401 h 648596"/>
                <a:gd name="connsiteX336" fmla="*/ 534638 w 2855205"/>
                <a:gd name="connsiteY336" fmla="*/ 545635 h 648596"/>
                <a:gd name="connsiteX337" fmla="*/ 567697 w 2855205"/>
                <a:gd name="connsiteY337" fmla="*/ 529672 h 648596"/>
                <a:gd name="connsiteX338" fmla="*/ 2690201 w 2855205"/>
                <a:gd name="connsiteY338" fmla="*/ 529645 h 648596"/>
                <a:gd name="connsiteX339" fmla="*/ 2725650 w 2855205"/>
                <a:gd name="connsiteY339" fmla="*/ 539667 h 648596"/>
                <a:gd name="connsiteX340" fmla="*/ 2739824 w 2855205"/>
                <a:gd name="connsiteY340" fmla="*/ 567518 h 648596"/>
                <a:gd name="connsiteX341" fmla="*/ 2718189 w 2855205"/>
                <a:gd name="connsiteY341" fmla="*/ 567518 h 648596"/>
                <a:gd name="connsiteX342" fmla="*/ 2710730 w 2855205"/>
                <a:gd name="connsiteY342" fmla="*/ 554588 h 648596"/>
                <a:gd name="connsiteX343" fmla="*/ 2695562 w 2855205"/>
                <a:gd name="connsiteY343" fmla="*/ 549116 h 648596"/>
                <a:gd name="connsiteX344" fmla="*/ 2673679 w 2855205"/>
                <a:gd name="connsiteY344" fmla="*/ 559561 h 648596"/>
                <a:gd name="connsiteX345" fmla="*/ 2673679 w 2855205"/>
                <a:gd name="connsiteY345" fmla="*/ 618247 h 648596"/>
                <a:gd name="connsiteX346" fmla="*/ 2696058 w 2855205"/>
                <a:gd name="connsiteY346" fmla="*/ 628441 h 648596"/>
                <a:gd name="connsiteX347" fmla="*/ 2715704 w 2855205"/>
                <a:gd name="connsiteY347" fmla="*/ 617999 h 648596"/>
                <a:gd name="connsiteX348" fmla="*/ 2721421 w 2855205"/>
                <a:gd name="connsiteY348" fmla="*/ 604073 h 648596"/>
                <a:gd name="connsiteX349" fmla="*/ 2696554 w 2855205"/>
                <a:gd name="connsiteY349" fmla="*/ 604073 h 648596"/>
                <a:gd name="connsiteX350" fmla="*/ 2696554 w 2855205"/>
                <a:gd name="connsiteY350" fmla="*/ 584676 h 648596"/>
                <a:gd name="connsiteX351" fmla="*/ 2739824 w 2855205"/>
                <a:gd name="connsiteY351" fmla="*/ 584676 h 648596"/>
                <a:gd name="connsiteX352" fmla="*/ 2739824 w 2855205"/>
                <a:gd name="connsiteY352" fmla="*/ 645351 h 648596"/>
                <a:gd name="connsiteX353" fmla="*/ 2725400 w 2855205"/>
                <a:gd name="connsiteY353" fmla="*/ 645351 h 648596"/>
                <a:gd name="connsiteX354" fmla="*/ 2723410 w 2855205"/>
                <a:gd name="connsiteY354" fmla="*/ 630927 h 648596"/>
                <a:gd name="connsiteX355" fmla="*/ 2722168 w 2855205"/>
                <a:gd name="connsiteY355" fmla="*/ 632668 h 648596"/>
                <a:gd name="connsiteX356" fmla="*/ 2692328 w 2855205"/>
                <a:gd name="connsiteY356" fmla="*/ 648583 h 648596"/>
                <a:gd name="connsiteX357" fmla="*/ 2693074 w 2855205"/>
                <a:gd name="connsiteY357" fmla="*/ 648335 h 648596"/>
                <a:gd name="connsiteX358" fmla="*/ 2657015 w 2855205"/>
                <a:gd name="connsiteY358" fmla="*/ 632420 h 648596"/>
                <a:gd name="connsiteX359" fmla="*/ 2657015 w 2855205"/>
                <a:gd name="connsiteY359" fmla="*/ 545635 h 648596"/>
                <a:gd name="connsiteX360" fmla="*/ 2690201 w 2855205"/>
                <a:gd name="connsiteY360" fmla="*/ 529645 h 648596"/>
                <a:gd name="connsiteX361" fmla="*/ 2030871 w 2855205"/>
                <a:gd name="connsiteY361" fmla="*/ 529469 h 648596"/>
                <a:gd name="connsiteX362" fmla="*/ 2075632 w 2855205"/>
                <a:gd name="connsiteY362" fmla="*/ 569755 h 648596"/>
                <a:gd name="connsiteX363" fmla="*/ 2053997 w 2855205"/>
                <a:gd name="connsiteY363" fmla="*/ 569755 h 648596"/>
                <a:gd name="connsiteX364" fmla="*/ 2046786 w 2855205"/>
                <a:gd name="connsiteY364" fmla="*/ 555331 h 648596"/>
                <a:gd name="connsiteX365" fmla="*/ 2031119 w 2855205"/>
                <a:gd name="connsiteY365" fmla="*/ 549861 h 648596"/>
                <a:gd name="connsiteX366" fmla="*/ 2012221 w 2855205"/>
                <a:gd name="connsiteY366" fmla="*/ 560307 h 648596"/>
                <a:gd name="connsiteX367" fmla="*/ 2005258 w 2855205"/>
                <a:gd name="connsiteY367" fmla="*/ 589400 h 648596"/>
                <a:gd name="connsiteX368" fmla="*/ 2012221 w 2855205"/>
                <a:gd name="connsiteY368" fmla="*/ 617750 h 648596"/>
                <a:gd name="connsiteX369" fmla="*/ 2031119 w 2855205"/>
                <a:gd name="connsiteY369" fmla="*/ 627945 h 648596"/>
                <a:gd name="connsiteX370" fmla="*/ 2046786 w 2855205"/>
                <a:gd name="connsiteY370" fmla="*/ 621977 h 648596"/>
                <a:gd name="connsiteX371" fmla="*/ 2053997 w 2855205"/>
                <a:gd name="connsiteY371" fmla="*/ 605814 h 648596"/>
                <a:gd name="connsiteX372" fmla="*/ 2075632 w 2855205"/>
                <a:gd name="connsiteY372" fmla="*/ 605811 h 648596"/>
                <a:gd name="connsiteX373" fmla="*/ 2061706 w 2855205"/>
                <a:gd name="connsiteY373" fmla="*/ 636894 h 648596"/>
                <a:gd name="connsiteX374" fmla="*/ 2030871 w 2855205"/>
                <a:gd name="connsiteY374" fmla="*/ 648334 h 648596"/>
                <a:gd name="connsiteX375" fmla="*/ 1996058 w 2855205"/>
                <a:gd name="connsiteY375" fmla="*/ 632419 h 648596"/>
                <a:gd name="connsiteX376" fmla="*/ 1983127 w 2855205"/>
                <a:gd name="connsiteY376" fmla="*/ 589398 h 648596"/>
                <a:gd name="connsiteX377" fmla="*/ 1996058 w 2855205"/>
                <a:gd name="connsiteY377" fmla="*/ 545632 h 648596"/>
                <a:gd name="connsiteX378" fmla="*/ 2030871 w 2855205"/>
                <a:gd name="connsiteY378" fmla="*/ 529469 h 648596"/>
                <a:gd name="connsiteX379" fmla="*/ 882276 w 2855205"/>
                <a:gd name="connsiteY379" fmla="*/ 528976 h 648596"/>
                <a:gd name="connsiteX380" fmla="*/ 910626 w 2855205"/>
                <a:gd name="connsiteY380" fmla="*/ 538923 h 648596"/>
                <a:gd name="connsiteX381" fmla="*/ 922810 w 2855205"/>
                <a:gd name="connsiteY381" fmla="*/ 565776 h 648596"/>
                <a:gd name="connsiteX382" fmla="*/ 901671 w 2855205"/>
                <a:gd name="connsiteY382" fmla="*/ 566275 h 648596"/>
                <a:gd name="connsiteX383" fmla="*/ 895207 w 2855205"/>
                <a:gd name="connsiteY383" fmla="*/ 553592 h 648596"/>
                <a:gd name="connsiteX384" fmla="*/ 879788 w 2855205"/>
                <a:gd name="connsiteY384" fmla="*/ 548867 h 648596"/>
                <a:gd name="connsiteX385" fmla="*/ 866857 w 2855205"/>
                <a:gd name="connsiteY385" fmla="*/ 552846 h 648596"/>
                <a:gd name="connsiteX386" fmla="*/ 862135 w 2855205"/>
                <a:gd name="connsiteY386" fmla="*/ 563787 h 648596"/>
                <a:gd name="connsiteX387" fmla="*/ 867108 w 2855205"/>
                <a:gd name="connsiteY387" fmla="*/ 571744 h 648596"/>
                <a:gd name="connsiteX388" fmla="*/ 887497 w 2855205"/>
                <a:gd name="connsiteY388" fmla="*/ 578211 h 648596"/>
                <a:gd name="connsiteX389" fmla="*/ 917586 w 2855205"/>
                <a:gd name="connsiteY389" fmla="*/ 590894 h 648596"/>
                <a:gd name="connsiteX390" fmla="*/ 925295 w 2855205"/>
                <a:gd name="connsiteY390" fmla="*/ 613771 h 648596"/>
                <a:gd name="connsiteX391" fmla="*/ 913858 w 2855205"/>
                <a:gd name="connsiteY391" fmla="*/ 638638 h 648596"/>
                <a:gd name="connsiteX392" fmla="*/ 882775 w 2855205"/>
                <a:gd name="connsiteY392" fmla="*/ 647838 h 648596"/>
                <a:gd name="connsiteX393" fmla="*/ 851940 w 2855205"/>
                <a:gd name="connsiteY393" fmla="*/ 637891 h 648596"/>
                <a:gd name="connsiteX394" fmla="*/ 840004 w 2855205"/>
                <a:gd name="connsiteY394" fmla="*/ 609792 h 648596"/>
                <a:gd name="connsiteX395" fmla="*/ 860889 w 2855205"/>
                <a:gd name="connsiteY395" fmla="*/ 609792 h 648596"/>
                <a:gd name="connsiteX396" fmla="*/ 866857 w 2855205"/>
                <a:gd name="connsiteY396" fmla="*/ 623718 h 648596"/>
                <a:gd name="connsiteX397" fmla="*/ 882775 w 2855205"/>
                <a:gd name="connsiteY397" fmla="*/ 628441 h 648596"/>
                <a:gd name="connsiteX398" fmla="*/ 898937 w 2855205"/>
                <a:gd name="connsiteY398" fmla="*/ 624713 h 648596"/>
                <a:gd name="connsiteX399" fmla="*/ 904658 w 2855205"/>
                <a:gd name="connsiteY399" fmla="*/ 614766 h 648596"/>
                <a:gd name="connsiteX400" fmla="*/ 900428 w 2855205"/>
                <a:gd name="connsiteY400" fmla="*/ 605315 h 648596"/>
                <a:gd name="connsiteX401" fmla="*/ 883023 w 2855205"/>
                <a:gd name="connsiteY401" fmla="*/ 599099 h 648596"/>
                <a:gd name="connsiteX402" fmla="*/ 849948 w 2855205"/>
                <a:gd name="connsiteY402" fmla="*/ 586168 h 648596"/>
                <a:gd name="connsiteX403" fmla="*/ 841742 w 2855205"/>
                <a:gd name="connsiteY403" fmla="*/ 564784 h 648596"/>
                <a:gd name="connsiteX404" fmla="*/ 852684 w 2855205"/>
                <a:gd name="connsiteY404" fmla="*/ 538675 h 648596"/>
                <a:gd name="connsiteX405" fmla="*/ 882276 w 2855205"/>
                <a:gd name="connsiteY405" fmla="*/ 528976 h 648596"/>
                <a:gd name="connsiteX406" fmla="*/ 590339 w 2855205"/>
                <a:gd name="connsiteY406" fmla="*/ 346949 h 648596"/>
                <a:gd name="connsiteX407" fmla="*/ 605259 w 2855205"/>
                <a:gd name="connsiteY407" fmla="*/ 365599 h 648596"/>
                <a:gd name="connsiteX408" fmla="*/ 621424 w 2855205"/>
                <a:gd name="connsiteY408" fmla="*/ 361621 h 648596"/>
                <a:gd name="connsiteX409" fmla="*/ 639824 w 2855205"/>
                <a:gd name="connsiteY409" fmla="*/ 361621 h 648596"/>
                <a:gd name="connsiteX410" fmla="*/ 646291 w 2855205"/>
                <a:gd name="connsiteY410" fmla="*/ 364605 h 648596"/>
                <a:gd name="connsiteX411" fmla="*/ 644797 w 2855205"/>
                <a:gd name="connsiteY411" fmla="*/ 375295 h 648596"/>
                <a:gd name="connsiteX412" fmla="*/ 643056 w 2855205"/>
                <a:gd name="connsiteY412" fmla="*/ 386984 h 648596"/>
                <a:gd name="connsiteX413" fmla="*/ 643056 w 2855205"/>
                <a:gd name="connsiteY413" fmla="*/ 386736 h 648596"/>
                <a:gd name="connsiteX414" fmla="*/ 634851 w 2855205"/>
                <a:gd name="connsiteY414" fmla="*/ 395688 h 648596"/>
                <a:gd name="connsiteX415" fmla="*/ 626645 w 2855205"/>
                <a:gd name="connsiteY415" fmla="*/ 401656 h 648596"/>
                <a:gd name="connsiteX416" fmla="*/ 620677 w 2855205"/>
                <a:gd name="connsiteY416" fmla="*/ 418317 h 648596"/>
                <a:gd name="connsiteX417" fmla="*/ 608989 w 2855205"/>
                <a:gd name="connsiteY417" fmla="*/ 426522 h 648596"/>
                <a:gd name="connsiteX418" fmla="*/ 595560 w 2855205"/>
                <a:gd name="connsiteY418" fmla="*/ 427765 h 648596"/>
                <a:gd name="connsiteX419" fmla="*/ 577656 w 2855205"/>
                <a:gd name="connsiteY419" fmla="*/ 434976 h 648596"/>
                <a:gd name="connsiteX420" fmla="*/ 556272 w 2855205"/>
                <a:gd name="connsiteY420" fmla="*/ 417570 h 648596"/>
                <a:gd name="connsiteX421" fmla="*/ 558509 w 2855205"/>
                <a:gd name="connsiteY421" fmla="*/ 404141 h 648596"/>
                <a:gd name="connsiteX422" fmla="*/ 555277 w 2855205"/>
                <a:gd name="connsiteY422" fmla="*/ 393698 h 648596"/>
                <a:gd name="connsiteX423" fmla="*/ 561744 w 2855205"/>
                <a:gd name="connsiteY423" fmla="*/ 381514 h 648596"/>
                <a:gd name="connsiteX424" fmla="*/ 578155 w 2855205"/>
                <a:gd name="connsiteY424" fmla="*/ 353413 h 648596"/>
                <a:gd name="connsiteX425" fmla="*/ 590339 w 2855205"/>
                <a:gd name="connsiteY425" fmla="*/ 346949 h 648596"/>
                <a:gd name="connsiteX426" fmla="*/ 791015 w 2855205"/>
                <a:gd name="connsiteY426" fmla="*/ 310892 h 648596"/>
                <a:gd name="connsiteX427" fmla="*/ 803199 w 2855205"/>
                <a:gd name="connsiteY427" fmla="*/ 313628 h 648596"/>
                <a:gd name="connsiteX428" fmla="*/ 815383 w 2855205"/>
                <a:gd name="connsiteY428" fmla="*/ 319844 h 648596"/>
                <a:gd name="connsiteX429" fmla="*/ 827569 w 2855205"/>
                <a:gd name="connsiteY429" fmla="*/ 319844 h 648596"/>
                <a:gd name="connsiteX430" fmla="*/ 839503 w 2855205"/>
                <a:gd name="connsiteY430" fmla="*/ 323575 h 648596"/>
                <a:gd name="connsiteX431" fmla="*/ 849700 w 2855205"/>
                <a:gd name="connsiteY431" fmla="*/ 322084 h 648596"/>
                <a:gd name="connsiteX432" fmla="*/ 874567 w 2855205"/>
                <a:gd name="connsiteY432" fmla="*/ 343716 h 648596"/>
                <a:gd name="connsiteX433" fmla="*/ 874316 w 2855205"/>
                <a:gd name="connsiteY433" fmla="*/ 345210 h 648596"/>
                <a:gd name="connsiteX434" fmla="*/ 880783 w 2855205"/>
                <a:gd name="connsiteY434" fmla="*/ 354658 h 648596"/>
                <a:gd name="connsiteX435" fmla="*/ 880783 w 2855205"/>
                <a:gd name="connsiteY435" fmla="*/ 367092 h 648596"/>
                <a:gd name="connsiteX436" fmla="*/ 872079 w 2855205"/>
                <a:gd name="connsiteY436" fmla="*/ 378530 h 648596"/>
                <a:gd name="connsiteX437" fmla="*/ 865364 w 2855205"/>
                <a:gd name="connsiteY437" fmla="*/ 392455 h 648596"/>
                <a:gd name="connsiteX438" fmla="*/ 857159 w 2855205"/>
                <a:gd name="connsiteY438" fmla="*/ 401655 h 648596"/>
                <a:gd name="connsiteX439" fmla="*/ 843482 w 2855205"/>
                <a:gd name="connsiteY439" fmla="*/ 407127 h 648596"/>
                <a:gd name="connsiteX440" fmla="*/ 831796 w 2855205"/>
                <a:gd name="connsiteY440" fmla="*/ 407127 h 648596"/>
                <a:gd name="connsiteX441" fmla="*/ 819361 w 2855205"/>
                <a:gd name="connsiteY441" fmla="*/ 412847 h 648596"/>
                <a:gd name="connsiteX442" fmla="*/ 809665 w 2855205"/>
                <a:gd name="connsiteY442" fmla="*/ 402650 h 648596"/>
                <a:gd name="connsiteX443" fmla="*/ 809663 w 2855205"/>
                <a:gd name="connsiteY443" fmla="*/ 389223 h 648596"/>
                <a:gd name="connsiteX444" fmla="*/ 799716 w 2855205"/>
                <a:gd name="connsiteY444" fmla="*/ 370820 h 648596"/>
                <a:gd name="connsiteX445" fmla="*/ 791761 w 2855205"/>
                <a:gd name="connsiteY445" fmla="*/ 355156 h 648596"/>
                <a:gd name="connsiteX446" fmla="*/ 787036 w 2855205"/>
                <a:gd name="connsiteY446" fmla="*/ 337500 h 648596"/>
                <a:gd name="connsiteX447" fmla="*/ 787036 w 2855205"/>
                <a:gd name="connsiteY447" fmla="*/ 326807 h 648596"/>
                <a:gd name="connsiteX448" fmla="*/ 791015 w 2855205"/>
                <a:gd name="connsiteY448" fmla="*/ 310892 h 648596"/>
                <a:gd name="connsiteX449" fmla="*/ 749238 w 2855205"/>
                <a:gd name="connsiteY449" fmla="*/ 224603 h 648596"/>
                <a:gd name="connsiteX450" fmla="*/ 738046 w 2855205"/>
                <a:gd name="connsiteY450" fmla="*/ 226345 h 648596"/>
                <a:gd name="connsiteX451" fmla="*/ 726609 w 2855205"/>
                <a:gd name="connsiteY451" fmla="*/ 230073 h 648596"/>
                <a:gd name="connsiteX452" fmla="*/ 718153 w 2855205"/>
                <a:gd name="connsiteY452" fmla="*/ 235545 h 648596"/>
                <a:gd name="connsiteX453" fmla="*/ 695774 w 2855205"/>
                <a:gd name="connsiteY453" fmla="*/ 244993 h 648596"/>
                <a:gd name="connsiteX454" fmla="*/ 689059 w 2855205"/>
                <a:gd name="connsiteY454" fmla="*/ 256433 h 648596"/>
                <a:gd name="connsiteX455" fmla="*/ 698758 w 2855205"/>
                <a:gd name="connsiteY455" fmla="*/ 266132 h 648596"/>
                <a:gd name="connsiteX456" fmla="*/ 715667 w 2855205"/>
                <a:gd name="connsiteY456" fmla="*/ 260908 h 648596"/>
                <a:gd name="connsiteX457" fmla="*/ 731582 w 2855205"/>
                <a:gd name="connsiteY457" fmla="*/ 248476 h 648596"/>
                <a:gd name="connsiteX458" fmla="*/ 745009 w 2855205"/>
                <a:gd name="connsiteY458" fmla="*/ 236788 h 648596"/>
                <a:gd name="connsiteX459" fmla="*/ 749238 w 2855205"/>
                <a:gd name="connsiteY459" fmla="*/ 224603 h 648596"/>
                <a:gd name="connsiteX460" fmla="*/ 1274177 w 2855205"/>
                <a:gd name="connsiteY460" fmla="*/ 195263 h 648596"/>
                <a:gd name="connsiteX461" fmla="*/ 1256521 w 2855205"/>
                <a:gd name="connsiteY461" fmla="*/ 197999 h 648596"/>
                <a:gd name="connsiteX462" fmla="*/ 1252294 w 2855205"/>
                <a:gd name="connsiteY462" fmla="*/ 207447 h 648596"/>
                <a:gd name="connsiteX463" fmla="*/ 1253785 w 2855205"/>
                <a:gd name="connsiteY463" fmla="*/ 216399 h 648596"/>
                <a:gd name="connsiteX464" fmla="*/ 1268955 w 2855205"/>
                <a:gd name="connsiteY464" fmla="*/ 217892 h 648596"/>
                <a:gd name="connsiteX465" fmla="*/ 1279150 w 2855205"/>
                <a:gd name="connsiteY465" fmla="*/ 200484 h 648596"/>
                <a:gd name="connsiteX466" fmla="*/ 1279168 w 2855205"/>
                <a:gd name="connsiteY466" fmla="*/ 199704 h 648596"/>
                <a:gd name="connsiteX467" fmla="*/ 1274177 w 2855205"/>
                <a:gd name="connsiteY467" fmla="*/ 195263 h 648596"/>
                <a:gd name="connsiteX468" fmla="*/ 1325899 w 2855205"/>
                <a:gd name="connsiteY468" fmla="*/ 179847 h 648596"/>
                <a:gd name="connsiteX469" fmla="*/ 1312222 w 2855205"/>
                <a:gd name="connsiteY469" fmla="*/ 184569 h 648596"/>
                <a:gd name="connsiteX470" fmla="*/ 1310481 w 2855205"/>
                <a:gd name="connsiteY470" fmla="*/ 197999 h 648596"/>
                <a:gd name="connsiteX471" fmla="*/ 1318937 w 2855205"/>
                <a:gd name="connsiteY471" fmla="*/ 205956 h 648596"/>
                <a:gd name="connsiteX472" fmla="*/ 1334353 w 2855205"/>
                <a:gd name="connsiteY472" fmla="*/ 194516 h 648596"/>
                <a:gd name="connsiteX473" fmla="*/ 1334603 w 2855205"/>
                <a:gd name="connsiteY473" fmla="*/ 194516 h 648596"/>
                <a:gd name="connsiteX474" fmla="*/ 1334603 w 2855205"/>
                <a:gd name="connsiteY474" fmla="*/ 183079 h 648596"/>
                <a:gd name="connsiteX475" fmla="*/ 1325899 w 2855205"/>
                <a:gd name="connsiteY475" fmla="*/ 179847 h 648596"/>
                <a:gd name="connsiteX476" fmla="*/ 779574 w 2855205"/>
                <a:gd name="connsiteY476" fmla="*/ 165422 h 648596"/>
                <a:gd name="connsiteX477" fmla="*/ 792505 w 2855205"/>
                <a:gd name="connsiteY477" fmla="*/ 170395 h 648596"/>
                <a:gd name="connsiteX478" fmla="*/ 806926 w 2855205"/>
                <a:gd name="connsiteY478" fmla="*/ 170395 h 648596"/>
                <a:gd name="connsiteX479" fmla="*/ 828313 w 2855205"/>
                <a:gd name="connsiteY479" fmla="*/ 184321 h 648596"/>
                <a:gd name="connsiteX480" fmla="*/ 834033 w 2855205"/>
                <a:gd name="connsiteY480" fmla="*/ 201726 h 648596"/>
                <a:gd name="connsiteX481" fmla="*/ 834033 w 2855205"/>
                <a:gd name="connsiteY481" fmla="*/ 215403 h 648596"/>
                <a:gd name="connsiteX482" fmla="*/ 816129 w 2855205"/>
                <a:gd name="connsiteY482" fmla="*/ 233556 h 648596"/>
                <a:gd name="connsiteX483" fmla="*/ 816876 w 2855205"/>
                <a:gd name="connsiteY483" fmla="*/ 236788 h 648596"/>
                <a:gd name="connsiteX484" fmla="*/ 808172 w 2855205"/>
                <a:gd name="connsiteY484" fmla="*/ 251212 h 648596"/>
                <a:gd name="connsiteX485" fmla="*/ 780073 w 2855205"/>
                <a:gd name="connsiteY485" fmla="*/ 300945 h 648596"/>
                <a:gd name="connsiteX486" fmla="*/ 767638 w 2855205"/>
                <a:gd name="connsiteY486" fmla="*/ 316612 h 648596"/>
                <a:gd name="connsiteX487" fmla="*/ 758438 w 2855205"/>
                <a:gd name="connsiteY487" fmla="*/ 317854 h 648596"/>
                <a:gd name="connsiteX488" fmla="*/ 749734 w 2855205"/>
                <a:gd name="connsiteY488" fmla="*/ 327801 h 648596"/>
                <a:gd name="connsiteX489" fmla="*/ 752718 w 2855205"/>
                <a:gd name="connsiteY489" fmla="*/ 345705 h 648596"/>
                <a:gd name="connsiteX490" fmla="*/ 752718 w 2855205"/>
                <a:gd name="connsiteY490" fmla="*/ 425279 h 648596"/>
                <a:gd name="connsiteX491" fmla="*/ 737550 w 2855205"/>
                <a:gd name="connsiteY491" fmla="*/ 447658 h 648596"/>
                <a:gd name="connsiteX492" fmla="*/ 721385 w 2855205"/>
                <a:gd name="connsiteY492" fmla="*/ 463823 h 648596"/>
                <a:gd name="connsiteX493" fmla="*/ 706715 w 2855205"/>
                <a:gd name="connsiteY493" fmla="*/ 471532 h 648596"/>
                <a:gd name="connsiteX494" fmla="*/ 700001 w 2855205"/>
                <a:gd name="connsiteY494" fmla="*/ 466807 h 648596"/>
                <a:gd name="connsiteX495" fmla="*/ 689307 w 2855205"/>
                <a:gd name="connsiteY495" fmla="*/ 462082 h 648596"/>
                <a:gd name="connsiteX496" fmla="*/ 681102 w 2855205"/>
                <a:gd name="connsiteY496" fmla="*/ 455615 h 648596"/>
                <a:gd name="connsiteX497" fmla="*/ 667176 w 2855205"/>
                <a:gd name="connsiteY497" fmla="*/ 448903 h 648596"/>
                <a:gd name="connsiteX498" fmla="*/ 659718 w 2855205"/>
                <a:gd name="connsiteY498" fmla="*/ 434727 h 648596"/>
                <a:gd name="connsiteX499" fmla="*/ 638579 w 2855205"/>
                <a:gd name="connsiteY499" fmla="*/ 413095 h 648596"/>
                <a:gd name="connsiteX500" fmla="*/ 652008 w 2855205"/>
                <a:gd name="connsiteY500" fmla="*/ 407623 h 648596"/>
                <a:gd name="connsiteX501" fmla="*/ 672150 w 2855205"/>
                <a:gd name="connsiteY501" fmla="*/ 414337 h 648596"/>
                <a:gd name="connsiteX502" fmla="*/ 688064 w 2855205"/>
                <a:gd name="connsiteY502" fmla="*/ 395687 h 648596"/>
                <a:gd name="connsiteX503" fmla="*/ 688064 w 2855205"/>
                <a:gd name="connsiteY503" fmla="*/ 382508 h 648596"/>
                <a:gd name="connsiteX504" fmla="*/ 688064 w 2855205"/>
                <a:gd name="connsiteY504" fmla="*/ 364604 h 648596"/>
                <a:gd name="connsiteX505" fmla="*/ 690800 w 2855205"/>
                <a:gd name="connsiteY505" fmla="*/ 339737 h 648596"/>
                <a:gd name="connsiteX506" fmla="*/ 686323 w 2855205"/>
                <a:gd name="connsiteY506" fmla="*/ 331532 h 648596"/>
                <a:gd name="connsiteX507" fmla="*/ 673392 w 2855205"/>
                <a:gd name="connsiteY507" fmla="*/ 328049 h 648596"/>
                <a:gd name="connsiteX508" fmla="*/ 663198 w 2855205"/>
                <a:gd name="connsiteY508" fmla="*/ 329790 h 648596"/>
                <a:gd name="connsiteX509" fmla="*/ 647035 w 2855205"/>
                <a:gd name="connsiteY509" fmla="*/ 328297 h 648596"/>
                <a:gd name="connsiteX510" fmla="*/ 641067 w 2855205"/>
                <a:gd name="connsiteY510" fmla="*/ 323076 h 648596"/>
                <a:gd name="connsiteX511" fmla="*/ 637584 w 2855205"/>
                <a:gd name="connsiteY511" fmla="*/ 310892 h 648596"/>
                <a:gd name="connsiteX512" fmla="*/ 634851 w 2855205"/>
                <a:gd name="connsiteY512" fmla="*/ 304425 h 648596"/>
                <a:gd name="connsiteX513" fmla="*/ 633358 w 2855205"/>
                <a:gd name="connsiteY513" fmla="*/ 291745 h 648596"/>
                <a:gd name="connsiteX514" fmla="*/ 629379 w 2855205"/>
                <a:gd name="connsiteY514" fmla="*/ 273342 h 648596"/>
                <a:gd name="connsiteX515" fmla="*/ 625400 w 2855205"/>
                <a:gd name="connsiteY515" fmla="*/ 248476 h 648596"/>
                <a:gd name="connsiteX516" fmla="*/ 625400 w 2855205"/>
                <a:gd name="connsiteY516" fmla="*/ 223609 h 648596"/>
                <a:gd name="connsiteX517" fmla="*/ 639822 w 2855205"/>
                <a:gd name="connsiteY517" fmla="*/ 196505 h 648596"/>
                <a:gd name="connsiteX518" fmla="*/ 653747 w 2855205"/>
                <a:gd name="connsiteY518" fmla="*/ 190289 h 648596"/>
                <a:gd name="connsiteX519" fmla="*/ 666182 w 2855205"/>
                <a:gd name="connsiteY519" fmla="*/ 196753 h 648596"/>
                <a:gd name="connsiteX520" fmla="*/ 671902 w 2855205"/>
                <a:gd name="connsiteY520" fmla="*/ 204462 h 648596"/>
                <a:gd name="connsiteX521" fmla="*/ 696768 w 2855205"/>
                <a:gd name="connsiteY521" fmla="*/ 197001 h 648596"/>
                <a:gd name="connsiteX522" fmla="*/ 715667 w 2855205"/>
                <a:gd name="connsiteY522" fmla="*/ 191779 h 648596"/>
                <a:gd name="connsiteX523" fmla="*/ 729593 w 2855205"/>
                <a:gd name="connsiteY523" fmla="*/ 186806 h 648596"/>
                <a:gd name="connsiteX524" fmla="*/ 740283 w 2855205"/>
                <a:gd name="connsiteY524" fmla="*/ 183822 h 648596"/>
                <a:gd name="connsiteX525" fmla="*/ 754707 w 2855205"/>
                <a:gd name="connsiteY525" fmla="*/ 177854 h 648596"/>
                <a:gd name="connsiteX526" fmla="*/ 763411 w 2855205"/>
                <a:gd name="connsiteY526" fmla="*/ 172382 h 648596"/>
                <a:gd name="connsiteX527" fmla="*/ 770870 w 2855205"/>
                <a:gd name="connsiteY527" fmla="*/ 168403 h 648596"/>
                <a:gd name="connsiteX528" fmla="*/ 779574 w 2855205"/>
                <a:gd name="connsiteY528" fmla="*/ 165422 h 648596"/>
                <a:gd name="connsiteX529" fmla="*/ 2848738 w 2855205"/>
                <a:gd name="connsiteY529" fmla="*/ 152492 h 648596"/>
                <a:gd name="connsiteX530" fmla="*/ 2850480 w 2855205"/>
                <a:gd name="connsiteY530" fmla="*/ 154481 h 648596"/>
                <a:gd name="connsiteX531" fmla="*/ 2849041 w 2855205"/>
                <a:gd name="connsiteY531" fmla="*/ 153793 h 648596"/>
                <a:gd name="connsiteX532" fmla="*/ 1268955 w 2855205"/>
                <a:gd name="connsiteY532" fmla="*/ 138070 h 648596"/>
                <a:gd name="connsiteX533" fmla="*/ 1254779 w 2855205"/>
                <a:gd name="connsiteY533" fmla="*/ 148513 h 648596"/>
                <a:gd name="connsiteX534" fmla="*/ 1256273 w 2855205"/>
                <a:gd name="connsiteY534" fmla="*/ 162937 h 648596"/>
                <a:gd name="connsiteX535" fmla="*/ 1262737 w 2855205"/>
                <a:gd name="connsiteY535" fmla="*/ 166913 h 648596"/>
                <a:gd name="connsiteX536" fmla="*/ 1279897 w 2855205"/>
                <a:gd name="connsiteY536" fmla="*/ 150751 h 648596"/>
                <a:gd name="connsiteX537" fmla="*/ 1268955 w 2855205"/>
                <a:gd name="connsiteY537" fmla="*/ 138070 h 648596"/>
                <a:gd name="connsiteX538" fmla="*/ 213358 w 2855205"/>
                <a:gd name="connsiteY538" fmla="*/ 122404 h 648596"/>
                <a:gd name="connsiteX539" fmla="*/ 215348 w 2855205"/>
                <a:gd name="connsiteY539" fmla="*/ 125636 h 648596"/>
                <a:gd name="connsiteX540" fmla="*/ 213358 w 2855205"/>
                <a:gd name="connsiteY540" fmla="*/ 122541 h 648596"/>
                <a:gd name="connsiteX541" fmla="*/ 1353252 w 2855205"/>
                <a:gd name="connsiteY541" fmla="*/ 116932 h 648596"/>
                <a:gd name="connsiteX542" fmla="*/ 1318937 w 2855205"/>
                <a:gd name="connsiteY542" fmla="*/ 130609 h 648596"/>
                <a:gd name="connsiteX543" fmla="*/ 1323662 w 2855205"/>
                <a:gd name="connsiteY543" fmla="*/ 147020 h 648596"/>
                <a:gd name="connsiteX544" fmla="*/ 1342313 w 2855205"/>
                <a:gd name="connsiteY544" fmla="*/ 147020 h 648596"/>
                <a:gd name="connsiteX545" fmla="*/ 1354434 w 2855205"/>
                <a:gd name="connsiteY545" fmla="*/ 129705 h 648596"/>
                <a:gd name="connsiteX546" fmla="*/ 1354494 w 2855205"/>
                <a:gd name="connsiteY546" fmla="*/ 130361 h 648596"/>
                <a:gd name="connsiteX547" fmla="*/ 1354497 w 2855205"/>
                <a:gd name="connsiteY547" fmla="*/ 129614 h 648596"/>
                <a:gd name="connsiteX548" fmla="*/ 1354434 w 2855205"/>
                <a:gd name="connsiteY548" fmla="*/ 129705 h 648596"/>
                <a:gd name="connsiteX549" fmla="*/ 1845366 w 2855205"/>
                <a:gd name="connsiteY549" fmla="*/ 113948 h 648596"/>
                <a:gd name="connsiteX550" fmla="*/ 1855313 w 2855205"/>
                <a:gd name="connsiteY550" fmla="*/ 119668 h 648596"/>
                <a:gd name="connsiteX551" fmla="*/ 1869734 w 2855205"/>
                <a:gd name="connsiteY551" fmla="*/ 133841 h 648596"/>
                <a:gd name="connsiteX552" fmla="*/ 1874460 w 2855205"/>
                <a:gd name="connsiteY552" fmla="*/ 147519 h 648596"/>
                <a:gd name="connsiteX553" fmla="*/ 1880180 w 2855205"/>
                <a:gd name="connsiteY553" fmla="*/ 156719 h 648596"/>
                <a:gd name="connsiteX554" fmla="*/ 1856803 w 2855205"/>
                <a:gd name="connsiteY554" fmla="*/ 178353 h 648596"/>
                <a:gd name="connsiteX555" fmla="*/ 1838403 w 2855205"/>
                <a:gd name="connsiteY555" fmla="*/ 194020 h 648596"/>
                <a:gd name="connsiteX556" fmla="*/ 1824478 w 2855205"/>
                <a:gd name="connsiteY556" fmla="*/ 203468 h 648596"/>
                <a:gd name="connsiteX557" fmla="*/ 1796129 w 2855205"/>
                <a:gd name="connsiteY557" fmla="*/ 223362 h 648596"/>
                <a:gd name="connsiteX558" fmla="*/ 1802843 w 2855205"/>
                <a:gd name="connsiteY558" fmla="*/ 246735 h 648596"/>
                <a:gd name="connsiteX559" fmla="*/ 1798366 w 2855205"/>
                <a:gd name="connsiteY559" fmla="*/ 257429 h 648596"/>
                <a:gd name="connsiteX560" fmla="*/ 1794638 w 2855205"/>
                <a:gd name="connsiteY560" fmla="*/ 267623 h 648596"/>
                <a:gd name="connsiteX561" fmla="*/ 1791654 w 2855205"/>
                <a:gd name="connsiteY561" fmla="*/ 278069 h 648596"/>
                <a:gd name="connsiteX562" fmla="*/ 1789664 w 2855205"/>
                <a:gd name="connsiteY562" fmla="*/ 289258 h 648596"/>
                <a:gd name="connsiteX563" fmla="*/ 1791155 w 2855205"/>
                <a:gd name="connsiteY563" fmla="*/ 318104 h 648596"/>
                <a:gd name="connsiteX564" fmla="*/ 1843377 w 2855205"/>
                <a:gd name="connsiteY564" fmla="*/ 318104 h 648596"/>
                <a:gd name="connsiteX565" fmla="*/ 1856803 w 2855205"/>
                <a:gd name="connsiteY565" fmla="*/ 312634 h 648596"/>
                <a:gd name="connsiteX566" fmla="*/ 1869734 w 2855205"/>
                <a:gd name="connsiteY566" fmla="*/ 311392 h 648596"/>
                <a:gd name="connsiteX567" fmla="*/ 1883910 w 2855205"/>
                <a:gd name="connsiteY567" fmla="*/ 315122 h 648596"/>
                <a:gd name="connsiteX568" fmla="*/ 1897585 w 2855205"/>
                <a:gd name="connsiteY568" fmla="*/ 322829 h 648596"/>
                <a:gd name="connsiteX569" fmla="*/ 1915737 w 2855205"/>
                <a:gd name="connsiteY569" fmla="*/ 337253 h 648596"/>
                <a:gd name="connsiteX570" fmla="*/ 1917268 w 2855205"/>
                <a:gd name="connsiteY570" fmla="*/ 348182 h 648596"/>
                <a:gd name="connsiteX571" fmla="*/ 1916982 w 2855205"/>
                <a:gd name="connsiteY571" fmla="*/ 347448 h 648596"/>
                <a:gd name="connsiteX572" fmla="*/ 1917478 w 2855205"/>
                <a:gd name="connsiteY572" fmla="*/ 349685 h 648596"/>
                <a:gd name="connsiteX573" fmla="*/ 1917268 w 2855205"/>
                <a:gd name="connsiteY573" fmla="*/ 348182 h 648596"/>
                <a:gd name="connsiteX574" fmla="*/ 1918724 w 2855205"/>
                <a:gd name="connsiteY574" fmla="*/ 351925 h 648596"/>
                <a:gd name="connsiteX575" fmla="*/ 1919966 w 2855205"/>
                <a:gd name="connsiteY575" fmla="*/ 358637 h 648596"/>
                <a:gd name="connsiteX576" fmla="*/ 1915489 w 2855205"/>
                <a:gd name="connsiteY576" fmla="*/ 369330 h 648596"/>
                <a:gd name="connsiteX577" fmla="*/ 1906289 w 2855205"/>
                <a:gd name="connsiteY577" fmla="*/ 378282 h 648596"/>
                <a:gd name="connsiteX578" fmla="*/ 1888881 w 2855205"/>
                <a:gd name="connsiteY578" fmla="*/ 379525 h 648596"/>
                <a:gd name="connsiteX579" fmla="*/ 1869734 w 2855205"/>
                <a:gd name="connsiteY579" fmla="*/ 376045 h 648596"/>
                <a:gd name="connsiteX580" fmla="*/ 1850089 w 2855205"/>
                <a:gd name="connsiteY580" fmla="*/ 377784 h 648596"/>
                <a:gd name="connsiteX581" fmla="*/ 1817763 w 2855205"/>
                <a:gd name="connsiteY581" fmla="*/ 375050 h 648596"/>
                <a:gd name="connsiteX582" fmla="*/ 1788419 w 2855205"/>
                <a:gd name="connsiteY582" fmla="*/ 375050 h 648596"/>
                <a:gd name="connsiteX583" fmla="*/ 1758331 w 2855205"/>
                <a:gd name="connsiteY583" fmla="*/ 377288 h 648596"/>
                <a:gd name="connsiteX584" fmla="*/ 1729736 w 2855205"/>
                <a:gd name="connsiteY584" fmla="*/ 381515 h 648596"/>
                <a:gd name="connsiteX585" fmla="*/ 1696909 w 2855205"/>
                <a:gd name="connsiteY585" fmla="*/ 381515 h 648596"/>
                <a:gd name="connsiteX586" fmla="*/ 1638970 w 2855205"/>
                <a:gd name="connsiteY586" fmla="*/ 393451 h 648596"/>
                <a:gd name="connsiteX587" fmla="*/ 1568101 w 2855205"/>
                <a:gd name="connsiteY587" fmla="*/ 420307 h 648596"/>
                <a:gd name="connsiteX588" fmla="*/ 1540997 w 2855205"/>
                <a:gd name="connsiteY588" fmla="*/ 395440 h 648596"/>
                <a:gd name="connsiteX589" fmla="*/ 1540997 w 2855205"/>
                <a:gd name="connsiteY589" fmla="*/ 380520 h 648596"/>
                <a:gd name="connsiteX590" fmla="*/ 1539255 w 2855205"/>
                <a:gd name="connsiteY590" fmla="*/ 362120 h 648596"/>
                <a:gd name="connsiteX591" fmla="*/ 1568597 w 2855205"/>
                <a:gd name="connsiteY591" fmla="*/ 345706 h 648596"/>
                <a:gd name="connsiteX592" fmla="*/ 1586005 w 2855205"/>
                <a:gd name="connsiteY592" fmla="*/ 347448 h 648596"/>
                <a:gd name="connsiteX593" fmla="*/ 1622309 w 2855205"/>
                <a:gd name="connsiteY593" fmla="*/ 333770 h 648596"/>
                <a:gd name="connsiteX594" fmla="*/ 1636485 w 2855205"/>
                <a:gd name="connsiteY594" fmla="*/ 330786 h 648596"/>
                <a:gd name="connsiteX595" fmla="*/ 1676272 w 2855205"/>
                <a:gd name="connsiteY595" fmla="*/ 314376 h 648596"/>
                <a:gd name="connsiteX596" fmla="*/ 1707107 w 2855205"/>
                <a:gd name="connsiteY596" fmla="*/ 261159 h 648596"/>
                <a:gd name="connsiteX597" fmla="*/ 1710339 w 2855205"/>
                <a:gd name="connsiteY597" fmla="*/ 243503 h 648596"/>
                <a:gd name="connsiteX598" fmla="*/ 1707107 w 2855205"/>
                <a:gd name="connsiteY598" fmla="*/ 229580 h 648596"/>
                <a:gd name="connsiteX599" fmla="*/ 1691688 w 2855205"/>
                <a:gd name="connsiteY599" fmla="*/ 232066 h 648596"/>
                <a:gd name="connsiteX600" fmla="*/ 1672293 w 2855205"/>
                <a:gd name="connsiteY600" fmla="*/ 233308 h 648596"/>
                <a:gd name="connsiteX601" fmla="*/ 1666075 w 2855205"/>
                <a:gd name="connsiteY601" fmla="*/ 215404 h 648596"/>
                <a:gd name="connsiteX602" fmla="*/ 1654389 w 2855205"/>
                <a:gd name="connsiteY602" fmla="*/ 194020 h 648596"/>
                <a:gd name="connsiteX603" fmla="*/ 1651405 w 2855205"/>
                <a:gd name="connsiteY603" fmla="*/ 176612 h 648596"/>
                <a:gd name="connsiteX604" fmla="*/ 1649912 w 2855205"/>
                <a:gd name="connsiteY604" fmla="*/ 159951 h 648596"/>
                <a:gd name="connsiteX605" fmla="*/ 1664336 w 2855205"/>
                <a:gd name="connsiteY605" fmla="*/ 147519 h 648596"/>
                <a:gd name="connsiteX606" fmla="*/ 1690941 w 2855205"/>
                <a:gd name="connsiteY606" fmla="*/ 153735 h 648596"/>
                <a:gd name="connsiteX607" fmla="*/ 1754104 w 2855205"/>
                <a:gd name="connsiteY607" fmla="*/ 143292 h 648596"/>
                <a:gd name="connsiteX608" fmla="*/ 1765046 w 2855205"/>
                <a:gd name="connsiteY608" fmla="*/ 140057 h 648596"/>
                <a:gd name="connsiteX609" fmla="*/ 1773003 w 2855205"/>
                <a:gd name="connsiteY609" fmla="*/ 137324 h 648596"/>
                <a:gd name="connsiteX610" fmla="*/ 1820249 w 2855205"/>
                <a:gd name="connsiteY610" fmla="*/ 117180 h 648596"/>
                <a:gd name="connsiteX611" fmla="*/ 1833678 w 2855205"/>
                <a:gd name="connsiteY611" fmla="*/ 115689 h 648596"/>
                <a:gd name="connsiteX612" fmla="*/ 1845366 w 2855205"/>
                <a:gd name="connsiteY612" fmla="*/ 113948 h 648596"/>
                <a:gd name="connsiteX613" fmla="*/ 2217869 w 2855205"/>
                <a:gd name="connsiteY613" fmla="*/ 97782 h 648596"/>
                <a:gd name="connsiteX614" fmla="*/ 2239752 w 2855205"/>
                <a:gd name="connsiteY614" fmla="*/ 97782 h 648596"/>
                <a:gd name="connsiteX615" fmla="*/ 2257158 w 2855205"/>
                <a:gd name="connsiteY615" fmla="*/ 112206 h 648596"/>
                <a:gd name="connsiteX616" fmla="*/ 2261136 w 2855205"/>
                <a:gd name="connsiteY616" fmla="*/ 124638 h 648596"/>
                <a:gd name="connsiteX617" fmla="*/ 2263624 w 2855205"/>
                <a:gd name="connsiteY617" fmla="*/ 136326 h 648596"/>
                <a:gd name="connsiteX618" fmla="*/ 2254424 w 2855205"/>
                <a:gd name="connsiteY618" fmla="*/ 158457 h 648596"/>
                <a:gd name="connsiteX619" fmla="*/ 2254424 w 2855205"/>
                <a:gd name="connsiteY619" fmla="*/ 171388 h 648596"/>
                <a:gd name="connsiteX620" fmla="*/ 2263376 w 2855205"/>
                <a:gd name="connsiteY620" fmla="*/ 169150 h 648596"/>
                <a:gd name="connsiteX621" fmla="*/ 2274318 w 2855205"/>
                <a:gd name="connsiteY621" fmla="*/ 164177 h 648596"/>
                <a:gd name="connsiteX622" fmla="*/ 2287496 w 2855205"/>
                <a:gd name="connsiteY622" fmla="*/ 159702 h 648596"/>
                <a:gd name="connsiteX623" fmla="*/ 2302912 w 2855205"/>
                <a:gd name="connsiteY623" fmla="*/ 149009 h 648596"/>
                <a:gd name="connsiteX624" fmla="*/ 2326537 w 2855205"/>
                <a:gd name="connsiteY624" fmla="*/ 149009 h 648596"/>
                <a:gd name="connsiteX625" fmla="*/ 2346929 w 2855205"/>
                <a:gd name="connsiteY625" fmla="*/ 155473 h 648596"/>
                <a:gd name="connsiteX626" fmla="*/ 2361102 w 2855205"/>
                <a:gd name="connsiteY626" fmla="*/ 182577 h 648596"/>
                <a:gd name="connsiteX627" fmla="*/ 2355630 w 2855205"/>
                <a:gd name="connsiteY627" fmla="*/ 189292 h 648596"/>
                <a:gd name="connsiteX628" fmla="*/ 2344441 w 2855205"/>
                <a:gd name="connsiteY628" fmla="*/ 197748 h 648596"/>
                <a:gd name="connsiteX629" fmla="*/ 2318331 w 2855205"/>
                <a:gd name="connsiteY629" fmla="*/ 208937 h 648596"/>
                <a:gd name="connsiteX630" fmla="*/ 2302912 w 2855205"/>
                <a:gd name="connsiteY630" fmla="*/ 215404 h 648596"/>
                <a:gd name="connsiteX631" fmla="*/ 2285507 w 2855205"/>
                <a:gd name="connsiteY631" fmla="*/ 217641 h 648596"/>
                <a:gd name="connsiteX632" fmla="*/ 2258651 w 2855205"/>
                <a:gd name="connsiteY632" fmla="*/ 227836 h 648596"/>
                <a:gd name="connsiteX633" fmla="*/ 2249947 w 2855205"/>
                <a:gd name="connsiteY633" fmla="*/ 240767 h 648596"/>
                <a:gd name="connsiteX634" fmla="*/ 2252931 w 2855205"/>
                <a:gd name="connsiteY634" fmla="*/ 261407 h 648596"/>
                <a:gd name="connsiteX635" fmla="*/ 2297195 w 2855205"/>
                <a:gd name="connsiteY635" fmla="*/ 306663 h 648596"/>
                <a:gd name="connsiteX636" fmla="*/ 2330019 w 2855205"/>
                <a:gd name="connsiteY636" fmla="*/ 343466 h 648596"/>
                <a:gd name="connsiteX637" fmla="*/ 2363587 w 2855205"/>
                <a:gd name="connsiteY637" fmla="*/ 366343 h 648596"/>
                <a:gd name="connsiteX638" fmla="*/ 2382737 w 2855205"/>
                <a:gd name="connsiteY638" fmla="*/ 374053 h 648596"/>
                <a:gd name="connsiteX639" fmla="*/ 2397158 w 2855205"/>
                <a:gd name="connsiteY639" fmla="*/ 383503 h 648596"/>
                <a:gd name="connsiteX640" fmla="*/ 2430481 w 2855205"/>
                <a:gd name="connsiteY640" fmla="*/ 395935 h 648596"/>
                <a:gd name="connsiteX641" fmla="*/ 2441919 w 2855205"/>
                <a:gd name="connsiteY641" fmla="*/ 401157 h 648596"/>
                <a:gd name="connsiteX642" fmla="*/ 2441671 w 2855205"/>
                <a:gd name="connsiteY642" fmla="*/ 402898 h 648596"/>
                <a:gd name="connsiteX643" fmla="*/ 2437940 w 2855205"/>
                <a:gd name="connsiteY643" fmla="*/ 411602 h 648596"/>
                <a:gd name="connsiteX644" fmla="*/ 2436449 w 2855205"/>
                <a:gd name="connsiteY644" fmla="*/ 423786 h 648596"/>
                <a:gd name="connsiteX645" fmla="*/ 2417300 w 2855205"/>
                <a:gd name="connsiteY645" fmla="*/ 433733 h 648596"/>
                <a:gd name="connsiteX646" fmla="*/ 2409593 w 2855205"/>
                <a:gd name="connsiteY646" fmla="*/ 440447 h 648596"/>
                <a:gd name="connsiteX647" fmla="*/ 2401636 w 2855205"/>
                <a:gd name="connsiteY647" fmla="*/ 441938 h 648596"/>
                <a:gd name="connsiteX648" fmla="*/ 2383980 w 2855205"/>
                <a:gd name="connsiteY648" fmla="*/ 441938 h 648596"/>
                <a:gd name="connsiteX649" fmla="*/ 2365827 w 2855205"/>
                <a:gd name="connsiteY649" fmla="*/ 441938 h 648596"/>
                <a:gd name="connsiteX650" fmla="*/ 2349913 w 2855205"/>
                <a:gd name="connsiteY650" fmla="*/ 438954 h 648596"/>
                <a:gd name="connsiteX651" fmla="*/ 2325046 w 2855205"/>
                <a:gd name="connsiteY651" fmla="*/ 435474 h 648596"/>
                <a:gd name="connsiteX652" fmla="*/ 2310870 w 2855205"/>
                <a:gd name="connsiteY652" fmla="*/ 425775 h 648596"/>
                <a:gd name="connsiteX653" fmla="*/ 2289486 w 2855205"/>
                <a:gd name="connsiteY653" fmla="*/ 386983 h 648596"/>
                <a:gd name="connsiteX654" fmla="*/ 2264619 w 2855205"/>
                <a:gd name="connsiteY654" fmla="*/ 355900 h 648596"/>
                <a:gd name="connsiteX655" fmla="*/ 2248704 w 2855205"/>
                <a:gd name="connsiteY655" fmla="*/ 338740 h 648596"/>
                <a:gd name="connsiteX656" fmla="*/ 2214637 w 2855205"/>
                <a:gd name="connsiteY656" fmla="*/ 308903 h 648596"/>
                <a:gd name="connsiteX657" fmla="*/ 2191013 w 2855205"/>
                <a:gd name="connsiteY657" fmla="*/ 344711 h 648596"/>
                <a:gd name="connsiteX658" fmla="*/ 2156696 w 2855205"/>
                <a:gd name="connsiteY658" fmla="*/ 378031 h 648596"/>
                <a:gd name="connsiteX659" fmla="*/ 2121882 w 2855205"/>
                <a:gd name="connsiteY659" fmla="*/ 399415 h 648596"/>
                <a:gd name="connsiteX660" fmla="*/ 2095773 w 2855205"/>
                <a:gd name="connsiteY660" fmla="*/ 413591 h 648596"/>
                <a:gd name="connsiteX661" fmla="*/ 2070906 w 2855205"/>
                <a:gd name="connsiteY661" fmla="*/ 419807 h 648596"/>
                <a:gd name="connsiteX662" fmla="*/ 2057727 w 2855205"/>
                <a:gd name="connsiteY662" fmla="*/ 422295 h 648596"/>
                <a:gd name="connsiteX663" fmla="*/ 2048775 w 2855205"/>
                <a:gd name="connsiteY663" fmla="*/ 414586 h 648596"/>
                <a:gd name="connsiteX664" fmla="*/ 2042060 w 2855205"/>
                <a:gd name="connsiteY664" fmla="*/ 400909 h 648596"/>
                <a:gd name="connsiteX665" fmla="*/ 2030623 w 2855205"/>
                <a:gd name="connsiteY665" fmla="*/ 396930 h 648596"/>
                <a:gd name="connsiteX666" fmla="*/ 2038082 w 2855205"/>
                <a:gd name="connsiteY666" fmla="*/ 388477 h 648596"/>
                <a:gd name="connsiteX667" fmla="*/ 2054991 w 2855205"/>
                <a:gd name="connsiteY667" fmla="*/ 378778 h 648596"/>
                <a:gd name="connsiteX668" fmla="*/ 2066431 w 2855205"/>
                <a:gd name="connsiteY668" fmla="*/ 370074 h 648596"/>
                <a:gd name="connsiteX669" fmla="*/ 2074636 w 2855205"/>
                <a:gd name="connsiteY669" fmla="*/ 366343 h 648596"/>
                <a:gd name="connsiteX670" fmla="*/ 2128845 w 2855205"/>
                <a:gd name="connsiteY670" fmla="*/ 314620 h 648596"/>
                <a:gd name="connsiteX671" fmla="*/ 2149733 w 2855205"/>
                <a:gd name="connsiteY671" fmla="*/ 277818 h 648596"/>
                <a:gd name="connsiteX672" fmla="*/ 2153962 w 2855205"/>
                <a:gd name="connsiteY672" fmla="*/ 262650 h 648596"/>
                <a:gd name="connsiteX673" fmla="*/ 2143269 w 2855205"/>
                <a:gd name="connsiteY673" fmla="*/ 262650 h 648596"/>
                <a:gd name="connsiteX674" fmla="*/ 2134813 w 2855205"/>
                <a:gd name="connsiteY674" fmla="*/ 262650 h 648596"/>
                <a:gd name="connsiteX675" fmla="*/ 2123871 w 2855205"/>
                <a:gd name="connsiteY675" fmla="*/ 265634 h 648596"/>
                <a:gd name="connsiteX676" fmla="*/ 2113181 w 2855205"/>
                <a:gd name="connsiteY676" fmla="*/ 265634 h 648596"/>
                <a:gd name="connsiteX677" fmla="*/ 2096767 w 2855205"/>
                <a:gd name="connsiteY677" fmla="*/ 257924 h 648596"/>
                <a:gd name="connsiteX678" fmla="*/ 2077621 w 2855205"/>
                <a:gd name="connsiteY678" fmla="*/ 233057 h 648596"/>
                <a:gd name="connsiteX679" fmla="*/ 2082842 w 2855205"/>
                <a:gd name="connsiteY679" fmla="*/ 218385 h 648596"/>
                <a:gd name="connsiteX680" fmla="*/ 2091794 w 2855205"/>
                <a:gd name="connsiteY680" fmla="*/ 209185 h 648596"/>
                <a:gd name="connsiteX681" fmla="*/ 2103234 w 2855205"/>
                <a:gd name="connsiteY681" fmla="*/ 204711 h 648596"/>
                <a:gd name="connsiteX682" fmla="*/ 2112933 w 2855205"/>
                <a:gd name="connsiteY682" fmla="*/ 198495 h 648596"/>
                <a:gd name="connsiteX683" fmla="*/ 2136306 w 2855205"/>
                <a:gd name="connsiteY683" fmla="*/ 198492 h 648596"/>
                <a:gd name="connsiteX684" fmla="*/ 2174850 w 2855205"/>
                <a:gd name="connsiteY684" fmla="*/ 184817 h 648596"/>
                <a:gd name="connsiteX685" fmla="*/ 2182309 w 2855205"/>
                <a:gd name="connsiteY685" fmla="*/ 149257 h 648596"/>
                <a:gd name="connsiteX686" fmla="*/ 2184797 w 2855205"/>
                <a:gd name="connsiteY686" fmla="*/ 126628 h 648596"/>
                <a:gd name="connsiteX687" fmla="*/ 2184797 w 2855205"/>
                <a:gd name="connsiteY687" fmla="*/ 107233 h 648596"/>
                <a:gd name="connsiteX688" fmla="*/ 2190765 w 2855205"/>
                <a:gd name="connsiteY688" fmla="*/ 100270 h 648596"/>
                <a:gd name="connsiteX689" fmla="*/ 2206181 w 2855205"/>
                <a:gd name="connsiteY689" fmla="*/ 101513 h 648596"/>
                <a:gd name="connsiteX690" fmla="*/ 2217869 w 2855205"/>
                <a:gd name="connsiteY690" fmla="*/ 97782 h 648596"/>
                <a:gd name="connsiteX691" fmla="*/ 1179680 w 2855205"/>
                <a:gd name="connsiteY691" fmla="*/ 97536 h 648596"/>
                <a:gd name="connsiteX692" fmla="*/ 1193357 w 2855205"/>
                <a:gd name="connsiteY692" fmla="*/ 115440 h 648596"/>
                <a:gd name="connsiteX693" fmla="*/ 1190125 w 2855205"/>
                <a:gd name="connsiteY693" fmla="*/ 133096 h 648596"/>
                <a:gd name="connsiteX694" fmla="*/ 1183906 w 2855205"/>
                <a:gd name="connsiteY694" fmla="*/ 153734 h 648596"/>
                <a:gd name="connsiteX695" fmla="*/ 1172965 w 2855205"/>
                <a:gd name="connsiteY695" fmla="*/ 168406 h 648596"/>
                <a:gd name="connsiteX696" fmla="*/ 1154317 w 2855205"/>
                <a:gd name="connsiteY696" fmla="*/ 188798 h 648596"/>
                <a:gd name="connsiteX697" fmla="*/ 1152328 w 2855205"/>
                <a:gd name="connsiteY697" fmla="*/ 211425 h 648596"/>
                <a:gd name="connsiteX698" fmla="*/ 1153818 w 2855205"/>
                <a:gd name="connsiteY698" fmla="*/ 227092 h 648596"/>
                <a:gd name="connsiteX699" fmla="*/ 1165754 w 2855205"/>
                <a:gd name="connsiteY699" fmla="*/ 227092 h 648596"/>
                <a:gd name="connsiteX700" fmla="*/ 1169733 w 2855205"/>
                <a:gd name="connsiteY700" fmla="*/ 238033 h 648596"/>
                <a:gd name="connsiteX701" fmla="*/ 1177194 w 2855205"/>
                <a:gd name="connsiteY701" fmla="*/ 255441 h 648596"/>
                <a:gd name="connsiteX702" fmla="*/ 1174458 w 2855205"/>
                <a:gd name="connsiteY702" fmla="*/ 262652 h 648596"/>
                <a:gd name="connsiteX703" fmla="*/ 1139149 w 2855205"/>
                <a:gd name="connsiteY703" fmla="*/ 296223 h 648596"/>
                <a:gd name="connsiteX704" fmla="*/ 1140640 w 2855205"/>
                <a:gd name="connsiteY704" fmla="*/ 309649 h 648596"/>
                <a:gd name="connsiteX705" fmla="*/ 1154066 w 2855205"/>
                <a:gd name="connsiteY705" fmla="*/ 309649 h 648596"/>
                <a:gd name="connsiteX706" fmla="*/ 1153072 w 2855205"/>
                <a:gd name="connsiteY706" fmla="*/ 310396 h 648596"/>
                <a:gd name="connsiteX707" fmla="*/ 1165008 w 2855205"/>
                <a:gd name="connsiteY707" fmla="*/ 318353 h 648596"/>
                <a:gd name="connsiteX708" fmla="*/ 1168738 w 2855205"/>
                <a:gd name="connsiteY708" fmla="*/ 331284 h 648596"/>
                <a:gd name="connsiteX709" fmla="*/ 1134920 w 2855205"/>
                <a:gd name="connsiteY709" fmla="*/ 371818 h 648596"/>
                <a:gd name="connsiteX710" fmla="*/ 1079717 w 2855205"/>
                <a:gd name="connsiteY710" fmla="*/ 399418 h 648596"/>
                <a:gd name="connsiteX711" fmla="*/ 1052610 w 2855205"/>
                <a:gd name="connsiteY711" fmla="*/ 424285 h 648596"/>
                <a:gd name="connsiteX712" fmla="*/ 1041919 w 2855205"/>
                <a:gd name="connsiteY712" fmla="*/ 424285 h 648596"/>
                <a:gd name="connsiteX713" fmla="*/ 1026749 w 2855205"/>
                <a:gd name="connsiteY713" fmla="*/ 420058 h 648596"/>
                <a:gd name="connsiteX714" fmla="*/ 1020284 w 2855205"/>
                <a:gd name="connsiteY714" fmla="*/ 406879 h 648596"/>
                <a:gd name="connsiteX715" fmla="*/ 1010834 w 2855205"/>
                <a:gd name="connsiteY715" fmla="*/ 393450 h 648596"/>
                <a:gd name="connsiteX716" fmla="*/ 1006607 w 2855205"/>
                <a:gd name="connsiteY716" fmla="*/ 368583 h 648596"/>
                <a:gd name="connsiteX717" fmla="*/ 1031474 w 2855205"/>
                <a:gd name="connsiteY717" fmla="*/ 345458 h 648596"/>
                <a:gd name="connsiteX718" fmla="*/ 1045151 w 2855205"/>
                <a:gd name="connsiteY718" fmla="*/ 335511 h 648596"/>
                <a:gd name="connsiteX719" fmla="*/ 1054850 w 2855205"/>
                <a:gd name="connsiteY719" fmla="*/ 325564 h 648596"/>
                <a:gd name="connsiteX720" fmla="*/ 1057335 w 2855205"/>
                <a:gd name="connsiteY720" fmla="*/ 315617 h 648596"/>
                <a:gd name="connsiteX721" fmla="*/ 1060319 w 2855205"/>
                <a:gd name="connsiteY721" fmla="*/ 302935 h 648596"/>
                <a:gd name="connsiteX722" fmla="*/ 1055845 w 2855205"/>
                <a:gd name="connsiteY722" fmla="*/ 292988 h 648596"/>
                <a:gd name="connsiteX723" fmla="*/ 1050125 w 2855205"/>
                <a:gd name="connsiteY723" fmla="*/ 284287 h 648596"/>
                <a:gd name="connsiteX724" fmla="*/ 1039431 w 2855205"/>
                <a:gd name="connsiteY724" fmla="*/ 265388 h 648596"/>
                <a:gd name="connsiteX725" fmla="*/ 1056589 w 2855205"/>
                <a:gd name="connsiteY725" fmla="*/ 247484 h 648596"/>
                <a:gd name="connsiteX726" fmla="*/ 1068527 w 2855205"/>
                <a:gd name="connsiteY726" fmla="*/ 247484 h 648596"/>
                <a:gd name="connsiteX727" fmla="*/ 1084687 w 2855205"/>
                <a:gd name="connsiteY727" fmla="*/ 234054 h 648596"/>
                <a:gd name="connsiteX728" fmla="*/ 1088170 w 2855205"/>
                <a:gd name="connsiteY728" fmla="*/ 209188 h 648596"/>
                <a:gd name="connsiteX729" fmla="*/ 1075487 w 2855205"/>
                <a:gd name="connsiteY729" fmla="*/ 197500 h 648596"/>
                <a:gd name="connsiteX730" fmla="*/ 1060818 w 2855205"/>
                <a:gd name="connsiteY730" fmla="*/ 192030 h 648596"/>
                <a:gd name="connsiteX731" fmla="*/ 1051615 w 2855205"/>
                <a:gd name="connsiteY731" fmla="*/ 181585 h 648596"/>
                <a:gd name="connsiteX732" fmla="*/ 1043661 w 2855205"/>
                <a:gd name="connsiteY732" fmla="*/ 176363 h 648596"/>
                <a:gd name="connsiteX733" fmla="*/ 1039431 w 2855205"/>
                <a:gd name="connsiteY733" fmla="*/ 158958 h 648596"/>
                <a:gd name="connsiteX734" fmla="*/ 1047637 w 2855205"/>
                <a:gd name="connsiteY734" fmla="*/ 153734 h 648596"/>
                <a:gd name="connsiteX735" fmla="*/ 1053855 w 2855205"/>
                <a:gd name="connsiteY735" fmla="*/ 144286 h 648596"/>
                <a:gd name="connsiteX736" fmla="*/ 1066786 w 2855205"/>
                <a:gd name="connsiteY736" fmla="*/ 136577 h 648596"/>
                <a:gd name="connsiteX737" fmla="*/ 1083943 w 2855205"/>
                <a:gd name="connsiteY737" fmla="*/ 134587 h 648596"/>
                <a:gd name="connsiteX738" fmla="*/ 1158544 w 2855205"/>
                <a:gd name="connsiteY738" fmla="*/ 99027 h 648596"/>
                <a:gd name="connsiteX739" fmla="*/ 1179680 w 2855205"/>
                <a:gd name="connsiteY739" fmla="*/ 97536 h 648596"/>
                <a:gd name="connsiteX740" fmla="*/ 135275 w 2855205"/>
                <a:gd name="connsiteY740" fmla="*/ 92313 h 648596"/>
                <a:gd name="connsiteX741" fmla="*/ 146217 w 2855205"/>
                <a:gd name="connsiteY741" fmla="*/ 98532 h 648596"/>
                <a:gd name="connsiteX742" fmla="*/ 164121 w 2855205"/>
                <a:gd name="connsiteY742" fmla="*/ 100270 h 648596"/>
                <a:gd name="connsiteX743" fmla="*/ 182025 w 2855205"/>
                <a:gd name="connsiteY743" fmla="*/ 100270 h 648596"/>
                <a:gd name="connsiteX744" fmla="*/ 193961 w 2855205"/>
                <a:gd name="connsiteY744" fmla="*/ 103254 h 648596"/>
                <a:gd name="connsiteX745" fmla="*/ 204156 w 2855205"/>
                <a:gd name="connsiteY745" fmla="*/ 108228 h 648596"/>
                <a:gd name="connsiteX746" fmla="*/ 213358 w 2855205"/>
                <a:gd name="connsiteY746" fmla="*/ 122541 h 648596"/>
                <a:gd name="connsiteX747" fmla="*/ 213358 w 2855205"/>
                <a:gd name="connsiteY747" fmla="*/ 133841 h 648596"/>
                <a:gd name="connsiteX748" fmla="*/ 213358 w 2855205"/>
                <a:gd name="connsiteY748" fmla="*/ 151249 h 648596"/>
                <a:gd name="connsiteX749" fmla="*/ 204406 w 2855205"/>
                <a:gd name="connsiteY749" fmla="*/ 170148 h 648596"/>
                <a:gd name="connsiteX750" fmla="*/ 201918 w 2855205"/>
                <a:gd name="connsiteY750" fmla="*/ 189791 h 648596"/>
                <a:gd name="connsiteX751" fmla="*/ 199929 w 2855205"/>
                <a:gd name="connsiteY751" fmla="*/ 225351 h 648596"/>
                <a:gd name="connsiteX752" fmla="*/ 196697 w 2855205"/>
                <a:gd name="connsiteY752" fmla="*/ 246986 h 648596"/>
                <a:gd name="connsiteX753" fmla="*/ 195454 w 2855205"/>
                <a:gd name="connsiteY753" fmla="*/ 265388 h 648596"/>
                <a:gd name="connsiteX754" fmla="*/ 199681 w 2855205"/>
                <a:gd name="connsiteY754" fmla="*/ 277820 h 648596"/>
                <a:gd name="connsiteX755" fmla="*/ 200924 w 2855205"/>
                <a:gd name="connsiteY755" fmla="*/ 285031 h 648596"/>
                <a:gd name="connsiteX756" fmla="*/ 203161 w 2855205"/>
                <a:gd name="connsiteY756" fmla="*/ 296221 h 648596"/>
                <a:gd name="connsiteX757" fmla="*/ 196449 w 2855205"/>
                <a:gd name="connsiteY757" fmla="*/ 321087 h 648596"/>
                <a:gd name="connsiteX758" fmla="*/ 187993 w 2855205"/>
                <a:gd name="connsiteY758" fmla="*/ 334269 h 648596"/>
                <a:gd name="connsiteX759" fmla="*/ 163126 w 2855205"/>
                <a:gd name="connsiteY759" fmla="*/ 349933 h 648596"/>
                <a:gd name="connsiteX760" fmla="*/ 140747 w 2855205"/>
                <a:gd name="connsiteY760" fmla="*/ 371072 h 648596"/>
                <a:gd name="connsiteX761" fmla="*/ 115881 w 2855205"/>
                <a:gd name="connsiteY761" fmla="*/ 382013 h 648596"/>
                <a:gd name="connsiteX762" fmla="*/ 85294 w 2855205"/>
                <a:gd name="connsiteY762" fmla="*/ 399666 h 648596"/>
                <a:gd name="connsiteX763" fmla="*/ 66894 w 2855205"/>
                <a:gd name="connsiteY763" fmla="*/ 407626 h 648596"/>
                <a:gd name="connsiteX764" fmla="*/ 37798 w 2855205"/>
                <a:gd name="connsiteY764" fmla="*/ 428514 h 648596"/>
                <a:gd name="connsiteX765" fmla="*/ 19397 w 2855205"/>
                <a:gd name="connsiteY765" fmla="*/ 411602 h 648596"/>
                <a:gd name="connsiteX766" fmla="*/ 7461 w 2855205"/>
                <a:gd name="connsiteY766" fmla="*/ 402650 h 648596"/>
                <a:gd name="connsiteX767" fmla="*/ 4227 w 2855205"/>
                <a:gd name="connsiteY767" fmla="*/ 387482 h 648596"/>
                <a:gd name="connsiteX768" fmla="*/ 0 w 2855205"/>
                <a:gd name="connsiteY768" fmla="*/ 374552 h 648596"/>
                <a:gd name="connsiteX769" fmla="*/ 7211 w 2855205"/>
                <a:gd name="connsiteY769" fmla="*/ 364357 h 648596"/>
                <a:gd name="connsiteX770" fmla="*/ 18403 w 2855205"/>
                <a:gd name="connsiteY770" fmla="*/ 364357 h 648596"/>
                <a:gd name="connsiteX771" fmla="*/ 35808 w 2855205"/>
                <a:gd name="connsiteY771" fmla="*/ 354162 h 648596"/>
                <a:gd name="connsiteX772" fmla="*/ 54211 w 2855205"/>
                <a:gd name="connsiteY772" fmla="*/ 347199 h 648596"/>
                <a:gd name="connsiteX773" fmla="*/ 86289 w 2855205"/>
                <a:gd name="connsiteY773" fmla="*/ 329295 h 648596"/>
                <a:gd name="connsiteX774" fmla="*/ 101209 w 2855205"/>
                <a:gd name="connsiteY774" fmla="*/ 314623 h 648596"/>
                <a:gd name="connsiteX775" fmla="*/ 101209 w 2855205"/>
                <a:gd name="connsiteY775" fmla="*/ 280804 h 648596"/>
                <a:gd name="connsiteX776" fmla="*/ 93251 w 2855205"/>
                <a:gd name="connsiteY776" fmla="*/ 275831 h 648596"/>
                <a:gd name="connsiteX777" fmla="*/ 78083 w 2855205"/>
                <a:gd name="connsiteY777" fmla="*/ 277820 h 648596"/>
                <a:gd name="connsiteX778" fmla="*/ 63907 w 2855205"/>
                <a:gd name="connsiteY778" fmla="*/ 282794 h 648596"/>
                <a:gd name="connsiteX779" fmla="*/ 53216 w 2855205"/>
                <a:gd name="connsiteY779" fmla="*/ 284285 h 648596"/>
                <a:gd name="connsiteX780" fmla="*/ 46254 w 2855205"/>
                <a:gd name="connsiteY780" fmla="*/ 278565 h 648596"/>
                <a:gd name="connsiteX781" fmla="*/ 43019 w 2855205"/>
                <a:gd name="connsiteY781" fmla="*/ 260911 h 648596"/>
                <a:gd name="connsiteX782" fmla="*/ 40035 w 2855205"/>
                <a:gd name="connsiteY782" fmla="*/ 248727 h 648596"/>
                <a:gd name="connsiteX783" fmla="*/ 41528 w 2855205"/>
                <a:gd name="connsiteY783" fmla="*/ 223860 h 648596"/>
                <a:gd name="connsiteX784" fmla="*/ 55952 w 2855205"/>
                <a:gd name="connsiteY784" fmla="*/ 209436 h 648596"/>
                <a:gd name="connsiteX785" fmla="*/ 76094 w 2855205"/>
                <a:gd name="connsiteY785" fmla="*/ 203220 h 648596"/>
                <a:gd name="connsiteX786" fmla="*/ 90763 w 2855205"/>
                <a:gd name="connsiteY786" fmla="*/ 203220 h 648596"/>
                <a:gd name="connsiteX787" fmla="*/ 110907 w 2855205"/>
                <a:gd name="connsiteY787" fmla="*/ 194020 h 648596"/>
                <a:gd name="connsiteX788" fmla="*/ 120854 w 2855205"/>
                <a:gd name="connsiteY788" fmla="*/ 175617 h 648596"/>
                <a:gd name="connsiteX789" fmla="*/ 126822 w 2855205"/>
                <a:gd name="connsiteY789" fmla="*/ 136078 h 648596"/>
                <a:gd name="connsiteX790" fmla="*/ 116875 w 2855205"/>
                <a:gd name="connsiteY790" fmla="*/ 111212 h 648596"/>
                <a:gd name="connsiteX791" fmla="*/ 116875 w 2855205"/>
                <a:gd name="connsiteY791" fmla="*/ 104001 h 648596"/>
                <a:gd name="connsiteX792" fmla="*/ 128313 w 2855205"/>
                <a:gd name="connsiteY792" fmla="*/ 95297 h 648596"/>
                <a:gd name="connsiteX793" fmla="*/ 135275 w 2855205"/>
                <a:gd name="connsiteY793" fmla="*/ 92313 h 648596"/>
                <a:gd name="connsiteX794" fmla="*/ 350126 w 2855205"/>
                <a:gd name="connsiteY794" fmla="*/ 69934 h 648596"/>
                <a:gd name="connsiteX795" fmla="*/ 361068 w 2855205"/>
                <a:gd name="connsiteY795" fmla="*/ 76400 h 648596"/>
                <a:gd name="connsiteX796" fmla="*/ 370268 w 2855205"/>
                <a:gd name="connsiteY796" fmla="*/ 78387 h 648596"/>
                <a:gd name="connsiteX797" fmla="*/ 377478 w 2855205"/>
                <a:gd name="connsiteY797" fmla="*/ 86595 h 648596"/>
                <a:gd name="connsiteX798" fmla="*/ 382950 w 2855205"/>
                <a:gd name="connsiteY798" fmla="*/ 108478 h 648596"/>
                <a:gd name="connsiteX799" fmla="*/ 366537 w 2855205"/>
                <a:gd name="connsiteY799" fmla="*/ 139065 h 648596"/>
                <a:gd name="connsiteX800" fmla="*/ 363553 w 2855205"/>
                <a:gd name="connsiteY800" fmla="*/ 154481 h 648596"/>
                <a:gd name="connsiteX801" fmla="*/ 376982 w 2855205"/>
                <a:gd name="connsiteY801" fmla="*/ 159206 h 648596"/>
                <a:gd name="connsiteX802" fmla="*/ 390409 w 2855205"/>
                <a:gd name="connsiteY802" fmla="*/ 151497 h 648596"/>
                <a:gd name="connsiteX803" fmla="*/ 412292 w 2855205"/>
                <a:gd name="connsiteY803" fmla="*/ 159206 h 648596"/>
                <a:gd name="connsiteX804" fmla="*/ 424724 w 2855205"/>
                <a:gd name="connsiteY804" fmla="*/ 182084 h 648596"/>
                <a:gd name="connsiteX805" fmla="*/ 427212 w 2855205"/>
                <a:gd name="connsiteY805" fmla="*/ 198246 h 648596"/>
                <a:gd name="connsiteX806" fmla="*/ 419753 w 2855205"/>
                <a:gd name="connsiteY806" fmla="*/ 206702 h 648596"/>
                <a:gd name="connsiteX807" fmla="*/ 404337 w 2855205"/>
                <a:gd name="connsiteY807" fmla="*/ 210433 h 648596"/>
                <a:gd name="connsiteX808" fmla="*/ 391156 w 2855205"/>
                <a:gd name="connsiteY808" fmla="*/ 219881 h 648596"/>
                <a:gd name="connsiteX809" fmla="*/ 373004 w 2855205"/>
                <a:gd name="connsiteY809" fmla="*/ 230076 h 648596"/>
                <a:gd name="connsiteX810" fmla="*/ 343910 w 2855205"/>
                <a:gd name="connsiteY810" fmla="*/ 244001 h 648596"/>
                <a:gd name="connsiteX811" fmla="*/ 333713 w 2855205"/>
                <a:gd name="connsiteY811" fmla="*/ 276329 h 648596"/>
                <a:gd name="connsiteX812" fmla="*/ 333713 w 2855205"/>
                <a:gd name="connsiteY812" fmla="*/ 291746 h 648596"/>
                <a:gd name="connsiteX813" fmla="*/ 341918 w 2855205"/>
                <a:gd name="connsiteY813" fmla="*/ 318354 h 648596"/>
                <a:gd name="connsiteX814" fmla="*/ 364300 w 2855205"/>
                <a:gd name="connsiteY814" fmla="*/ 328300 h 648596"/>
                <a:gd name="connsiteX815" fmla="*/ 379966 w 2855205"/>
                <a:gd name="connsiteY815" fmla="*/ 330538 h 648596"/>
                <a:gd name="connsiteX816" fmla="*/ 391404 w 2855205"/>
                <a:gd name="connsiteY816" fmla="*/ 332775 h 648596"/>
                <a:gd name="connsiteX817" fmla="*/ 402593 w 2855205"/>
                <a:gd name="connsiteY817" fmla="*/ 337252 h 648596"/>
                <a:gd name="connsiteX818" fmla="*/ 420001 w 2855205"/>
                <a:gd name="connsiteY818" fmla="*/ 338994 h 648596"/>
                <a:gd name="connsiteX819" fmla="*/ 420996 w 2855205"/>
                <a:gd name="connsiteY819" fmla="*/ 338247 h 648596"/>
                <a:gd name="connsiteX820" fmla="*/ 430694 w 2855205"/>
                <a:gd name="connsiteY820" fmla="*/ 360626 h 648596"/>
                <a:gd name="connsiteX821" fmla="*/ 421990 w 2855205"/>
                <a:gd name="connsiteY821" fmla="*/ 385493 h 648596"/>
                <a:gd name="connsiteX822" fmla="*/ 414780 w 2855205"/>
                <a:gd name="connsiteY822" fmla="*/ 401906 h 648596"/>
                <a:gd name="connsiteX823" fmla="*/ 395881 w 2855205"/>
                <a:gd name="connsiteY823" fmla="*/ 404642 h 648596"/>
                <a:gd name="connsiteX824" fmla="*/ 377478 w 2855205"/>
                <a:gd name="connsiteY824" fmla="*/ 409117 h 648596"/>
                <a:gd name="connsiteX825" fmla="*/ 364548 w 2855205"/>
                <a:gd name="connsiteY825" fmla="*/ 403397 h 648596"/>
                <a:gd name="connsiteX826" fmla="*/ 344654 w 2855205"/>
                <a:gd name="connsiteY826" fmla="*/ 401407 h 648596"/>
                <a:gd name="connsiteX827" fmla="*/ 324761 w 2855205"/>
                <a:gd name="connsiteY827" fmla="*/ 401407 h 648596"/>
                <a:gd name="connsiteX828" fmla="*/ 308102 w 2855205"/>
                <a:gd name="connsiteY828" fmla="*/ 396685 h 648596"/>
                <a:gd name="connsiteX829" fmla="*/ 283235 w 2855205"/>
                <a:gd name="connsiteY829" fmla="*/ 395439 h 648596"/>
                <a:gd name="connsiteX830" fmla="*/ 271049 w 2855205"/>
                <a:gd name="connsiteY830" fmla="*/ 388477 h 648596"/>
                <a:gd name="connsiteX831" fmla="*/ 259611 w 2855205"/>
                <a:gd name="connsiteY831" fmla="*/ 370077 h 648596"/>
                <a:gd name="connsiteX832" fmla="*/ 257870 w 2855205"/>
                <a:gd name="connsiteY832" fmla="*/ 348940 h 648596"/>
                <a:gd name="connsiteX833" fmla="*/ 252649 w 2855205"/>
                <a:gd name="connsiteY833" fmla="*/ 324074 h 648596"/>
                <a:gd name="connsiteX834" fmla="*/ 252649 w 2855205"/>
                <a:gd name="connsiteY834" fmla="*/ 308159 h 648596"/>
                <a:gd name="connsiteX835" fmla="*/ 250659 w 2855205"/>
                <a:gd name="connsiteY835" fmla="*/ 292991 h 648596"/>
                <a:gd name="connsiteX836" fmla="*/ 248171 w 2855205"/>
                <a:gd name="connsiteY836" fmla="*/ 269367 h 648596"/>
                <a:gd name="connsiteX837" fmla="*/ 254638 w 2855205"/>
                <a:gd name="connsiteY837" fmla="*/ 231319 h 648596"/>
                <a:gd name="connsiteX838" fmla="*/ 259859 w 2855205"/>
                <a:gd name="connsiteY838" fmla="*/ 219383 h 648596"/>
                <a:gd name="connsiteX839" fmla="*/ 264334 w 2855205"/>
                <a:gd name="connsiteY839" fmla="*/ 199740 h 648596"/>
                <a:gd name="connsiteX840" fmla="*/ 268563 w 2855205"/>
                <a:gd name="connsiteY840" fmla="*/ 179846 h 648596"/>
                <a:gd name="connsiteX841" fmla="*/ 270305 w 2855205"/>
                <a:gd name="connsiteY841" fmla="*/ 148761 h 648596"/>
                <a:gd name="connsiteX842" fmla="*/ 274779 w 2855205"/>
                <a:gd name="connsiteY842" fmla="*/ 129862 h 648596"/>
                <a:gd name="connsiteX843" fmla="*/ 281494 w 2855205"/>
                <a:gd name="connsiteY843" fmla="*/ 99027 h 648596"/>
                <a:gd name="connsiteX844" fmla="*/ 281494 w 2855205"/>
                <a:gd name="connsiteY844" fmla="*/ 78387 h 648596"/>
                <a:gd name="connsiteX845" fmla="*/ 293430 w 2855205"/>
                <a:gd name="connsiteY845" fmla="*/ 70182 h 648596"/>
                <a:gd name="connsiteX846" fmla="*/ 309345 w 2855205"/>
                <a:gd name="connsiteY846" fmla="*/ 73166 h 648596"/>
                <a:gd name="connsiteX847" fmla="*/ 322772 w 2855205"/>
                <a:gd name="connsiteY847" fmla="*/ 70430 h 648596"/>
                <a:gd name="connsiteX848" fmla="*/ 334708 w 2855205"/>
                <a:gd name="connsiteY848" fmla="*/ 72670 h 648596"/>
                <a:gd name="connsiteX849" fmla="*/ 350126 w 2855205"/>
                <a:gd name="connsiteY849" fmla="*/ 69934 h 648596"/>
                <a:gd name="connsiteX850" fmla="*/ 1374140 w 2855205"/>
                <a:gd name="connsiteY850" fmla="*/ 67945 h 648596"/>
                <a:gd name="connsiteX851" fmla="*/ 1389806 w 2855205"/>
                <a:gd name="connsiteY851" fmla="*/ 73665 h 648596"/>
                <a:gd name="connsiteX852" fmla="*/ 1419895 w 2855205"/>
                <a:gd name="connsiteY852" fmla="*/ 75902 h 648596"/>
                <a:gd name="connsiteX853" fmla="*/ 1419895 w 2855205"/>
                <a:gd name="connsiteY853" fmla="*/ 73665 h 648596"/>
                <a:gd name="connsiteX854" fmla="*/ 1425116 w 2855205"/>
                <a:gd name="connsiteY854" fmla="*/ 86097 h 648596"/>
                <a:gd name="connsiteX855" fmla="*/ 1435561 w 2855205"/>
                <a:gd name="connsiteY855" fmla="*/ 107233 h 648596"/>
                <a:gd name="connsiteX856" fmla="*/ 1427108 w 2855205"/>
                <a:gd name="connsiteY856" fmla="*/ 125137 h 648596"/>
                <a:gd name="connsiteX857" fmla="*/ 1423129 w 2855205"/>
                <a:gd name="connsiteY857" fmla="*/ 141551 h 648596"/>
                <a:gd name="connsiteX858" fmla="*/ 1408953 w 2855205"/>
                <a:gd name="connsiteY858" fmla="*/ 168159 h 648596"/>
                <a:gd name="connsiteX859" fmla="*/ 1395278 w 2855205"/>
                <a:gd name="connsiteY859" fmla="*/ 183825 h 648596"/>
                <a:gd name="connsiteX860" fmla="*/ 1365188 w 2855205"/>
                <a:gd name="connsiteY860" fmla="*/ 246738 h 648596"/>
                <a:gd name="connsiteX861" fmla="*/ 1354993 w 2855205"/>
                <a:gd name="connsiteY861" fmla="*/ 256932 h 648596"/>
                <a:gd name="connsiteX862" fmla="*/ 1342561 w 2855205"/>
                <a:gd name="connsiteY862" fmla="*/ 256932 h 648596"/>
                <a:gd name="connsiteX863" fmla="*/ 1329630 w 2855205"/>
                <a:gd name="connsiteY863" fmla="*/ 261159 h 648596"/>
                <a:gd name="connsiteX864" fmla="*/ 1310481 w 2855205"/>
                <a:gd name="connsiteY864" fmla="*/ 267127 h 648596"/>
                <a:gd name="connsiteX865" fmla="*/ 1310481 w 2855205"/>
                <a:gd name="connsiteY865" fmla="*/ 282047 h 648596"/>
                <a:gd name="connsiteX866" fmla="*/ 1325153 w 2855205"/>
                <a:gd name="connsiteY866" fmla="*/ 279314 h 648596"/>
                <a:gd name="connsiteX867" fmla="*/ 1336841 w 2855205"/>
                <a:gd name="connsiteY867" fmla="*/ 273842 h 648596"/>
                <a:gd name="connsiteX868" fmla="*/ 1353004 w 2855205"/>
                <a:gd name="connsiteY868" fmla="*/ 279063 h 648596"/>
                <a:gd name="connsiteX869" fmla="*/ 1359470 w 2855205"/>
                <a:gd name="connsiteY869" fmla="*/ 286525 h 648596"/>
                <a:gd name="connsiteX870" fmla="*/ 1363697 w 2855205"/>
                <a:gd name="connsiteY870" fmla="*/ 306914 h 648596"/>
                <a:gd name="connsiteX871" fmla="*/ 1361209 w 2855205"/>
                <a:gd name="connsiteY871" fmla="*/ 315370 h 648596"/>
                <a:gd name="connsiteX872" fmla="*/ 1346540 w 2855205"/>
                <a:gd name="connsiteY872" fmla="*/ 325813 h 648596"/>
                <a:gd name="connsiteX873" fmla="*/ 1329628 w 2855205"/>
                <a:gd name="connsiteY873" fmla="*/ 332029 h 648596"/>
                <a:gd name="connsiteX874" fmla="*/ 1324406 w 2855205"/>
                <a:gd name="connsiteY874" fmla="*/ 341727 h 648596"/>
                <a:gd name="connsiteX875" fmla="*/ 1332614 w 2855205"/>
                <a:gd name="connsiteY875" fmla="*/ 348194 h 648596"/>
                <a:gd name="connsiteX876" fmla="*/ 1354993 w 2855205"/>
                <a:gd name="connsiteY876" fmla="*/ 343967 h 648596"/>
                <a:gd name="connsiteX877" fmla="*/ 1371902 w 2855205"/>
                <a:gd name="connsiteY877" fmla="*/ 343967 h 648596"/>
                <a:gd name="connsiteX878" fmla="*/ 1392790 w 2855205"/>
                <a:gd name="connsiteY878" fmla="*/ 339738 h 648596"/>
                <a:gd name="connsiteX879" fmla="*/ 1410942 w 2855205"/>
                <a:gd name="connsiteY879" fmla="*/ 339738 h 648596"/>
                <a:gd name="connsiteX880" fmla="*/ 1425367 w 2855205"/>
                <a:gd name="connsiteY880" fmla="*/ 364605 h 648596"/>
                <a:gd name="connsiteX881" fmla="*/ 1398758 w 2855205"/>
                <a:gd name="connsiteY881" fmla="*/ 402901 h 648596"/>
                <a:gd name="connsiteX882" fmla="*/ 1373892 w 2855205"/>
                <a:gd name="connsiteY882" fmla="*/ 398672 h 648596"/>
                <a:gd name="connsiteX883" fmla="*/ 1334105 w 2855205"/>
                <a:gd name="connsiteY883" fmla="*/ 400165 h 648596"/>
                <a:gd name="connsiteX884" fmla="*/ 1312222 w 2855205"/>
                <a:gd name="connsiteY884" fmla="*/ 400165 h 648596"/>
                <a:gd name="connsiteX885" fmla="*/ 1293075 w 2855205"/>
                <a:gd name="connsiteY885" fmla="*/ 402154 h 648596"/>
                <a:gd name="connsiteX886" fmla="*/ 1271689 w 2855205"/>
                <a:gd name="connsiteY886" fmla="*/ 405637 h 648596"/>
                <a:gd name="connsiteX887" fmla="*/ 1246822 w 2855205"/>
                <a:gd name="connsiteY887" fmla="*/ 410858 h 648596"/>
                <a:gd name="connsiteX888" fmla="*/ 1219718 w 2855205"/>
                <a:gd name="connsiteY888" fmla="*/ 413592 h 648596"/>
                <a:gd name="connsiteX889" fmla="*/ 1191867 w 2855205"/>
                <a:gd name="connsiteY889" fmla="*/ 420555 h 648596"/>
                <a:gd name="connsiteX890" fmla="*/ 1174462 w 2855205"/>
                <a:gd name="connsiteY890" fmla="*/ 411605 h 648596"/>
                <a:gd name="connsiteX891" fmla="*/ 1170483 w 2855205"/>
                <a:gd name="connsiteY891" fmla="*/ 388229 h 648596"/>
                <a:gd name="connsiteX892" fmla="*/ 1170483 w 2855205"/>
                <a:gd name="connsiteY892" fmla="*/ 377536 h 648596"/>
                <a:gd name="connsiteX893" fmla="*/ 1176451 w 2855205"/>
                <a:gd name="connsiteY893" fmla="*/ 365104 h 648596"/>
                <a:gd name="connsiteX894" fmla="*/ 1182915 w 2855205"/>
                <a:gd name="connsiteY894" fmla="*/ 359880 h 648596"/>
                <a:gd name="connsiteX895" fmla="*/ 1190872 w 2855205"/>
                <a:gd name="connsiteY895" fmla="*/ 363858 h 648596"/>
                <a:gd name="connsiteX896" fmla="*/ 1215739 w 2855205"/>
                <a:gd name="connsiteY896" fmla="*/ 355653 h 648596"/>
                <a:gd name="connsiteX897" fmla="*/ 1245827 w 2855205"/>
                <a:gd name="connsiteY897" fmla="*/ 342474 h 648596"/>
                <a:gd name="connsiteX898" fmla="*/ 1240854 w 2855205"/>
                <a:gd name="connsiteY898" fmla="*/ 334021 h 648596"/>
                <a:gd name="connsiteX899" fmla="*/ 1228670 w 2855205"/>
                <a:gd name="connsiteY899" fmla="*/ 332279 h 648596"/>
                <a:gd name="connsiteX900" fmla="*/ 1218227 w 2855205"/>
                <a:gd name="connsiteY900" fmla="*/ 327055 h 648596"/>
                <a:gd name="connsiteX901" fmla="*/ 1218227 w 2855205"/>
                <a:gd name="connsiteY901" fmla="*/ 317109 h 648596"/>
                <a:gd name="connsiteX902" fmla="*/ 1219718 w 2855205"/>
                <a:gd name="connsiteY902" fmla="*/ 304677 h 648596"/>
                <a:gd name="connsiteX903" fmla="*/ 1226432 w 2855205"/>
                <a:gd name="connsiteY903" fmla="*/ 295725 h 648596"/>
                <a:gd name="connsiteX904" fmla="*/ 1233147 w 2855205"/>
                <a:gd name="connsiteY904" fmla="*/ 297962 h 648596"/>
                <a:gd name="connsiteX905" fmla="*/ 1240606 w 2855205"/>
                <a:gd name="connsiteY905" fmla="*/ 296719 h 648596"/>
                <a:gd name="connsiteX906" fmla="*/ 1247817 w 2855205"/>
                <a:gd name="connsiteY906" fmla="*/ 296719 h 648596"/>
                <a:gd name="connsiteX907" fmla="*/ 1254283 w 2855205"/>
                <a:gd name="connsiteY907" fmla="*/ 290999 h 648596"/>
                <a:gd name="connsiteX908" fmla="*/ 1256025 w 2855205"/>
                <a:gd name="connsiteY908" fmla="*/ 276330 h 648596"/>
                <a:gd name="connsiteX909" fmla="*/ 1247320 w 2855205"/>
                <a:gd name="connsiteY909" fmla="*/ 276327 h 648596"/>
                <a:gd name="connsiteX910" fmla="*/ 1235880 w 2855205"/>
                <a:gd name="connsiteY910" fmla="*/ 279562 h 648596"/>
                <a:gd name="connsiteX911" fmla="*/ 1225438 w 2855205"/>
                <a:gd name="connsiteY911" fmla="*/ 281799 h 648596"/>
                <a:gd name="connsiteX912" fmla="*/ 1216982 w 2855205"/>
                <a:gd name="connsiteY912" fmla="*/ 280557 h 648596"/>
                <a:gd name="connsiteX913" fmla="*/ 1212755 w 2855205"/>
                <a:gd name="connsiteY913" fmla="*/ 274090 h 648596"/>
                <a:gd name="connsiteX914" fmla="*/ 1209523 w 2855205"/>
                <a:gd name="connsiteY914" fmla="*/ 264391 h 648596"/>
                <a:gd name="connsiteX915" fmla="*/ 1202062 w 2855205"/>
                <a:gd name="connsiteY915" fmla="*/ 250466 h 648596"/>
                <a:gd name="connsiteX916" fmla="*/ 1197835 w 2855205"/>
                <a:gd name="connsiteY916" fmla="*/ 234802 h 648596"/>
                <a:gd name="connsiteX917" fmla="*/ 1206040 w 2855205"/>
                <a:gd name="connsiteY917" fmla="*/ 211178 h 648596"/>
                <a:gd name="connsiteX918" fmla="*/ 1202062 w 2855205"/>
                <a:gd name="connsiteY918" fmla="*/ 173132 h 648596"/>
                <a:gd name="connsiteX919" fmla="*/ 1197336 w 2855205"/>
                <a:gd name="connsiteY919" fmla="*/ 156719 h 648596"/>
                <a:gd name="connsiteX920" fmla="*/ 1199078 w 2855205"/>
                <a:gd name="connsiteY920" fmla="*/ 144535 h 648596"/>
                <a:gd name="connsiteX921" fmla="*/ 1203307 w 2855205"/>
                <a:gd name="connsiteY921" fmla="*/ 123398 h 648596"/>
                <a:gd name="connsiteX922" fmla="*/ 1213750 w 2855205"/>
                <a:gd name="connsiteY922" fmla="*/ 102012 h 648596"/>
                <a:gd name="connsiteX923" fmla="*/ 1227176 w 2855205"/>
                <a:gd name="connsiteY923" fmla="*/ 109969 h 648596"/>
                <a:gd name="connsiteX924" fmla="*/ 1239859 w 2855205"/>
                <a:gd name="connsiteY924" fmla="*/ 108726 h 648596"/>
                <a:gd name="connsiteX925" fmla="*/ 1256273 w 2855205"/>
                <a:gd name="connsiteY925" fmla="*/ 103505 h 648596"/>
                <a:gd name="connsiteX926" fmla="*/ 1284619 w 2855205"/>
                <a:gd name="connsiteY926" fmla="*/ 91817 h 648596"/>
                <a:gd name="connsiteX927" fmla="*/ 1307001 w 2855205"/>
                <a:gd name="connsiteY927" fmla="*/ 89580 h 648596"/>
                <a:gd name="connsiteX928" fmla="*/ 1374140 w 2855205"/>
                <a:gd name="connsiteY928" fmla="*/ 67945 h 648596"/>
                <a:gd name="connsiteX929" fmla="*/ 740286 w 2855205"/>
                <a:gd name="connsiteY929" fmla="*/ 3539 h 648596"/>
                <a:gd name="connsiteX930" fmla="*/ 751724 w 2855205"/>
                <a:gd name="connsiteY930" fmla="*/ 4782 h 648596"/>
                <a:gd name="connsiteX931" fmla="*/ 765900 w 2855205"/>
                <a:gd name="connsiteY931" fmla="*/ 4782 h 648596"/>
                <a:gd name="connsiteX932" fmla="*/ 773358 w 2855205"/>
                <a:gd name="connsiteY932" fmla="*/ 10502 h 648596"/>
                <a:gd name="connsiteX933" fmla="*/ 786537 w 2855205"/>
                <a:gd name="connsiteY933" fmla="*/ 14480 h 648596"/>
                <a:gd name="connsiteX934" fmla="*/ 790766 w 2855205"/>
                <a:gd name="connsiteY934" fmla="*/ 29899 h 648596"/>
                <a:gd name="connsiteX935" fmla="*/ 800961 w 2855205"/>
                <a:gd name="connsiteY935" fmla="*/ 52526 h 648596"/>
                <a:gd name="connsiteX936" fmla="*/ 788278 w 2855205"/>
                <a:gd name="connsiteY936" fmla="*/ 75651 h 648596"/>
                <a:gd name="connsiteX937" fmla="*/ 790766 w 2855205"/>
                <a:gd name="connsiteY937" fmla="*/ 83361 h 648596"/>
                <a:gd name="connsiteX938" fmla="*/ 835527 w 2855205"/>
                <a:gd name="connsiteY938" fmla="*/ 72918 h 648596"/>
                <a:gd name="connsiteX939" fmla="*/ 860394 w 2855205"/>
                <a:gd name="connsiteY939" fmla="*/ 66950 h 648596"/>
                <a:gd name="connsiteX940" fmla="*/ 871583 w 2855205"/>
                <a:gd name="connsiteY940" fmla="*/ 71672 h 648596"/>
                <a:gd name="connsiteX941" fmla="*/ 883020 w 2855205"/>
                <a:gd name="connsiteY941" fmla="*/ 75403 h 648596"/>
                <a:gd name="connsiteX942" fmla="*/ 896450 w 2855205"/>
                <a:gd name="connsiteY942" fmla="*/ 87339 h 648596"/>
                <a:gd name="connsiteX943" fmla="*/ 895954 w 2855205"/>
                <a:gd name="connsiteY943" fmla="*/ 85350 h 648596"/>
                <a:gd name="connsiteX944" fmla="*/ 902170 w 2855205"/>
                <a:gd name="connsiteY944" fmla="*/ 92065 h 648596"/>
                <a:gd name="connsiteX945" fmla="*/ 902170 w 2855205"/>
                <a:gd name="connsiteY945" fmla="*/ 105990 h 648596"/>
                <a:gd name="connsiteX946" fmla="*/ 877303 w 2855205"/>
                <a:gd name="connsiteY946" fmla="*/ 127126 h 648596"/>
                <a:gd name="connsiteX947" fmla="*/ 864124 w 2855205"/>
                <a:gd name="connsiteY947" fmla="*/ 122899 h 648596"/>
                <a:gd name="connsiteX948" fmla="*/ 841495 w 2855205"/>
                <a:gd name="connsiteY948" fmla="*/ 124641 h 648596"/>
                <a:gd name="connsiteX949" fmla="*/ 823591 w 2855205"/>
                <a:gd name="connsiteY949" fmla="*/ 126630 h 648596"/>
                <a:gd name="connsiteX950" fmla="*/ 807428 w 2855205"/>
                <a:gd name="connsiteY950" fmla="*/ 131603 h 648596"/>
                <a:gd name="connsiteX951" fmla="*/ 791015 w 2855205"/>
                <a:gd name="connsiteY951" fmla="*/ 137571 h 648596"/>
                <a:gd name="connsiteX952" fmla="*/ 775348 w 2855205"/>
                <a:gd name="connsiteY952" fmla="*/ 137571 h 648596"/>
                <a:gd name="connsiteX953" fmla="*/ 752470 w 2855205"/>
                <a:gd name="connsiteY953" fmla="*/ 147270 h 648596"/>
                <a:gd name="connsiteX954" fmla="*/ 699006 w 2855205"/>
                <a:gd name="connsiteY954" fmla="*/ 160449 h 648596"/>
                <a:gd name="connsiteX955" fmla="*/ 684337 w 2855205"/>
                <a:gd name="connsiteY955" fmla="*/ 164428 h 648596"/>
                <a:gd name="connsiteX956" fmla="*/ 669664 w 2855205"/>
                <a:gd name="connsiteY956" fmla="*/ 168156 h 648596"/>
                <a:gd name="connsiteX957" fmla="*/ 656235 w 2855205"/>
                <a:gd name="connsiteY957" fmla="*/ 171638 h 648596"/>
                <a:gd name="connsiteX958" fmla="*/ 644798 w 2855205"/>
                <a:gd name="connsiteY958" fmla="*/ 173129 h 648596"/>
                <a:gd name="connsiteX959" fmla="*/ 632366 w 2855205"/>
                <a:gd name="connsiteY959" fmla="*/ 176612 h 648596"/>
                <a:gd name="connsiteX960" fmla="*/ 621672 w 2855205"/>
                <a:gd name="connsiteY960" fmla="*/ 176612 h 648596"/>
                <a:gd name="connsiteX961" fmla="*/ 612968 w 2855205"/>
                <a:gd name="connsiteY961" fmla="*/ 176612 h 648596"/>
                <a:gd name="connsiteX962" fmla="*/ 599043 w 2855205"/>
                <a:gd name="connsiteY962" fmla="*/ 180342 h 648596"/>
                <a:gd name="connsiteX963" fmla="*/ 587355 w 2855205"/>
                <a:gd name="connsiteY963" fmla="*/ 184321 h 648596"/>
                <a:gd name="connsiteX964" fmla="*/ 577160 w 2855205"/>
                <a:gd name="connsiteY964" fmla="*/ 190289 h 648596"/>
                <a:gd name="connsiteX965" fmla="*/ 568954 w 2855205"/>
                <a:gd name="connsiteY965" fmla="*/ 184321 h 648596"/>
                <a:gd name="connsiteX966" fmla="*/ 553784 w 2855205"/>
                <a:gd name="connsiteY966" fmla="*/ 184321 h 648596"/>
                <a:gd name="connsiteX967" fmla="*/ 549808 w 2855205"/>
                <a:gd name="connsiteY967" fmla="*/ 168406 h 648596"/>
                <a:gd name="connsiteX968" fmla="*/ 549808 w 2855205"/>
                <a:gd name="connsiteY968" fmla="*/ 154977 h 648596"/>
                <a:gd name="connsiteX969" fmla="*/ 552792 w 2855205"/>
                <a:gd name="connsiteY969" fmla="*/ 144534 h 648596"/>
                <a:gd name="connsiteX970" fmla="*/ 582880 w 2855205"/>
                <a:gd name="connsiteY970" fmla="*/ 129115 h 648596"/>
                <a:gd name="connsiteX971" fmla="*/ 590837 w 2855205"/>
                <a:gd name="connsiteY971" fmla="*/ 133841 h 648596"/>
                <a:gd name="connsiteX972" fmla="*/ 608243 w 2855205"/>
                <a:gd name="connsiteY972" fmla="*/ 127873 h 648596"/>
                <a:gd name="connsiteX973" fmla="*/ 649523 w 2855205"/>
                <a:gd name="connsiteY973" fmla="*/ 119667 h 648596"/>
                <a:gd name="connsiteX974" fmla="*/ 667176 w 2855205"/>
                <a:gd name="connsiteY974" fmla="*/ 117179 h 648596"/>
                <a:gd name="connsiteX975" fmla="*/ 699505 w 2855205"/>
                <a:gd name="connsiteY975" fmla="*/ 107233 h 648596"/>
                <a:gd name="connsiteX976" fmla="*/ 712683 w 2855205"/>
                <a:gd name="connsiteY976" fmla="*/ 99523 h 648596"/>
                <a:gd name="connsiteX977" fmla="*/ 711193 w 2855205"/>
                <a:gd name="connsiteY977" fmla="*/ 90574 h 648596"/>
                <a:gd name="connsiteX978" fmla="*/ 701990 w 2855205"/>
                <a:gd name="connsiteY978" fmla="*/ 87587 h 648596"/>
                <a:gd name="connsiteX979" fmla="*/ 693041 w 2855205"/>
                <a:gd name="connsiteY979" fmla="*/ 80875 h 648596"/>
                <a:gd name="connsiteX980" fmla="*/ 695278 w 2855205"/>
                <a:gd name="connsiteY980" fmla="*/ 71424 h 648596"/>
                <a:gd name="connsiteX981" fmla="*/ 698510 w 2855205"/>
                <a:gd name="connsiteY981" fmla="*/ 62472 h 648596"/>
                <a:gd name="connsiteX982" fmla="*/ 702241 w 2855205"/>
                <a:gd name="connsiteY982" fmla="*/ 51531 h 648596"/>
                <a:gd name="connsiteX983" fmla="*/ 690801 w 2855205"/>
                <a:gd name="connsiteY983" fmla="*/ 23680 h 648596"/>
                <a:gd name="connsiteX984" fmla="*/ 694283 w 2855205"/>
                <a:gd name="connsiteY984" fmla="*/ 14232 h 648596"/>
                <a:gd name="connsiteX985" fmla="*/ 711193 w 2855205"/>
                <a:gd name="connsiteY985" fmla="*/ 11248 h 648596"/>
                <a:gd name="connsiteX986" fmla="*/ 721139 w 2855205"/>
                <a:gd name="connsiteY986" fmla="*/ 7269 h 648596"/>
                <a:gd name="connsiteX987" fmla="*/ 730587 w 2855205"/>
                <a:gd name="connsiteY987" fmla="*/ 7269 h 648596"/>
                <a:gd name="connsiteX988" fmla="*/ 740286 w 2855205"/>
                <a:gd name="connsiteY988" fmla="*/ 3539 h 648596"/>
                <a:gd name="connsiteX989" fmla="*/ 2724405 w 2855205"/>
                <a:gd name="connsiteY989" fmla="*/ 59 h 648596"/>
                <a:gd name="connsiteX990" fmla="*/ 2740319 w 2855205"/>
                <a:gd name="connsiteY990" fmla="*/ 12243 h 648596"/>
                <a:gd name="connsiteX991" fmla="*/ 2733605 w 2855205"/>
                <a:gd name="connsiteY991" fmla="*/ 31888 h 648596"/>
                <a:gd name="connsiteX992" fmla="*/ 2720674 w 2855205"/>
                <a:gd name="connsiteY992" fmla="*/ 49046 h 648596"/>
                <a:gd name="connsiteX993" fmla="*/ 2720677 w 2855205"/>
                <a:gd name="connsiteY993" fmla="*/ 64464 h 648596"/>
                <a:gd name="connsiteX994" fmla="*/ 2729130 w 2855205"/>
                <a:gd name="connsiteY994" fmla="*/ 76649 h 648596"/>
                <a:gd name="connsiteX995" fmla="*/ 2711226 w 2855205"/>
                <a:gd name="connsiteY995" fmla="*/ 112457 h 648596"/>
                <a:gd name="connsiteX996" fmla="*/ 2697796 w 2855205"/>
                <a:gd name="connsiteY996" fmla="*/ 131851 h 648596"/>
                <a:gd name="connsiteX997" fmla="*/ 2713962 w 2855205"/>
                <a:gd name="connsiteY997" fmla="*/ 140556 h 648596"/>
                <a:gd name="connsiteX998" fmla="*/ 2721919 w 2855205"/>
                <a:gd name="connsiteY998" fmla="*/ 153238 h 648596"/>
                <a:gd name="connsiteX999" fmla="*/ 2736341 w 2855205"/>
                <a:gd name="connsiteY999" fmla="*/ 138070 h 648596"/>
                <a:gd name="connsiteX1000" fmla="*/ 2723410 w 2855205"/>
                <a:gd name="connsiteY1000" fmla="*/ 133841 h 648596"/>
                <a:gd name="connsiteX1001" fmla="*/ 2720426 w 2855205"/>
                <a:gd name="connsiteY1001" fmla="*/ 119171 h 648596"/>
                <a:gd name="connsiteX1002" fmla="*/ 2728882 w 2855205"/>
                <a:gd name="connsiteY1002" fmla="*/ 112705 h 648596"/>
                <a:gd name="connsiteX1003" fmla="*/ 2735845 w 2855205"/>
                <a:gd name="connsiteY1003" fmla="*/ 104249 h 648596"/>
                <a:gd name="connsiteX1004" fmla="*/ 2735845 w 2855205"/>
                <a:gd name="connsiteY1004" fmla="*/ 90075 h 648596"/>
                <a:gd name="connsiteX1005" fmla="*/ 2748029 w 2855205"/>
                <a:gd name="connsiteY1005" fmla="*/ 84107 h 648596"/>
                <a:gd name="connsiteX1006" fmla="*/ 2754991 w 2855205"/>
                <a:gd name="connsiteY1006" fmla="*/ 73414 h 648596"/>
                <a:gd name="connsiteX1007" fmla="*/ 2758223 w 2855205"/>
                <a:gd name="connsiteY1007" fmla="*/ 61976 h 648596"/>
                <a:gd name="connsiteX1008" fmla="*/ 2749519 w 2855205"/>
                <a:gd name="connsiteY1008" fmla="*/ 41088 h 648596"/>
                <a:gd name="connsiteX1009" fmla="*/ 2793285 w 2855205"/>
                <a:gd name="connsiteY1009" fmla="*/ 17963 h 648596"/>
                <a:gd name="connsiteX1010" fmla="*/ 2797264 w 2855205"/>
                <a:gd name="connsiteY1010" fmla="*/ 12491 h 648596"/>
                <a:gd name="connsiteX1011" fmla="*/ 2810194 w 2855205"/>
                <a:gd name="connsiteY1011" fmla="*/ 10752 h 648596"/>
                <a:gd name="connsiteX1012" fmla="*/ 2824370 w 2855205"/>
                <a:gd name="connsiteY1012" fmla="*/ 19704 h 648596"/>
                <a:gd name="connsiteX1013" fmla="*/ 2827850 w 2855205"/>
                <a:gd name="connsiteY1013" fmla="*/ 29899 h 648596"/>
                <a:gd name="connsiteX1014" fmla="*/ 2826360 w 2855205"/>
                <a:gd name="connsiteY1014" fmla="*/ 48299 h 648596"/>
                <a:gd name="connsiteX1015" fmla="*/ 2807210 w 2855205"/>
                <a:gd name="connsiteY1015" fmla="*/ 64214 h 648596"/>
                <a:gd name="connsiteX1016" fmla="*/ 2792042 w 2855205"/>
                <a:gd name="connsiteY1016" fmla="*/ 100521 h 648596"/>
                <a:gd name="connsiteX1017" fmla="*/ 2787567 w 2855205"/>
                <a:gd name="connsiteY1017" fmla="*/ 113203 h 648596"/>
                <a:gd name="connsiteX1018" fmla="*/ 2783837 w 2855205"/>
                <a:gd name="connsiteY1018" fmla="*/ 127873 h 648596"/>
                <a:gd name="connsiteX1019" fmla="*/ 2780605 w 2855205"/>
                <a:gd name="connsiteY1019" fmla="*/ 146772 h 648596"/>
                <a:gd name="connsiteX1020" fmla="*/ 2789557 w 2855205"/>
                <a:gd name="connsiteY1020" fmla="*/ 149508 h 648596"/>
                <a:gd name="connsiteX1021" fmla="*/ 2806466 w 2855205"/>
                <a:gd name="connsiteY1021" fmla="*/ 140057 h 648596"/>
                <a:gd name="connsiteX1022" fmla="*/ 2818152 w 2855205"/>
                <a:gd name="connsiteY1022" fmla="*/ 140057 h 648596"/>
                <a:gd name="connsiteX1023" fmla="*/ 2827602 w 2855205"/>
                <a:gd name="connsiteY1023" fmla="*/ 147020 h 648596"/>
                <a:gd name="connsiteX1024" fmla="*/ 2838296 w 2855205"/>
                <a:gd name="connsiteY1024" fmla="*/ 150254 h 648596"/>
                <a:gd name="connsiteX1025" fmla="*/ 2844108 w 2855205"/>
                <a:gd name="connsiteY1025" fmla="*/ 151436 h 648596"/>
                <a:gd name="connsiteX1026" fmla="*/ 2849041 w 2855205"/>
                <a:gd name="connsiteY1026" fmla="*/ 153793 h 648596"/>
                <a:gd name="connsiteX1027" fmla="*/ 2855205 w 2855205"/>
                <a:gd name="connsiteY1027" fmla="*/ 180342 h 648596"/>
                <a:gd name="connsiteX1028" fmla="*/ 2848490 w 2855205"/>
                <a:gd name="connsiteY1028" fmla="*/ 205209 h 648596"/>
                <a:gd name="connsiteX1029" fmla="*/ 2810445 w 2855205"/>
                <a:gd name="connsiteY1029" fmla="*/ 215404 h 648596"/>
                <a:gd name="connsiteX1030" fmla="*/ 2798757 w 2855205"/>
                <a:gd name="connsiteY1030" fmla="*/ 220377 h 648596"/>
                <a:gd name="connsiteX1031" fmla="*/ 2784085 w 2855205"/>
                <a:gd name="connsiteY1031" fmla="*/ 218887 h 648596"/>
                <a:gd name="connsiteX1032" fmla="*/ 2765186 w 2855205"/>
                <a:gd name="connsiteY1032" fmla="*/ 218887 h 648596"/>
                <a:gd name="connsiteX1033" fmla="*/ 2732861 w 2855205"/>
                <a:gd name="connsiteY1033" fmla="*/ 241764 h 648596"/>
                <a:gd name="connsiteX1034" fmla="*/ 2720925 w 2855205"/>
                <a:gd name="connsiteY1034" fmla="*/ 254447 h 648596"/>
                <a:gd name="connsiteX1035" fmla="*/ 2704759 w 2855205"/>
                <a:gd name="connsiteY1035" fmla="*/ 270609 h 648596"/>
                <a:gd name="connsiteX1036" fmla="*/ 2701775 w 2855205"/>
                <a:gd name="connsiteY1036" fmla="*/ 288513 h 648596"/>
                <a:gd name="connsiteX1037" fmla="*/ 2710727 w 2855205"/>
                <a:gd name="connsiteY1037" fmla="*/ 290255 h 648596"/>
                <a:gd name="connsiteX1038" fmla="*/ 2727141 w 2855205"/>
                <a:gd name="connsiteY1038" fmla="*/ 283788 h 648596"/>
                <a:gd name="connsiteX1039" fmla="*/ 2737834 w 2855205"/>
                <a:gd name="connsiteY1039" fmla="*/ 278068 h 648596"/>
                <a:gd name="connsiteX1040" fmla="*/ 2756482 w 2855205"/>
                <a:gd name="connsiteY1040" fmla="*/ 287519 h 648596"/>
                <a:gd name="connsiteX1041" fmla="*/ 2774637 w 2855205"/>
                <a:gd name="connsiteY1041" fmla="*/ 294978 h 648596"/>
                <a:gd name="connsiteX1042" fmla="*/ 2781847 w 2855205"/>
                <a:gd name="connsiteY1042" fmla="*/ 302191 h 648596"/>
                <a:gd name="connsiteX1043" fmla="*/ 2777122 w 2855205"/>
                <a:gd name="connsiteY1043" fmla="*/ 321338 h 648596"/>
                <a:gd name="connsiteX1044" fmla="*/ 2766181 w 2855205"/>
                <a:gd name="connsiteY1044" fmla="*/ 330538 h 648596"/>
                <a:gd name="connsiteX1045" fmla="*/ 2747034 w 2855205"/>
                <a:gd name="connsiteY1045" fmla="*/ 334018 h 648596"/>
                <a:gd name="connsiteX1046" fmla="*/ 2734103 w 2855205"/>
                <a:gd name="connsiteY1046" fmla="*/ 338495 h 648596"/>
                <a:gd name="connsiteX1047" fmla="*/ 2704263 w 2855205"/>
                <a:gd name="connsiteY1047" fmla="*/ 351924 h 648596"/>
                <a:gd name="connsiteX1048" fmla="*/ 2705506 w 2855205"/>
                <a:gd name="connsiteY1048" fmla="*/ 372812 h 648596"/>
                <a:gd name="connsiteX1049" fmla="*/ 2703268 w 2855205"/>
                <a:gd name="connsiteY1049" fmla="*/ 390466 h 648596"/>
                <a:gd name="connsiteX1050" fmla="*/ 2699042 w 2855205"/>
                <a:gd name="connsiteY1050" fmla="*/ 410858 h 648596"/>
                <a:gd name="connsiteX1051" fmla="*/ 2691332 w 2855205"/>
                <a:gd name="connsiteY1051" fmla="*/ 424285 h 648596"/>
                <a:gd name="connsiteX1052" fmla="*/ 2676412 w 2855205"/>
                <a:gd name="connsiteY1052" fmla="*/ 453629 h 648596"/>
                <a:gd name="connsiteX1053" fmla="*/ 2654530 w 2855205"/>
                <a:gd name="connsiteY1053" fmla="*/ 461336 h 648596"/>
                <a:gd name="connsiteX1054" fmla="*/ 2636874 w 2855205"/>
                <a:gd name="connsiteY1054" fmla="*/ 466309 h 648596"/>
                <a:gd name="connsiteX1055" fmla="*/ 2610268 w 2855205"/>
                <a:gd name="connsiteY1055" fmla="*/ 466309 h 648596"/>
                <a:gd name="connsiteX1056" fmla="*/ 2608775 w 2855205"/>
                <a:gd name="connsiteY1056" fmla="*/ 450397 h 648596"/>
                <a:gd name="connsiteX1057" fmla="*/ 2583908 w 2855205"/>
                <a:gd name="connsiteY1057" fmla="*/ 425530 h 648596"/>
                <a:gd name="connsiteX1058" fmla="*/ 2597585 w 2855205"/>
                <a:gd name="connsiteY1058" fmla="*/ 418567 h 648596"/>
                <a:gd name="connsiteX1059" fmla="*/ 2630657 w 2855205"/>
                <a:gd name="connsiteY1059" fmla="*/ 412597 h 648596"/>
                <a:gd name="connsiteX1060" fmla="*/ 2656767 w 2855205"/>
                <a:gd name="connsiteY1060" fmla="*/ 368087 h 648596"/>
                <a:gd name="connsiteX1061" fmla="*/ 2649556 w 2855205"/>
                <a:gd name="connsiteY1061" fmla="*/ 357642 h 648596"/>
                <a:gd name="connsiteX1062" fmla="*/ 2624689 w 2855205"/>
                <a:gd name="connsiteY1062" fmla="*/ 362119 h 648596"/>
                <a:gd name="connsiteX1063" fmla="*/ 2599823 w 2855205"/>
                <a:gd name="connsiteY1063" fmla="*/ 366346 h 648596"/>
                <a:gd name="connsiteX1064" fmla="*/ 2579183 w 2855205"/>
                <a:gd name="connsiteY1064" fmla="*/ 373804 h 648596"/>
                <a:gd name="connsiteX1065" fmla="*/ 2560534 w 2855205"/>
                <a:gd name="connsiteY1065" fmla="*/ 369330 h 648596"/>
                <a:gd name="connsiteX1066" fmla="*/ 2552326 w 2855205"/>
                <a:gd name="connsiteY1066" fmla="*/ 365599 h 648596"/>
                <a:gd name="connsiteX1067" fmla="*/ 2550337 w 2855205"/>
                <a:gd name="connsiteY1067" fmla="*/ 351922 h 648596"/>
                <a:gd name="connsiteX1068" fmla="*/ 2554068 w 2855205"/>
                <a:gd name="connsiteY1068" fmla="*/ 333274 h 648596"/>
                <a:gd name="connsiteX1069" fmla="*/ 2576447 w 2855205"/>
                <a:gd name="connsiteY1069" fmla="*/ 319348 h 648596"/>
                <a:gd name="connsiteX1070" fmla="*/ 2593108 w 2855205"/>
                <a:gd name="connsiteY1070" fmla="*/ 323575 h 648596"/>
                <a:gd name="connsiteX1071" fmla="*/ 2609023 w 2855205"/>
                <a:gd name="connsiteY1071" fmla="*/ 313628 h 648596"/>
                <a:gd name="connsiteX1072" fmla="*/ 2628668 w 2855205"/>
                <a:gd name="connsiteY1072" fmla="*/ 308407 h 648596"/>
                <a:gd name="connsiteX1073" fmla="*/ 2640604 w 2855205"/>
                <a:gd name="connsiteY1073" fmla="*/ 302439 h 648596"/>
                <a:gd name="connsiteX1074" fmla="*/ 2644831 w 2855205"/>
                <a:gd name="connsiteY1074" fmla="*/ 295476 h 648596"/>
                <a:gd name="connsiteX1075" fmla="*/ 2646820 w 2855205"/>
                <a:gd name="connsiteY1075" fmla="*/ 280804 h 648596"/>
                <a:gd name="connsiteX1076" fmla="*/ 2652292 w 2855205"/>
                <a:gd name="connsiteY1076" fmla="*/ 266380 h 648596"/>
                <a:gd name="connsiteX1077" fmla="*/ 2640852 w 2855205"/>
                <a:gd name="connsiteY1077" fmla="*/ 266383 h 648596"/>
                <a:gd name="connsiteX1078" fmla="*/ 2628420 w 2855205"/>
                <a:gd name="connsiteY1078" fmla="*/ 274588 h 648596"/>
                <a:gd name="connsiteX1079" fmla="*/ 2613996 w 2855205"/>
                <a:gd name="connsiteY1079" fmla="*/ 282047 h 648596"/>
                <a:gd name="connsiteX1080" fmla="*/ 2602060 w 2855205"/>
                <a:gd name="connsiteY1080" fmla="*/ 282047 h 648596"/>
                <a:gd name="connsiteX1081" fmla="*/ 2597335 w 2855205"/>
                <a:gd name="connsiteY1081" fmla="*/ 271105 h 648596"/>
                <a:gd name="connsiteX1082" fmla="*/ 2600817 w 2855205"/>
                <a:gd name="connsiteY1082" fmla="*/ 254943 h 648596"/>
                <a:gd name="connsiteX1083" fmla="*/ 2613500 w 2855205"/>
                <a:gd name="connsiteY1083" fmla="*/ 225103 h 648596"/>
                <a:gd name="connsiteX1084" fmla="*/ 2631154 w 2855205"/>
                <a:gd name="connsiteY1084" fmla="*/ 223860 h 648596"/>
                <a:gd name="connsiteX1085" fmla="*/ 2637620 w 2855205"/>
                <a:gd name="connsiteY1085" fmla="*/ 219633 h 648596"/>
                <a:gd name="connsiteX1086" fmla="*/ 2654031 w 2855205"/>
                <a:gd name="connsiteY1086" fmla="*/ 217892 h 648596"/>
                <a:gd name="connsiteX1087" fmla="*/ 2672930 w 2855205"/>
                <a:gd name="connsiteY1087" fmla="*/ 213415 h 648596"/>
                <a:gd name="connsiteX1088" fmla="*/ 2686855 w 2855205"/>
                <a:gd name="connsiteY1088" fmla="*/ 210929 h 648596"/>
                <a:gd name="connsiteX1089" fmla="*/ 2698543 w 2855205"/>
                <a:gd name="connsiteY1089" fmla="*/ 206700 h 648596"/>
                <a:gd name="connsiteX1090" fmla="*/ 2705506 w 2855205"/>
                <a:gd name="connsiteY1090" fmla="*/ 201729 h 648596"/>
                <a:gd name="connsiteX1091" fmla="*/ 2721919 w 2855205"/>
                <a:gd name="connsiteY1091" fmla="*/ 201729 h 648596"/>
                <a:gd name="connsiteX1092" fmla="*/ 2735346 w 2855205"/>
                <a:gd name="connsiteY1092" fmla="*/ 201726 h 648596"/>
                <a:gd name="connsiteX1093" fmla="*/ 2749023 w 2855205"/>
                <a:gd name="connsiteY1093" fmla="*/ 204961 h 648596"/>
                <a:gd name="connsiteX1094" fmla="*/ 2764439 w 2855205"/>
                <a:gd name="connsiteY1094" fmla="*/ 197750 h 648596"/>
                <a:gd name="connsiteX1095" fmla="*/ 2772647 w 2855205"/>
                <a:gd name="connsiteY1095" fmla="*/ 181585 h 648596"/>
                <a:gd name="connsiteX1096" fmla="*/ 2752754 w 2855205"/>
                <a:gd name="connsiteY1096" fmla="*/ 183825 h 648596"/>
                <a:gd name="connsiteX1097" fmla="*/ 2731618 w 2855205"/>
                <a:gd name="connsiteY1097" fmla="*/ 186806 h 648596"/>
                <a:gd name="connsiteX1098" fmla="*/ 2698543 w 2855205"/>
                <a:gd name="connsiteY1098" fmla="*/ 190289 h 648596"/>
                <a:gd name="connsiteX1099" fmla="*/ 2681884 w 2855205"/>
                <a:gd name="connsiteY1099" fmla="*/ 194268 h 648596"/>
                <a:gd name="connsiteX1100" fmla="*/ 2665223 w 2855205"/>
                <a:gd name="connsiteY1100" fmla="*/ 197748 h 648596"/>
                <a:gd name="connsiteX1101" fmla="*/ 2638119 w 2855205"/>
                <a:gd name="connsiteY1101" fmla="*/ 201230 h 648596"/>
                <a:gd name="connsiteX1102" fmla="*/ 2617479 w 2855205"/>
                <a:gd name="connsiteY1102" fmla="*/ 205457 h 648596"/>
                <a:gd name="connsiteX1103" fmla="*/ 2592612 w 2855205"/>
                <a:gd name="connsiteY1103" fmla="*/ 215156 h 648596"/>
                <a:gd name="connsiteX1104" fmla="*/ 2577193 w 2855205"/>
                <a:gd name="connsiteY1104" fmla="*/ 235297 h 648596"/>
                <a:gd name="connsiteX1105" fmla="*/ 2569983 w 2855205"/>
                <a:gd name="connsiteY1105" fmla="*/ 244001 h 648596"/>
                <a:gd name="connsiteX1106" fmla="*/ 2538401 w 2855205"/>
                <a:gd name="connsiteY1106" fmla="*/ 268868 h 648596"/>
                <a:gd name="connsiteX1107" fmla="*/ 2526465 w 2855205"/>
                <a:gd name="connsiteY1107" fmla="*/ 263895 h 648596"/>
                <a:gd name="connsiteX1108" fmla="*/ 2517017 w 2855205"/>
                <a:gd name="connsiteY1108" fmla="*/ 235049 h 648596"/>
                <a:gd name="connsiteX1109" fmla="*/ 2517017 w 2855205"/>
                <a:gd name="connsiteY1109" fmla="*/ 206204 h 648596"/>
                <a:gd name="connsiteX1110" fmla="*/ 2521742 w 2855205"/>
                <a:gd name="connsiteY1110" fmla="*/ 194516 h 648596"/>
                <a:gd name="connsiteX1111" fmla="*/ 2529948 w 2855205"/>
                <a:gd name="connsiteY1111" fmla="*/ 189046 h 648596"/>
                <a:gd name="connsiteX1112" fmla="*/ 2550089 w 2855205"/>
                <a:gd name="connsiteY1112" fmla="*/ 155724 h 648596"/>
                <a:gd name="connsiteX1113" fmla="*/ 2555807 w 2855205"/>
                <a:gd name="connsiteY1113" fmla="*/ 155724 h 648596"/>
                <a:gd name="connsiteX1114" fmla="*/ 2560036 w 2855205"/>
                <a:gd name="connsiteY1114" fmla="*/ 180590 h 648596"/>
                <a:gd name="connsiteX1115" fmla="*/ 2560414 w 2855205"/>
                <a:gd name="connsiteY1115" fmla="*/ 183522 h 648596"/>
                <a:gd name="connsiteX1116" fmla="*/ 2568740 w 2855205"/>
                <a:gd name="connsiteY1116" fmla="*/ 187305 h 648596"/>
                <a:gd name="connsiteX1117" fmla="*/ 2586145 w 2855205"/>
                <a:gd name="connsiteY1117" fmla="*/ 180590 h 648596"/>
                <a:gd name="connsiteX1118" fmla="*/ 2591865 w 2855205"/>
                <a:gd name="connsiteY1118" fmla="*/ 174622 h 648596"/>
                <a:gd name="connsiteX1119" fmla="*/ 2587388 w 2855205"/>
                <a:gd name="connsiteY1119" fmla="*/ 162686 h 648596"/>
                <a:gd name="connsiteX1120" fmla="*/ 2584404 w 2855205"/>
                <a:gd name="connsiteY1120" fmla="*/ 145033 h 648596"/>
                <a:gd name="connsiteX1121" fmla="*/ 2587140 w 2855205"/>
                <a:gd name="connsiteY1121" fmla="*/ 109473 h 648596"/>
                <a:gd name="connsiteX1122" fmla="*/ 2584404 w 2855205"/>
                <a:gd name="connsiteY1122" fmla="*/ 71425 h 648596"/>
                <a:gd name="connsiteX1123" fmla="*/ 2581172 w 2855205"/>
                <a:gd name="connsiteY1123" fmla="*/ 49792 h 648596"/>
                <a:gd name="connsiteX1124" fmla="*/ 2588135 w 2855205"/>
                <a:gd name="connsiteY1124" fmla="*/ 37358 h 648596"/>
                <a:gd name="connsiteX1125" fmla="*/ 2598580 w 2855205"/>
                <a:gd name="connsiteY1125" fmla="*/ 37358 h 648596"/>
                <a:gd name="connsiteX1126" fmla="*/ 2603801 w 2855205"/>
                <a:gd name="connsiteY1126" fmla="*/ 33878 h 648596"/>
                <a:gd name="connsiteX1127" fmla="*/ 2608276 w 2855205"/>
                <a:gd name="connsiteY1127" fmla="*/ 40840 h 648596"/>
                <a:gd name="connsiteX1128" fmla="*/ 2610268 w 2855205"/>
                <a:gd name="connsiteY1128" fmla="*/ 53024 h 648596"/>
                <a:gd name="connsiteX1129" fmla="*/ 2611511 w 2855205"/>
                <a:gd name="connsiteY1129" fmla="*/ 68193 h 648596"/>
                <a:gd name="connsiteX1130" fmla="*/ 2611511 w 2855205"/>
                <a:gd name="connsiteY1130" fmla="*/ 77643 h 648596"/>
                <a:gd name="connsiteX1131" fmla="*/ 2611511 w 2855205"/>
                <a:gd name="connsiteY1131" fmla="*/ 88086 h 648596"/>
                <a:gd name="connsiteX1132" fmla="*/ 2611511 w 2855205"/>
                <a:gd name="connsiteY1132" fmla="*/ 101017 h 648596"/>
                <a:gd name="connsiteX1133" fmla="*/ 2613001 w 2855205"/>
                <a:gd name="connsiteY1133" fmla="*/ 125883 h 648596"/>
                <a:gd name="connsiteX1134" fmla="*/ 2616233 w 2855205"/>
                <a:gd name="connsiteY1134" fmla="*/ 143041 h 648596"/>
                <a:gd name="connsiteX1135" fmla="*/ 2616233 w 2855205"/>
                <a:gd name="connsiteY1135" fmla="*/ 155724 h 648596"/>
                <a:gd name="connsiteX1136" fmla="*/ 2611260 w 2855205"/>
                <a:gd name="connsiteY1136" fmla="*/ 170892 h 648596"/>
                <a:gd name="connsiteX1137" fmla="*/ 2618473 w 2855205"/>
                <a:gd name="connsiteY1137" fmla="*/ 178105 h 648596"/>
                <a:gd name="connsiteX1138" fmla="*/ 2632647 w 2855205"/>
                <a:gd name="connsiteY1138" fmla="*/ 174374 h 648596"/>
                <a:gd name="connsiteX1139" fmla="*/ 2645082 w 2855205"/>
                <a:gd name="connsiteY1139" fmla="*/ 174374 h 648596"/>
                <a:gd name="connsiteX1140" fmla="*/ 2665223 w 2855205"/>
                <a:gd name="connsiteY1140" fmla="*/ 170892 h 648596"/>
                <a:gd name="connsiteX1141" fmla="*/ 2676164 w 2855205"/>
                <a:gd name="connsiteY1141" fmla="*/ 167164 h 648596"/>
                <a:gd name="connsiteX1142" fmla="*/ 2684868 w 2855205"/>
                <a:gd name="connsiteY1142" fmla="*/ 161444 h 648596"/>
                <a:gd name="connsiteX1143" fmla="*/ 2686111 w 2855205"/>
                <a:gd name="connsiteY1143" fmla="*/ 154980 h 648596"/>
                <a:gd name="connsiteX1144" fmla="*/ 2673927 w 2855205"/>
                <a:gd name="connsiteY1144" fmla="*/ 153734 h 648596"/>
                <a:gd name="connsiteX1145" fmla="*/ 2662986 w 2855205"/>
                <a:gd name="connsiteY1145" fmla="*/ 158212 h 648596"/>
                <a:gd name="connsiteX1146" fmla="*/ 2659751 w 2855205"/>
                <a:gd name="connsiteY1146" fmla="*/ 148265 h 648596"/>
                <a:gd name="connsiteX1147" fmla="*/ 2653287 w 2855205"/>
                <a:gd name="connsiteY1147" fmla="*/ 139809 h 648596"/>
                <a:gd name="connsiteX1148" fmla="*/ 2648810 w 2855205"/>
                <a:gd name="connsiteY1148" fmla="*/ 152244 h 648596"/>
                <a:gd name="connsiteX1149" fmla="*/ 2643588 w 2855205"/>
                <a:gd name="connsiteY1149" fmla="*/ 159454 h 648596"/>
                <a:gd name="connsiteX1150" fmla="*/ 2636127 w 2855205"/>
                <a:gd name="connsiteY1150" fmla="*/ 163681 h 648596"/>
                <a:gd name="connsiteX1151" fmla="*/ 2628668 w 2855205"/>
                <a:gd name="connsiteY1151" fmla="*/ 149508 h 648596"/>
                <a:gd name="connsiteX1152" fmla="*/ 2628668 w 2855205"/>
                <a:gd name="connsiteY1152" fmla="*/ 120166 h 648596"/>
                <a:gd name="connsiteX1153" fmla="*/ 2625434 w 2855205"/>
                <a:gd name="connsiteY1153" fmla="*/ 100521 h 648596"/>
                <a:gd name="connsiteX1154" fmla="*/ 2625434 w 2855205"/>
                <a:gd name="connsiteY1154" fmla="*/ 72171 h 648596"/>
                <a:gd name="connsiteX1155" fmla="*/ 2623447 w 2855205"/>
                <a:gd name="connsiteY1155" fmla="*/ 62723 h 648596"/>
                <a:gd name="connsiteX1156" fmla="*/ 2629164 w 2855205"/>
                <a:gd name="connsiteY1156" fmla="*/ 49046 h 648596"/>
                <a:gd name="connsiteX1157" fmla="*/ 2638863 w 2855205"/>
                <a:gd name="connsiteY1157" fmla="*/ 43824 h 648596"/>
                <a:gd name="connsiteX1158" fmla="*/ 2643340 w 2855205"/>
                <a:gd name="connsiteY1158" fmla="*/ 59240 h 648596"/>
                <a:gd name="connsiteX1159" fmla="*/ 2646572 w 2855205"/>
                <a:gd name="connsiteY1159" fmla="*/ 68441 h 648596"/>
                <a:gd name="connsiteX1160" fmla="*/ 2651047 w 2855205"/>
                <a:gd name="connsiteY1160" fmla="*/ 100270 h 648596"/>
                <a:gd name="connsiteX1161" fmla="*/ 2655276 w 2855205"/>
                <a:gd name="connsiteY1161" fmla="*/ 107731 h 648596"/>
                <a:gd name="connsiteX1162" fmla="*/ 2671687 w 2855205"/>
                <a:gd name="connsiteY1162" fmla="*/ 107731 h 648596"/>
                <a:gd name="connsiteX1163" fmla="*/ 2677906 w 2855205"/>
                <a:gd name="connsiteY1163" fmla="*/ 115441 h 648596"/>
                <a:gd name="connsiteX1164" fmla="*/ 2692327 w 2855205"/>
                <a:gd name="connsiteY1164" fmla="*/ 101515 h 648596"/>
                <a:gd name="connsiteX1165" fmla="*/ 2684370 w 2855205"/>
                <a:gd name="connsiteY1165" fmla="*/ 82366 h 648596"/>
                <a:gd name="connsiteX1166" fmla="*/ 2670940 w 2855205"/>
                <a:gd name="connsiteY1166" fmla="*/ 87590 h 648596"/>
                <a:gd name="connsiteX1167" fmla="*/ 2661740 w 2855205"/>
                <a:gd name="connsiteY1167" fmla="*/ 91817 h 648596"/>
                <a:gd name="connsiteX1168" fmla="*/ 2661740 w 2855205"/>
                <a:gd name="connsiteY1168" fmla="*/ 73166 h 648596"/>
                <a:gd name="connsiteX1169" fmla="*/ 2667460 w 2855205"/>
                <a:gd name="connsiteY1169" fmla="*/ 57499 h 648596"/>
                <a:gd name="connsiteX1170" fmla="*/ 2661244 w 2855205"/>
                <a:gd name="connsiteY1170" fmla="*/ 40590 h 648596"/>
                <a:gd name="connsiteX1171" fmla="*/ 2671687 w 2855205"/>
                <a:gd name="connsiteY1171" fmla="*/ 30147 h 648596"/>
                <a:gd name="connsiteX1172" fmla="*/ 2683127 w 2855205"/>
                <a:gd name="connsiteY1172" fmla="*/ 39595 h 648596"/>
                <a:gd name="connsiteX1173" fmla="*/ 2697300 w 2855205"/>
                <a:gd name="connsiteY1173" fmla="*/ 21195 h 648596"/>
                <a:gd name="connsiteX1174" fmla="*/ 2707743 w 2855205"/>
                <a:gd name="connsiteY1174" fmla="*/ 1800 h 648596"/>
                <a:gd name="connsiteX1175" fmla="*/ 2716199 w 2855205"/>
                <a:gd name="connsiteY1175" fmla="*/ 1800 h 648596"/>
                <a:gd name="connsiteX1176" fmla="*/ 2724405 w 2855205"/>
                <a:gd name="connsiteY1176" fmla="*/ 59 h 648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</a:cxnLst>
              <a:rect l="l" t="t" r="r" b="b"/>
              <a:pathLst>
                <a:path w="2855205" h="648596">
                  <a:moveTo>
                    <a:pt x="47995" y="596363"/>
                  </a:moveTo>
                  <a:lnTo>
                    <a:pt x="47000" y="626451"/>
                  </a:lnTo>
                  <a:lnTo>
                    <a:pt x="73110" y="626451"/>
                  </a:lnTo>
                  <a:cubicBezTo>
                    <a:pt x="77702" y="626885"/>
                    <a:pt x="82271" y="625449"/>
                    <a:pt x="85793" y="622473"/>
                  </a:cubicBezTo>
                  <a:cubicBezTo>
                    <a:pt x="88876" y="619301"/>
                    <a:pt x="90419" y="614943"/>
                    <a:pt x="90022" y="610537"/>
                  </a:cubicBezTo>
                  <a:cubicBezTo>
                    <a:pt x="90361" y="606508"/>
                    <a:pt x="88798" y="602551"/>
                    <a:pt x="85793" y="599843"/>
                  </a:cubicBezTo>
                  <a:cubicBezTo>
                    <a:pt x="81976" y="597314"/>
                    <a:pt x="77436" y="596092"/>
                    <a:pt x="72862" y="596363"/>
                  </a:cubicBezTo>
                  <a:close/>
                  <a:moveTo>
                    <a:pt x="46254" y="551851"/>
                  </a:moveTo>
                  <a:lnTo>
                    <a:pt x="47000" y="576718"/>
                  </a:lnTo>
                  <a:lnTo>
                    <a:pt x="71867" y="576718"/>
                  </a:lnTo>
                  <a:cubicBezTo>
                    <a:pt x="76180" y="577089"/>
                    <a:pt x="80488" y="575945"/>
                    <a:pt x="84051" y="573486"/>
                  </a:cubicBezTo>
                  <a:cubicBezTo>
                    <a:pt x="86874" y="570985"/>
                    <a:pt x="88351" y="567296"/>
                    <a:pt x="88030" y="563539"/>
                  </a:cubicBezTo>
                  <a:cubicBezTo>
                    <a:pt x="88223" y="560103"/>
                    <a:pt x="86623" y="556811"/>
                    <a:pt x="83803" y="554835"/>
                  </a:cubicBezTo>
                  <a:cubicBezTo>
                    <a:pt x="79984" y="552561"/>
                    <a:pt x="75554" y="551520"/>
                    <a:pt x="71121" y="551851"/>
                  </a:cubicBezTo>
                  <a:close/>
                  <a:moveTo>
                    <a:pt x="1579290" y="549614"/>
                  </a:moveTo>
                  <a:cubicBezTo>
                    <a:pt x="1571110" y="549488"/>
                    <a:pt x="1563393" y="553394"/>
                    <a:pt x="1558652" y="560059"/>
                  </a:cubicBezTo>
                  <a:cubicBezTo>
                    <a:pt x="1553175" y="568828"/>
                    <a:pt x="1550567" y="579083"/>
                    <a:pt x="1551191" y="589401"/>
                  </a:cubicBezTo>
                  <a:cubicBezTo>
                    <a:pt x="1550624" y="599480"/>
                    <a:pt x="1553235" y="609482"/>
                    <a:pt x="1558652" y="617998"/>
                  </a:cubicBezTo>
                  <a:cubicBezTo>
                    <a:pt x="1563393" y="624663"/>
                    <a:pt x="1571113" y="628566"/>
                    <a:pt x="1579290" y="628443"/>
                  </a:cubicBezTo>
                  <a:cubicBezTo>
                    <a:pt x="1587469" y="628569"/>
                    <a:pt x="1595186" y="624663"/>
                    <a:pt x="1599930" y="617998"/>
                  </a:cubicBezTo>
                  <a:cubicBezTo>
                    <a:pt x="1605433" y="609511"/>
                    <a:pt x="1608130" y="599507"/>
                    <a:pt x="1607639" y="589401"/>
                  </a:cubicBezTo>
                  <a:cubicBezTo>
                    <a:pt x="1608187" y="579057"/>
                    <a:pt x="1605491" y="568800"/>
                    <a:pt x="1599930" y="560059"/>
                  </a:cubicBezTo>
                  <a:cubicBezTo>
                    <a:pt x="1595186" y="553394"/>
                    <a:pt x="1587469" y="549491"/>
                    <a:pt x="1579290" y="549614"/>
                  </a:cubicBezTo>
                  <a:close/>
                  <a:moveTo>
                    <a:pt x="2575455" y="549613"/>
                  </a:moveTo>
                  <a:cubicBezTo>
                    <a:pt x="2567275" y="549491"/>
                    <a:pt x="2559558" y="553394"/>
                    <a:pt x="2554817" y="560059"/>
                  </a:cubicBezTo>
                  <a:cubicBezTo>
                    <a:pt x="2549340" y="568828"/>
                    <a:pt x="2546732" y="579083"/>
                    <a:pt x="2547356" y="589403"/>
                  </a:cubicBezTo>
                  <a:cubicBezTo>
                    <a:pt x="2546789" y="599480"/>
                    <a:pt x="2549400" y="609481"/>
                    <a:pt x="2554817" y="617997"/>
                  </a:cubicBezTo>
                  <a:cubicBezTo>
                    <a:pt x="2559558" y="624662"/>
                    <a:pt x="2567278" y="628568"/>
                    <a:pt x="2575455" y="628443"/>
                  </a:cubicBezTo>
                  <a:cubicBezTo>
                    <a:pt x="2583634" y="628568"/>
                    <a:pt x="2591351" y="624662"/>
                    <a:pt x="2596095" y="617997"/>
                  </a:cubicBezTo>
                  <a:cubicBezTo>
                    <a:pt x="2601512" y="609481"/>
                    <a:pt x="2604120" y="599480"/>
                    <a:pt x="2603554" y="589403"/>
                  </a:cubicBezTo>
                  <a:cubicBezTo>
                    <a:pt x="2604177" y="579083"/>
                    <a:pt x="2601569" y="568828"/>
                    <a:pt x="2596095" y="560059"/>
                  </a:cubicBezTo>
                  <a:cubicBezTo>
                    <a:pt x="2591351" y="553394"/>
                    <a:pt x="2583634" y="549491"/>
                    <a:pt x="2575455" y="549613"/>
                  </a:cubicBezTo>
                  <a:close/>
                  <a:moveTo>
                    <a:pt x="2363342" y="549613"/>
                  </a:moveTo>
                  <a:cubicBezTo>
                    <a:pt x="2355162" y="549491"/>
                    <a:pt x="2347445" y="553394"/>
                    <a:pt x="2342704" y="560059"/>
                  </a:cubicBezTo>
                  <a:cubicBezTo>
                    <a:pt x="2337227" y="568828"/>
                    <a:pt x="2334619" y="579083"/>
                    <a:pt x="2335243" y="589403"/>
                  </a:cubicBezTo>
                  <a:cubicBezTo>
                    <a:pt x="2334676" y="599480"/>
                    <a:pt x="2337287" y="609481"/>
                    <a:pt x="2342704" y="617997"/>
                  </a:cubicBezTo>
                  <a:cubicBezTo>
                    <a:pt x="2347257" y="624879"/>
                    <a:pt x="2355102" y="628847"/>
                    <a:pt x="2363342" y="628443"/>
                  </a:cubicBezTo>
                  <a:cubicBezTo>
                    <a:pt x="2371521" y="628568"/>
                    <a:pt x="2379238" y="624662"/>
                    <a:pt x="2383982" y="617997"/>
                  </a:cubicBezTo>
                  <a:cubicBezTo>
                    <a:pt x="2389399" y="609481"/>
                    <a:pt x="2392007" y="599480"/>
                    <a:pt x="2391441" y="589403"/>
                  </a:cubicBezTo>
                  <a:cubicBezTo>
                    <a:pt x="2392064" y="579083"/>
                    <a:pt x="2389456" y="568828"/>
                    <a:pt x="2383982" y="560059"/>
                  </a:cubicBezTo>
                  <a:cubicBezTo>
                    <a:pt x="2379238" y="553394"/>
                    <a:pt x="2371521" y="549491"/>
                    <a:pt x="2363342" y="549613"/>
                  </a:cubicBezTo>
                  <a:close/>
                  <a:moveTo>
                    <a:pt x="2758680" y="533059"/>
                  </a:moveTo>
                  <a:lnTo>
                    <a:pt x="2771611" y="533059"/>
                  </a:lnTo>
                  <a:lnTo>
                    <a:pt x="2784294" y="533059"/>
                  </a:lnTo>
                  <a:lnTo>
                    <a:pt x="2805928" y="581798"/>
                  </a:lnTo>
                  <a:lnTo>
                    <a:pt x="2826318" y="533059"/>
                  </a:lnTo>
                  <a:lnTo>
                    <a:pt x="2838502" y="533059"/>
                  </a:lnTo>
                  <a:lnTo>
                    <a:pt x="2850686" y="533059"/>
                  </a:lnTo>
                  <a:lnTo>
                    <a:pt x="2816371" y="602686"/>
                  </a:lnTo>
                  <a:lnTo>
                    <a:pt x="2816371" y="645705"/>
                  </a:lnTo>
                  <a:lnTo>
                    <a:pt x="2805678" y="645705"/>
                  </a:lnTo>
                  <a:lnTo>
                    <a:pt x="2794736" y="645705"/>
                  </a:lnTo>
                  <a:lnTo>
                    <a:pt x="2794736" y="603185"/>
                  </a:lnTo>
                  <a:close/>
                  <a:moveTo>
                    <a:pt x="2437153" y="533059"/>
                  </a:moveTo>
                  <a:lnTo>
                    <a:pt x="2447846" y="533059"/>
                  </a:lnTo>
                  <a:lnTo>
                    <a:pt x="2458788" y="533059"/>
                  </a:lnTo>
                  <a:lnTo>
                    <a:pt x="2458788" y="625564"/>
                  </a:lnTo>
                  <a:lnTo>
                    <a:pt x="2510511" y="625564"/>
                  </a:lnTo>
                  <a:lnTo>
                    <a:pt x="2510511" y="635511"/>
                  </a:lnTo>
                  <a:lnTo>
                    <a:pt x="2510511" y="645705"/>
                  </a:lnTo>
                  <a:lnTo>
                    <a:pt x="2437153" y="645705"/>
                  </a:lnTo>
                  <a:close/>
                  <a:moveTo>
                    <a:pt x="2207880" y="533059"/>
                  </a:moveTo>
                  <a:lnTo>
                    <a:pt x="2219318" y="533059"/>
                  </a:lnTo>
                  <a:lnTo>
                    <a:pt x="2230510" y="533059"/>
                  </a:lnTo>
                  <a:lnTo>
                    <a:pt x="2272286" y="612134"/>
                  </a:lnTo>
                  <a:lnTo>
                    <a:pt x="2272286" y="533059"/>
                  </a:lnTo>
                  <a:lnTo>
                    <a:pt x="2282232" y="533059"/>
                  </a:lnTo>
                  <a:lnTo>
                    <a:pt x="2292427" y="533059"/>
                  </a:lnTo>
                  <a:lnTo>
                    <a:pt x="2292427" y="645705"/>
                  </a:lnTo>
                  <a:lnTo>
                    <a:pt x="2281734" y="645705"/>
                  </a:lnTo>
                  <a:lnTo>
                    <a:pt x="2270792" y="645705"/>
                  </a:lnTo>
                  <a:lnTo>
                    <a:pt x="2228022" y="564390"/>
                  </a:lnTo>
                  <a:lnTo>
                    <a:pt x="2228022" y="645705"/>
                  </a:lnTo>
                  <a:lnTo>
                    <a:pt x="2218075" y="645705"/>
                  </a:lnTo>
                  <a:lnTo>
                    <a:pt x="2207880" y="645705"/>
                  </a:lnTo>
                  <a:close/>
                  <a:moveTo>
                    <a:pt x="2097970" y="533059"/>
                  </a:moveTo>
                  <a:lnTo>
                    <a:pt x="2108911" y="533059"/>
                  </a:lnTo>
                  <a:lnTo>
                    <a:pt x="2119853" y="533059"/>
                  </a:lnTo>
                  <a:lnTo>
                    <a:pt x="2119853" y="575084"/>
                  </a:lnTo>
                  <a:lnTo>
                    <a:pt x="2160386" y="575084"/>
                  </a:lnTo>
                  <a:lnTo>
                    <a:pt x="2160386" y="533059"/>
                  </a:lnTo>
                  <a:lnTo>
                    <a:pt x="2171079" y="533059"/>
                  </a:lnTo>
                  <a:lnTo>
                    <a:pt x="2182018" y="533059"/>
                  </a:lnTo>
                  <a:lnTo>
                    <a:pt x="2182018" y="645705"/>
                  </a:lnTo>
                  <a:lnTo>
                    <a:pt x="2171079" y="645705"/>
                  </a:lnTo>
                  <a:lnTo>
                    <a:pt x="2160386" y="645705"/>
                  </a:lnTo>
                  <a:lnTo>
                    <a:pt x="2160386" y="594729"/>
                  </a:lnTo>
                  <a:lnTo>
                    <a:pt x="2119853" y="594729"/>
                  </a:lnTo>
                  <a:lnTo>
                    <a:pt x="2119853" y="645705"/>
                  </a:lnTo>
                  <a:lnTo>
                    <a:pt x="2108911" y="645705"/>
                  </a:lnTo>
                  <a:lnTo>
                    <a:pt x="2097970" y="645705"/>
                  </a:lnTo>
                  <a:close/>
                  <a:moveTo>
                    <a:pt x="1886601" y="533059"/>
                  </a:moveTo>
                  <a:lnTo>
                    <a:pt x="1962943" y="533059"/>
                  </a:lnTo>
                  <a:lnTo>
                    <a:pt x="1962943" y="543006"/>
                  </a:lnTo>
                  <a:lnTo>
                    <a:pt x="1962943" y="552953"/>
                  </a:lnTo>
                  <a:lnTo>
                    <a:pt x="1908236" y="552953"/>
                  </a:lnTo>
                  <a:lnTo>
                    <a:pt x="1908236" y="576825"/>
                  </a:lnTo>
                  <a:lnTo>
                    <a:pt x="1958964" y="576825"/>
                  </a:lnTo>
                  <a:lnTo>
                    <a:pt x="1958964" y="586524"/>
                  </a:lnTo>
                  <a:lnTo>
                    <a:pt x="1958964" y="596220"/>
                  </a:lnTo>
                  <a:lnTo>
                    <a:pt x="1908236" y="596220"/>
                  </a:lnTo>
                  <a:lnTo>
                    <a:pt x="1908236" y="625564"/>
                  </a:lnTo>
                  <a:lnTo>
                    <a:pt x="1965428" y="625564"/>
                  </a:lnTo>
                  <a:lnTo>
                    <a:pt x="1965428" y="635511"/>
                  </a:lnTo>
                  <a:lnTo>
                    <a:pt x="1965428" y="645705"/>
                  </a:lnTo>
                  <a:lnTo>
                    <a:pt x="1886601" y="645705"/>
                  </a:lnTo>
                  <a:close/>
                  <a:moveTo>
                    <a:pt x="1652606" y="533059"/>
                  </a:moveTo>
                  <a:lnTo>
                    <a:pt x="1726460" y="533059"/>
                  </a:lnTo>
                  <a:lnTo>
                    <a:pt x="1726460" y="543006"/>
                  </a:lnTo>
                  <a:lnTo>
                    <a:pt x="1726460" y="552953"/>
                  </a:lnTo>
                  <a:lnTo>
                    <a:pt x="1674241" y="552953"/>
                  </a:lnTo>
                  <a:lnTo>
                    <a:pt x="1674241" y="578566"/>
                  </a:lnTo>
                  <a:lnTo>
                    <a:pt x="1719748" y="578566"/>
                  </a:lnTo>
                  <a:lnTo>
                    <a:pt x="1719748" y="588265"/>
                  </a:lnTo>
                  <a:lnTo>
                    <a:pt x="1719748" y="597961"/>
                  </a:lnTo>
                  <a:lnTo>
                    <a:pt x="1674241" y="597961"/>
                  </a:lnTo>
                  <a:lnTo>
                    <a:pt x="1674241" y="645705"/>
                  </a:lnTo>
                  <a:lnTo>
                    <a:pt x="1663548" y="645705"/>
                  </a:lnTo>
                  <a:lnTo>
                    <a:pt x="1652606" y="645705"/>
                  </a:lnTo>
                  <a:close/>
                  <a:moveTo>
                    <a:pt x="1386533" y="533059"/>
                  </a:moveTo>
                  <a:lnTo>
                    <a:pt x="1462874" y="533059"/>
                  </a:lnTo>
                  <a:lnTo>
                    <a:pt x="1462874" y="543006"/>
                  </a:lnTo>
                  <a:lnTo>
                    <a:pt x="1462874" y="552953"/>
                  </a:lnTo>
                  <a:lnTo>
                    <a:pt x="1408168" y="552953"/>
                  </a:lnTo>
                  <a:lnTo>
                    <a:pt x="1408168" y="576825"/>
                  </a:lnTo>
                  <a:lnTo>
                    <a:pt x="1458896" y="576825"/>
                  </a:lnTo>
                  <a:lnTo>
                    <a:pt x="1458896" y="586524"/>
                  </a:lnTo>
                  <a:lnTo>
                    <a:pt x="1458896" y="596220"/>
                  </a:lnTo>
                  <a:lnTo>
                    <a:pt x="1408168" y="596220"/>
                  </a:lnTo>
                  <a:lnTo>
                    <a:pt x="1408168" y="625564"/>
                  </a:lnTo>
                  <a:lnTo>
                    <a:pt x="1465112" y="625564"/>
                  </a:lnTo>
                  <a:lnTo>
                    <a:pt x="1465112" y="635511"/>
                  </a:lnTo>
                  <a:lnTo>
                    <a:pt x="1465112" y="645705"/>
                  </a:lnTo>
                  <a:lnTo>
                    <a:pt x="1386533" y="645705"/>
                  </a:lnTo>
                  <a:close/>
                  <a:moveTo>
                    <a:pt x="1040635" y="533059"/>
                  </a:moveTo>
                  <a:lnTo>
                    <a:pt x="1051577" y="533059"/>
                  </a:lnTo>
                  <a:lnTo>
                    <a:pt x="1062518" y="533059"/>
                  </a:lnTo>
                  <a:lnTo>
                    <a:pt x="1062518" y="645705"/>
                  </a:lnTo>
                  <a:lnTo>
                    <a:pt x="1051577" y="645705"/>
                  </a:lnTo>
                  <a:lnTo>
                    <a:pt x="1040635" y="645705"/>
                  </a:lnTo>
                  <a:close/>
                  <a:moveTo>
                    <a:pt x="735271" y="533059"/>
                  </a:moveTo>
                  <a:lnTo>
                    <a:pt x="746460" y="533059"/>
                  </a:lnTo>
                  <a:lnTo>
                    <a:pt x="757900" y="533059"/>
                  </a:lnTo>
                  <a:lnTo>
                    <a:pt x="799428" y="612134"/>
                  </a:lnTo>
                  <a:lnTo>
                    <a:pt x="799428" y="533059"/>
                  </a:lnTo>
                  <a:lnTo>
                    <a:pt x="809623" y="533059"/>
                  </a:lnTo>
                  <a:lnTo>
                    <a:pt x="819818" y="533059"/>
                  </a:lnTo>
                  <a:lnTo>
                    <a:pt x="819818" y="645705"/>
                  </a:lnTo>
                  <a:lnTo>
                    <a:pt x="808876" y="645705"/>
                  </a:lnTo>
                  <a:lnTo>
                    <a:pt x="798183" y="645705"/>
                  </a:lnTo>
                  <a:lnTo>
                    <a:pt x="755412" y="564390"/>
                  </a:lnTo>
                  <a:lnTo>
                    <a:pt x="755412" y="645705"/>
                  </a:lnTo>
                  <a:lnTo>
                    <a:pt x="745218" y="645705"/>
                  </a:lnTo>
                  <a:lnTo>
                    <a:pt x="735271" y="645705"/>
                  </a:lnTo>
                  <a:close/>
                  <a:moveTo>
                    <a:pt x="688521" y="533059"/>
                  </a:moveTo>
                  <a:lnTo>
                    <a:pt x="699462" y="533059"/>
                  </a:lnTo>
                  <a:lnTo>
                    <a:pt x="710156" y="533059"/>
                  </a:lnTo>
                  <a:lnTo>
                    <a:pt x="710156" y="645705"/>
                  </a:lnTo>
                  <a:lnTo>
                    <a:pt x="699462" y="645705"/>
                  </a:lnTo>
                  <a:lnTo>
                    <a:pt x="688521" y="645705"/>
                  </a:lnTo>
                  <a:close/>
                  <a:moveTo>
                    <a:pt x="415235" y="533059"/>
                  </a:moveTo>
                  <a:lnTo>
                    <a:pt x="426424" y="533059"/>
                  </a:lnTo>
                  <a:lnTo>
                    <a:pt x="437864" y="533059"/>
                  </a:lnTo>
                  <a:lnTo>
                    <a:pt x="479392" y="612134"/>
                  </a:lnTo>
                  <a:lnTo>
                    <a:pt x="479392" y="533059"/>
                  </a:lnTo>
                  <a:lnTo>
                    <a:pt x="489587" y="533059"/>
                  </a:lnTo>
                  <a:lnTo>
                    <a:pt x="499782" y="533059"/>
                  </a:lnTo>
                  <a:lnTo>
                    <a:pt x="499782" y="645705"/>
                  </a:lnTo>
                  <a:lnTo>
                    <a:pt x="488840" y="645705"/>
                  </a:lnTo>
                  <a:lnTo>
                    <a:pt x="478147" y="645705"/>
                  </a:lnTo>
                  <a:lnTo>
                    <a:pt x="435376" y="564390"/>
                  </a:lnTo>
                  <a:lnTo>
                    <a:pt x="435376" y="645705"/>
                  </a:lnTo>
                  <a:lnTo>
                    <a:pt x="425182" y="645705"/>
                  </a:lnTo>
                  <a:lnTo>
                    <a:pt x="415235" y="645705"/>
                  </a:lnTo>
                  <a:close/>
                  <a:moveTo>
                    <a:pt x="368485" y="533059"/>
                  </a:moveTo>
                  <a:lnTo>
                    <a:pt x="379426" y="533059"/>
                  </a:lnTo>
                  <a:lnTo>
                    <a:pt x="390120" y="533059"/>
                  </a:lnTo>
                  <a:lnTo>
                    <a:pt x="390120" y="645705"/>
                  </a:lnTo>
                  <a:lnTo>
                    <a:pt x="379426" y="645705"/>
                  </a:lnTo>
                  <a:lnTo>
                    <a:pt x="368485" y="645705"/>
                  </a:lnTo>
                  <a:close/>
                  <a:moveTo>
                    <a:pt x="236442" y="533059"/>
                  </a:moveTo>
                  <a:lnTo>
                    <a:pt x="247383" y="533059"/>
                  </a:lnTo>
                  <a:lnTo>
                    <a:pt x="258077" y="533059"/>
                  </a:lnTo>
                  <a:lnTo>
                    <a:pt x="258077" y="645705"/>
                  </a:lnTo>
                  <a:lnTo>
                    <a:pt x="247383" y="645705"/>
                  </a:lnTo>
                  <a:lnTo>
                    <a:pt x="236442" y="645705"/>
                  </a:lnTo>
                  <a:close/>
                  <a:moveTo>
                    <a:pt x="136231" y="533059"/>
                  </a:moveTo>
                  <a:lnTo>
                    <a:pt x="212573" y="533059"/>
                  </a:lnTo>
                  <a:lnTo>
                    <a:pt x="212573" y="543006"/>
                  </a:lnTo>
                  <a:lnTo>
                    <a:pt x="212573" y="552953"/>
                  </a:lnTo>
                  <a:lnTo>
                    <a:pt x="157866" y="552953"/>
                  </a:lnTo>
                  <a:lnTo>
                    <a:pt x="157866" y="576825"/>
                  </a:lnTo>
                  <a:lnTo>
                    <a:pt x="208594" y="576825"/>
                  </a:lnTo>
                  <a:lnTo>
                    <a:pt x="208594" y="586524"/>
                  </a:lnTo>
                  <a:lnTo>
                    <a:pt x="208594" y="596220"/>
                  </a:lnTo>
                  <a:lnTo>
                    <a:pt x="157866" y="596220"/>
                  </a:lnTo>
                  <a:lnTo>
                    <a:pt x="157866" y="625564"/>
                  </a:lnTo>
                  <a:lnTo>
                    <a:pt x="214810" y="625564"/>
                  </a:lnTo>
                  <a:lnTo>
                    <a:pt x="214810" y="635511"/>
                  </a:lnTo>
                  <a:lnTo>
                    <a:pt x="214810" y="645705"/>
                  </a:lnTo>
                  <a:lnTo>
                    <a:pt x="136231" y="645705"/>
                  </a:lnTo>
                  <a:close/>
                  <a:moveTo>
                    <a:pt x="1180926" y="532952"/>
                  </a:moveTo>
                  <a:lnTo>
                    <a:pt x="1202561" y="532952"/>
                  </a:lnTo>
                  <a:lnTo>
                    <a:pt x="1202561" y="604072"/>
                  </a:lnTo>
                  <a:cubicBezTo>
                    <a:pt x="1202143" y="610508"/>
                    <a:pt x="1203892" y="616899"/>
                    <a:pt x="1207534" y="622224"/>
                  </a:cubicBezTo>
                  <a:cubicBezTo>
                    <a:pt x="1211429" y="626404"/>
                    <a:pt x="1217003" y="628597"/>
                    <a:pt x="1222702" y="628192"/>
                  </a:cubicBezTo>
                  <a:cubicBezTo>
                    <a:pt x="1228474" y="628772"/>
                    <a:pt x="1234210" y="626770"/>
                    <a:pt x="1238369" y="622720"/>
                  </a:cubicBezTo>
                  <a:cubicBezTo>
                    <a:pt x="1241854" y="617160"/>
                    <a:pt x="1243425" y="610609"/>
                    <a:pt x="1242843" y="604072"/>
                  </a:cubicBezTo>
                  <a:lnTo>
                    <a:pt x="1242843" y="532952"/>
                  </a:lnTo>
                  <a:lnTo>
                    <a:pt x="1264726" y="532952"/>
                  </a:lnTo>
                  <a:lnTo>
                    <a:pt x="1264726" y="602827"/>
                  </a:lnTo>
                  <a:cubicBezTo>
                    <a:pt x="1265903" y="615269"/>
                    <a:pt x="1262353" y="627699"/>
                    <a:pt x="1254779" y="637640"/>
                  </a:cubicBezTo>
                  <a:cubicBezTo>
                    <a:pt x="1236074" y="652245"/>
                    <a:pt x="1209829" y="652245"/>
                    <a:pt x="1191121" y="637640"/>
                  </a:cubicBezTo>
                  <a:cubicBezTo>
                    <a:pt x="1183581" y="627863"/>
                    <a:pt x="1179947" y="615632"/>
                    <a:pt x="1180926" y="603326"/>
                  </a:cubicBezTo>
                  <a:close/>
                  <a:moveTo>
                    <a:pt x="1783654" y="532811"/>
                  </a:moveTo>
                  <a:lnTo>
                    <a:pt x="1867953" y="532811"/>
                  </a:lnTo>
                  <a:lnTo>
                    <a:pt x="1867953" y="543006"/>
                  </a:lnTo>
                  <a:lnTo>
                    <a:pt x="1867953" y="552953"/>
                  </a:lnTo>
                  <a:lnTo>
                    <a:pt x="1836619" y="552953"/>
                  </a:lnTo>
                  <a:lnTo>
                    <a:pt x="1836619" y="645708"/>
                  </a:lnTo>
                  <a:lnTo>
                    <a:pt x="1825926" y="645708"/>
                  </a:lnTo>
                  <a:lnTo>
                    <a:pt x="1814987" y="645708"/>
                  </a:lnTo>
                  <a:lnTo>
                    <a:pt x="1814987" y="552953"/>
                  </a:lnTo>
                  <a:lnTo>
                    <a:pt x="1783654" y="552953"/>
                  </a:lnTo>
                  <a:lnTo>
                    <a:pt x="1783654" y="543006"/>
                  </a:lnTo>
                  <a:close/>
                  <a:moveTo>
                    <a:pt x="1283583" y="532811"/>
                  </a:moveTo>
                  <a:lnTo>
                    <a:pt x="1367882" y="532811"/>
                  </a:lnTo>
                  <a:lnTo>
                    <a:pt x="1367882" y="543006"/>
                  </a:lnTo>
                  <a:lnTo>
                    <a:pt x="1367882" y="552953"/>
                  </a:lnTo>
                  <a:lnTo>
                    <a:pt x="1336548" y="552953"/>
                  </a:lnTo>
                  <a:lnTo>
                    <a:pt x="1336548" y="645708"/>
                  </a:lnTo>
                  <a:lnTo>
                    <a:pt x="1325607" y="645708"/>
                  </a:lnTo>
                  <a:lnTo>
                    <a:pt x="1314914" y="645708"/>
                  </a:lnTo>
                  <a:lnTo>
                    <a:pt x="1314914" y="552953"/>
                  </a:lnTo>
                  <a:lnTo>
                    <a:pt x="1283583" y="552953"/>
                  </a:lnTo>
                  <a:lnTo>
                    <a:pt x="1283583" y="543006"/>
                  </a:lnTo>
                  <a:close/>
                  <a:moveTo>
                    <a:pt x="1079427" y="532811"/>
                  </a:moveTo>
                  <a:lnTo>
                    <a:pt x="1163726" y="532811"/>
                  </a:lnTo>
                  <a:lnTo>
                    <a:pt x="1163726" y="543006"/>
                  </a:lnTo>
                  <a:lnTo>
                    <a:pt x="1163726" y="552953"/>
                  </a:lnTo>
                  <a:lnTo>
                    <a:pt x="1132392" y="552953"/>
                  </a:lnTo>
                  <a:lnTo>
                    <a:pt x="1132392" y="645708"/>
                  </a:lnTo>
                  <a:lnTo>
                    <a:pt x="1121699" y="645708"/>
                  </a:lnTo>
                  <a:lnTo>
                    <a:pt x="1110758" y="645708"/>
                  </a:lnTo>
                  <a:lnTo>
                    <a:pt x="1110758" y="552953"/>
                  </a:lnTo>
                  <a:lnTo>
                    <a:pt x="1079427" y="552953"/>
                  </a:lnTo>
                  <a:lnTo>
                    <a:pt x="1079427" y="543006"/>
                  </a:lnTo>
                  <a:close/>
                  <a:moveTo>
                    <a:pt x="939427" y="532811"/>
                  </a:moveTo>
                  <a:lnTo>
                    <a:pt x="1023726" y="532811"/>
                  </a:lnTo>
                  <a:lnTo>
                    <a:pt x="1023726" y="543006"/>
                  </a:lnTo>
                  <a:lnTo>
                    <a:pt x="1023726" y="552953"/>
                  </a:lnTo>
                  <a:lnTo>
                    <a:pt x="992392" y="552953"/>
                  </a:lnTo>
                  <a:lnTo>
                    <a:pt x="992392" y="645708"/>
                  </a:lnTo>
                  <a:lnTo>
                    <a:pt x="981702" y="645708"/>
                  </a:lnTo>
                  <a:lnTo>
                    <a:pt x="970758" y="645708"/>
                  </a:lnTo>
                  <a:lnTo>
                    <a:pt x="970758" y="552953"/>
                  </a:lnTo>
                  <a:lnTo>
                    <a:pt x="939427" y="552953"/>
                  </a:lnTo>
                  <a:lnTo>
                    <a:pt x="939427" y="543006"/>
                  </a:lnTo>
                  <a:close/>
                  <a:moveTo>
                    <a:pt x="320535" y="532456"/>
                  </a:moveTo>
                  <a:lnTo>
                    <a:pt x="342170" y="532456"/>
                  </a:lnTo>
                  <a:lnTo>
                    <a:pt x="342170" y="612528"/>
                  </a:lnTo>
                  <a:cubicBezTo>
                    <a:pt x="342554" y="621579"/>
                    <a:pt x="339538" y="630450"/>
                    <a:pt x="333714" y="637395"/>
                  </a:cubicBezTo>
                  <a:cubicBezTo>
                    <a:pt x="326973" y="643587"/>
                    <a:pt x="317979" y="646736"/>
                    <a:pt x="308847" y="646096"/>
                  </a:cubicBezTo>
                  <a:cubicBezTo>
                    <a:pt x="299543" y="646629"/>
                    <a:pt x="290468" y="643091"/>
                    <a:pt x="283980" y="636398"/>
                  </a:cubicBezTo>
                  <a:cubicBezTo>
                    <a:pt x="277903" y="627712"/>
                    <a:pt x="275245" y="617084"/>
                    <a:pt x="276521" y="606558"/>
                  </a:cubicBezTo>
                  <a:lnTo>
                    <a:pt x="276521" y="599846"/>
                  </a:lnTo>
                  <a:lnTo>
                    <a:pt x="297159" y="599846"/>
                  </a:lnTo>
                  <a:lnTo>
                    <a:pt x="297159" y="606560"/>
                  </a:lnTo>
                  <a:cubicBezTo>
                    <a:pt x="296613" y="611774"/>
                    <a:pt x="297561" y="617034"/>
                    <a:pt x="299895" y="621728"/>
                  </a:cubicBezTo>
                  <a:cubicBezTo>
                    <a:pt x="301897" y="625119"/>
                    <a:pt x="305672" y="627054"/>
                    <a:pt x="309594" y="626702"/>
                  </a:cubicBezTo>
                  <a:cubicBezTo>
                    <a:pt x="313035" y="627023"/>
                    <a:pt x="316428" y="625738"/>
                    <a:pt x="318794" y="623219"/>
                  </a:cubicBezTo>
                  <a:cubicBezTo>
                    <a:pt x="320987" y="619648"/>
                    <a:pt x="321947" y="615455"/>
                    <a:pt x="321530" y="611283"/>
                  </a:cubicBezTo>
                  <a:close/>
                  <a:moveTo>
                    <a:pt x="26112" y="532456"/>
                  </a:moveTo>
                  <a:lnTo>
                    <a:pt x="75846" y="532456"/>
                  </a:lnTo>
                  <a:cubicBezTo>
                    <a:pt x="84399" y="532054"/>
                    <a:pt x="92800" y="534798"/>
                    <a:pt x="99470" y="540163"/>
                  </a:cubicBezTo>
                  <a:cubicBezTo>
                    <a:pt x="105214" y="545552"/>
                    <a:pt x="108305" y="553188"/>
                    <a:pt x="107924" y="561051"/>
                  </a:cubicBezTo>
                  <a:cubicBezTo>
                    <a:pt x="108474" y="569353"/>
                    <a:pt x="104833" y="577381"/>
                    <a:pt x="98225" y="582438"/>
                  </a:cubicBezTo>
                  <a:lnTo>
                    <a:pt x="94745" y="584675"/>
                  </a:lnTo>
                  <a:cubicBezTo>
                    <a:pt x="97087" y="585560"/>
                    <a:pt x="99272" y="586821"/>
                    <a:pt x="101212" y="588406"/>
                  </a:cubicBezTo>
                  <a:cubicBezTo>
                    <a:pt x="107986" y="593458"/>
                    <a:pt x="111735" y="601605"/>
                    <a:pt x="111158" y="610041"/>
                  </a:cubicBezTo>
                  <a:cubicBezTo>
                    <a:pt x="112007" y="620269"/>
                    <a:pt x="108166" y="630333"/>
                    <a:pt x="100713" y="637393"/>
                  </a:cubicBezTo>
                  <a:cubicBezTo>
                    <a:pt x="92659" y="644094"/>
                    <a:pt x="82313" y="647394"/>
                    <a:pt x="71867" y="646593"/>
                  </a:cubicBezTo>
                  <a:lnTo>
                    <a:pt x="26112" y="646593"/>
                  </a:lnTo>
                  <a:close/>
                  <a:moveTo>
                    <a:pt x="2573817" y="529919"/>
                  </a:moveTo>
                  <a:cubicBezTo>
                    <a:pt x="2586538" y="529500"/>
                    <a:pt x="2599419" y="533935"/>
                    <a:pt x="2609446" y="543322"/>
                  </a:cubicBezTo>
                  <a:cubicBezTo>
                    <a:pt x="2610242" y="544066"/>
                    <a:pt x="2611015" y="544838"/>
                    <a:pt x="2611762" y="545635"/>
                  </a:cubicBezTo>
                  <a:cubicBezTo>
                    <a:pt x="2621262" y="558278"/>
                    <a:pt x="2626016" y="573859"/>
                    <a:pt x="2625188" y="589651"/>
                  </a:cubicBezTo>
                  <a:cubicBezTo>
                    <a:pt x="2626024" y="605059"/>
                    <a:pt x="2621254" y="620253"/>
                    <a:pt x="2611762" y="632421"/>
                  </a:cubicBezTo>
                  <a:cubicBezTo>
                    <a:pt x="2592988" y="652471"/>
                    <a:pt x="2561516" y="653508"/>
                    <a:pt x="2541464" y="634734"/>
                  </a:cubicBezTo>
                  <a:cubicBezTo>
                    <a:pt x="2540667" y="633990"/>
                    <a:pt x="2539895" y="633218"/>
                    <a:pt x="2539148" y="632421"/>
                  </a:cubicBezTo>
                  <a:cubicBezTo>
                    <a:pt x="2529656" y="620253"/>
                    <a:pt x="2524886" y="605059"/>
                    <a:pt x="2525721" y="589651"/>
                  </a:cubicBezTo>
                  <a:cubicBezTo>
                    <a:pt x="2524894" y="573859"/>
                    <a:pt x="2529648" y="558278"/>
                    <a:pt x="2539148" y="545635"/>
                  </a:cubicBezTo>
                  <a:cubicBezTo>
                    <a:pt x="2548535" y="535610"/>
                    <a:pt x="2561096" y="530338"/>
                    <a:pt x="2573817" y="529919"/>
                  </a:cubicBezTo>
                  <a:close/>
                  <a:moveTo>
                    <a:pt x="2361704" y="529919"/>
                  </a:moveTo>
                  <a:cubicBezTo>
                    <a:pt x="2374425" y="529500"/>
                    <a:pt x="2387307" y="533935"/>
                    <a:pt x="2397333" y="543322"/>
                  </a:cubicBezTo>
                  <a:cubicBezTo>
                    <a:pt x="2398129" y="544066"/>
                    <a:pt x="2398902" y="544838"/>
                    <a:pt x="2399649" y="545635"/>
                  </a:cubicBezTo>
                  <a:cubicBezTo>
                    <a:pt x="2409149" y="558278"/>
                    <a:pt x="2413903" y="573859"/>
                    <a:pt x="2413075" y="589651"/>
                  </a:cubicBezTo>
                  <a:cubicBezTo>
                    <a:pt x="2413911" y="605059"/>
                    <a:pt x="2409141" y="620253"/>
                    <a:pt x="2399649" y="632421"/>
                  </a:cubicBezTo>
                  <a:cubicBezTo>
                    <a:pt x="2380875" y="652471"/>
                    <a:pt x="2349403" y="653508"/>
                    <a:pt x="2329351" y="634734"/>
                  </a:cubicBezTo>
                  <a:cubicBezTo>
                    <a:pt x="2328554" y="633990"/>
                    <a:pt x="2327782" y="633218"/>
                    <a:pt x="2327035" y="632421"/>
                  </a:cubicBezTo>
                  <a:cubicBezTo>
                    <a:pt x="2317543" y="620253"/>
                    <a:pt x="2312773" y="605059"/>
                    <a:pt x="2313608" y="589651"/>
                  </a:cubicBezTo>
                  <a:cubicBezTo>
                    <a:pt x="2312781" y="573859"/>
                    <a:pt x="2317535" y="558278"/>
                    <a:pt x="2327035" y="545635"/>
                  </a:cubicBezTo>
                  <a:cubicBezTo>
                    <a:pt x="2336422" y="535610"/>
                    <a:pt x="2348983" y="530338"/>
                    <a:pt x="2361704" y="529919"/>
                  </a:cubicBezTo>
                  <a:close/>
                  <a:moveTo>
                    <a:pt x="1577594" y="529793"/>
                  </a:moveTo>
                  <a:cubicBezTo>
                    <a:pt x="1590313" y="529327"/>
                    <a:pt x="1603210" y="533714"/>
                    <a:pt x="1613270" y="543063"/>
                  </a:cubicBezTo>
                  <a:cubicBezTo>
                    <a:pt x="1614161" y="543888"/>
                    <a:pt x="1615017" y="544747"/>
                    <a:pt x="1615845" y="545635"/>
                  </a:cubicBezTo>
                  <a:cubicBezTo>
                    <a:pt x="1625345" y="558278"/>
                    <a:pt x="1630099" y="573856"/>
                    <a:pt x="1629271" y="589651"/>
                  </a:cubicBezTo>
                  <a:cubicBezTo>
                    <a:pt x="1630107" y="605059"/>
                    <a:pt x="1625337" y="620254"/>
                    <a:pt x="1615845" y="632422"/>
                  </a:cubicBezTo>
                  <a:cubicBezTo>
                    <a:pt x="1597144" y="652540"/>
                    <a:pt x="1565678" y="653691"/>
                    <a:pt x="1545557" y="634994"/>
                  </a:cubicBezTo>
                  <a:cubicBezTo>
                    <a:pt x="1544667" y="634169"/>
                    <a:pt x="1543811" y="633310"/>
                    <a:pt x="1542983" y="632422"/>
                  </a:cubicBezTo>
                  <a:cubicBezTo>
                    <a:pt x="1533491" y="620254"/>
                    <a:pt x="1528721" y="605059"/>
                    <a:pt x="1529556" y="589651"/>
                  </a:cubicBezTo>
                  <a:cubicBezTo>
                    <a:pt x="1528729" y="573856"/>
                    <a:pt x="1533483" y="558278"/>
                    <a:pt x="1542983" y="545635"/>
                  </a:cubicBezTo>
                  <a:cubicBezTo>
                    <a:pt x="1552333" y="535576"/>
                    <a:pt x="1564875" y="530258"/>
                    <a:pt x="1577594" y="529793"/>
                  </a:cubicBezTo>
                  <a:close/>
                  <a:moveTo>
                    <a:pt x="567697" y="529672"/>
                  </a:moveTo>
                  <a:cubicBezTo>
                    <a:pt x="579915" y="528606"/>
                    <a:pt x="592511" y="531866"/>
                    <a:pt x="603022" y="539667"/>
                  </a:cubicBezTo>
                  <a:cubicBezTo>
                    <a:pt x="611264" y="546727"/>
                    <a:pt x="616435" y="556712"/>
                    <a:pt x="617443" y="567518"/>
                  </a:cubicBezTo>
                  <a:lnTo>
                    <a:pt x="595811" y="567518"/>
                  </a:lnTo>
                  <a:cubicBezTo>
                    <a:pt x="594983" y="562383"/>
                    <a:pt x="592227" y="557757"/>
                    <a:pt x="588102" y="554587"/>
                  </a:cubicBezTo>
                  <a:cubicBezTo>
                    <a:pt x="583953" y="551021"/>
                    <a:pt x="578654" y="549076"/>
                    <a:pt x="573182" y="549118"/>
                  </a:cubicBezTo>
                  <a:cubicBezTo>
                    <a:pt x="564530" y="548713"/>
                    <a:pt x="556238" y="552624"/>
                    <a:pt x="551051" y="559561"/>
                  </a:cubicBezTo>
                  <a:cubicBezTo>
                    <a:pt x="545349" y="568343"/>
                    <a:pt x="542563" y="578697"/>
                    <a:pt x="543091" y="589153"/>
                  </a:cubicBezTo>
                  <a:cubicBezTo>
                    <a:pt x="542347" y="599439"/>
                    <a:pt x="545059" y="609680"/>
                    <a:pt x="550800" y="618249"/>
                  </a:cubicBezTo>
                  <a:cubicBezTo>
                    <a:pt x="556092" y="625167"/>
                    <a:pt x="564488" y="628989"/>
                    <a:pt x="573182" y="628443"/>
                  </a:cubicBezTo>
                  <a:cubicBezTo>
                    <a:pt x="581118" y="628691"/>
                    <a:pt x="588595" y="624718"/>
                    <a:pt x="592827" y="617998"/>
                  </a:cubicBezTo>
                  <a:cubicBezTo>
                    <a:pt x="595576" y="613748"/>
                    <a:pt x="597516" y="609028"/>
                    <a:pt x="598547" y="604073"/>
                  </a:cubicBezTo>
                  <a:lnTo>
                    <a:pt x="573678" y="604073"/>
                  </a:lnTo>
                  <a:lnTo>
                    <a:pt x="573678" y="584675"/>
                  </a:lnTo>
                  <a:lnTo>
                    <a:pt x="617195" y="584675"/>
                  </a:lnTo>
                  <a:lnTo>
                    <a:pt x="617195" y="645350"/>
                  </a:lnTo>
                  <a:lnTo>
                    <a:pt x="602774" y="645350"/>
                  </a:lnTo>
                  <a:lnTo>
                    <a:pt x="600534" y="630929"/>
                  </a:lnTo>
                  <a:lnTo>
                    <a:pt x="599291" y="632670"/>
                  </a:lnTo>
                  <a:cubicBezTo>
                    <a:pt x="592947" y="642846"/>
                    <a:pt x="581687" y="648901"/>
                    <a:pt x="569699" y="648585"/>
                  </a:cubicBezTo>
                  <a:lnTo>
                    <a:pt x="569950" y="648334"/>
                  </a:lnTo>
                  <a:cubicBezTo>
                    <a:pt x="556165" y="649008"/>
                    <a:pt x="542877" y="643102"/>
                    <a:pt x="534141" y="632419"/>
                  </a:cubicBezTo>
                  <a:cubicBezTo>
                    <a:pt x="524610" y="620175"/>
                    <a:pt x="519837" y="604892"/>
                    <a:pt x="520712" y="589401"/>
                  </a:cubicBezTo>
                  <a:cubicBezTo>
                    <a:pt x="519955" y="573614"/>
                    <a:pt x="524897" y="558083"/>
                    <a:pt x="534638" y="545635"/>
                  </a:cubicBezTo>
                  <a:cubicBezTo>
                    <a:pt x="543638" y="536131"/>
                    <a:pt x="555479" y="530738"/>
                    <a:pt x="567697" y="529672"/>
                  </a:cubicBezTo>
                  <a:close/>
                  <a:moveTo>
                    <a:pt x="2690201" y="529645"/>
                  </a:moveTo>
                  <a:cubicBezTo>
                    <a:pt x="2702462" y="528579"/>
                    <a:pt x="2715099" y="531848"/>
                    <a:pt x="2725650" y="539667"/>
                  </a:cubicBezTo>
                  <a:cubicBezTo>
                    <a:pt x="2733905" y="546682"/>
                    <a:pt x="2739012" y="556713"/>
                    <a:pt x="2739824" y="567518"/>
                  </a:cubicBezTo>
                  <a:lnTo>
                    <a:pt x="2718189" y="567518"/>
                  </a:lnTo>
                  <a:cubicBezTo>
                    <a:pt x="2717583" y="562367"/>
                    <a:pt x="2714887" y="557692"/>
                    <a:pt x="2710730" y="554588"/>
                  </a:cubicBezTo>
                  <a:cubicBezTo>
                    <a:pt x="2706423" y="551128"/>
                    <a:pt x="2701084" y="549204"/>
                    <a:pt x="2695562" y="549116"/>
                  </a:cubicBezTo>
                  <a:cubicBezTo>
                    <a:pt x="2686950" y="548565"/>
                    <a:pt x="2678666" y="552517"/>
                    <a:pt x="2673679" y="559561"/>
                  </a:cubicBezTo>
                  <a:cubicBezTo>
                    <a:pt x="2663090" y="577690"/>
                    <a:pt x="2663090" y="600118"/>
                    <a:pt x="2673679" y="618247"/>
                  </a:cubicBezTo>
                  <a:cubicBezTo>
                    <a:pt x="2679052" y="625063"/>
                    <a:pt x="2687388" y="628859"/>
                    <a:pt x="2696058" y="628441"/>
                  </a:cubicBezTo>
                  <a:cubicBezTo>
                    <a:pt x="2703995" y="628692"/>
                    <a:pt x="2711472" y="624718"/>
                    <a:pt x="2715704" y="617999"/>
                  </a:cubicBezTo>
                  <a:cubicBezTo>
                    <a:pt x="2718348" y="613696"/>
                    <a:pt x="2720280" y="608992"/>
                    <a:pt x="2721421" y="604073"/>
                  </a:cubicBezTo>
                  <a:lnTo>
                    <a:pt x="2696554" y="604073"/>
                  </a:lnTo>
                  <a:lnTo>
                    <a:pt x="2696554" y="584676"/>
                  </a:lnTo>
                  <a:lnTo>
                    <a:pt x="2739824" y="584676"/>
                  </a:lnTo>
                  <a:lnTo>
                    <a:pt x="2739824" y="645351"/>
                  </a:lnTo>
                  <a:lnTo>
                    <a:pt x="2725400" y="645351"/>
                  </a:lnTo>
                  <a:lnTo>
                    <a:pt x="2723410" y="630927"/>
                  </a:lnTo>
                  <a:lnTo>
                    <a:pt x="2722168" y="632668"/>
                  </a:lnTo>
                  <a:cubicBezTo>
                    <a:pt x="2715706" y="642847"/>
                    <a:pt x="2704379" y="648888"/>
                    <a:pt x="2692328" y="648583"/>
                  </a:cubicBezTo>
                  <a:lnTo>
                    <a:pt x="2693074" y="648335"/>
                  </a:lnTo>
                  <a:cubicBezTo>
                    <a:pt x="2679232" y="648930"/>
                    <a:pt x="2665905" y="643048"/>
                    <a:pt x="2657015" y="632420"/>
                  </a:cubicBezTo>
                  <a:cubicBezTo>
                    <a:pt x="2639117" y="606261"/>
                    <a:pt x="2639117" y="571795"/>
                    <a:pt x="2657015" y="545635"/>
                  </a:cubicBezTo>
                  <a:cubicBezTo>
                    <a:pt x="2666057" y="536113"/>
                    <a:pt x="2677941" y="530711"/>
                    <a:pt x="2690201" y="529645"/>
                  </a:cubicBezTo>
                  <a:close/>
                  <a:moveTo>
                    <a:pt x="2030871" y="529469"/>
                  </a:moveTo>
                  <a:cubicBezTo>
                    <a:pt x="2054268" y="528477"/>
                    <a:pt x="2074165" y="546381"/>
                    <a:pt x="2075632" y="569755"/>
                  </a:cubicBezTo>
                  <a:lnTo>
                    <a:pt x="2053997" y="569755"/>
                  </a:lnTo>
                  <a:cubicBezTo>
                    <a:pt x="2053621" y="564176"/>
                    <a:pt x="2051023" y="558981"/>
                    <a:pt x="2046786" y="555331"/>
                  </a:cubicBezTo>
                  <a:cubicBezTo>
                    <a:pt x="2042445" y="551590"/>
                    <a:pt x="2036845" y="549634"/>
                    <a:pt x="2031119" y="549861"/>
                  </a:cubicBezTo>
                  <a:cubicBezTo>
                    <a:pt x="2023381" y="549619"/>
                    <a:pt x="2016131" y="553626"/>
                    <a:pt x="2012221" y="560307"/>
                  </a:cubicBezTo>
                  <a:cubicBezTo>
                    <a:pt x="2007070" y="569100"/>
                    <a:pt x="2004647" y="579227"/>
                    <a:pt x="2005258" y="589400"/>
                  </a:cubicBezTo>
                  <a:cubicBezTo>
                    <a:pt x="2004691" y="599334"/>
                    <a:pt x="2007117" y="609208"/>
                    <a:pt x="2012221" y="617750"/>
                  </a:cubicBezTo>
                  <a:cubicBezTo>
                    <a:pt x="2016233" y="624292"/>
                    <a:pt x="2023447" y="628185"/>
                    <a:pt x="2031119" y="627945"/>
                  </a:cubicBezTo>
                  <a:cubicBezTo>
                    <a:pt x="2036926" y="628114"/>
                    <a:pt x="2042562" y="625966"/>
                    <a:pt x="2046786" y="621977"/>
                  </a:cubicBezTo>
                  <a:cubicBezTo>
                    <a:pt x="2051091" y="617656"/>
                    <a:pt x="2053655" y="611905"/>
                    <a:pt x="2053997" y="605814"/>
                  </a:cubicBezTo>
                  <a:lnTo>
                    <a:pt x="2075632" y="605811"/>
                  </a:lnTo>
                  <a:cubicBezTo>
                    <a:pt x="2074924" y="617520"/>
                    <a:pt x="2069972" y="628571"/>
                    <a:pt x="2061706" y="636894"/>
                  </a:cubicBezTo>
                  <a:cubicBezTo>
                    <a:pt x="2053350" y="644643"/>
                    <a:pt x="2042259" y="648757"/>
                    <a:pt x="2030871" y="648334"/>
                  </a:cubicBezTo>
                  <a:cubicBezTo>
                    <a:pt x="2017392" y="648888"/>
                    <a:pt x="2004459" y="642974"/>
                    <a:pt x="1996058" y="632419"/>
                  </a:cubicBezTo>
                  <a:cubicBezTo>
                    <a:pt x="1986899" y="620008"/>
                    <a:pt x="1982328" y="604804"/>
                    <a:pt x="1983127" y="589398"/>
                  </a:cubicBezTo>
                  <a:cubicBezTo>
                    <a:pt x="1982380" y="573770"/>
                    <a:pt x="1986936" y="558346"/>
                    <a:pt x="1996058" y="545632"/>
                  </a:cubicBezTo>
                  <a:cubicBezTo>
                    <a:pt x="2004433" y="535017"/>
                    <a:pt x="2017358" y="529015"/>
                    <a:pt x="2030871" y="529469"/>
                  </a:cubicBezTo>
                  <a:close/>
                  <a:moveTo>
                    <a:pt x="882276" y="528976"/>
                  </a:moveTo>
                  <a:cubicBezTo>
                    <a:pt x="892643" y="528587"/>
                    <a:pt x="902773" y="532142"/>
                    <a:pt x="910626" y="538923"/>
                  </a:cubicBezTo>
                  <a:cubicBezTo>
                    <a:pt x="917956" y="545998"/>
                    <a:pt x="922314" y="555602"/>
                    <a:pt x="922810" y="565776"/>
                  </a:cubicBezTo>
                  <a:lnTo>
                    <a:pt x="901671" y="566275"/>
                  </a:lnTo>
                  <a:cubicBezTo>
                    <a:pt x="901392" y="561328"/>
                    <a:pt x="899047" y="556725"/>
                    <a:pt x="895207" y="553592"/>
                  </a:cubicBezTo>
                  <a:cubicBezTo>
                    <a:pt x="890735" y="550350"/>
                    <a:pt x="885310" y="548687"/>
                    <a:pt x="879788" y="548867"/>
                  </a:cubicBezTo>
                  <a:cubicBezTo>
                    <a:pt x="875133" y="548528"/>
                    <a:pt x="870518" y="549948"/>
                    <a:pt x="866857" y="552846"/>
                  </a:cubicBezTo>
                  <a:cubicBezTo>
                    <a:pt x="863631" y="555532"/>
                    <a:pt x="861876" y="559597"/>
                    <a:pt x="862135" y="563787"/>
                  </a:cubicBezTo>
                  <a:cubicBezTo>
                    <a:pt x="862158" y="567165"/>
                    <a:pt x="864080" y="570243"/>
                    <a:pt x="867108" y="571744"/>
                  </a:cubicBezTo>
                  <a:cubicBezTo>
                    <a:pt x="873648" y="574640"/>
                    <a:pt x="880485" y="576809"/>
                    <a:pt x="887497" y="578211"/>
                  </a:cubicBezTo>
                  <a:cubicBezTo>
                    <a:pt x="898363" y="580091"/>
                    <a:pt x="908654" y="584427"/>
                    <a:pt x="917586" y="590894"/>
                  </a:cubicBezTo>
                  <a:cubicBezTo>
                    <a:pt x="923293" y="597076"/>
                    <a:pt x="926094" y="605396"/>
                    <a:pt x="925295" y="613771"/>
                  </a:cubicBezTo>
                  <a:cubicBezTo>
                    <a:pt x="925572" y="623392"/>
                    <a:pt x="921340" y="632589"/>
                    <a:pt x="913858" y="638638"/>
                  </a:cubicBezTo>
                  <a:cubicBezTo>
                    <a:pt x="904866" y="645199"/>
                    <a:pt x="893886" y="648449"/>
                    <a:pt x="882775" y="647838"/>
                  </a:cubicBezTo>
                  <a:cubicBezTo>
                    <a:pt x="871606" y="648538"/>
                    <a:pt x="860592" y="644985"/>
                    <a:pt x="851940" y="637891"/>
                  </a:cubicBezTo>
                  <a:cubicBezTo>
                    <a:pt x="844238" y="630584"/>
                    <a:pt x="839915" y="620408"/>
                    <a:pt x="840004" y="609792"/>
                  </a:cubicBezTo>
                  <a:lnTo>
                    <a:pt x="860889" y="609792"/>
                  </a:lnTo>
                  <a:cubicBezTo>
                    <a:pt x="860819" y="615069"/>
                    <a:pt x="862988" y="620128"/>
                    <a:pt x="866857" y="623718"/>
                  </a:cubicBezTo>
                  <a:cubicBezTo>
                    <a:pt x="871465" y="627067"/>
                    <a:pt x="877083" y="628736"/>
                    <a:pt x="882775" y="628441"/>
                  </a:cubicBezTo>
                  <a:cubicBezTo>
                    <a:pt x="888403" y="628712"/>
                    <a:pt x="893995" y="627420"/>
                    <a:pt x="898937" y="624713"/>
                  </a:cubicBezTo>
                  <a:cubicBezTo>
                    <a:pt x="902527" y="622700"/>
                    <a:pt x="904723" y="618880"/>
                    <a:pt x="904658" y="614766"/>
                  </a:cubicBezTo>
                  <a:cubicBezTo>
                    <a:pt x="905018" y="611090"/>
                    <a:pt x="903410" y="607498"/>
                    <a:pt x="900428" y="605315"/>
                  </a:cubicBezTo>
                  <a:cubicBezTo>
                    <a:pt x="894995" y="602329"/>
                    <a:pt x="889119" y="600230"/>
                    <a:pt x="883023" y="599099"/>
                  </a:cubicBezTo>
                  <a:cubicBezTo>
                    <a:pt x="871238" y="597060"/>
                    <a:pt x="859989" y="592661"/>
                    <a:pt x="849948" y="586168"/>
                  </a:cubicBezTo>
                  <a:cubicBezTo>
                    <a:pt x="844066" y="580683"/>
                    <a:pt x="841038" y="572794"/>
                    <a:pt x="841742" y="564784"/>
                  </a:cubicBezTo>
                  <a:cubicBezTo>
                    <a:pt x="841327" y="554887"/>
                    <a:pt x="845337" y="545316"/>
                    <a:pt x="852684" y="538675"/>
                  </a:cubicBezTo>
                  <a:cubicBezTo>
                    <a:pt x="860978" y="531837"/>
                    <a:pt x="871544" y="528375"/>
                    <a:pt x="882276" y="528976"/>
                  </a:cubicBezTo>
                  <a:close/>
                  <a:moveTo>
                    <a:pt x="590339" y="346949"/>
                  </a:moveTo>
                  <a:cubicBezTo>
                    <a:pt x="601032" y="346949"/>
                    <a:pt x="601779" y="365599"/>
                    <a:pt x="605259" y="365599"/>
                  </a:cubicBezTo>
                  <a:cubicBezTo>
                    <a:pt x="610822" y="365129"/>
                    <a:pt x="616276" y="363785"/>
                    <a:pt x="621424" y="361621"/>
                  </a:cubicBezTo>
                  <a:cubicBezTo>
                    <a:pt x="622915" y="361621"/>
                    <a:pt x="636840" y="361621"/>
                    <a:pt x="639824" y="361621"/>
                  </a:cubicBezTo>
                  <a:cubicBezTo>
                    <a:pt x="642808" y="361621"/>
                    <a:pt x="646291" y="362365"/>
                    <a:pt x="646291" y="364605"/>
                  </a:cubicBezTo>
                  <a:cubicBezTo>
                    <a:pt x="646828" y="368236"/>
                    <a:pt x="646309" y="371949"/>
                    <a:pt x="644797" y="375295"/>
                  </a:cubicBezTo>
                  <a:cubicBezTo>
                    <a:pt x="645009" y="379269"/>
                    <a:pt x="644416" y="383245"/>
                    <a:pt x="643056" y="386984"/>
                  </a:cubicBezTo>
                  <a:lnTo>
                    <a:pt x="643056" y="386736"/>
                  </a:lnTo>
                  <a:cubicBezTo>
                    <a:pt x="640093" y="389500"/>
                    <a:pt x="637349" y="392492"/>
                    <a:pt x="634851" y="395688"/>
                  </a:cubicBezTo>
                  <a:cubicBezTo>
                    <a:pt x="633856" y="397429"/>
                    <a:pt x="627888" y="398920"/>
                    <a:pt x="626645" y="401656"/>
                  </a:cubicBezTo>
                  <a:cubicBezTo>
                    <a:pt x="623909" y="408618"/>
                    <a:pt x="624904" y="413592"/>
                    <a:pt x="620677" y="418317"/>
                  </a:cubicBezTo>
                  <a:cubicBezTo>
                    <a:pt x="617315" y="421742"/>
                    <a:pt x="613354" y="424523"/>
                    <a:pt x="608989" y="426522"/>
                  </a:cubicBezTo>
                  <a:cubicBezTo>
                    <a:pt x="604016" y="429506"/>
                    <a:pt x="598544" y="427021"/>
                    <a:pt x="595560" y="427765"/>
                  </a:cubicBezTo>
                  <a:cubicBezTo>
                    <a:pt x="592578" y="428512"/>
                    <a:pt x="582880" y="434976"/>
                    <a:pt x="577656" y="434976"/>
                  </a:cubicBezTo>
                  <a:cubicBezTo>
                    <a:pt x="566715" y="434976"/>
                    <a:pt x="556272" y="430253"/>
                    <a:pt x="556272" y="417570"/>
                  </a:cubicBezTo>
                  <a:cubicBezTo>
                    <a:pt x="556272" y="414586"/>
                    <a:pt x="558509" y="407125"/>
                    <a:pt x="558509" y="404141"/>
                  </a:cubicBezTo>
                  <a:cubicBezTo>
                    <a:pt x="558509" y="401157"/>
                    <a:pt x="555277" y="396682"/>
                    <a:pt x="555277" y="393698"/>
                  </a:cubicBezTo>
                  <a:cubicBezTo>
                    <a:pt x="555277" y="390714"/>
                    <a:pt x="561744" y="384994"/>
                    <a:pt x="561744" y="381514"/>
                  </a:cubicBezTo>
                  <a:cubicBezTo>
                    <a:pt x="563469" y="370411"/>
                    <a:pt x="569333" y="360373"/>
                    <a:pt x="578155" y="353413"/>
                  </a:cubicBezTo>
                  <a:cubicBezTo>
                    <a:pt x="582133" y="351175"/>
                    <a:pt x="587355" y="346949"/>
                    <a:pt x="590339" y="346949"/>
                  </a:cubicBezTo>
                  <a:close/>
                  <a:moveTo>
                    <a:pt x="791015" y="310892"/>
                  </a:moveTo>
                  <a:cubicBezTo>
                    <a:pt x="794993" y="310146"/>
                    <a:pt x="796983" y="313628"/>
                    <a:pt x="803199" y="313628"/>
                  </a:cubicBezTo>
                  <a:cubicBezTo>
                    <a:pt x="805188" y="313380"/>
                    <a:pt x="812399" y="319844"/>
                    <a:pt x="815383" y="319844"/>
                  </a:cubicBezTo>
                  <a:cubicBezTo>
                    <a:pt x="819411" y="320578"/>
                    <a:pt x="823539" y="320578"/>
                    <a:pt x="827569" y="319844"/>
                  </a:cubicBezTo>
                  <a:cubicBezTo>
                    <a:pt x="831050" y="319348"/>
                    <a:pt x="836769" y="323575"/>
                    <a:pt x="839503" y="323575"/>
                  </a:cubicBezTo>
                  <a:cubicBezTo>
                    <a:pt x="842936" y="323340"/>
                    <a:pt x="846346" y="322841"/>
                    <a:pt x="849700" y="322084"/>
                  </a:cubicBezTo>
                  <a:cubicBezTo>
                    <a:pt x="856164" y="320839"/>
                    <a:pt x="869842" y="337500"/>
                    <a:pt x="874567" y="343716"/>
                  </a:cubicBezTo>
                  <a:lnTo>
                    <a:pt x="874316" y="345210"/>
                  </a:lnTo>
                  <a:cubicBezTo>
                    <a:pt x="876768" y="348147"/>
                    <a:pt x="878932" y="351311"/>
                    <a:pt x="880783" y="354658"/>
                  </a:cubicBezTo>
                  <a:cubicBezTo>
                    <a:pt x="881634" y="358759"/>
                    <a:pt x="881634" y="362991"/>
                    <a:pt x="880783" y="367092"/>
                  </a:cubicBezTo>
                  <a:cubicBezTo>
                    <a:pt x="878546" y="373556"/>
                    <a:pt x="874815" y="375546"/>
                    <a:pt x="872079" y="378530"/>
                  </a:cubicBezTo>
                  <a:cubicBezTo>
                    <a:pt x="869346" y="381514"/>
                    <a:pt x="868348" y="388725"/>
                    <a:pt x="865364" y="392455"/>
                  </a:cubicBezTo>
                  <a:cubicBezTo>
                    <a:pt x="862939" y="395784"/>
                    <a:pt x="860190" y="398867"/>
                    <a:pt x="857159" y="401655"/>
                  </a:cubicBezTo>
                  <a:cubicBezTo>
                    <a:pt x="853131" y="404595"/>
                    <a:pt x="848426" y="406475"/>
                    <a:pt x="843482" y="407127"/>
                  </a:cubicBezTo>
                  <a:cubicBezTo>
                    <a:pt x="840002" y="407127"/>
                    <a:pt x="837516" y="405634"/>
                    <a:pt x="831796" y="407127"/>
                  </a:cubicBezTo>
                  <a:cubicBezTo>
                    <a:pt x="826076" y="408618"/>
                    <a:pt x="823340" y="412847"/>
                    <a:pt x="819361" y="412847"/>
                  </a:cubicBezTo>
                  <a:cubicBezTo>
                    <a:pt x="815383" y="412847"/>
                    <a:pt x="809665" y="405885"/>
                    <a:pt x="809665" y="402650"/>
                  </a:cubicBezTo>
                  <a:cubicBezTo>
                    <a:pt x="809665" y="399418"/>
                    <a:pt x="811404" y="393202"/>
                    <a:pt x="809663" y="389223"/>
                  </a:cubicBezTo>
                  <a:cubicBezTo>
                    <a:pt x="805995" y="383286"/>
                    <a:pt x="802674" y="377144"/>
                    <a:pt x="799716" y="370820"/>
                  </a:cubicBezTo>
                  <a:cubicBezTo>
                    <a:pt x="799468" y="363610"/>
                    <a:pt x="791761" y="359879"/>
                    <a:pt x="791761" y="355156"/>
                  </a:cubicBezTo>
                  <a:cubicBezTo>
                    <a:pt x="791821" y="348951"/>
                    <a:pt x="790190" y="342844"/>
                    <a:pt x="787036" y="337500"/>
                  </a:cubicBezTo>
                  <a:cubicBezTo>
                    <a:pt x="785584" y="334083"/>
                    <a:pt x="785584" y="330224"/>
                    <a:pt x="787036" y="326807"/>
                  </a:cubicBezTo>
                  <a:cubicBezTo>
                    <a:pt x="789521" y="323327"/>
                    <a:pt x="787036" y="311639"/>
                    <a:pt x="791015" y="310892"/>
                  </a:cubicBezTo>
                  <a:close/>
                  <a:moveTo>
                    <a:pt x="749238" y="224603"/>
                  </a:moveTo>
                  <a:cubicBezTo>
                    <a:pt x="745429" y="224465"/>
                    <a:pt x="741631" y="225055"/>
                    <a:pt x="738046" y="226345"/>
                  </a:cubicBezTo>
                  <a:cubicBezTo>
                    <a:pt x="733819" y="230075"/>
                    <a:pt x="729593" y="227587"/>
                    <a:pt x="726609" y="230073"/>
                  </a:cubicBezTo>
                  <a:cubicBezTo>
                    <a:pt x="723972" y="232164"/>
                    <a:pt x="721139" y="233997"/>
                    <a:pt x="718153" y="235545"/>
                  </a:cubicBezTo>
                  <a:cubicBezTo>
                    <a:pt x="710488" y="238182"/>
                    <a:pt x="703011" y="241341"/>
                    <a:pt x="695774" y="244993"/>
                  </a:cubicBezTo>
                  <a:cubicBezTo>
                    <a:pt x="691560" y="247238"/>
                    <a:pt x="688965" y="251661"/>
                    <a:pt x="689059" y="256433"/>
                  </a:cubicBezTo>
                  <a:cubicBezTo>
                    <a:pt x="689190" y="261733"/>
                    <a:pt x="693456" y="265998"/>
                    <a:pt x="698758" y="266132"/>
                  </a:cubicBezTo>
                  <a:cubicBezTo>
                    <a:pt x="704629" y="265273"/>
                    <a:pt x="710334" y="263513"/>
                    <a:pt x="715667" y="260908"/>
                  </a:cubicBezTo>
                  <a:cubicBezTo>
                    <a:pt x="721385" y="257428"/>
                    <a:pt x="724369" y="252953"/>
                    <a:pt x="731582" y="248476"/>
                  </a:cubicBezTo>
                  <a:cubicBezTo>
                    <a:pt x="736600" y="245251"/>
                    <a:pt x="741121" y="241314"/>
                    <a:pt x="745009" y="236788"/>
                  </a:cubicBezTo>
                  <a:cubicBezTo>
                    <a:pt x="747745" y="231814"/>
                    <a:pt x="751475" y="224603"/>
                    <a:pt x="749238" y="224603"/>
                  </a:cubicBezTo>
                  <a:close/>
                  <a:moveTo>
                    <a:pt x="1274177" y="195263"/>
                  </a:moveTo>
                  <a:cubicBezTo>
                    <a:pt x="1268240" y="195798"/>
                    <a:pt x="1262342" y="196712"/>
                    <a:pt x="1256521" y="197999"/>
                  </a:cubicBezTo>
                  <a:cubicBezTo>
                    <a:pt x="1254249" y="200685"/>
                    <a:pt x="1252782" y="203962"/>
                    <a:pt x="1252294" y="207447"/>
                  </a:cubicBezTo>
                  <a:cubicBezTo>
                    <a:pt x="1252014" y="210509"/>
                    <a:pt x="1252526" y="213592"/>
                    <a:pt x="1253785" y="216399"/>
                  </a:cubicBezTo>
                  <a:cubicBezTo>
                    <a:pt x="1259006" y="217892"/>
                    <a:pt x="1265969" y="219634"/>
                    <a:pt x="1268955" y="217892"/>
                  </a:cubicBezTo>
                  <a:cubicBezTo>
                    <a:pt x="1274660" y="213791"/>
                    <a:pt x="1278364" y="207468"/>
                    <a:pt x="1279150" y="200484"/>
                  </a:cubicBezTo>
                  <a:cubicBezTo>
                    <a:pt x="1279179" y="200226"/>
                    <a:pt x="1279184" y="199965"/>
                    <a:pt x="1279168" y="199704"/>
                  </a:cubicBezTo>
                  <a:cubicBezTo>
                    <a:pt x="1279017" y="197098"/>
                    <a:pt x="1276782" y="195111"/>
                    <a:pt x="1274177" y="195263"/>
                  </a:cubicBezTo>
                  <a:close/>
                  <a:moveTo>
                    <a:pt x="1325899" y="179847"/>
                  </a:moveTo>
                  <a:cubicBezTo>
                    <a:pt x="1321673" y="181337"/>
                    <a:pt x="1318689" y="184569"/>
                    <a:pt x="1312222" y="184569"/>
                  </a:cubicBezTo>
                  <a:cubicBezTo>
                    <a:pt x="1308990" y="188052"/>
                    <a:pt x="1310481" y="194767"/>
                    <a:pt x="1310481" y="197999"/>
                  </a:cubicBezTo>
                  <a:cubicBezTo>
                    <a:pt x="1310481" y="201231"/>
                    <a:pt x="1316947" y="205956"/>
                    <a:pt x="1318937" y="205956"/>
                  </a:cubicBezTo>
                  <a:cubicBezTo>
                    <a:pt x="1325563" y="204721"/>
                    <a:pt x="1331251" y="200500"/>
                    <a:pt x="1334353" y="194516"/>
                  </a:cubicBezTo>
                  <a:lnTo>
                    <a:pt x="1334603" y="194516"/>
                  </a:lnTo>
                  <a:cubicBezTo>
                    <a:pt x="1334919" y="190710"/>
                    <a:pt x="1334919" y="186885"/>
                    <a:pt x="1334603" y="183079"/>
                  </a:cubicBezTo>
                  <a:cubicBezTo>
                    <a:pt x="1333857" y="179847"/>
                    <a:pt x="1330126" y="178353"/>
                    <a:pt x="1325899" y="179847"/>
                  </a:cubicBezTo>
                  <a:close/>
                  <a:moveTo>
                    <a:pt x="779574" y="165422"/>
                  </a:moveTo>
                  <a:cubicBezTo>
                    <a:pt x="784012" y="166725"/>
                    <a:pt x="788336" y="168388"/>
                    <a:pt x="792505" y="170395"/>
                  </a:cubicBezTo>
                  <a:cubicBezTo>
                    <a:pt x="794993" y="170395"/>
                    <a:pt x="803942" y="168406"/>
                    <a:pt x="806926" y="170395"/>
                  </a:cubicBezTo>
                  <a:cubicBezTo>
                    <a:pt x="814555" y="174217"/>
                    <a:pt x="821729" y="178890"/>
                    <a:pt x="828313" y="184321"/>
                  </a:cubicBezTo>
                  <a:cubicBezTo>
                    <a:pt x="830712" y="189949"/>
                    <a:pt x="832626" y="195771"/>
                    <a:pt x="834033" y="201726"/>
                  </a:cubicBezTo>
                  <a:cubicBezTo>
                    <a:pt x="835547" y="206159"/>
                    <a:pt x="835547" y="210970"/>
                    <a:pt x="834033" y="215403"/>
                  </a:cubicBezTo>
                  <a:cubicBezTo>
                    <a:pt x="827723" y="221108"/>
                    <a:pt x="821747" y="227170"/>
                    <a:pt x="816129" y="233556"/>
                  </a:cubicBezTo>
                  <a:lnTo>
                    <a:pt x="816876" y="236788"/>
                  </a:lnTo>
                  <a:cubicBezTo>
                    <a:pt x="814291" y="241782"/>
                    <a:pt x="811385" y="246598"/>
                    <a:pt x="808172" y="251212"/>
                  </a:cubicBezTo>
                  <a:cubicBezTo>
                    <a:pt x="797912" y="267267"/>
                    <a:pt x="788532" y="283871"/>
                    <a:pt x="780073" y="300945"/>
                  </a:cubicBezTo>
                  <a:cubicBezTo>
                    <a:pt x="776285" y="306443"/>
                    <a:pt x="772131" y="311675"/>
                    <a:pt x="767638" y="316612"/>
                  </a:cubicBezTo>
                  <a:cubicBezTo>
                    <a:pt x="765001" y="318606"/>
                    <a:pt x="761511" y="319079"/>
                    <a:pt x="758438" y="317854"/>
                  </a:cubicBezTo>
                  <a:cubicBezTo>
                    <a:pt x="756449" y="316860"/>
                    <a:pt x="749734" y="321583"/>
                    <a:pt x="749734" y="327801"/>
                  </a:cubicBezTo>
                  <a:cubicBezTo>
                    <a:pt x="749489" y="333910"/>
                    <a:pt x="750504" y="340003"/>
                    <a:pt x="752718" y="345705"/>
                  </a:cubicBezTo>
                  <a:cubicBezTo>
                    <a:pt x="754459" y="372201"/>
                    <a:pt x="754459" y="398783"/>
                    <a:pt x="752718" y="425279"/>
                  </a:cubicBezTo>
                  <a:cubicBezTo>
                    <a:pt x="751272" y="434636"/>
                    <a:pt x="745706" y="442849"/>
                    <a:pt x="737550" y="447658"/>
                  </a:cubicBezTo>
                  <a:cubicBezTo>
                    <a:pt x="733073" y="449647"/>
                    <a:pt x="726609" y="461335"/>
                    <a:pt x="721385" y="463823"/>
                  </a:cubicBezTo>
                  <a:cubicBezTo>
                    <a:pt x="716163" y="466308"/>
                    <a:pt x="709699" y="471530"/>
                    <a:pt x="706715" y="471532"/>
                  </a:cubicBezTo>
                  <a:cubicBezTo>
                    <a:pt x="703828" y="471177"/>
                    <a:pt x="701308" y="469405"/>
                    <a:pt x="700001" y="466807"/>
                  </a:cubicBezTo>
                  <a:cubicBezTo>
                    <a:pt x="698510" y="465066"/>
                    <a:pt x="692539" y="464071"/>
                    <a:pt x="689307" y="462082"/>
                  </a:cubicBezTo>
                  <a:cubicBezTo>
                    <a:pt x="686075" y="460092"/>
                    <a:pt x="684584" y="457604"/>
                    <a:pt x="681102" y="455615"/>
                  </a:cubicBezTo>
                  <a:cubicBezTo>
                    <a:pt x="676063" y="454315"/>
                    <a:pt x="671330" y="452036"/>
                    <a:pt x="667176" y="448903"/>
                  </a:cubicBezTo>
                  <a:cubicBezTo>
                    <a:pt x="663696" y="445420"/>
                    <a:pt x="664688" y="443431"/>
                    <a:pt x="659718" y="434727"/>
                  </a:cubicBezTo>
                  <a:cubicBezTo>
                    <a:pt x="654742" y="426025"/>
                    <a:pt x="639078" y="418564"/>
                    <a:pt x="638579" y="413095"/>
                  </a:cubicBezTo>
                  <a:cubicBezTo>
                    <a:pt x="638083" y="407623"/>
                    <a:pt x="650515" y="407623"/>
                    <a:pt x="652008" y="407623"/>
                  </a:cubicBezTo>
                  <a:cubicBezTo>
                    <a:pt x="662203" y="407375"/>
                    <a:pt x="669166" y="414337"/>
                    <a:pt x="672150" y="414337"/>
                  </a:cubicBezTo>
                  <a:cubicBezTo>
                    <a:pt x="682345" y="414337"/>
                    <a:pt x="688064" y="410359"/>
                    <a:pt x="688064" y="395687"/>
                  </a:cubicBezTo>
                  <a:cubicBezTo>
                    <a:pt x="688064" y="392703"/>
                    <a:pt x="688064" y="385492"/>
                    <a:pt x="688064" y="382508"/>
                  </a:cubicBezTo>
                  <a:cubicBezTo>
                    <a:pt x="687430" y="376556"/>
                    <a:pt x="687430" y="370554"/>
                    <a:pt x="688064" y="364604"/>
                  </a:cubicBezTo>
                  <a:cubicBezTo>
                    <a:pt x="688242" y="356250"/>
                    <a:pt x="689156" y="347929"/>
                    <a:pt x="690800" y="339737"/>
                  </a:cubicBezTo>
                  <a:cubicBezTo>
                    <a:pt x="690800" y="337249"/>
                    <a:pt x="691048" y="330286"/>
                    <a:pt x="686323" y="331532"/>
                  </a:cubicBezTo>
                  <a:cubicBezTo>
                    <a:pt x="681598" y="332774"/>
                    <a:pt x="676376" y="328049"/>
                    <a:pt x="673392" y="328049"/>
                  </a:cubicBezTo>
                  <a:cubicBezTo>
                    <a:pt x="670408" y="328049"/>
                    <a:pt x="666182" y="329790"/>
                    <a:pt x="663198" y="329790"/>
                  </a:cubicBezTo>
                  <a:cubicBezTo>
                    <a:pt x="657770" y="329911"/>
                    <a:pt x="652348" y="329409"/>
                    <a:pt x="647035" y="328297"/>
                  </a:cubicBezTo>
                  <a:cubicBezTo>
                    <a:pt x="644743" y="326934"/>
                    <a:pt x="642719" y="325167"/>
                    <a:pt x="641067" y="323076"/>
                  </a:cubicBezTo>
                  <a:cubicBezTo>
                    <a:pt x="637584" y="318849"/>
                    <a:pt x="639326" y="315617"/>
                    <a:pt x="637584" y="310892"/>
                  </a:cubicBezTo>
                  <a:cubicBezTo>
                    <a:pt x="637088" y="309897"/>
                    <a:pt x="636342" y="307660"/>
                    <a:pt x="634851" y="304425"/>
                  </a:cubicBezTo>
                  <a:cubicBezTo>
                    <a:pt x="633358" y="301193"/>
                    <a:pt x="633358" y="294478"/>
                    <a:pt x="633358" y="291745"/>
                  </a:cubicBezTo>
                  <a:cubicBezTo>
                    <a:pt x="633358" y="289009"/>
                    <a:pt x="629379" y="280553"/>
                    <a:pt x="629379" y="273342"/>
                  </a:cubicBezTo>
                  <a:cubicBezTo>
                    <a:pt x="627528" y="265145"/>
                    <a:pt x="626199" y="256840"/>
                    <a:pt x="625400" y="248476"/>
                  </a:cubicBezTo>
                  <a:cubicBezTo>
                    <a:pt x="625400" y="233307"/>
                    <a:pt x="625400" y="226593"/>
                    <a:pt x="625400" y="223609"/>
                  </a:cubicBezTo>
                  <a:cubicBezTo>
                    <a:pt x="625648" y="206451"/>
                    <a:pt x="635843" y="202969"/>
                    <a:pt x="639822" y="196505"/>
                  </a:cubicBezTo>
                  <a:cubicBezTo>
                    <a:pt x="644335" y="194158"/>
                    <a:pt x="648988" y="192082"/>
                    <a:pt x="653747" y="190289"/>
                  </a:cubicBezTo>
                  <a:cubicBezTo>
                    <a:pt x="658971" y="190785"/>
                    <a:pt x="660462" y="192774"/>
                    <a:pt x="666182" y="196753"/>
                  </a:cubicBezTo>
                  <a:cubicBezTo>
                    <a:pt x="668226" y="199217"/>
                    <a:pt x="670134" y="201791"/>
                    <a:pt x="671902" y="204462"/>
                  </a:cubicBezTo>
                  <a:cubicBezTo>
                    <a:pt x="680611" y="203697"/>
                    <a:pt x="689075" y="201157"/>
                    <a:pt x="696768" y="197001"/>
                  </a:cubicBezTo>
                  <a:cubicBezTo>
                    <a:pt x="700995" y="195011"/>
                    <a:pt x="708953" y="194763"/>
                    <a:pt x="715667" y="191779"/>
                  </a:cubicBezTo>
                  <a:cubicBezTo>
                    <a:pt x="720035" y="189438"/>
                    <a:pt x="724729" y="187761"/>
                    <a:pt x="729593" y="186806"/>
                  </a:cubicBezTo>
                  <a:cubicBezTo>
                    <a:pt x="733245" y="186166"/>
                    <a:pt x="736827" y="185166"/>
                    <a:pt x="740283" y="183822"/>
                  </a:cubicBezTo>
                  <a:cubicBezTo>
                    <a:pt x="745460" y="182880"/>
                    <a:pt x="750379" y="180846"/>
                    <a:pt x="754707" y="177854"/>
                  </a:cubicBezTo>
                  <a:lnTo>
                    <a:pt x="763411" y="172382"/>
                  </a:lnTo>
                  <a:cubicBezTo>
                    <a:pt x="765764" y="170821"/>
                    <a:pt x="768262" y="169489"/>
                    <a:pt x="770870" y="168403"/>
                  </a:cubicBezTo>
                  <a:cubicBezTo>
                    <a:pt x="773194" y="166179"/>
                    <a:pt x="776376" y="165088"/>
                    <a:pt x="779574" y="165422"/>
                  </a:cubicBezTo>
                  <a:close/>
                  <a:moveTo>
                    <a:pt x="2848738" y="152492"/>
                  </a:moveTo>
                  <a:lnTo>
                    <a:pt x="2850480" y="154481"/>
                  </a:lnTo>
                  <a:lnTo>
                    <a:pt x="2849041" y="153793"/>
                  </a:lnTo>
                  <a:close/>
                  <a:moveTo>
                    <a:pt x="1268955" y="138070"/>
                  </a:moveTo>
                  <a:cubicBezTo>
                    <a:pt x="1265969" y="141551"/>
                    <a:pt x="1254779" y="138070"/>
                    <a:pt x="1254779" y="148513"/>
                  </a:cubicBezTo>
                  <a:cubicBezTo>
                    <a:pt x="1254779" y="152988"/>
                    <a:pt x="1256273" y="162937"/>
                    <a:pt x="1256273" y="162937"/>
                  </a:cubicBezTo>
                  <a:cubicBezTo>
                    <a:pt x="1256273" y="162937"/>
                    <a:pt x="1255526" y="172385"/>
                    <a:pt x="1262737" y="166913"/>
                  </a:cubicBezTo>
                  <a:cubicBezTo>
                    <a:pt x="1269950" y="161444"/>
                    <a:pt x="1279897" y="159207"/>
                    <a:pt x="1279897" y="150751"/>
                  </a:cubicBezTo>
                  <a:cubicBezTo>
                    <a:pt x="1281387" y="138070"/>
                    <a:pt x="1278403" y="135831"/>
                    <a:pt x="1268955" y="138070"/>
                  </a:cubicBezTo>
                  <a:close/>
                  <a:moveTo>
                    <a:pt x="213358" y="122404"/>
                  </a:moveTo>
                  <a:lnTo>
                    <a:pt x="215348" y="125636"/>
                  </a:lnTo>
                  <a:lnTo>
                    <a:pt x="213358" y="122541"/>
                  </a:lnTo>
                  <a:close/>
                  <a:moveTo>
                    <a:pt x="1353252" y="116932"/>
                  </a:moveTo>
                  <a:cubicBezTo>
                    <a:pt x="1340569" y="121158"/>
                    <a:pt x="1318937" y="120662"/>
                    <a:pt x="1318937" y="130609"/>
                  </a:cubicBezTo>
                  <a:cubicBezTo>
                    <a:pt x="1318438" y="135831"/>
                    <a:pt x="1318438" y="144783"/>
                    <a:pt x="1323662" y="147020"/>
                  </a:cubicBezTo>
                  <a:cubicBezTo>
                    <a:pt x="1329823" y="148197"/>
                    <a:pt x="1336152" y="148197"/>
                    <a:pt x="1342313" y="147020"/>
                  </a:cubicBezTo>
                  <a:lnTo>
                    <a:pt x="1354434" y="129705"/>
                  </a:lnTo>
                  <a:lnTo>
                    <a:pt x="1354494" y="130361"/>
                  </a:lnTo>
                  <a:lnTo>
                    <a:pt x="1354497" y="129614"/>
                  </a:lnTo>
                  <a:lnTo>
                    <a:pt x="1354434" y="129705"/>
                  </a:lnTo>
                  <a:close/>
                  <a:moveTo>
                    <a:pt x="1845366" y="113948"/>
                  </a:moveTo>
                  <a:cubicBezTo>
                    <a:pt x="1849277" y="114551"/>
                    <a:pt x="1852822" y="116590"/>
                    <a:pt x="1855313" y="119668"/>
                  </a:cubicBezTo>
                  <a:cubicBezTo>
                    <a:pt x="1860362" y="124140"/>
                    <a:pt x="1865176" y="128871"/>
                    <a:pt x="1869734" y="133841"/>
                  </a:cubicBezTo>
                  <a:cubicBezTo>
                    <a:pt x="1872053" y="138107"/>
                    <a:pt x="1873650" y="142731"/>
                    <a:pt x="1874460" y="147519"/>
                  </a:cubicBezTo>
                  <a:cubicBezTo>
                    <a:pt x="1875206" y="150999"/>
                    <a:pt x="1880180" y="154980"/>
                    <a:pt x="1880180" y="156719"/>
                  </a:cubicBezTo>
                  <a:cubicBezTo>
                    <a:pt x="1879185" y="169649"/>
                    <a:pt x="1869486" y="169401"/>
                    <a:pt x="1856803" y="178353"/>
                  </a:cubicBezTo>
                  <a:cubicBezTo>
                    <a:pt x="1849755" y="182392"/>
                    <a:pt x="1843515" y="187702"/>
                    <a:pt x="1838403" y="194020"/>
                  </a:cubicBezTo>
                  <a:cubicBezTo>
                    <a:pt x="1834453" y="198088"/>
                    <a:pt x="1829715" y="201301"/>
                    <a:pt x="1824478" y="203468"/>
                  </a:cubicBezTo>
                  <a:cubicBezTo>
                    <a:pt x="1810054" y="209684"/>
                    <a:pt x="1797123" y="209188"/>
                    <a:pt x="1796129" y="223362"/>
                  </a:cubicBezTo>
                  <a:cubicBezTo>
                    <a:pt x="1795134" y="237538"/>
                    <a:pt x="1802843" y="231818"/>
                    <a:pt x="1802843" y="246735"/>
                  </a:cubicBezTo>
                  <a:cubicBezTo>
                    <a:pt x="1802402" y="250656"/>
                    <a:pt x="1800849" y="254366"/>
                    <a:pt x="1798366" y="257429"/>
                  </a:cubicBezTo>
                  <a:cubicBezTo>
                    <a:pt x="1796126" y="260376"/>
                    <a:pt x="1794826" y="263929"/>
                    <a:pt x="1794638" y="267623"/>
                  </a:cubicBezTo>
                  <a:cubicBezTo>
                    <a:pt x="1794617" y="271312"/>
                    <a:pt x="1793586" y="274925"/>
                    <a:pt x="1791654" y="278069"/>
                  </a:cubicBezTo>
                  <a:cubicBezTo>
                    <a:pt x="1790027" y="281562"/>
                    <a:pt x="1789341" y="285420"/>
                    <a:pt x="1789664" y="289258"/>
                  </a:cubicBezTo>
                  <a:cubicBezTo>
                    <a:pt x="1789414" y="302687"/>
                    <a:pt x="1787176" y="314376"/>
                    <a:pt x="1791155" y="318104"/>
                  </a:cubicBezTo>
                  <a:cubicBezTo>
                    <a:pt x="1808548" y="317093"/>
                    <a:pt x="1825984" y="317093"/>
                    <a:pt x="1843377" y="318104"/>
                  </a:cubicBezTo>
                  <a:cubicBezTo>
                    <a:pt x="1849593" y="318104"/>
                    <a:pt x="1852078" y="313877"/>
                    <a:pt x="1856803" y="312634"/>
                  </a:cubicBezTo>
                  <a:cubicBezTo>
                    <a:pt x="1861075" y="311885"/>
                    <a:pt x="1865398" y="311470"/>
                    <a:pt x="1869734" y="311392"/>
                  </a:cubicBezTo>
                  <a:cubicBezTo>
                    <a:pt x="1874556" y="312232"/>
                    <a:pt x="1879297" y="313480"/>
                    <a:pt x="1883910" y="315122"/>
                  </a:cubicBezTo>
                  <a:cubicBezTo>
                    <a:pt x="1888722" y="317211"/>
                    <a:pt x="1893306" y="319795"/>
                    <a:pt x="1897585" y="322829"/>
                  </a:cubicBezTo>
                  <a:cubicBezTo>
                    <a:pt x="1902806" y="325813"/>
                    <a:pt x="1912009" y="327802"/>
                    <a:pt x="1915737" y="337253"/>
                  </a:cubicBezTo>
                  <a:lnTo>
                    <a:pt x="1917268" y="348182"/>
                  </a:lnTo>
                  <a:lnTo>
                    <a:pt x="1916982" y="347448"/>
                  </a:lnTo>
                  <a:lnTo>
                    <a:pt x="1917478" y="349685"/>
                  </a:lnTo>
                  <a:lnTo>
                    <a:pt x="1917268" y="348182"/>
                  </a:lnTo>
                  <a:lnTo>
                    <a:pt x="1918724" y="351925"/>
                  </a:lnTo>
                  <a:cubicBezTo>
                    <a:pt x="1919938" y="353938"/>
                    <a:pt x="1920379" y="356324"/>
                    <a:pt x="1919966" y="358637"/>
                  </a:cubicBezTo>
                  <a:cubicBezTo>
                    <a:pt x="1919233" y="362475"/>
                    <a:pt x="1917708" y="366117"/>
                    <a:pt x="1915489" y="369330"/>
                  </a:cubicBezTo>
                  <a:cubicBezTo>
                    <a:pt x="1913004" y="372810"/>
                    <a:pt x="1910020" y="378282"/>
                    <a:pt x="1906289" y="378282"/>
                  </a:cubicBezTo>
                  <a:lnTo>
                    <a:pt x="1888881" y="379525"/>
                  </a:lnTo>
                  <a:cubicBezTo>
                    <a:pt x="1882566" y="378024"/>
                    <a:pt x="1876175" y="376862"/>
                    <a:pt x="1869734" y="376045"/>
                  </a:cubicBezTo>
                  <a:cubicBezTo>
                    <a:pt x="1863270" y="376045"/>
                    <a:pt x="1857550" y="377784"/>
                    <a:pt x="1850089" y="377784"/>
                  </a:cubicBezTo>
                  <a:cubicBezTo>
                    <a:pt x="1839273" y="377450"/>
                    <a:pt x="1828483" y="376536"/>
                    <a:pt x="1817763" y="375050"/>
                  </a:cubicBezTo>
                  <a:cubicBezTo>
                    <a:pt x="1813286" y="375050"/>
                    <a:pt x="1794139" y="375050"/>
                    <a:pt x="1788419" y="375050"/>
                  </a:cubicBezTo>
                  <a:cubicBezTo>
                    <a:pt x="1778337" y="374098"/>
                    <a:pt x="1768163" y="374855"/>
                    <a:pt x="1758331" y="377288"/>
                  </a:cubicBezTo>
                  <a:lnTo>
                    <a:pt x="1729736" y="381515"/>
                  </a:lnTo>
                  <a:cubicBezTo>
                    <a:pt x="1719291" y="383752"/>
                    <a:pt x="1706360" y="381515"/>
                    <a:pt x="1696909" y="381515"/>
                  </a:cubicBezTo>
                  <a:cubicBezTo>
                    <a:pt x="1677217" y="383350"/>
                    <a:pt x="1657786" y="387352"/>
                    <a:pt x="1638970" y="393451"/>
                  </a:cubicBezTo>
                  <a:cubicBezTo>
                    <a:pt x="1615098" y="401656"/>
                    <a:pt x="1573322" y="420307"/>
                    <a:pt x="1568101" y="420307"/>
                  </a:cubicBezTo>
                  <a:cubicBezTo>
                    <a:pt x="1562879" y="420307"/>
                    <a:pt x="1551690" y="405387"/>
                    <a:pt x="1540997" y="395440"/>
                  </a:cubicBezTo>
                  <a:cubicBezTo>
                    <a:pt x="1540143" y="390503"/>
                    <a:pt x="1540143" y="385457"/>
                    <a:pt x="1540997" y="380520"/>
                  </a:cubicBezTo>
                  <a:cubicBezTo>
                    <a:pt x="1541908" y="374335"/>
                    <a:pt x="1541310" y="368022"/>
                    <a:pt x="1539255" y="362120"/>
                  </a:cubicBezTo>
                  <a:cubicBezTo>
                    <a:pt x="1543730" y="354909"/>
                    <a:pt x="1565613" y="346205"/>
                    <a:pt x="1568597" y="345706"/>
                  </a:cubicBezTo>
                  <a:cubicBezTo>
                    <a:pt x="1571581" y="345210"/>
                    <a:pt x="1582773" y="348442"/>
                    <a:pt x="1586005" y="347448"/>
                  </a:cubicBezTo>
                  <a:cubicBezTo>
                    <a:pt x="1589237" y="346453"/>
                    <a:pt x="1610373" y="337997"/>
                    <a:pt x="1622309" y="333770"/>
                  </a:cubicBezTo>
                  <a:cubicBezTo>
                    <a:pt x="1626290" y="332280"/>
                    <a:pt x="1633002" y="330786"/>
                    <a:pt x="1636485" y="330786"/>
                  </a:cubicBezTo>
                  <a:cubicBezTo>
                    <a:pt x="1647674" y="327306"/>
                    <a:pt x="1664085" y="319101"/>
                    <a:pt x="1676272" y="314376"/>
                  </a:cubicBezTo>
                  <a:cubicBezTo>
                    <a:pt x="1701885" y="304181"/>
                    <a:pt x="1703128" y="273095"/>
                    <a:pt x="1707107" y="261159"/>
                  </a:cubicBezTo>
                  <a:cubicBezTo>
                    <a:pt x="1709245" y="255520"/>
                    <a:pt x="1710341" y="249536"/>
                    <a:pt x="1710339" y="243503"/>
                  </a:cubicBezTo>
                  <a:cubicBezTo>
                    <a:pt x="1710339" y="237538"/>
                    <a:pt x="1710091" y="229580"/>
                    <a:pt x="1707107" y="229580"/>
                  </a:cubicBezTo>
                  <a:cubicBezTo>
                    <a:pt x="1701896" y="229883"/>
                    <a:pt x="1696729" y="230716"/>
                    <a:pt x="1691688" y="232066"/>
                  </a:cubicBezTo>
                  <a:cubicBezTo>
                    <a:pt x="1685451" y="234212"/>
                    <a:pt x="1678752" y="234640"/>
                    <a:pt x="1672293" y="233308"/>
                  </a:cubicBezTo>
                  <a:cubicBezTo>
                    <a:pt x="1666077" y="231071"/>
                    <a:pt x="1666077" y="223362"/>
                    <a:pt x="1666075" y="215404"/>
                  </a:cubicBezTo>
                  <a:cubicBezTo>
                    <a:pt x="1664221" y="207337"/>
                    <a:pt x="1660177" y="199939"/>
                    <a:pt x="1654389" y="194020"/>
                  </a:cubicBezTo>
                  <a:cubicBezTo>
                    <a:pt x="1652060" y="188527"/>
                    <a:pt x="1651037" y="182567"/>
                    <a:pt x="1651405" y="176612"/>
                  </a:cubicBezTo>
                  <a:cubicBezTo>
                    <a:pt x="1651405" y="173380"/>
                    <a:pt x="1649912" y="163185"/>
                    <a:pt x="1649912" y="159951"/>
                  </a:cubicBezTo>
                  <a:cubicBezTo>
                    <a:pt x="1649912" y="151745"/>
                    <a:pt x="1657373" y="150999"/>
                    <a:pt x="1664336" y="147519"/>
                  </a:cubicBezTo>
                  <a:cubicBezTo>
                    <a:pt x="1667320" y="146025"/>
                    <a:pt x="1682736" y="153735"/>
                    <a:pt x="1690941" y="153735"/>
                  </a:cubicBezTo>
                  <a:cubicBezTo>
                    <a:pt x="1712169" y="151390"/>
                    <a:pt x="1733253" y="147905"/>
                    <a:pt x="1754104" y="143292"/>
                  </a:cubicBezTo>
                  <a:lnTo>
                    <a:pt x="1765046" y="140057"/>
                  </a:lnTo>
                  <a:lnTo>
                    <a:pt x="1773003" y="137324"/>
                  </a:lnTo>
                  <a:cubicBezTo>
                    <a:pt x="1789414" y="132283"/>
                    <a:pt x="1805250" y="125531"/>
                    <a:pt x="1820249" y="117180"/>
                  </a:cubicBezTo>
                  <a:cubicBezTo>
                    <a:pt x="1824535" y="115587"/>
                    <a:pt x="1829148" y="115076"/>
                    <a:pt x="1833678" y="115689"/>
                  </a:cubicBezTo>
                  <a:cubicBezTo>
                    <a:pt x="1839894" y="115689"/>
                    <a:pt x="1842131" y="113948"/>
                    <a:pt x="1845366" y="113948"/>
                  </a:cubicBezTo>
                  <a:close/>
                  <a:moveTo>
                    <a:pt x="2217869" y="97782"/>
                  </a:moveTo>
                  <a:cubicBezTo>
                    <a:pt x="2223589" y="97782"/>
                    <a:pt x="2239752" y="95297"/>
                    <a:pt x="2239752" y="97782"/>
                  </a:cubicBezTo>
                  <a:cubicBezTo>
                    <a:pt x="2244039" y="104173"/>
                    <a:pt x="2250083" y="109183"/>
                    <a:pt x="2257158" y="112206"/>
                  </a:cubicBezTo>
                  <a:cubicBezTo>
                    <a:pt x="2263126" y="115190"/>
                    <a:pt x="2260142" y="119417"/>
                    <a:pt x="2261136" y="124638"/>
                  </a:cubicBezTo>
                  <a:cubicBezTo>
                    <a:pt x="2262133" y="129862"/>
                    <a:pt x="2265115" y="131852"/>
                    <a:pt x="2263624" y="136326"/>
                  </a:cubicBezTo>
                  <a:cubicBezTo>
                    <a:pt x="2262133" y="140804"/>
                    <a:pt x="2257904" y="148761"/>
                    <a:pt x="2254424" y="158457"/>
                  </a:cubicBezTo>
                  <a:cubicBezTo>
                    <a:pt x="2254424" y="160694"/>
                    <a:pt x="2251688" y="171388"/>
                    <a:pt x="2254424" y="171388"/>
                  </a:cubicBezTo>
                  <a:cubicBezTo>
                    <a:pt x="2257573" y="171662"/>
                    <a:pt x="2260724" y="170873"/>
                    <a:pt x="2263376" y="169150"/>
                  </a:cubicBezTo>
                  <a:cubicBezTo>
                    <a:pt x="2264619" y="168652"/>
                    <a:pt x="2270587" y="164177"/>
                    <a:pt x="2274318" y="164177"/>
                  </a:cubicBezTo>
                  <a:cubicBezTo>
                    <a:pt x="2278850" y="163135"/>
                    <a:pt x="2283267" y="161637"/>
                    <a:pt x="2287496" y="159702"/>
                  </a:cubicBezTo>
                  <a:cubicBezTo>
                    <a:pt x="2292966" y="155972"/>
                    <a:pt x="2302912" y="149009"/>
                    <a:pt x="2302912" y="149009"/>
                  </a:cubicBezTo>
                  <a:cubicBezTo>
                    <a:pt x="2302912" y="149009"/>
                    <a:pt x="2323057" y="142542"/>
                    <a:pt x="2326537" y="149009"/>
                  </a:cubicBezTo>
                  <a:cubicBezTo>
                    <a:pt x="2330019" y="155473"/>
                    <a:pt x="2338225" y="153236"/>
                    <a:pt x="2346929" y="155473"/>
                  </a:cubicBezTo>
                  <a:cubicBezTo>
                    <a:pt x="2355630" y="157710"/>
                    <a:pt x="2361102" y="170892"/>
                    <a:pt x="2361102" y="182577"/>
                  </a:cubicBezTo>
                  <a:cubicBezTo>
                    <a:pt x="2361350" y="187303"/>
                    <a:pt x="2358366" y="189044"/>
                    <a:pt x="2355630" y="189292"/>
                  </a:cubicBezTo>
                  <a:cubicBezTo>
                    <a:pt x="2352897" y="189540"/>
                    <a:pt x="2349662" y="194265"/>
                    <a:pt x="2344441" y="197748"/>
                  </a:cubicBezTo>
                  <a:cubicBezTo>
                    <a:pt x="2336186" y="202444"/>
                    <a:pt x="2327427" y="206199"/>
                    <a:pt x="2318331" y="208937"/>
                  </a:cubicBezTo>
                  <a:cubicBezTo>
                    <a:pt x="2313593" y="211947"/>
                    <a:pt x="2308379" y="214135"/>
                    <a:pt x="2302912" y="215404"/>
                  </a:cubicBezTo>
                  <a:cubicBezTo>
                    <a:pt x="2297072" y="215806"/>
                    <a:pt x="2291258" y="216555"/>
                    <a:pt x="2285507" y="217641"/>
                  </a:cubicBezTo>
                  <a:cubicBezTo>
                    <a:pt x="2276171" y="219926"/>
                    <a:pt x="2267151" y="223351"/>
                    <a:pt x="2258651" y="227836"/>
                  </a:cubicBezTo>
                  <a:cubicBezTo>
                    <a:pt x="2255155" y="231715"/>
                    <a:pt x="2252226" y="236070"/>
                    <a:pt x="2249947" y="240767"/>
                  </a:cubicBezTo>
                  <a:cubicBezTo>
                    <a:pt x="2247869" y="247753"/>
                    <a:pt x="2248960" y="255295"/>
                    <a:pt x="2252931" y="261407"/>
                  </a:cubicBezTo>
                  <a:cubicBezTo>
                    <a:pt x="2265538" y="278452"/>
                    <a:pt x="2280432" y="293680"/>
                    <a:pt x="2297195" y="306663"/>
                  </a:cubicBezTo>
                  <a:cubicBezTo>
                    <a:pt x="2305152" y="313130"/>
                    <a:pt x="2316590" y="336754"/>
                    <a:pt x="2330019" y="343466"/>
                  </a:cubicBezTo>
                  <a:cubicBezTo>
                    <a:pt x="2341940" y="349961"/>
                    <a:pt x="2353184" y="357626"/>
                    <a:pt x="2363587" y="366343"/>
                  </a:cubicBezTo>
                  <a:cubicBezTo>
                    <a:pt x="2369618" y="369716"/>
                    <a:pt x="2376051" y="372309"/>
                    <a:pt x="2382737" y="374053"/>
                  </a:cubicBezTo>
                  <a:cubicBezTo>
                    <a:pt x="2388206" y="376541"/>
                    <a:pt x="2393430" y="382258"/>
                    <a:pt x="2397158" y="383503"/>
                  </a:cubicBezTo>
                  <a:cubicBezTo>
                    <a:pt x="2406857" y="386735"/>
                    <a:pt x="2415561" y="389719"/>
                    <a:pt x="2430481" y="395935"/>
                  </a:cubicBezTo>
                  <a:cubicBezTo>
                    <a:pt x="2434209" y="397429"/>
                    <a:pt x="2440177" y="397925"/>
                    <a:pt x="2441919" y="401157"/>
                  </a:cubicBezTo>
                  <a:lnTo>
                    <a:pt x="2441671" y="402898"/>
                  </a:lnTo>
                  <a:cubicBezTo>
                    <a:pt x="2443164" y="405634"/>
                    <a:pt x="2438188" y="408370"/>
                    <a:pt x="2437940" y="411602"/>
                  </a:cubicBezTo>
                  <a:cubicBezTo>
                    <a:pt x="2437692" y="414834"/>
                    <a:pt x="2439183" y="420554"/>
                    <a:pt x="2436449" y="423786"/>
                  </a:cubicBezTo>
                  <a:cubicBezTo>
                    <a:pt x="2431758" y="429658"/>
                    <a:pt x="2424803" y="433271"/>
                    <a:pt x="2417300" y="433733"/>
                  </a:cubicBezTo>
                  <a:cubicBezTo>
                    <a:pt x="2414068" y="434229"/>
                    <a:pt x="2412078" y="438954"/>
                    <a:pt x="2409593" y="440447"/>
                  </a:cubicBezTo>
                  <a:cubicBezTo>
                    <a:pt x="2407105" y="441938"/>
                    <a:pt x="2403873" y="441938"/>
                    <a:pt x="2401636" y="441938"/>
                  </a:cubicBezTo>
                  <a:cubicBezTo>
                    <a:pt x="2395754" y="442238"/>
                    <a:pt x="2389861" y="442238"/>
                    <a:pt x="2383980" y="441938"/>
                  </a:cubicBezTo>
                  <a:cubicBezTo>
                    <a:pt x="2379753" y="441938"/>
                    <a:pt x="2373038" y="441938"/>
                    <a:pt x="2365827" y="441938"/>
                  </a:cubicBezTo>
                  <a:cubicBezTo>
                    <a:pt x="2360382" y="441949"/>
                    <a:pt x="2354983" y="440936"/>
                    <a:pt x="2349913" y="438954"/>
                  </a:cubicBezTo>
                  <a:cubicBezTo>
                    <a:pt x="2340710" y="433237"/>
                    <a:pt x="2330019" y="436717"/>
                    <a:pt x="2325046" y="435474"/>
                  </a:cubicBezTo>
                  <a:cubicBezTo>
                    <a:pt x="2320072" y="434229"/>
                    <a:pt x="2312611" y="430749"/>
                    <a:pt x="2310870" y="425775"/>
                  </a:cubicBezTo>
                  <a:cubicBezTo>
                    <a:pt x="2306147" y="411850"/>
                    <a:pt x="2312611" y="408370"/>
                    <a:pt x="2289486" y="386983"/>
                  </a:cubicBezTo>
                  <a:cubicBezTo>
                    <a:pt x="2280453" y="377240"/>
                    <a:pt x="2272143" y="366852"/>
                    <a:pt x="2264619" y="355900"/>
                  </a:cubicBezTo>
                  <a:cubicBezTo>
                    <a:pt x="2259685" y="349846"/>
                    <a:pt x="2254369" y="344116"/>
                    <a:pt x="2248704" y="338740"/>
                  </a:cubicBezTo>
                  <a:cubicBezTo>
                    <a:pt x="2233536" y="327799"/>
                    <a:pt x="2216376" y="309895"/>
                    <a:pt x="2214637" y="308903"/>
                  </a:cubicBezTo>
                  <a:cubicBezTo>
                    <a:pt x="2212896" y="307908"/>
                    <a:pt x="2202701" y="332028"/>
                    <a:pt x="2191013" y="344711"/>
                  </a:cubicBezTo>
                  <a:cubicBezTo>
                    <a:pt x="2179325" y="357391"/>
                    <a:pt x="2170872" y="362615"/>
                    <a:pt x="2156696" y="378031"/>
                  </a:cubicBezTo>
                  <a:cubicBezTo>
                    <a:pt x="2146605" y="387372"/>
                    <a:pt x="2134776" y="394638"/>
                    <a:pt x="2121882" y="399415"/>
                  </a:cubicBezTo>
                  <a:cubicBezTo>
                    <a:pt x="2115914" y="403397"/>
                    <a:pt x="2103482" y="409362"/>
                    <a:pt x="2095773" y="413591"/>
                  </a:cubicBezTo>
                  <a:cubicBezTo>
                    <a:pt x="2088066" y="417818"/>
                    <a:pt x="2076127" y="417319"/>
                    <a:pt x="2070906" y="419807"/>
                  </a:cubicBezTo>
                  <a:cubicBezTo>
                    <a:pt x="2066700" y="421426"/>
                    <a:pt x="2062233" y="422269"/>
                    <a:pt x="2057727" y="422295"/>
                  </a:cubicBezTo>
                  <a:cubicBezTo>
                    <a:pt x="2054244" y="421549"/>
                    <a:pt x="2051260" y="416575"/>
                    <a:pt x="2048775" y="414586"/>
                  </a:cubicBezTo>
                  <a:cubicBezTo>
                    <a:pt x="2046287" y="412597"/>
                    <a:pt x="2046039" y="402898"/>
                    <a:pt x="2042060" y="400909"/>
                  </a:cubicBezTo>
                  <a:cubicBezTo>
                    <a:pt x="2038116" y="399998"/>
                    <a:pt x="2034280" y="398663"/>
                    <a:pt x="2030623" y="396930"/>
                  </a:cubicBezTo>
                  <a:cubicBezTo>
                    <a:pt x="2028383" y="394693"/>
                    <a:pt x="2030124" y="391210"/>
                    <a:pt x="2038082" y="388477"/>
                  </a:cubicBezTo>
                  <a:cubicBezTo>
                    <a:pt x="2044274" y="386328"/>
                    <a:pt x="2050010" y="383039"/>
                    <a:pt x="2054991" y="378778"/>
                  </a:cubicBezTo>
                  <a:cubicBezTo>
                    <a:pt x="2058993" y="376133"/>
                    <a:pt x="2062815" y="373228"/>
                    <a:pt x="2066431" y="370074"/>
                  </a:cubicBezTo>
                  <a:cubicBezTo>
                    <a:pt x="2067922" y="368333"/>
                    <a:pt x="2072647" y="367586"/>
                    <a:pt x="2074636" y="366343"/>
                  </a:cubicBezTo>
                  <a:cubicBezTo>
                    <a:pt x="2093692" y="350165"/>
                    <a:pt x="2111792" y="332895"/>
                    <a:pt x="2128845" y="314620"/>
                  </a:cubicBezTo>
                  <a:cubicBezTo>
                    <a:pt x="2138572" y="304141"/>
                    <a:pt x="2145726" y="291542"/>
                    <a:pt x="2149733" y="277818"/>
                  </a:cubicBezTo>
                  <a:cubicBezTo>
                    <a:pt x="2152336" y="273173"/>
                    <a:pt x="2153785" y="267970"/>
                    <a:pt x="2153962" y="262650"/>
                  </a:cubicBezTo>
                  <a:cubicBezTo>
                    <a:pt x="2153712" y="260162"/>
                    <a:pt x="2146501" y="262650"/>
                    <a:pt x="2143269" y="262650"/>
                  </a:cubicBezTo>
                  <a:cubicBezTo>
                    <a:pt x="2140037" y="262650"/>
                    <a:pt x="2137799" y="262650"/>
                    <a:pt x="2134813" y="262650"/>
                  </a:cubicBezTo>
                  <a:cubicBezTo>
                    <a:pt x="2131829" y="262650"/>
                    <a:pt x="2127354" y="265634"/>
                    <a:pt x="2123871" y="265634"/>
                  </a:cubicBezTo>
                  <a:cubicBezTo>
                    <a:pt x="2120397" y="266756"/>
                    <a:pt x="2116656" y="266756"/>
                    <a:pt x="2113181" y="265634"/>
                  </a:cubicBezTo>
                  <a:cubicBezTo>
                    <a:pt x="2107461" y="263644"/>
                    <a:pt x="2104229" y="257924"/>
                    <a:pt x="2096767" y="257924"/>
                  </a:cubicBezTo>
                  <a:cubicBezTo>
                    <a:pt x="2086079" y="254084"/>
                    <a:pt x="2078602" y="244375"/>
                    <a:pt x="2077621" y="233057"/>
                  </a:cubicBezTo>
                  <a:cubicBezTo>
                    <a:pt x="2076279" y="227565"/>
                    <a:pt x="2078331" y="221798"/>
                    <a:pt x="2082842" y="218385"/>
                  </a:cubicBezTo>
                  <a:cubicBezTo>
                    <a:pt x="2086573" y="215652"/>
                    <a:pt x="2088562" y="211673"/>
                    <a:pt x="2091794" y="209185"/>
                  </a:cubicBezTo>
                  <a:cubicBezTo>
                    <a:pt x="2095029" y="206700"/>
                    <a:pt x="2099503" y="207196"/>
                    <a:pt x="2103234" y="204711"/>
                  </a:cubicBezTo>
                  <a:cubicBezTo>
                    <a:pt x="2105933" y="201907"/>
                    <a:pt x="2109257" y="199779"/>
                    <a:pt x="2112933" y="198495"/>
                  </a:cubicBezTo>
                  <a:cubicBezTo>
                    <a:pt x="2117159" y="196753"/>
                    <a:pt x="2128349" y="198495"/>
                    <a:pt x="2136306" y="198492"/>
                  </a:cubicBezTo>
                  <a:cubicBezTo>
                    <a:pt x="2149999" y="196803"/>
                    <a:pt x="2163154" y="192135"/>
                    <a:pt x="2174850" y="184817"/>
                  </a:cubicBezTo>
                  <a:cubicBezTo>
                    <a:pt x="2174438" y="172536"/>
                    <a:pt x="2176996" y="160337"/>
                    <a:pt x="2182309" y="149257"/>
                  </a:cubicBezTo>
                  <a:cubicBezTo>
                    <a:pt x="2184105" y="141853"/>
                    <a:pt x="2184941" y="134246"/>
                    <a:pt x="2184797" y="126628"/>
                  </a:cubicBezTo>
                  <a:cubicBezTo>
                    <a:pt x="2185828" y="120205"/>
                    <a:pt x="2185828" y="113655"/>
                    <a:pt x="2184797" y="107233"/>
                  </a:cubicBezTo>
                  <a:cubicBezTo>
                    <a:pt x="2184546" y="101761"/>
                    <a:pt x="2187533" y="100270"/>
                    <a:pt x="2190765" y="100270"/>
                  </a:cubicBezTo>
                  <a:cubicBezTo>
                    <a:pt x="2200960" y="97534"/>
                    <a:pt x="2200960" y="101513"/>
                    <a:pt x="2206181" y="101513"/>
                  </a:cubicBezTo>
                  <a:cubicBezTo>
                    <a:pt x="2211403" y="101513"/>
                    <a:pt x="2212149" y="97782"/>
                    <a:pt x="2217869" y="97782"/>
                  </a:cubicBezTo>
                  <a:close/>
                  <a:moveTo>
                    <a:pt x="1179680" y="97536"/>
                  </a:moveTo>
                  <a:cubicBezTo>
                    <a:pt x="1187141" y="93310"/>
                    <a:pt x="1192114" y="112208"/>
                    <a:pt x="1193357" y="115440"/>
                  </a:cubicBezTo>
                  <a:cubicBezTo>
                    <a:pt x="1194600" y="118672"/>
                    <a:pt x="1190373" y="129118"/>
                    <a:pt x="1190125" y="133096"/>
                  </a:cubicBezTo>
                  <a:cubicBezTo>
                    <a:pt x="1189874" y="137075"/>
                    <a:pt x="1183906" y="142046"/>
                    <a:pt x="1183906" y="153734"/>
                  </a:cubicBezTo>
                  <a:cubicBezTo>
                    <a:pt x="1184157" y="158459"/>
                    <a:pt x="1179432" y="162438"/>
                    <a:pt x="1172965" y="168406"/>
                  </a:cubicBezTo>
                  <a:cubicBezTo>
                    <a:pt x="1166185" y="174664"/>
                    <a:pt x="1159946" y="181486"/>
                    <a:pt x="1154317" y="188798"/>
                  </a:cubicBezTo>
                  <a:cubicBezTo>
                    <a:pt x="1151234" y="195928"/>
                    <a:pt x="1150534" y="203867"/>
                    <a:pt x="1152328" y="211425"/>
                  </a:cubicBezTo>
                  <a:cubicBezTo>
                    <a:pt x="1152328" y="214660"/>
                    <a:pt x="1149344" y="222865"/>
                    <a:pt x="1153818" y="227092"/>
                  </a:cubicBezTo>
                  <a:cubicBezTo>
                    <a:pt x="1158296" y="231318"/>
                    <a:pt x="1163269" y="226844"/>
                    <a:pt x="1165754" y="227092"/>
                  </a:cubicBezTo>
                  <a:cubicBezTo>
                    <a:pt x="1168242" y="227340"/>
                    <a:pt x="1166749" y="232564"/>
                    <a:pt x="1169733" y="238033"/>
                  </a:cubicBezTo>
                  <a:cubicBezTo>
                    <a:pt x="1175205" y="248726"/>
                    <a:pt x="1177442" y="252206"/>
                    <a:pt x="1177194" y="255441"/>
                  </a:cubicBezTo>
                  <a:cubicBezTo>
                    <a:pt x="1176944" y="258673"/>
                    <a:pt x="1176944" y="261159"/>
                    <a:pt x="1174458" y="262652"/>
                  </a:cubicBezTo>
                  <a:cubicBezTo>
                    <a:pt x="1160288" y="271011"/>
                    <a:pt x="1148211" y="282493"/>
                    <a:pt x="1139149" y="296223"/>
                  </a:cubicBezTo>
                  <a:cubicBezTo>
                    <a:pt x="1138162" y="300742"/>
                    <a:pt x="1138687" y="305457"/>
                    <a:pt x="1140640" y="309649"/>
                  </a:cubicBezTo>
                  <a:lnTo>
                    <a:pt x="1154066" y="309649"/>
                  </a:lnTo>
                  <a:lnTo>
                    <a:pt x="1153072" y="310396"/>
                  </a:lnTo>
                  <a:cubicBezTo>
                    <a:pt x="1157747" y="311819"/>
                    <a:pt x="1161898" y="314586"/>
                    <a:pt x="1165008" y="318353"/>
                  </a:cubicBezTo>
                  <a:cubicBezTo>
                    <a:pt x="1167219" y="322324"/>
                    <a:pt x="1168496" y="326747"/>
                    <a:pt x="1168738" y="331284"/>
                  </a:cubicBezTo>
                  <a:cubicBezTo>
                    <a:pt x="1164209" y="349230"/>
                    <a:pt x="1151764" y="364145"/>
                    <a:pt x="1134920" y="371818"/>
                  </a:cubicBezTo>
                  <a:cubicBezTo>
                    <a:pt x="1119752" y="381514"/>
                    <a:pt x="1090407" y="392455"/>
                    <a:pt x="1079717" y="399418"/>
                  </a:cubicBezTo>
                  <a:cubicBezTo>
                    <a:pt x="1069023" y="406381"/>
                    <a:pt x="1058829" y="421551"/>
                    <a:pt x="1052610" y="424285"/>
                  </a:cubicBezTo>
                  <a:cubicBezTo>
                    <a:pt x="1052610" y="424285"/>
                    <a:pt x="1044157" y="425778"/>
                    <a:pt x="1041919" y="424285"/>
                  </a:cubicBezTo>
                  <a:cubicBezTo>
                    <a:pt x="1039682" y="422794"/>
                    <a:pt x="1031973" y="421551"/>
                    <a:pt x="1026749" y="420058"/>
                  </a:cubicBezTo>
                  <a:cubicBezTo>
                    <a:pt x="1021527" y="418567"/>
                    <a:pt x="1024015" y="411106"/>
                    <a:pt x="1020284" y="406879"/>
                  </a:cubicBezTo>
                  <a:cubicBezTo>
                    <a:pt x="1016374" y="402987"/>
                    <a:pt x="1013178" y="398444"/>
                    <a:pt x="1010834" y="393450"/>
                  </a:cubicBezTo>
                  <a:cubicBezTo>
                    <a:pt x="1007641" y="385565"/>
                    <a:pt x="1006197" y="377081"/>
                    <a:pt x="1006607" y="368583"/>
                  </a:cubicBezTo>
                  <a:cubicBezTo>
                    <a:pt x="1011445" y="357843"/>
                    <a:pt x="1020410" y="349504"/>
                    <a:pt x="1031474" y="345458"/>
                  </a:cubicBezTo>
                  <a:cubicBezTo>
                    <a:pt x="1036223" y="342411"/>
                    <a:pt x="1040789" y="339090"/>
                    <a:pt x="1045151" y="335511"/>
                  </a:cubicBezTo>
                  <a:cubicBezTo>
                    <a:pt x="1049208" y="333112"/>
                    <a:pt x="1052555" y="329681"/>
                    <a:pt x="1054850" y="325564"/>
                  </a:cubicBezTo>
                  <a:cubicBezTo>
                    <a:pt x="1056171" y="322392"/>
                    <a:pt x="1057009" y="319040"/>
                    <a:pt x="1057335" y="315617"/>
                  </a:cubicBezTo>
                  <a:cubicBezTo>
                    <a:pt x="1057586" y="310396"/>
                    <a:pt x="1060319" y="306665"/>
                    <a:pt x="1060319" y="302935"/>
                  </a:cubicBezTo>
                  <a:cubicBezTo>
                    <a:pt x="1059823" y="299256"/>
                    <a:pt x="1058267" y="295800"/>
                    <a:pt x="1055845" y="292988"/>
                  </a:cubicBezTo>
                  <a:cubicBezTo>
                    <a:pt x="1053383" y="290492"/>
                    <a:pt x="1051438" y="287534"/>
                    <a:pt x="1050125" y="284287"/>
                  </a:cubicBezTo>
                  <a:cubicBezTo>
                    <a:pt x="1050125" y="284036"/>
                    <a:pt x="1039431" y="271604"/>
                    <a:pt x="1039431" y="265388"/>
                  </a:cubicBezTo>
                  <a:cubicBezTo>
                    <a:pt x="1039781" y="255929"/>
                    <a:pt x="1047156" y="248233"/>
                    <a:pt x="1056589" y="247484"/>
                  </a:cubicBezTo>
                  <a:cubicBezTo>
                    <a:pt x="1059823" y="246238"/>
                    <a:pt x="1061565" y="248228"/>
                    <a:pt x="1068527" y="247484"/>
                  </a:cubicBezTo>
                  <a:cubicBezTo>
                    <a:pt x="1075490" y="246737"/>
                    <a:pt x="1080711" y="240022"/>
                    <a:pt x="1084687" y="234054"/>
                  </a:cubicBezTo>
                  <a:cubicBezTo>
                    <a:pt x="1086755" y="225917"/>
                    <a:pt x="1087922" y="217578"/>
                    <a:pt x="1088170" y="209188"/>
                  </a:cubicBezTo>
                  <a:cubicBezTo>
                    <a:pt x="1090159" y="200734"/>
                    <a:pt x="1080461" y="199491"/>
                    <a:pt x="1075487" y="197500"/>
                  </a:cubicBezTo>
                  <a:cubicBezTo>
                    <a:pt x="1070900" y="194949"/>
                    <a:pt x="1065953" y="193106"/>
                    <a:pt x="1060818" y="192030"/>
                  </a:cubicBezTo>
                  <a:cubicBezTo>
                    <a:pt x="1056839" y="191780"/>
                    <a:pt x="1053605" y="186809"/>
                    <a:pt x="1051615" y="181585"/>
                  </a:cubicBezTo>
                  <a:cubicBezTo>
                    <a:pt x="1049626" y="176363"/>
                    <a:pt x="1047887" y="178105"/>
                    <a:pt x="1043661" y="176363"/>
                  </a:cubicBezTo>
                  <a:cubicBezTo>
                    <a:pt x="1039431" y="174625"/>
                    <a:pt x="1039431" y="160697"/>
                    <a:pt x="1039431" y="158958"/>
                  </a:cubicBezTo>
                  <a:cubicBezTo>
                    <a:pt x="1039431" y="157217"/>
                    <a:pt x="1043909" y="155475"/>
                    <a:pt x="1047637" y="153734"/>
                  </a:cubicBezTo>
                  <a:cubicBezTo>
                    <a:pt x="1051367" y="151995"/>
                    <a:pt x="1051615" y="149507"/>
                    <a:pt x="1053855" y="144286"/>
                  </a:cubicBezTo>
                  <a:cubicBezTo>
                    <a:pt x="1056093" y="139065"/>
                    <a:pt x="1061813" y="137819"/>
                    <a:pt x="1066786" y="136577"/>
                  </a:cubicBezTo>
                  <a:cubicBezTo>
                    <a:pt x="1072537" y="136227"/>
                    <a:pt x="1078265" y="135561"/>
                    <a:pt x="1083943" y="134587"/>
                  </a:cubicBezTo>
                  <a:cubicBezTo>
                    <a:pt x="1108810" y="123894"/>
                    <a:pt x="1135418" y="97784"/>
                    <a:pt x="1158544" y="99027"/>
                  </a:cubicBezTo>
                  <a:cubicBezTo>
                    <a:pt x="1170232" y="99774"/>
                    <a:pt x="1172221" y="101763"/>
                    <a:pt x="1179680" y="97536"/>
                  </a:cubicBezTo>
                  <a:close/>
                  <a:moveTo>
                    <a:pt x="135275" y="92313"/>
                  </a:moveTo>
                  <a:cubicBezTo>
                    <a:pt x="138011" y="92563"/>
                    <a:pt x="140995" y="96790"/>
                    <a:pt x="146217" y="98532"/>
                  </a:cubicBezTo>
                  <a:cubicBezTo>
                    <a:pt x="151441" y="100270"/>
                    <a:pt x="161636" y="100270"/>
                    <a:pt x="164121" y="100270"/>
                  </a:cubicBezTo>
                  <a:cubicBezTo>
                    <a:pt x="166609" y="100270"/>
                    <a:pt x="179041" y="100270"/>
                    <a:pt x="182025" y="100270"/>
                  </a:cubicBezTo>
                  <a:cubicBezTo>
                    <a:pt x="186139" y="100607"/>
                    <a:pt x="190173" y="101615"/>
                    <a:pt x="193961" y="103254"/>
                  </a:cubicBezTo>
                  <a:cubicBezTo>
                    <a:pt x="195702" y="104500"/>
                    <a:pt x="202166" y="105742"/>
                    <a:pt x="204156" y="108228"/>
                  </a:cubicBezTo>
                  <a:lnTo>
                    <a:pt x="213358" y="122541"/>
                  </a:lnTo>
                  <a:lnTo>
                    <a:pt x="213358" y="133841"/>
                  </a:lnTo>
                  <a:cubicBezTo>
                    <a:pt x="213962" y="139629"/>
                    <a:pt x="213962" y="145461"/>
                    <a:pt x="213358" y="151249"/>
                  </a:cubicBezTo>
                  <a:cubicBezTo>
                    <a:pt x="212612" y="154233"/>
                    <a:pt x="208137" y="161692"/>
                    <a:pt x="204406" y="170148"/>
                  </a:cubicBezTo>
                  <a:cubicBezTo>
                    <a:pt x="203179" y="176638"/>
                    <a:pt x="202349" y="183199"/>
                    <a:pt x="201918" y="189791"/>
                  </a:cubicBezTo>
                  <a:cubicBezTo>
                    <a:pt x="201670" y="198993"/>
                    <a:pt x="201422" y="205708"/>
                    <a:pt x="199929" y="225351"/>
                  </a:cubicBezTo>
                  <a:cubicBezTo>
                    <a:pt x="199681" y="231319"/>
                    <a:pt x="197940" y="238034"/>
                    <a:pt x="196697" y="246986"/>
                  </a:cubicBezTo>
                  <a:cubicBezTo>
                    <a:pt x="195454" y="249970"/>
                    <a:pt x="195454" y="256932"/>
                    <a:pt x="195454" y="265388"/>
                  </a:cubicBezTo>
                  <a:cubicBezTo>
                    <a:pt x="195454" y="273842"/>
                    <a:pt x="198438" y="275583"/>
                    <a:pt x="199681" y="277820"/>
                  </a:cubicBezTo>
                  <a:cubicBezTo>
                    <a:pt x="200924" y="280058"/>
                    <a:pt x="200428" y="280556"/>
                    <a:pt x="200924" y="285031"/>
                  </a:cubicBezTo>
                  <a:cubicBezTo>
                    <a:pt x="201422" y="289509"/>
                    <a:pt x="203908" y="290999"/>
                    <a:pt x="203161" y="296221"/>
                  </a:cubicBezTo>
                  <a:cubicBezTo>
                    <a:pt x="202417" y="301445"/>
                    <a:pt x="198686" y="309402"/>
                    <a:pt x="196449" y="321087"/>
                  </a:cubicBezTo>
                  <a:cubicBezTo>
                    <a:pt x="195420" y="326403"/>
                    <a:pt x="192395" y="331120"/>
                    <a:pt x="187993" y="334269"/>
                  </a:cubicBezTo>
                  <a:cubicBezTo>
                    <a:pt x="180636" y="340840"/>
                    <a:pt x="172232" y="346134"/>
                    <a:pt x="163126" y="349933"/>
                  </a:cubicBezTo>
                  <a:cubicBezTo>
                    <a:pt x="152932" y="353415"/>
                    <a:pt x="146465" y="367589"/>
                    <a:pt x="140747" y="371072"/>
                  </a:cubicBezTo>
                  <a:cubicBezTo>
                    <a:pt x="132727" y="375303"/>
                    <a:pt x="124418" y="378961"/>
                    <a:pt x="115881" y="382013"/>
                  </a:cubicBezTo>
                  <a:cubicBezTo>
                    <a:pt x="104971" y="386563"/>
                    <a:pt x="94690" y="392497"/>
                    <a:pt x="85294" y="399666"/>
                  </a:cubicBezTo>
                  <a:cubicBezTo>
                    <a:pt x="79435" y="402914"/>
                    <a:pt x="73272" y="405580"/>
                    <a:pt x="66894" y="407626"/>
                  </a:cubicBezTo>
                  <a:cubicBezTo>
                    <a:pt x="57788" y="415380"/>
                    <a:pt x="48058" y="422366"/>
                    <a:pt x="37798" y="428514"/>
                  </a:cubicBezTo>
                  <a:cubicBezTo>
                    <a:pt x="32078" y="431000"/>
                    <a:pt x="24867" y="417570"/>
                    <a:pt x="19397" y="411602"/>
                  </a:cubicBezTo>
                  <a:cubicBezTo>
                    <a:pt x="15698" y="408261"/>
                    <a:pt x="11704" y="405266"/>
                    <a:pt x="7461" y="402650"/>
                  </a:cubicBezTo>
                  <a:cubicBezTo>
                    <a:pt x="4227" y="399917"/>
                    <a:pt x="5472" y="392208"/>
                    <a:pt x="4227" y="387482"/>
                  </a:cubicBezTo>
                  <a:cubicBezTo>
                    <a:pt x="2984" y="382760"/>
                    <a:pt x="0" y="376541"/>
                    <a:pt x="0" y="374552"/>
                  </a:cubicBezTo>
                  <a:cubicBezTo>
                    <a:pt x="292" y="370066"/>
                    <a:pt x="3081" y="366127"/>
                    <a:pt x="7211" y="364357"/>
                  </a:cubicBezTo>
                  <a:cubicBezTo>
                    <a:pt x="10693" y="364357"/>
                    <a:pt x="15168" y="365848"/>
                    <a:pt x="18403" y="364357"/>
                  </a:cubicBezTo>
                  <a:cubicBezTo>
                    <a:pt x="24546" y="361576"/>
                    <a:pt x="30381" y="358159"/>
                    <a:pt x="35808" y="354162"/>
                  </a:cubicBezTo>
                  <a:cubicBezTo>
                    <a:pt x="41497" y="350800"/>
                    <a:pt x="47721" y="348445"/>
                    <a:pt x="54211" y="347199"/>
                  </a:cubicBezTo>
                  <a:cubicBezTo>
                    <a:pt x="65270" y="341915"/>
                    <a:pt x="75987" y="335934"/>
                    <a:pt x="86289" y="329295"/>
                  </a:cubicBezTo>
                  <a:cubicBezTo>
                    <a:pt x="91262" y="326807"/>
                    <a:pt x="101209" y="322085"/>
                    <a:pt x="101209" y="314623"/>
                  </a:cubicBezTo>
                  <a:cubicBezTo>
                    <a:pt x="101913" y="303361"/>
                    <a:pt x="101913" y="292067"/>
                    <a:pt x="101209" y="280804"/>
                  </a:cubicBezTo>
                  <a:cubicBezTo>
                    <a:pt x="99467" y="277074"/>
                    <a:pt x="93251" y="275831"/>
                    <a:pt x="93251" y="275831"/>
                  </a:cubicBezTo>
                  <a:cubicBezTo>
                    <a:pt x="88322" y="277244"/>
                    <a:pt x="83208" y="277912"/>
                    <a:pt x="78083" y="277820"/>
                  </a:cubicBezTo>
                  <a:cubicBezTo>
                    <a:pt x="75099" y="277572"/>
                    <a:pt x="68384" y="282794"/>
                    <a:pt x="63907" y="282794"/>
                  </a:cubicBezTo>
                  <a:cubicBezTo>
                    <a:pt x="60579" y="284363"/>
                    <a:pt x="56848" y="284885"/>
                    <a:pt x="53216" y="284285"/>
                  </a:cubicBezTo>
                  <a:cubicBezTo>
                    <a:pt x="50232" y="282794"/>
                    <a:pt x="47993" y="282295"/>
                    <a:pt x="46254" y="278565"/>
                  </a:cubicBezTo>
                  <a:cubicBezTo>
                    <a:pt x="44382" y="272855"/>
                    <a:pt x="43293" y="266916"/>
                    <a:pt x="43019" y="260911"/>
                  </a:cubicBezTo>
                  <a:cubicBezTo>
                    <a:pt x="41380" y="257034"/>
                    <a:pt x="40372" y="252922"/>
                    <a:pt x="40035" y="248727"/>
                  </a:cubicBezTo>
                  <a:cubicBezTo>
                    <a:pt x="41523" y="240527"/>
                    <a:pt x="42024" y="232178"/>
                    <a:pt x="41528" y="223860"/>
                  </a:cubicBezTo>
                  <a:cubicBezTo>
                    <a:pt x="41030" y="213913"/>
                    <a:pt x="48739" y="210431"/>
                    <a:pt x="55952" y="209436"/>
                  </a:cubicBezTo>
                  <a:cubicBezTo>
                    <a:pt x="63163" y="208441"/>
                    <a:pt x="69131" y="203220"/>
                    <a:pt x="76094" y="203220"/>
                  </a:cubicBezTo>
                  <a:cubicBezTo>
                    <a:pt x="80976" y="203625"/>
                    <a:pt x="85884" y="203625"/>
                    <a:pt x="90763" y="203220"/>
                  </a:cubicBezTo>
                  <a:cubicBezTo>
                    <a:pt x="97862" y="201074"/>
                    <a:pt x="104636" y="197980"/>
                    <a:pt x="110907" y="194020"/>
                  </a:cubicBezTo>
                  <a:cubicBezTo>
                    <a:pt x="114886" y="188300"/>
                    <a:pt x="120854" y="184569"/>
                    <a:pt x="120854" y="175617"/>
                  </a:cubicBezTo>
                  <a:cubicBezTo>
                    <a:pt x="121598" y="158460"/>
                    <a:pt x="126822" y="150750"/>
                    <a:pt x="126822" y="136078"/>
                  </a:cubicBezTo>
                  <a:cubicBezTo>
                    <a:pt x="127430" y="126714"/>
                    <a:pt x="123775" y="117574"/>
                    <a:pt x="116875" y="111212"/>
                  </a:cubicBezTo>
                  <a:cubicBezTo>
                    <a:pt x="115533" y="108995"/>
                    <a:pt x="115533" y="106217"/>
                    <a:pt x="116875" y="104001"/>
                  </a:cubicBezTo>
                  <a:cubicBezTo>
                    <a:pt x="121089" y="101670"/>
                    <a:pt x="124942" y="98738"/>
                    <a:pt x="128313" y="95297"/>
                  </a:cubicBezTo>
                  <a:cubicBezTo>
                    <a:pt x="129918" y="93112"/>
                    <a:pt x="132586" y="91968"/>
                    <a:pt x="135275" y="92313"/>
                  </a:cubicBezTo>
                  <a:close/>
                  <a:moveTo>
                    <a:pt x="350126" y="69934"/>
                  </a:moveTo>
                  <a:cubicBezTo>
                    <a:pt x="357089" y="70182"/>
                    <a:pt x="357836" y="74161"/>
                    <a:pt x="361068" y="76400"/>
                  </a:cubicBezTo>
                  <a:cubicBezTo>
                    <a:pt x="363979" y="77641"/>
                    <a:pt x="367104" y="78317"/>
                    <a:pt x="370268" y="78387"/>
                  </a:cubicBezTo>
                  <a:cubicBezTo>
                    <a:pt x="373004" y="78886"/>
                    <a:pt x="375740" y="82865"/>
                    <a:pt x="377478" y="86595"/>
                  </a:cubicBezTo>
                  <a:cubicBezTo>
                    <a:pt x="380763" y="93446"/>
                    <a:pt x="382624" y="100889"/>
                    <a:pt x="382950" y="108478"/>
                  </a:cubicBezTo>
                  <a:cubicBezTo>
                    <a:pt x="382452" y="125387"/>
                    <a:pt x="371014" y="128867"/>
                    <a:pt x="366537" y="139065"/>
                  </a:cubicBezTo>
                  <a:cubicBezTo>
                    <a:pt x="364845" y="144043"/>
                    <a:pt x="363843" y="149228"/>
                    <a:pt x="363553" y="154481"/>
                  </a:cubicBezTo>
                  <a:cubicBezTo>
                    <a:pt x="365046" y="162937"/>
                    <a:pt x="373500" y="165174"/>
                    <a:pt x="376982" y="159206"/>
                  </a:cubicBezTo>
                  <a:cubicBezTo>
                    <a:pt x="383697" y="157713"/>
                    <a:pt x="385684" y="153734"/>
                    <a:pt x="390409" y="151497"/>
                  </a:cubicBezTo>
                  <a:cubicBezTo>
                    <a:pt x="395134" y="149260"/>
                    <a:pt x="401849" y="156718"/>
                    <a:pt x="412292" y="159206"/>
                  </a:cubicBezTo>
                  <a:cubicBezTo>
                    <a:pt x="418260" y="160449"/>
                    <a:pt x="420497" y="175121"/>
                    <a:pt x="424724" y="182084"/>
                  </a:cubicBezTo>
                  <a:cubicBezTo>
                    <a:pt x="426382" y="187310"/>
                    <a:pt x="427222" y="192764"/>
                    <a:pt x="427212" y="198246"/>
                  </a:cubicBezTo>
                  <a:cubicBezTo>
                    <a:pt x="426945" y="202437"/>
                    <a:pt x="423878" y="205914"/>
                    <a:pt x="419753" y="206702"/>
                  </a:cubicBezTo>
                  <a:lnTo>
                    <a:pt x="404337" y="210433"/>
                  </a:lnTo>
                  <a:cubicBezTo>
                    <a:pt x="399379" y="212712"/>
                    <a:pt x="394907" y="215921"/>
                    <a:pt x="391156" y="219881"/>
                  </a:cubicBezTo>
                  <a:cubicBezTo>
                    <a:pt x="384906" y="222910"/>
                    <a:pt x="378844" y="226314"/>
                    <a:pt x="373004" y="230076"/>
                  </a:cubicBezTo>
                  <a:cubicBezTo>
                    <a:pt x="364315" y="236587"/>
                    <a:pt x="354429" y="241318"/>
                    <a:pt x="343910" y="244001"/>
                  </a:cubicBezTo>
                  <a:cubicBezTo>
                    <a:pt x="338383" y="253987"/>
                    <a:pt x="334914" y="264981"/>
                    <a:pt x="333713" y="276329"/>
                  </a:cubicBezTo>
                  <a:cubicBezTo>
                    <a:pt x="332734" y="281420"/>
                    <a:pt x="332734" y="286655"/>
                    <a:pt x="333713" y="291746"/>
                  </a:cubicBezTo>
                  <a:cubicBezTo>
                    <a:pt x="336201" y="300698"/>
                    <a:pt x="333964" y="309402"/>
                    <a:pt x="341918" y="318354"/>
                  </a:cubicBezTo>
                  <a:cubicBezTo>
                    <a:pt x="348014" y="324144"/>
                    <a:pt x="355917" y="327656"/>
                    <a:pt x="364300" y="328300"/>
                  </a:cubicBezTo>
                  <a:cubicBezTo>
                    <a:pt x="369594" y="328394"/>
                    <a:pt x="374855" y="329146"/>
                    <a:pt x="379966" y="330538"/>
                  </a:cubicBezTo>
                  <a:cubicBezTo>
                    <a:pt x="383663" y="331780"/>
                    <a:pt x="387511" y="332532"/>
                    <a:pt x="391404" y="332775"/>
                  </a:cubicBezTo>
                  <a:cubicBezTo>
                    <a:pt x="394764" y="335067"/>
                    <a:pt x="398583" y="336594"/>
                    <a:pt x="402593" y="337252"/>
                  </a:cubicBezTo>
                  <a:cubicBezTo>
                    <a:pt x="408451" y="336903"/>
                    <a:pt x="414328" y="337490"/>
                    <a:pt x="420001" y="338994"/>
                  </a:cubicBezTo>
                  <a:lnTo>
                    <a:pt x="420996" y="338247"/>
                  </a:lnTo>
                  <a:cubicBezTo>
                    <a:pt x="428700" y="342850"/>
                    <a:pt x="432605" y="351859"/>
                    <a:pt x="430694" y="360626"/>
                  </a:cubicBezTo>
                  <a:cubicBezTo>
                    <a:pt x="428227" y="369061"/>
                    <a:pt x="425322" y="377360"/>
                    <a:pt x="421990" y="385493"/>
                  </a:cubicBezTo>
                  <a:cubicBezTo>
                    <a:pt x="420001" y="391959"/>
                    <a:pt x="418510" y="399170"/>
                    <a:pt x="414780" y="401906"/>
                  </a:cubicBezTo>
                  <a:cubicBezTo>
                    <a:pt x="411049" y="404642"/>
                    <a:pt x="401350" y="402402"/>
                    <a:pt x="395881" y="404642"/>
                  </a:cubicBezTo>
                  <a:cubicBezTo>
                    <a:pt x="390038" y="407146"/>
                    <a:pt x="383820" y="408657"/>
                    <a:pt x="377478" y="409117"/>
                  </a:cubicBezTo>
                  <a:cubicBezTo>
                    <a:pt x="373004" y="409117"/>
                    <a:pt x="367284" y="404642"/>
                    <a:pt x="364548" y="403397"/>
                  </a:cubicBezTo>
                  <a:cubicBezTo>
                    <a:pt x="358094" y="401525"/>
                    <a:pt x="351353" y="400851"/>
                    <a:pt x="344654" y="401407"/>
                  </a:cubicBezTo>
                  <a:cubicBezTo>
                    <a:pt x="339185" y="401407"/>
                    <a:pt x="327745" y="401407"/>
                    <a:pt x="324761" y="401407"/>
                  </a:cubicBezTo>
                  <a:cubicBezTo>
                    <a:pt x="321777" y="401407"/>
                    <a:pt x="315809" y="397927"/>
                    <a:pt x="308102" y="396685"/>
                  </a:cubicBezTo>
                  <a:cubicBezTo>
                    <a:pt x="300393" y="395439"/>
                    <a:pt x="288457" y="396933"/>
                    <a:pt x="283235" y="395439"/>
                  </a:cubicBezTo>
                  <a:cubicBezTo>
                    <a:pt x="278842" y="393753"/>
                    <a:pt x="274732" y="391403"/>
                    <a:pt x="271049" y="388477"/>
                  </a:cubicBezTo>
                  <a:cubicBezTo>
                    <a:pt x="266308" y="382973"/>
                    <a:pt x="262447" y="376765"/>
                    <a:pt x="259611" y="370077"/>
                  </a:cubicBezTo>
                  <a:cubicBezTo>
                    <a:pt x="258387" y="363098"/>
                    <a:pt x="257805" y="356023"/>
                    <a:pt x="257870" y="348940"/>
                  </a:cubicBezTo>
                  <a:cubicBezTo>
                    <a:pt x="257371" y="345458"/>
                    <a:pt x="252649" y="327055"/>
                    <a:pt x="252649" y="324074"/>
                  </a:cubicBezTo>
                  <a:lnTo>
                    <a:pt x="252649" y="308159"/>
                  </a:lnTo>
                  <a:cubicBezTo>
                    <a:pt x="252526" y="303047"/>
                    <a:pt x="251858" y="297962"/>
                    <a:pt x="250659" y="292991"/>
                  </a:cubicBezTo>
                  <a:cubicBezTo>
                    <a:pt x="248850" y="285250"/>
                    <a:pt x="248015" y="277314"/>
                    <a:pt x="248171" y="269367"/>
                  </a:cubicBezTo>
                  <a:cubicBezTo>
                    <a:pt x="248171" y="256185"/>
                    <a:pt x="251654" y="256185"/>
                    <a:pt x="254638" y="231319"/>
                  </a:cubicBezTo>
                  <a:cubicBezTo>
                    <a:pt x="254886" y="228833"/>
                    <a:pt x="259859" y="221623"/>
                    <a:pt x="259859" y="219383"/>
                  </a:cubicBezTo>
                  <a:cubicBezTo>
                    <a:pt x="260854" y="207697"/>
                    <a:pt x="263342" y="207697"/>
                    <a:pt x="264334" y="199740"/>
                  </a:cubicBezTo>
                  <a:cubicBezTo>
                    <a:pt x="265329" y="191780"/>
                    <a:pt x="268563" y="182332"/>
                    <a:pt x="268563" y="179846"/>
                  </a:cubicBezTo>
                  <a:cubicBezTo>
                    <a:pt x="270305" y="167660"/>
                    <a:pt x="270305" y="151745"/>
                    <a:pt x="270305" y="148761"/>
                  </a:cubicBezTo>
                  <a:cubicBezTo>
                    <a:pt x="270994" y="142297"/>
                    <a:pt x="272498" y="135948"/>
                    <a:pt x="274779" y="129862"/>
                  </a:cubicBezTo>
                  <a:cubicBezTo>
                    <a:pt x="277677" y="119738"/>
                    <a:pt x="279920" y="109439"/>
                    <a:pt x="281494" y="99027"/>
                  </a:cubicBezTo>
                  <a:cubicBezTo>
                    <a:pt x="280779" y="92166"/>
                    <a:pt x="280779" y="85251"/>
                    <a:pt x="281494" y="78387"/>
                  </a:cubicBezTo>
                  <a:cubicBezTo>
                    <a:pt x="283731" y="70182"/>
                    <a:pt x="289948" y="70432"/>
                    <a:pt x="293430" y="70182"/>
                  </a:cubicBezTo>
                  <a:cubicBezTo>
                    <a:pt x="296910" y="69934"/>
                    <a:pt x="304372" y="73166"/>
                    <a:pt x="309345" y="73166"/>
                  </a:cubicBezTo>
                  <a:cubicBezTo>
                    <a:pt x="313867" y="72498"/>
                    <a:pt x="318349" y="71584"/>
                    <a:pt x="322772" y="70430"/>
                  </a:cubicBezTo>
                  <a:cubicBezTo>
                    <a:pt x="326800" y="70895"/>
                    <a:pt x="330786" y="71644"/>
                    <a:pt x="334708" y="72670"/>
                  </a:cubicBezTo>
                  <a:cubicBezTo>
                    <a:pt x="339788" y="71443"/>
                    <a:pt x="344936" y="70529"/>
                    <a:pt x="350126" y="69934"/>
                  </a:cubicBezTo>
                  <a:close/>
                  <a:moveTo>
                    <a:pt x="1374140" y="67945"/>
                  </a:moveTo>
                  <a:cubicBezTo>
                    <a:pt x="1380358" y="67945"/>
                    <a:pt x="1384833" y="73665"/>
                    <a:pt x="1389806" y="73665"/>
                  </a:cubicBezTo>
                  <a:cubicBezTo>
                    <a:pt x="1399891" y="72942"/>
                    <a:pt x="1410029" y="73696"/>
                    <a:pt x="1419895" y="75902"/>
                  </a:cubicBezTo>
                  <a:lnTo>
                    <a:pt x="1419895" y="73665"/>
                  </a:lnTo>
                  <a:cubicBezTo>
                    <a:pt x="1421636" y="75156"/>
                    <a:pt x="1423129" y="84108"/>
                    <a:pt x="1425116" y="86097"/>
                  </a:cubicBezTo>
                  <a:cubicBezTo>
                    <a:pt x="1430901" y="91749"/>
                    <a:pt x="1434585" y="99205"/>
                    <a:pt x="1435561" y="107233"/>
                  </a:cubicBezTo>
                  <a:cubicBezTo>
                    <a:pt x="1435065" y="113204"/>
                    <a:pt x="1427108" y="122652"/>
                    <a:pt x="1427108" y="125137"/>
                  </a:cubicBezTo>
                  <a:cubicBezTo>
                    <a:pt x="1427580" y="130894"/>
                    <a:pt x="1426184" y="136650"/>
                    <a:pt x="1423129" y="141551"/>
                  </a:cubicBezTo>
                  <a:cubicBezTo>
                    <a:pt x="1417383" y="149837"/>
                    <a:pt x="1412626" y="158768"/>
                    <a:pt x="1408953" y="168159"/>
                  </a:cubicBezTo>
                  <a:cubicBezTo>
                    <a:pt x="1407214" y="171887"/>
                    <a:pt x="1397017" y="180095"/>
                    <a:pt x="1395278" y="183825"/>
                  </a:cubicBezTo>
                  <a:cubicBezTo>
                    <a:pt x="1384833" y="207199"/>
                    <a:pt x="1373396" y="223362"/>
                    <a:pt x="1365188" y="246738"/>
                  </a:cubicBezTo>
                  <a:cubicBezTo>
                    <a:pt x="1363697" y="250466"/>
                    <a:pt x="1357729" y="256932"/>
                    <a:pt x="1354993" y="256932"/>
                  </a:cubicBezTo>
                  <a:cubicBezTo>
                    <a:pt x="1351033" y="255188"/>
                    <a:pt x="1346521" y="255188"/>
                    <a:pt x="1342561" y="256932"/>
                  </a:cubicBezTo>
                  <a:cubicBezTo>
                    <a:pt x="1340820" y="258674"/>
                    <a:pt x="1332115" y="258674"/>
                    <a:pt x="1329630" y="261159"/>
                  </a:cubicBezTo>
                  <a:cubicBezTo>
                    <a:pt x="1327142" y="263647"/>
                    <a:pt x="1313217" y="261658"/>
                    <a:pt x="1310481" y="267127"/>
                  </a:cubicBezTo>
                  <a:cubicBezTo>
                    <a:pt x="1308491" y="271902"/>
                    <a:pt x="1308491" y="277272"/>
                    <a:pt x="1310481" y="282047"/>
                  </a:cubicBezTo>
                  <a:cubicBezTo>
                    <a:pt x="1314459" y="287021"/>
                    <a:pt x="1323163" y="282047"/>
                    <a:pt x="1325153" y="279314"/>
                  </a:cubicBezTo>
                  <a:cubicBezTo>
                    <a:pt x="1327918" y="275685"/>
                    <a:pt x="1332285" y="273641"/>
                    <a:pt x="1336841" y="273842"/>
                  </a:cubicBezTo>
                  <a:cubicBezTo>
                    <a:pt x="1342028" y="276144"/>
                    <a:pt x="1347448" y="277896"/>
                    <a:pt x="1353004" y="279063"/>
                  </a:cubicBezTo>
                  <a:cubicBezTo>
                    <a:pt x="1356789" y="279455"/>
                    <a:pt x="1359619" y="282721"/>
                    <a:pt x="1359470" y="286525"/>
                  </a:cubicBezTo>
                  <a:cubicBezTo>
                    <a:pt x="1359494" y="293534"/>
                    <a:pt x="1360932" y="300471"/>
                    <a:pt x="1363697" y="306914"/>
                  </a:cubicBezTo>
                  <a:cubicBezTo>
                    <a:pt x="1363861" y="309935"/>
                    <a:pt x="1362984" y="312919"/>
                    <a:pt x="1361209" y="315370"/>
                  </a:cubicBezTo>
                  <a:cubicBezTo>
                    <a:pt x="1356836" y="319524"/>
                    <a:pt x="1351897" y="323040"/>
                    <a:pt x="1346540" y="325813"/>
                  </a:cubicBezTo>
                  <a:cubicBezTo>
                    <a:pt x="1343057" y="328050"/>
                    <a:pt x="1334851" y="328797"/>
                    <a:pt x="1329628" y="332029"/>
                  </a:cubicBezTo>
                  <a:cubicBezTo>
                    <a:pt x="1326555" y="334344"/>
                    <a:pt x="1324649" y="337887"/>
                    <a:pt x="1324406" y="341727"/>
                  </a:cubicBezTo>
                  <a:cubicBezTo>
                    <a:pt x="1324406" y="348194"/>
                    <a:pt x="1329380" y="348194"/>
                    <a:pt x="1332614" y="348194"/>
                  </a:cubicBezTo>
                  <a:cubicBezTo>
                    <a:pt x="1335846" y="348194"/>
                    <a:pt x="1348777" y="343967"/>
                    <a:pt x="1354993" y="343967"/>
                  </a:cubicBezTo>
                  <a:cubicBezTo>
                    <a:pt x="1361209" y="343967"/>
                    <a:pt x="1366681" y="343967"/>
                    <a:pt x="1371902" y="343967"/>
                  </a:cubicBezTo>
                  <a:cubicBezTo>
                    <a:pt x="1378627" y="341566"/>
                    <a:pt x="1385661" y="340140"/>
                    <a:pt x="1392790" y="339738"/>
                  </a:cubicBezTo>
                  <a:cubicBezTo>
                    <a:pt x="1399257" y="341479"/>
                    <a:pt x="1406716" y="335263"/>
                    <a:pt x="1410942" y="339738"/>
                  </a:cubicBezTo>
                  <a:cubicBezTo>
                    <a:pt x="1410942" y="348690"/>
                    <a:pt x="1425367" y="352173"/>
                    <a:pt x="1425367" y="364605"/>
                  </a:cubicBezTo>
                  <a:cubicBezTo>
                    <a:pt x="1425367" y="382013"/>
                    <a:pt x="1414177" y="401408"/>
                    <a:pt x="1398758" y="402901"/>
                  </a:cubicBezTo>
                  <a:cubicBezTo>
                    <a:pt x="1392044" y="403397"/>
                    <a:pt x="1393537" y="397181"/>
                    <a:pt x="1373892" y="398672"/>
                  </a:cubicBezTo>
                  <a:cubicBezTo>
                    <a:pt x="1354246" y="400165"/>
                    <a:pt x="1337089" y="400165"/>
                    <a:pt x="1334105" y="400165"/>
                  </a:cubicBezTo>
                  <a:cubicBezTo>
                    <a:pt x="1326821" y="400729"/>
                    <a:pt x="1319506" y="400729"/>
                    <a:pt x="1312222" y="400165"/>
                  </a:cubicBezTo>
                  <a:cubicBezTo>
                    <a:pt x="1305800" y="400366"/>
                    <a:pt x="1299401" y="401032"/>
                    <a:pt x="1293075" y="402154"/>
                  </a:cubicBezTo>
                  <a:cubicBezTo>
                    <a:pt x="1286042" y="403836"/>
                    <a:pt x="1278894" y="405000"/>
                    <a:pt x="1271689" y="405637"/>
                  </a:cubicBezTo>
                  <a:cubicBezTo>
                    <a:pt x="1263133" y="405674"/>
                    <a:pt x="1254672" y="407451"/>
                    <a:pt x="1246822" y="410858"/>
                  </a:cubicBezTo>
                  <a:cubicBezTo>
                    <a:pt x="1237912" y="412730"/>
                    <a:pt x="1228824" y="413647"/>
                    <a:pt x="1219718" y="413592"/>
                  </a:cubicBezTo>
                  <a:cubicBezTo>
                    <a:pt x="1210703" y="416879"/>
                    <a:pt x="1201367" y="419210"/>
                    <a:pt x="1191867" y="420555"/>
                  </a:cubicBezTo>
                  <a:cubicBezTo>
                    <a:pt x="1186894" y="421301"/>
                    <a:pt x="1174958" y="419312"/>
                    <a:pt x="1174462" y="411605"/>
                  </a:cubicBezTo>
                  <a:cubicBezTo>
                    <a:pt x="1173963" y="403896"/>
                    <a:pt x="1170483" y="398922"/>
                    <a:pt x="1170483" y="388229"/>
                  </a:cubicBezTo>
                  <a:cubicBezTo>
                    <a:pt x="1170483" y="384997"/>
                    <a:pt x="1170483" y="380024"/>
                    <a:pt x="1170483" y="377536"/>
                  </a:cubicBezTo>
                  <a:cubicBezTo>
                    <a:pt x="1170405" y="372682"/>
                    <a:pt x="1172616" y="368077"/>
                    <a:pt x="1176451" y="365104"/>
                  </a:cubicBezTo>
                  <a:cubicBezTo>
                    <a:pt x="1177195" y="364856"/>
                    <a:pt x="1180179" y="359384"/>
                    <a:pt x="1182915" y="359880"/>
                  </a:cubicBezTo>
                  <a:cubicBezTo>
                    <a:pt x="1185651" y="360378"/>
                    <a:pt x="1186398" y="363858"/>
                    <a:pt x="1190872" y="363858"/>
                  </a:cubicBezTo>
                  <a:cubicBezTo>
                    <a:pt x="1199472" y="362177"/>
                    <a:pt x="1207826" y="359420"/>
                    <a:pt x="1215739" y="355653"/>
                  </a:cubicBezTo>
                  <a:cubicBezTo>
                    <a:pt x="1225526" y="350729"/>
                    <a:pt x="1235570" y="346330"/>
                    <a:pt x="1245827" y="342474"/>
                  </a:cubicBezTo>
                  <a:cubicBezTo>
                    <a:pt x="1249806" y="337005"/>
                    <a:pt x="1243342" y="334018"/>
                    <a:pt x="1240854" y="334021"/>
                  </a:cubicBezTo>
                  <a:cubicBezTo>
                    <a:pt x="1236737" y="335289"/>
                    <a:pt x="1232267" y="334650"/>
                    <a:pt x="1228670" y="332279"/>
                  </a:cubicBezTo>
                  <a:cubicBezTo>
                    <a:pt x="1222454" y="331285"/>
                    <a:pt x="1219966" y="329791"/>
                    <a:pt x="1218227" y="327055"/>
                  </a:cubicBezTo>
                  <a:cubicBezTo>
                    <a:pt x="1216486" y="324322"/>
                    <a:pt x="1216734" y="321338"/>
                    <a:pt x="1218227" y="317109"/>
                  </a:cubicBezTo>
                  <a:cubicBezTo>
                    <a:pt x="1219718" y="312882"/>
                    <a:pt x="1219222" y="308159"/>
                    <a:pt x="1219718" y="304677"/>
                  </a:cubicBezTo>
                  <a:cubicBezTo>
                    <a:pt x="1220216" y="301197"/>
                    <a:pt x="1223200" y="295725"/>
                    <a:pt x="1226432" y="295725"/>
                  </a:cubicBezTo>
                  <a:cubicBezTo>
                    <a:pt x="1229664" y="295725"/>
                    <a:pt x="1229912" y="297962"/>
                    <a:pt x="1233147" y="297962"/>
                  </a:cubicBezTo>
                  <a:cubicBezTo>
                    <a:pt x="1236379" y="297962"/>
                    <a:pt x="1237622" y="296719"/>
                    <a:pt x="1240606" y="296719"/>
                  </a:cubicBezTo>
                  <a:cubicBezTo>
                    <a:pt x="1242992" y="297129"/>
                    <a:pt x="1245430" y="297129"/>
                    <a:pt x="1247817" y="296719"/>
                  </a:cubicBezTo>
                  <a:cubicBezTo>
                    <a:pt x="1250513" y="295531"/>
                    <a:pt x="1252774" y="293532"/>
                    <a:pt x="1254283" y="290999"/>
                  </a:cubicBezTo>
                  <a:cubicBezTo>
                    <a:pt x="1255667" y="286240"/>
                    <a:pt x="1256254" y="281282"/>
                    <a:pt x="1256025" y="276330"/>
                  </a:cubicBezTo>
                  <a:cubicBezTo>
                    <a:pt x="1255526" y="273594"/>
                    <a:pt x="1251795" y="274090"/>
                    <a:pt x="1247320" y="276327"/>
                  </a:cubicBezTo>
                  <a:cubicBezTo>
                    <a:pt x="1243603" y="277716"/>
                    <a:pt x="1239776" y="278797"/>
                    <a:pt x="1235880" y="279562"/>
                  </a:cubicBezTo>
                  <a:cubicBezTo>
                    <a:pt x="1233643" y="279562"/>
                    <a:pt x="1228670" y="281799"/>
                    <a:pt x="1225438" y="281799"/>
                  </a:cubicBezTo>
                  <a:cubicBezTo>
                    <a:pt x="1222571" y="281823"/>
                    <a:pt x="1219720" y="281402"/>
                    <a:pt x="1216982" y="280557"/>
                  </a:cubicBezTo>
                  <a:cubicBezTo>
                    <a:pt x="1212755" y="279562"/>
                    <a:pt x="1212755" y="277074"/>
                    <a:pt x="1212755" y="274090"/>
                  </a:cubicBezTo>
                  <a:cubicBezTo>
                    <a:pt x="1211089" y="271085"/>
                    <a:pt x="1209993" y="267795"/>
                    <a:pt x="1209523" y="264391"/>
                  </a:cubicBezTo>
                  <a:cubicBezTo>
                    <a:pt x="1210270" y="255690"/>
                    <a:pt x="1202062" y="252706"/>
                    <a:pt x="1202062" y="250466"/>
                  </a:cubicBezTo>
                  <a:cubicBezTo>
                    <a:pt x="1199683" y="245558"/>
                    <a:pt x="1198250" y="240242"/>
                    <a:pt x="1197835" y="234802"/>
                  </a:cubicBezTo>
                  <a:cubicBezTo>
                    <a:pt x="1197835" y="224855"/>
                    <a:pt x="1206040" y="217146"/>
                    <a:pt x="1206040" y="211178"/>
                  </a:cubicBezTo>
                  <a:cubicBezTo>
                    <a:pt x="1203276" y="198688"/>
                    <a:pt x="1201942" y="185922"/>
                    <a:pt x="1202062" y="173132"/>
                  </a:cubicBezTo>
                  <a:cubicBezTo>
                    <a:pt x="1202310" y="169401"/>
                    <a:pt x="1197339" y="163681"/>
                    <a:pt x="1197336" y="156719"/>
                  </a:cubicBezTo>
                  <a:cubicBezTo>
                    <a:pt x="1197412" y="152602"/>
                    <a:pt x="1197997" y="148508"/>
                    <a:pt x="1199078" y="144535"/>
                  </a:cubicBezTo>
                  <a:cubicBezTo>
                    <a:pt x="1201325" y="137681"/>
                    <a:pt x="1202743" y="130586"/>
                    <a:pt x="1203307" y="123398"/>
                  </a:cubicBezTo>
                  <a:cubicBezTo>
                    <a:pt x="1202310" y="113948"/>
                    <a:pt x="1207286" y="102012"/>
                    <a:pt x="1213750" y="102012"/>
                  </a:cubicBezTo>
                  <a:cubicBezTo>
                    <a:pt x="1220216" y="102012"/>
                    <a:pt x="1219966" y="109969"/>
                    <a:pt x="1227176" y="109969"/>
                  </a:cubicBezTo>
                  <a:cubicBezTo>
                    <a:pt x="1231445" y="110295"/>
                    <a:pt x="1235737" y="109875"/>
                    <a:pt x="1239859" y="108726"/>
                  </a:cubicBezTo>
                  <a:cubicBezTo>
                    <a:pt x="1241848" y="107732"/>
                    <a:pt x="1252790" y="104748"/>
                    <a:pt x="1256273" y="103505"/>
                  </a:cubicBezTo>
                  <a:cubicBezTo>
                    <a:pt x="1266467" y="99774"/>
                    <a:pt x="1273678" y="95300"/>
                    <a:pt x="1284619" y="91817"/>
                  </a:cubicBezTo>
                  <a:cubicBezTo>
                    <a:pt x="1291582" y="89580"/>
                    <a:pt x="1301281" y="91569"/>
                    <a:pt x="1307001" y="89580"/>
                  </a:cubicBezTo>
                  <a:cubicBezTo>
                    <a:pt x="1324406" y="84108"/>
                    <a:pt x="1367924" y="67945"/>
                    <a:pt x="1374140" y="67945"/>
                  </a:cubicBezTo>
                  <a:close/>
                  <a:moveTo>
                    <a:pt x="740286" y="3539"/>
                  </a:moveTo>
                  <a:cubicBezTo>
                    <a:pt x="744127" y="3622"/>
                    <a:pt x="747954" y="4037"/>
                    <a:pt x="751724" y="4782"/>
                  </a:cubicBezTo>
                  <a:cubicBezTo>
                    <a:pt x="756446" y="5032"/>
                    <a:pt x="761177" y="5032"/>
                    <a:pt x="765900" y="4782"/>
                  </a:cubicBezTo>
                  <a:cubicBezTo>
                    <a:pt x="769380" y="4782"/>
                    <a:pt x="772116" y="9259"/>
                    <a:pt x="773358" y="10502"/>
                  </a:cubicBezTo>
                  <a:cubicBezTo>
                    <a:pt x="774604" y="11744"/>
                    <a:pt x="784300" y="11496"/>
                    <a:pt x="786537" y="14480"/>
                  </a:cubicBezTo>
                  <a:cubicBezTo>
                    <a:pt x="788777" y="17464"/>
                    <a:pt x="788278" y="24923"/>
                    <a:pt x="790766" y="29899"/>
                  </a:cubicBezTo>
                  <a:cubicBezTo>
                    <a:pt x="793252" y="34870"/>
                    <a:pt x="800215" y="37358"/>
                    <a:pt x="800961" y="52526"/>
                  </a:cubicBezTo>
                  <a:cubicBezTo>
                    <a:pt x="801708" y="67694"/>
                    <a:pt x="797729" y="67944"/>
                    <a:pt x="788278" y="75651"/>
                  </a:cubicBezTo>
                  <a:cubicBezTo>
                    <a:pt x="785793" y="79134"/>
                    <a:pt x="782809" y="84854"/>
                    <a:pt x="790766" y="83361"/>
                  </a:cubicBezTo>
                  <a:cubicBezTo>
                    <a:pt x="798724" y="81870"/>
                    <a:pt x="828316" y="75155"/>
                    <a:pt x="835527" y="72918"/>
                  </a:cubicBezTo>
                  <a:cubicBezTo>
                    <a:pt x="843641" y="70257"/>
                    <a:pt x="851956" y="68263"/>
                    <a:pt x="860394" y="66950"/>
                  </a:cubicBezTo>
                  <a:cubicBezTo>
                    <a:pt x="863378" y="66699"/>
                    <a:pt x="868351" y="70678"/>
                    <a:pt x="871583" y="71672"/>
                  </a:cubicBezTo>
                  <a:cubicBezTo>
                    <a:pt x="874815" y="72670"/>
                    <a:pt x="881530" y="72171"/>
                    <a:pt x="883020" y="75403"/>
                  </a:cubicBezTo>
                  <a:cubicBezTo>
                    <a:pt x="885161" y="81418"/>
                    <a:pt x="890226" y="85922"/>
                    <a:pt x="896450" y="87339"/>
                  </a:cubicBezTo>
                  <a:lnTo>
                    <a:pt x="895954" y="85350"/>
                  </a:lnTo>
                  <a:cubicBezTo>
                    <a:pt x="899128" y="86232"/>
                    <a:pt x="901535" y="88830"/>
                    <a:pt x="902170" y="92065"/>
                  </a:cubicBezTo>
                  <a:cubicBezTo>
                    <a:pt x="902170" y="95049"/>
                    <a:pt x="902170" y="100022"/>
                    <a:pt x="902170" y="105990"/>
                  </a:cubicBezTo>
                  <a:cubicBezTo>
                    <a:pt x="902170" y="115689"/>
                    <a:pt x="884514" y="122403"/>
                    <a:pt x="877303" y="127126"/>
                  </a:cubicBezTo>
                  <a:cubicBezTo>
                    <a:pt x="874815" y="128619"/>
                    <a:pt x="872330" y="122899"/>
                    <a:pt x="864124" y="122899"/>
                  </a:cubicBezTo>
                  <a:lnTo>
                    <a:pt x="841495" y="124641"/>
                  </a:lnTo>
                  <a:lnTo>
                    <a:pt x="823591" y="126630"/>
                  </a:lnTo>
                  <a:lnTo>
                    <a:pt x="807428" y="131603"/>
                  </a:lnTo>
                  <a:cubicBezTo>
                    <a:pt x="801804" y="133149"/>
                    <a:pt x="796317" y="135146"/>
                    <a:pt x="791015" y="137571"/>
                  </a:cubicBezTo>
                  <a:cubicBezTo>
                    <a:pt x="788030" y="139310"/>
                    <a:pt x="778332" y="137073"/>
                    <a:pt x="775348" y="137571"/>
                  </a:cubicBezTo>
                  <a:cubicBezTo>
                    <a:pt x="772364" y="138067"/>
                    <a:pt x="761670" y="144782"/>
                    <a:pt x="752470" y="147270"/>
                  </a:cubicBezTo>
                  <a:cubicBezTo>
                    <a:pt x="734352" y="150359"/>
                    <a:pt x="716485" y="154763"/>
                    <a:pt x="699006" y="160449"/>
                  </a:cubicBezTo>
                  <a:cubicBezTo>
                    <a:pt x="695526" y="164428"/>
                    <a:pt x="686822" y="162934"/>
                    <a:pt x="684337" y="164428"/>
                  </a:cubicBezTo>
                  <a:cubicBezTo>
                    <a:pt x="681849" y="165918"/>
                    <a:pt x="676379" y="164676"/>
                    <a:pt x="669664" y="168156"/>
                  </a:cubicBezTo>
                  <a:cubicBezTo>
                    <a:pt x="662950" y="171638"/>
                    <a:pt x="659966" y="169649"/>
                    <a:pt x="656235" y="171638"/>
                  </a:cubicBezTo>
                  <a:cubicBezTo>
                    <a:pt x="652593" y="173025"/>
                    <a:pt x="648674" y="173536"/>
                    <a:pt x="644798" y="173129"/>
                  </a:cubicBezTo>
                  <a:cubicBezTo>
                    <a:pt x="640568" y="173964"/>
                    <a:pt x="636412" y="175129"/>
                    <a:pt x="632366" y="176612"/>
                  </a:cubicBezTo>
                  <a:cubicBezTo>
                    <a:pt x="628841" y="177387"/>
                    <a:pt x="625194" y="177387"/>
                    <a:pt x="621672" y="176612"/>
                  </a:cubicBezTo>
                  <a:cubicBezTo>
                    <a:pt x="618785" y="176199"/>
                    <a:pt x="615856" y="176199"/>
                    <a:pt x="612968" y="176612"/>
                  </a:cubicBezTo>
                  <a:cubicBezTo>
                    <a:pt x="610232" y="180342"/>
                    <a:pt x="604763" y="180342"/>
                    <a:pt x="599043" y="180342"/>
                  </a:cubicBezTo>
                  <a:cubicBezTo>
                    <a:pt x="595007" y="181209"/>
                    <a:pt x="591083" y="182546"/>
                    <a:pt x="587355" y="184321"/>
                  </a:cubicBezTo>
                  <a:cubicBezTo>
                    <a:pt x="586611" y="187057"/>
                    <a:pt x="581635" y="189542"/>
                    <a:pt x="577160" y="190289"/>
                  </a:cubicBezTo>
                  <a:cubicBezTo>
                    <a:pt x="572685" y="191033"/>
                    <a:pt x="572187" y="184321"/>
                    <a:pt x="568954" y="184321"/>
                  </a:cubicBezTo>
                  <a:cubicBezTo>
                    <a:pt x="565722" y="184321"/>
                    <a:pt x="559008" y="186806"/>
                    <a:pt x="553784" y="184321"/>
                  </a:cubicBezTo>
                  <a:cubicBezTo>
                    <a:pt x="548562" y="181833"/>
                    <a:pt x="549805" y="174622"/>
                    <a:pt x="549808" y="168406"/>
                  </a:cubicBezTo>
                  <a:cubicBezTo>
                    <a:pt x="550061" y="163934"/>
                    <a:pt x="550061" y="159452"/>
                    <a:pt x="549808" y="154977"/>
                  </a:cubicBezTo>
                  <a:cubicBezTo>
                    <a:pt x="549286" y="151231"/>
                    <a:pt x="550369" y="147440"/>
                    <a:pt x="552792" y="144534"/>
                  </a:cubicBezTo>
                  <a:cubicBezTo>
                    <a:pt x="561913" y="137791"/>
                    <a:pt x="572077" y="132582"/>
                    <a:pt x="582880" y="129115"/>
                  </a:cubicBezTo>
                  <a:cubicBezTo>
                    <a:pt x="585864" y="128619"/>
                    <a:pt x="587853" y="133841"/>
                    <a:pt x="590837" y="133841"/>
                  </a:cubicBezTo>
                  <a:cubicBezTo>
                    <a:pt x="593821" y="133841"/>
                    <a:pt x="603517" y="127873"/>
                    <a:pt x="608243" y="127873"/>
                  </a:cubicBezTo>
                  <a:cubicBezTo>
                    <a:pt x="622192" y="126194"/>
                    <a:pt x="635992" y="123450"/>
                    <a:pt x="649523" y="119667"/>
                  </a:cubicBezTo>
                  <a:cubicBezTo>
                    <a:pt x="656734" y="117179"/>
                    <a:pt x="663448" y="118921"/>
                    <a:pt x="667176" y="117179"/>
                  </a:cubicBezTo>
                  <a:cubicBezTo>
                    <a:pt x="670907" y="115441"/>
                    <a:pt x="695526" y="108227"/>
                    <a:pt x="699505" y="107233"/>
                  </a:cubicBezTo>
                  <a:cubicBezTo>
                    <a:pt x="703483" y="106238"/>
                    <a:pt x="711689" y="101265"/>
                    <a:pt x="712683" y="99523"/>
                  </a:cubicBezTo>
                  <a:cubicBezTo>
                    <a:pt x="713678" y="97785"/>
                    <a:pt x="712931" y="95049"/>
                    <a:pt x="711193" y="90574"/>
                  </a:cubicBezTo>
                  <a:cubicBezTo>
                    <a:pt x="709451" y="86097"/>
                    <a:pt x="705721" y="87590"/>
                    <a:pt x="701990" y="87587"/>
                  </a:cubicBezTo>
                  <a:cubicBezTo>
                    <a:pt x="698238" y="86621"/>
                    <a:pt x="695019" y="84206"/>
                    <a:pt x="693041" y="80875"/>
                  </a:cubicBezTo>
                  <a:cubicBezTo>
                    <a:pt x="692913" y="77580"/>
                    <a:pt x="693685" y="74312"/>
                    <a:pt x="695278" y="71424"/>
                  </a:cubicBezTo>
                  <a:cubicBezTo>
                    <a:pt x="696273" y="68192"/>
                    <a:pt x="697019" y="66950"/>
                    <a:pt x="698510" y="62472"/>
                  </a:cubicBezTo>
                  <a:cubicBezTo>
                    <a:pt x="699948" y="58896"/>
                    <a:pt x="701194" y="55243"/>
                    <a:pt x="702241" y="51531"/>
                  </a:cubicBezTo>
                  <a:cubicBezTo>
                    <a:pt x="704230" y="45315"/>
                    <a:pt x="692542" y="28406"/>
                    <a:pt x="690801" y="23680"/>
                  </a:cubicBezTo>
                  <a:cubicBezTo>
                    <a:pt x="690265" y="20143"/>
                    <a:pt x="691581" y="16577"/>
                    <a:pt x="694283" y="14232"/>
                  </a:cubicBezTo>
                  <a:cubicBezTo>
                    <a:pt x="699257" y="9011"/>
                    <a:pt x="705225" y="11248"/>
                    <a:pt x="711193" y="11248"/>
                  </a:cubicBezTo>
                  <a:cubicBezTo>
                    <a:pt x="714782" y="10755"/>
                    <a:pt x="718200" y="9389"/>
                    <a:pt x="721139" y="7269"/>
                  </a:cubicBezTo>
                  <a:cubicBezTo>
                    <a:pt x="723129" y="7269"/>
                    <a:pt x="726113" y="9011"/>
                    <a:pt x="730587" y="7269"/>
                  </a:cubicBezTo>
                  <a:cubicBezTo>
                    <a:pt x="735065" y="5528"/>
                    <a:pt x="735065" y="3539"/>
                    <a:pt x="740286" y="3539"/>
                  </a:cubicBezTo>
                  <a:close/>
                  <a:moveTo>
                    <a:pt x="2724405" y="59"/>
                  </a:moveTo>
                  <a:cubicBezTo>
                    <a:pt x="2731367" y="555"/>
                    <a:pt x="2736093" y="6774"/>
                    <a:pt x="2740319" y="12243"/>
                  </a:cubicBezTo>
                  <a:cubicBezTo>
                    <a:pt x="2744549" y="17712"/>
                    <a:pt x="2739077" y="27163"/>
                    <a:pt x="2733605" y="31888"/>
                  </a:cubicBezTo>
                  <a:cubicBezTo>
                    <a:pt x="2728096" y="36595"/>
                    <a:pt x="2723684" y="42454"/>
                    <a:pt x="2720674" y="49046"/>
                  </a:cubicBezTo>
                  <a:cubicBezTo>
                    <a:pt x="2720674" y="51283"/>
                    <a:pt x="2717941" y="62225"/>
                    <a:pt x="2720677" y="64464"/>
                  </a:cubicBezTo>
                  <a:cubicBezTo>
                    <a:pt x="2724906" y="67336"/>
                    <a:pt x="2727919" y="71678"/>
                    <a:pt x="2729130" y="76649"/>
                  </a:cubicBezTo>
                  <a:cubicBezTo>
                    <a:pt x="2729378" y="83361"/>
                    <a:pt x="2722914" y="87590"/>
                    <a:pt x="2711226" y="112457"/>
                  </a:cubicBezTo>
                  <a:cubicBezTo>
                    <a:pt x="2707104" y="119161"/>
                    <a:pt x="2702621" y="125635"/>
                    <a:pt x="2697796" y="131851"/>
                  </a:cubicBezTo>
                  <a:cubicBezTo>
                    <a:pt x="2695063" y="136078"/>
                    <a:pt x="2705010" y="142793"/>
                    <a:pt x="2713962" y="140556"/>
                  </a:cubicBezTo>
                  <a:cubicBezTo>
                    <a:pt x="2718935" y="139062"/>
                    <a:pt x="2714210" y="153238"/>
                    <a:pt x="2721919" y="153238"/>
                  </a:cubicBezTo>
                  <a:cubicBezTo>
                    <a:pt x="2729626" y="153238"/>
                    <a:pt x="2739573" y="145777"/>
                    <a:pt x="2736341" y="138070"/>
                  </a:cubicBezTo>
                  <a:cubicBezTo>
                    <a:pt x="2733855" y="135582"/>
                    <a:pt x="2728631" y="137820"/>
                    <a:pt x="2723410" y="133841"/>
                  </a:cubicBezTo>
                  <a:cubicBezTo>
                    <a:pt x="2718189" y="129862"/>
                    <a:pt x="2718437" y="119171"/>
                    <a:pt x="2720426" y="119171"/>
                  </a:cubicBezTo>
                  <a:cubicBezTo>
                    <a:pt x="2723820" y="117895"/>
                    <a:pt x="2726762" y="115644"/>
                    <a:pt x="2728882" y="112705"/>
                  </a:cubicBezTo>
                  <a:cubicBezTo>
                    <a:pt x="2730623" y="110963"/>
                    <a:pt x="2735845" y="106737"/>
                    <a:pt x="2735845" y="104249"/>
                  </a:cubicBezTo>
                  <a:cubicBezTo>
                    <a:pt x="2735845" y="101763"/>
                    <a:pt x="2731615" y="96043"/>
                    <a:pt x="2735845" y="90075"/>
                  </a:cubicBezTo>
                  <a:cubicBezTo>
                    <a:pt x="2740071" y="84107"/>
                    <a:pt x="2745293" y="84854"/>
                    <a:pt x="2748029" y="84107"/>
                  </a:cubicBezTo>
                  <a:cubicBezTo>
                    <a:pt x="2750765" y="83361"/>
                    <a:pt x="2753498" y="76897"/>
                    <a:pt x="2754991" y="73414"/>
                  </a:cubicBezTo>
                  <a:cubicBezTo>
                    <a:pt x="2756741" y="69824"/>
                    <a:pt x="2757834" y="65950"/>
                    <a:pt x="2758223" y="61976"/>
                  </a:cubicBezTo>
                  <a:cubicBezTo>
                    <a:pt x="2758223" y="52776"/>
                    <a:pt x="2747530" y="48299"/>
                    <a:pt x="2749519" y="41088"/>
                  </a:cubicBezTo>
                  <a:cubicBezTo>
                    <a:pt x="2753250" y="26168"/>
                    <a:pt x="2792290" y="18707"/>
                    <a:pt x="2793285" y="17963"/>
                  </a:cubicBezTo>
                  <a:cubicBezTo>
                    <a:pt x="2794282" y="17216"/>
                    <a:pt x="2795274" y="13736"/>
                    <a:pt x="2797264" y="12491"/>
                  </a:cubicBezTo>
                  <a:cubicBezTo>
                    <a:pt x="2800966" y="9669"/>
                    <a:pt x="2805881" y="9008"/>
                    <a:pt x="2810194" y="10752"/>
                  </a:cubicBezTo>
                  <a:cubicBezTo>
                    <a:pt x="2815168" y="13321"/>
                    <a:pt x="2819911" y="16318"/>
                    <a:pt x="2824370" y="19704"/>
                  </a:cubicBezTo>
                  <a:cubicBezTo>
                    <a:pt x="2827239" y="22255"/>
                    <a:pt x="2828560" y="26124"/>
                    <a:pt x="2827850" y="29899"/>
                  </a:cubicBezTo>
                  <a:cubicBezTo>
                    <a:pt x="2826360" y="34624"/>
                    <a:pt x="2824866" y="46558"/>
                    <a:pt x="2826360" y="48299"/>
                  </a:cubicBezTo>
                  <a:cubicBezTo>
                    <a:pt x="2827850" y="50040"/>
                    <a:pt x="2813677" y="57750"/>
                    <a:pt x="2807210" y="64214"/>
                  </a:cubicBezTo>
                  <a:cubicBezTo>
                    <a:pt x="2798817" y="74636"/>
                    <a:pt x="2793556" y="87224"/>
                    <a:pt x="2792042" y="100521"/>
                  </a:cubicBezTo>
                  <a:cubicBezTo>
                    <a:pt x="2791794" y="101763"/>
                    <a:pt x="2787567" y="110715"/>
                    <a:pt x="2787567" y="113203"/>
                  </a:cubicBezTo>
                  <a:lnTo>
                    <a:pt x="2783837" y="127873"/>
                  </a:lnTo>
                  <a:cubicBezTo>
                    <a:pt x="2781722" y="133950"/>
                    <a:pt x="2780628" y="140336"/>
                    <a:pt x="2780605" y="146772"/>
                  </a:cubicBezTo>
                  <a:cubicBezTo>
                    <a:pt x="2781101" y="150750"/>
                    <a:pt x="2786322" y="149508"/>
                    <a:pt x="2789557" y="149508"/>
                  </a:cubicBezTo>
                  <a:cubicBezTo>
                    <a:pt x="2796016" y="148129"/>
                    <a:pt x="2801908" y="144837"/>
                    <a:pt x="2806466" y="140057"/>
                  </a:cubicBezTo>
                  <a:cubicBezTo>
                    <a:pt x="2810346" y="139582"/>
                    <a:pt x="2814272" y="139582"/>
                    <a:pt x="2818152" y="140057"/>
                  </a:cubicBezTo>
                  <a:cubicBezTo>
                    <a:pt x="2821136" y="141054"/>
                    <a:pt x="2824120" y="146025"/>
                    <a:pt x="2827602" y="147020"/>
                  </a:cubicBezTo>
                  <a:cubicBezTo>
                    <a:pt x="2831082" y="148017"/>
                    <a:pt x="2835560" y="148513"/>
                    <a:pt x="2838296" y="150254"/>
                  </a:cubicBezTo>
                  <a:cubicBezTo>
                    <a:pt x="2839664" y="151125"/>
                    <a:pt x="2841839" y="151125"/>
                    <a:pt x="2844108" y="151436"/>
                  </a:cubicBezTo>
                  <a:lnTo>
                    <a:pt x="2849041" y="153793"/>
                  </a:lnTo>
                  <a:lnTo>
                    <a:pt x="2855205" y="180342"/>
                  </a:lnTo>
                  <a:cubicBezTo>
                    <a:pt x="2854811" y="189020"/>
                    <a:pt x="2852519" y="197510"/>
                    <a:pt x="2848490" y="205209"/>
                  </a:cubicBezTo>
                  <a:cubicBezTo>
                    <a:pt x="2837001" y="212073"/>
                    <a:pt x="2823827" y="215602"/>
                    <a:pt x="2810445" y="215404"/>
                  </a:cubicBezTo>
                  <a:cubicBezTo>
                    <a:pt x="2806033" y="215399"/>
                    <a:pt x="2801811" y="217195"/>
                    <a:pt x="2798757" y="220377"/>
                  </a:cubicBezTo>
                  <a:cubicBezTo>
                    <a:pt x="2793870" y="221918"/>
                    <a:pt x="2788565" y="221377"/>
                    <a:pt x="2784085" y="218887"/>
                  </a:cubicBezTo>
                  <a:cubicBezTo>
                    <a:pt x="2777871" y="217406"/>
                    <a:pt x="2771400" y="217406"/>
                    <a:pt x="2765186" y="218887"/>
                  </a:cubicBezTo>
                  <a:cubicBezTo>
                    <a:pt x="2752039" y="222440"/>
                    <a:pt x="2740583" y="230546"/>
                    <a:pt x="2732861" y="241764"/>
                  </a:cubicBezTo>
                  <a:cubicBezTo>
                    <a:pt x="2729817" y="246782"/>
                    <a:pt x="2725749" y="251102"/>
                    <a:pt x="2720925" y="254447"/>
                  </a:cubicBezTo>
                  <a:cubicBezTo>
                    <a:pt x="2714810" y="259055"/>
                    <a:pt x="2709370" y="264495"/>
                    <a:pt x="2704759" y="270609"/>
                  </a:cubicBezTo>
                  <a:cubicBezTo>
                    <a:pt x="2701545" y="275987"/>
                    <a:pt x="2700480" y="282381"/>
                    <a:pt x="2701775" y="288513"/>
                  </a:cubicBezTo>
                  <a:cubicBezTo>
                    <a:pt x="2702522" y="290255"/>
                    <a:pt x="2706252" y="291247"/>
                    <a:pt x="2710727" y="290255"/>
                  </a:cubicBezTo>
                  <a:cubicBezTo>
                    <a:pt x="2715205" y="289258"/>
                    <a:pt x="2722914" y="284284"/>
                    <a:pt x="2727141" y="283788"/>
                  </a:cubicBezTo>
                  <a:cubicBezTo>
                    <a:pt x="2731367" y="283292"/>
                    <a:pt x="2733605" y="277820"/>
                    <a:pt x="2737834" y="278068"/>
                  </a:cubicBezTo>
                  <a:cubicBezTo>
                    <a:pt x="2742061" y="278316"/>
                    <a:pt x="2746287" y="285031"/>
                    <a:pt x="2756482" y="287519"/>
                  </a:cubicBezTo>
                  <a:cubicBezTo>
                    <a:pt x="2759965" y="288263"/>
                    <a:pt x="2765434" y="292242"/>
                    <a:pt x="2774637" y="294978"/>
                  </a:cubicBezTo>
                  <a:cubicBezTo>
                    <a:pt x="2775879" y="295226"/>
                    <a:pt x="2783090" y="296719"/>
                    <a:pt x="2781847" y="302191"/>
                  </a:cubicBezTo>
                  <a:cubicBezTo>
                    <a:pt x="2781435" y="308804"/>
                    <a:pt x="2779835" y="315289"/>
                    <a:pt x="2777122" y="321338"/>
                  </a:cubicBezTo>
                  <a:cubicBezTo>
                    <a:pt x="2773890" y="324818"/>
                    <a:pt x="2773143" y="329047"/>
                    <a:pt x="2766181" y="330538"/>
                  </a:cubicBezTo>
                  <a:cubicBezTo>
                    <a:pt x="2759218" y="332028"/>
                    <a:pt x="2754991" y="332028"/>
                    <a:pt x="2747034" y="334018"/>
                  </a:cubicBezTo>
                  <a:cubicBezTo>
                    <a:pt x="2743303" y="335012"/>
                    <a:pt x="2739077" y="337500"/>
                    <a:pt x="2734103" y="338495"/>
                  </a:cubicBezTo>
                  <a:cubicBezTo>
                    <a:pt x="2729130" y="339490"/>
                    <a:pt x="2704263" y="343967"/>
                    <a:pt x="2704263" y="351924"/>
                  </a:cubicBezTo>
                  <a:cubicBezTo>
                    <a:pt x="2705109" y="358853"/>
                    <a:pt x="2705524" y="365829"/>
                    <a:pt x="2705506" y="372812"/>
                  </a:cubicBezTo>
                  <a:cubicBezTo>
                    <a:pt x="2705221" y="378747"/>
                    <a:pt x="2704472" y="384649"/>
                    <a:pt x="2703268" y="390466"/>
                  </a:cubicBezTo>
                  <a:cubicBezTo>
                    <a:pt x="2700838" y="397011"/>
                    <a:pt x="2699412" y="403887"/>
                    <a:pt x="2699042" y="410858"/>
                  </a:cubicBezTo>
                  <a:cubicBezTo>
                    <a:pt x="2699538" y="417074"/>
                    <a:pt x="2691332" y="423042"/>
                    <a:pt x="2691332" y="424285"/>
                  </a:cubicBezTo>
                  <a:cubicBezTo>
                    <a:pt x="2686607" y="434730"/>
                    <a:pt x="2687354" y="450146"/>
                    <a:pt x="2676412" y="453629"/>
                  </a:cubicBezTo>
                  <a:cubicBezTo>
                    <a:pt x="2669290" y="456665"/>
                    <a:pt x="2661983" y="459239"/>
                    <a:pt x="2654530" y="461336"/>
                  </a:cubicBezTo>
                  <a:cubicBezTo>
                    <a:pt x="2648415" y="462033"/>
                    <a:pt x="2642453" y="463714"/>
                    <a:pt x="2636874" y="466309"/>
                  </a:cubicBezTo>
                  <a:cubicBezTo>
                    <a:pt x="2628170" y="468726"/>
                    <a:pt x="2618972" y="468726"/>
                    <a:pt x="2610268" y="466309"/>
                  </a:cubicBezTo>
                  <a:cubicBezTo>
                    <a:pt x="2607281" y="463824"/>
                    <a:pt x="2608775" y="455368"/>
                    <a:pt x="2608775" y="450397"/>
                  </a:cubicBezTo>
                  <a:cubicBezTo>
                    <a:pt x="2608775" y="439951"/>
                    <a:pt x="2586145" y="431247"/>
                    <a:pt x="2583908" y="425530"/>
                  </a:cubicBezTo>
                  <a:cubicBezTo>
                    <a:pt x="2581671" y="419810"/>
                    <a:pt x="2589628" y="420058"/>
                    <a:pt x="2597585" y="418567"/>
                  </a:cubicBezTo>
                  <a:cubicBezTo>
                    <a:pt x="2611260" y="416079"/>
                    <a:pt x="2624193" y="414589"/>
                    <a:pt x="2630657" y="412597"/>
                  </a:cubicBezTo>
                  <a:cubicBezTo>
                    <a:pt x="2644335" y="408122"/>
                    <a:pt x="2649804" y="380519"/>
                    <a:pt x="2656767" y="368087"/>
                  </a:cubicBezTo>
                  <a:cubicBezTo>
                    <a:pt x="2658756" y="364108"/>
                    <a:pt x="2658260" y="357642"/>
                    <a:pt x="2649556" y="357642"/>
                  </a:cubicBezTo>
                  <a:cubicBezTo>
                    <a:pt x="2641147" y="358375"/>
                    <a:pt x="2632824" y="359874"/>
                    <a:pt x="2624689" y="362119"/>
                  </a:cubicBezTo>
                  <a:cubicBezTo>
                    <a:pt x="2616508" y="364101"/>
                    <a:pt x="2608198" y="365513"/>
                    <a:pt x="2599823" y="366346"/>
                  </a:cubicBezTo>
                  <a:cubicBezTo>
                    <a:pt x="2594103" y="366842"/>
                    <a:pt x="2585401" y="373556"/>
                    <a:pt x="2579183" y="373804"/>
                  </a:cubicBezTo>
                  <a:cubicBezTo>
                    <a:pt x="2572967" y="374055"/>
                    <a:pt x="2567745" y="376292"/>
                    <a:pt x="2560534" y="369330"/>
                  </a:cubicBezTo>
                  <a:cubicBezTo>
                    <a:pt x="2558793" y="367340"/>
                    <a:pt x="2556556" y="367839"/>
                    <a:pt x="2552326" y="365599"/>
                  </a:cubicBezTo>
                  <a:cubicBezTo>
                    <a:pt x="2548100" y="363362"/>
                    <a:pt x="2550337" y="355156"/>
                    <a:pt x="2550337" y="351922"/>
                  </a:cubicBezTo>
                  <a:cubicBezTo>
                    <a:pt x="2550671" y="345557"/>
                    <a:pt x="2551930" y="339276"/>
                    <a:pt x="2554068" y="333274"/>
                  </a:cubicBezTo>
                  <a:cubicBezTo>
                    <a:pt x="2559336" y="325794"/>
                    <a:pt x="2567411" y="320771"/>
                    <a:pt x="2576447" y="319348"/>
                  </a:cubicBezTo>
                  <a:cubicBezTo>
                    <a:pt x="2579681" y="319348"/>
                    <a:pt x="2589876" y="323575"/>
                    <a:pt x="2593108" y="323575"/>
                  </a:cubicBezTo>
                  <a:cubicBezTo>
                    <a:pt x="2596340" y="323575"/>
                    <a:pt x="2603553" y="316612"/>
                    <a:pt x="2609023" y="313628"/>
                  </a:cubicBezTo>
                  <a:cubicBezTo>
                    <a:pt x="2615385" y="311250"/>
                    <a:pt x="2621964" y="309501"/>
                    <a:pt x="2628668" y="308407"/>
                  </a:cubicBezTo>
                  <a:cubicBezTo>
                    <a:pt x="2632916" y="307005"/>
                    <a:pt x="2636936" y="304995"/>
                    <a:pt x="2640604" y="302439"/>
                  </a:cubicBezTo>
                  <a:cubicBezTo>
                    <a:pt x="2644831" y="300202"/>
                    <a:pt x="2642842" y="298460"/>
                    <a:pt x="2644831" y="295476"/>
                  </a:cubicBezTo>
                  <a:cubicBezTo>
                    <a:pt x="2646820" y="292492"/>
                    <a:pt x="2645330" y="284036"/>
                    <a:pt x="2646820" y="280804"/>
                  </a:cubicBezTo>
                  <a:cubicBezTo>
                    <a:pt x="2649188" y="276220"/>
                    <a:pt x="2651023" y="271382"/>
                    <a:pt x="2652292" y="266380"/>
                  </a:cubicBezTo>
                  <a:cubicBezTo>
                    <a:pt x="2653039" y="263148"/>
                    <a:pt x="2644084" y="266380"/>
                    <a:pt x="2640852" y="266383"/>
                  </a:cubicBezTo>
                  <a:cubicBezTo>
                    <a:pt x="2635968" y="267782"/>
                    <a:pt x="2631629" y="270646"/>
                    <a:pt x="2628420" y="274588"/>
                  </a:cubicBezTo>
                  <a:cubicBezTo>
                    <a:pt x="2624233" y="278123"/>
                    <a:pt x="2619304" y="280674"/>
                    <a:pt x="2613996" y="282047"/>
                  </a:cubicBezTo>
                  <a:cubicBezTo>
                    <a:pt x="2610135" y="283412"/>
                    <a:pt x="2605921" y="283412"/>
                    <a:pt x="2602060" y="282047"/>
                  </a:cubicBezTo>
                  <a:cubicBezTo>
                    <a:pt x="2597335" y="279809"/>
                    <a:pt x="2597335" y="276825"/>
                    <a:pt x="2597335" y="271105"/>
                  </a:cubicBezTo>
                  <a:cubicBezTo>
                    <a:pt x="2597029" y="265503"/>
                    <a:pt x="2598230" y="259921"/>
                    <a:pt x="2600817" y="254943"/>
                  </a:cubicBezTo>
                  <a:cubicBezTo>
                    <a:pt x="2603553" y="251959"/>
                    <a:pt x="2602559" y="235049"/>
                    <a:pt x="2613500" y="225103"/>
                  </a:cubicBezTo>
                  <a:cubicBezTo>
                    <a:pt x="2616980" y="221871"/>
                    <a:pt x="2627175" y="226097"/>
                    <a:pt x="2631154" y="223860"/>
                  </a:cubicBezTo>
                  <a:cubicBezTo>
                    <a:pt x="2633182" y="222265"/>
                    <a:pt x="2635346" y="220850"/>
                    <a:pt x="2637620" y="219633"/>
                  </a:cubicBezTo>
                  <a:cubicBezTo>
                    <a:pt x="2641351" y="217892"/>
                    <a:pt x="2649804" y="217892"/>
                    <a:pt x="2654031" y="217892"/>
                  </a:cubicBezTo>
                  <a:cubicBezTo>
                    <a:pt x="2660417" y="216788"/>
                    <a:pt x="2666729" y="215294"/>
                    <a:pt x="2672930" y="213415"/>
                  </a:cubicBezTo>
                  <a:cubicBezTo>
                    <a:pt x="2677660" y="213190"/>
                    <a:pt x="2682341" y="212355"/>
                    <a:pt x="2686855" y="210929"/>
                  </a:cubicBezTo>
                  <a:cubicBezTo>
                    <a:pt x="2689591" y="209188"/>
                    <a:pt x="2688596" y="209684"/>
                    <a:pt x="2698543" y="206700"/>
                  </a:cubicBezTo>
                  <a:cubicBezTo>
                    <a:pt x="2697796" y="206452"/>
                    <a:pt x="2702772" y="203468"/>
                    <a:pt x="2705506" y="201729"/>
                  </a:cubicBezTo>
                  <a:cubicBezTo>
                    <a:pt x="2710952" y="200982"/>
                    <a:pt x="2716473" y="200982"/>
                    <a:pt x="2721919" y="201729"/>
                  </a:cubicBezTo>
                  <a:cubicBezTo>
                    <a:pt x="2726893" y="201729"/>
                    <a:pt x="2732861" y="201729"/>
                    <a:pt x="2735346" y="201726"/>
                  </a:cubicBezTo>
                  <a:cubicBezTo>
                    <a:pt x="2739664" y="203645"/>
                    <a:pt x="2744303" y="204742"/>
                    <a:pt x="2749023" y="204961"/>
                  </a:cubicBezTo>
                  <a:cubicBezTo>
                    <a:pt x="2752506" y="204961"/>
                    <a:pt x="2760959" y="197750"/>
                    <a:pt x="2764439" y="197750"/>
                  </a:cubicBezTo>
                  <a:cubicBezTo>
                    <a:pt x="2770509" y="194832"/>
                    <a:pt x="2773872" y="188208"/>
                    <a:pt x="2772647" y="181585"/>
                  </a:cubicBezTo>
                  <a:cubicBezTo>
                    <a:pt x="2765941" y="181337"/>
                    <a:pt x="2759236" y="182092"/>
                    <a:pt x="2752754" y="183825"/>
                  </a:cubicBezTo>
                  <a:cubicBezTo>
                    <a:pt x="2748277" y="185564"/>
                    <a:pt x="2734602" y="185316"/>
                    <a:pt x="2731618" y="186806"/>
                  </a:cubicBezTo>
                  <a:cubicBezTo>
                    <a:pt x="2721047" y="190670"/>
                    <a:pt x="2709688" y="191866"/>
                    <a:pt x="2698543" y="190289"/>
                  </a:cubicBezTo>
                  <a:cubicBezTo>
                    <a:pt x="2692792" y="190576"/>
                    <a:pt x="2687145" y="191926"/>
                    <a:pt x="2681884" y="194268"/>
                  </a:cubicBezTo>
                  <a:cubicBezTo>
                    <a:pt x="2676446" y="195933"/>
                    <a:pt x="2670870" y="197098"/>
                    <a:pt x="2665223" y="197748"/>
                  </a:cubicBezTo>
                  <a:cubicBezTo>
                    <a:pt x="2656133" y="198421"/>
                    <a:pt x="2647084" y="199583"/>
                    <a:pt x="2638119" y="201230"/>
                  </a:cubicBezTo>
                  <a:cubicBezTo>
                    <a:pt x="2633393" y="202225"/>
                    <a:pt x="2623447" y="203716"/>
                    <a:pt x="2617479" y="205457"/>
                  </a:cubicBezTo>
                  <a:cubicBezTo>
                    <a:pt x="2608790" y="207559"/>
                    <a:pt x="2600426" y="210819"/>
                    <a:pt x="2592612" y="215156"/>
                  </a:cubicBezTo>
                  <a:cubicBezTo>
                    <a:pt x="2586474" y="221043"/>
                    <a:pt x="2581274" y="227836"/>
                    <a:pt x="2577193" y="235297"/>
                  </a:cubicBezTo>
                  <a:cubicBezTo>
                    <a:pt x="2574951" y="238328"/>
                    <a:pt x="2572544" y="241234"/>
                    <a:pt x="2569983" y="244001"/>
                  </a:cubicBezTo>
                  <a:cubicBezTo>
                    <a:pt x="2557798" y="254447"/>
                    <a:pt x="2550089" y="266631"/>
                    <a:pt x="2538401" y="268868"/>
                  </a:cubicBezTo>
                  <a:cubicBezTo>
                    <a:pt x="2533741" y="270374"/>
                    <a:pt x="2528676" y="268265"/>
                    <a:pt x="2526465" y="263895"/>
                  </a:cubicBezTo>
                  <a:cubicBezTo>
                    <a:pt x="2521171" y="255120"/>
                    <a:pt x="2517941" y="245257"/>
                    <a:pt x="2517017" y="235049"/>
                  </a:cubicBezTo>
                  <a:cubicBezTo>
                    <a:pt x="2517017" y="225849"/>
                    <a:pt x="2522486" y="223609"/>
                    <a:pt x="2517017" y="206204"/>
                  </a:cubicBezTo>
                  <a:cubicBezTo>
                    <a:pt x="2516354" y="201740"/>
                    <a:pt x="2518160" y="197265"/>
                    <a:pt x="2521742" y="194516"/>
                  </a:cubicBezTo>
                  <a:cubicBezTo>
                    <a:pt x="2524755" y="193153"/>
                    <a:pt x="2527528" y="191305"/>
                    <a:pt x="2529948" y="189046"/>
                  </a:cubicBezTo>
                  <a:cubicBezTo>
                    <a:pt x="2537232" y="178293"/>
                    <a:pt x="2543954" y="167171"/>
                    <a:pt x="2550089" y="155724"/>
                  </a:cubicBezTo>
                  <a:cubicBezTo>
                    <a:pt x="2550089" y="155724"/>
                    <a:pt x="2553321" y="153734"/>
                    <a:pt x="2555807" y="155724"/>
                  </a:cubicBezTo>
                  <a:cubicBezTo>
                    <a:pt x="2558297" y="163793"/>
                    <a:pt x="2559717" y="172153"/>
                    <a:pt x="2560036" y="180590"/>
                  </a:cubicBezTo>
                  <a:cubicBezTo>
                    <a:pt x="2559934" y="181585"/>
                    <a:pt x="2560062" y="182588"/>
                    <a:pt x="2560414" y="183522"/>
                  </a:cubicBezTo>
                  <a:cubicBezTo>
                    <a:pt x="2561668" y="186866"/>
                    <a:pt x="2565396" y="188558"/>
                    <a:pt x="2568740" y="187305"/>
                  </a:cubicBezTo>
                  <a:cubicBezTo>
                    <a:pt x="2574854" y="185981"/>
                    <a:pt x="2580726" y="183718"/>
                    <a:pt x="2586145" y="180590"/>
                  </a:cubicBezTo>
                  <a:cubicBezTo>
                    <a:pt x="2587140" y="179846"/>
                    <a:pt x="2591865" y="177606"/>
                    <a:pt x="2591865" y="174622"/>
                  </a:cubicBezTo>
                  <a:cubicBezTo>
                    <a:pt x="2590855" y="170479"/>
                    <a:pt x="2589351" y="166472"/>
                    <a:pt x="2587388" y="162686"/>
                  </a:cubicBezTo>
                  <a:cubicBezTo>
                    <a:pt x="2585670" y="156948"/>
                    <a:pt x="2584668" y="151017"/>
                    <a:pt x="2584404" y="145033"/>
                  </a:cubicBezTo>
                  <a:cubicBezTo>
                    <a:pt x="2584404" y="142046"/>
                    <a:pt x="2585649" y="123150"/>
                    <a:pt x="2587140" y="109473"/>
                  </a:cubicBezTo>
                  <a:cubicBezTo>
                    <a:pt x="2587887" y="101017"/>
                    <a:pt x="2584404" y="92313"/>
                    <a:pt x="2584404" y="71425"/>
                  </a:cubicBezTo>
                  <a:cubicBezTo>
                    <a:pt x="2584730" y="64073"/>
                    <a:pt x="2583631" y="56729"/>
                    <a:pt x="2581172" y="49792"/>
                  </a:cubicBezTo>
                  <a:cubicBezTo>
                    <a:pt x="2577441" y="47552"/>
                    <a:pt x="2582415" y="37358"/>
                    <a:pt x="2588135" y="37358"/>
                  </a:cubicBezTo>
                  <a:cubicBezTo>
                    <a:pt x="2591612" y="37115"/>
                    <a:pt x="2595103" y="37115"/>
                    <a:pt x="2598580" y="37358"/>
                  </a:cubicBezTo>
                  <a:cubicBezTo>
                    <a:pt x="2601065" y="37358"/>
                    <a:pt x="2599327" y="32632"/>
                    <a:pt x="2603801" y="33878"/>
                  </a:cubicBezTo>
                  <a:cubicBezTo>
                    <a:pt x="2608276" y="35120"/>
                    <a:pt x="2606289" y="36115"/>
                    <a:pt x="2608276" y="40840"/>
                  </a:cubicBezTo>
                  <a:cubicBezTo>
                    <a:pt x="2610268" y="45566"/>
                    <a:pt x="2609023" y="47803"/>
                    <a:pt x="2610268" y="53024"/>
                  </a:cubicBezTo>
                  <a:cubicBezTo>
                    <a:pt x="2611511" y="58246"/>
                    <a:pt x="2609521" y="65457"/>
                    <a:pt x="2611511" y="68193"/>
                  </a:cubicBezTo>
                  <a:cubicBezTo>
                    <a:pt x="2612905" y="71187"/>
                    <a:pt x="2612905" y="74646"/>
                    <a:pt x="2611511" y="77643"/>
                  </a:cubicBezTo>
                  <a:cubicBezTo>
                    <a:pt x="2610863" y="81095"/>
                    <a:pt x="2610863" y="84635"/>
                    <a:pt x="2611511" y="88086"/>
                  </a:cubicBezTo>
                  <a:cubicBezTo>
                    <a:pt x="2611511" y="92065"/>
                    <a:pt x="2611260" y="96542"/>
                    <a:pt x="2611511" y="101017"/>
                  </a:cubicBezTo>
                  <a:cubicBezTo>
                    <a:pt x="2611759" y="105494"/>
                    <a:pt x="2613001" y="122153"/>
                    <a:pt x="2613001" y="125883"/>
                  </a:cubicBezTo>
                  <a:cubicBezTo>
                    <a:pt x="2614816" y="131439"/>
                    <a:pt x="2615902" y="137206"/>
                    <a:pt x="2616233" y="143041"/>
                  </a:cubicBezTo>
                  <a:cubicBezTo>
                    <a:pt x="2616233" y="146276"/>
                    <a:pt x="2616980" y="149260"/>
                    <a:pt x="2616233" y="155724"/>
                  </a:cubicBezTo>
                  <a:cubicBezTo>
                    <a:pt x="2615489" y="162190"/>
                    <a:pt x="2609769" y="167164"/>
                    <a:pt x="2611260" y="170892"/>
                  </a:cubicBezTo>
                  <a:cubicBezTo>
                    <a:pt x="2612623" y="174152"/>
                    <a:pt x="2615215" y="176742"/>
                    <a:pt x="2618473" y="178105"/>
                  </a:cubicBezTo>
                  <a:cubicBezTo>
                    <a:pt x="2622452" y="179100"/>
                    <a:pt x="2629415" y="174374"/>
                    <a:pt x="2632647" y="174374"/>
                  </a:cubicBezTo>
                  <a:cubicBezTo>
                    <a:pt x="2636787" y="174601"/>
                    <a:pt x="2640938" y="174601"/>
                    <a:pt x="2645082" y="174374"/>
                  </a:cubicBezTo>
                  <a:cubicBezTo>
                    <a:pt x="2651676" y="172604"/>
                    <a:pt x="2658417" y="171440"/>
                    <a:pt x="2665223" y="170892"/>
                  </a:cubicBezTo>
                  <a:cubicBezTo>
                    <a:pt x="2668207" y="170644"/>
                    <a:pt x="2673428" y="167164"/>
                    <a:pt x="2676164" y="167164"/>
                  </a:cubicBezTo>
                  <a:cubicBezTo>
                    <a:pt x="2679399" y="165822"/>
                    <a:pt x="2682352" y="163882"/>
                    <a:pt x="2684868" y="161444"/>
                  </a:cubicBezTo>
                  <a:cubicBezTo>
                    <a:pt x="2686539" y="159734"/>
                    <a:pt x="2687030" y="157188"/>
                    <a:pt x="2686111" y="154980"/>
                  </a:cubicBezTo>
                  <a:cubicBezTo>
                    <a:pt x="2683871" y="149756"/>
                    <a:pt x="2676908" y="152492"/>
                    <a:pt x="2673927" y="153734"/>
                  </a:cubicBezTo>
                  <a:cubicBezTo>
                    <a:pt x="2670940" y="154980"/>
                    <a:pt x="2666218" y="161692"/>
                    <a:pt x="2662986" y="158212"/>
                  </a:cubicBezTo>
                  <a:cubicBezTo>
                    <a:pt x="2659751" y="154729"/>
                    <a:pt x="2659004" y="151497"/>
                    <a:pt x="2659751" y="148265"/>
                  </a:cubicBezTo>
                  <a:cubicBezTo>
                    <a:pt x="2660498" y="145033"/>
                    <a:pt x="2657762" y="138318"/>
                    <a:pt x="2653287" y="139809"/>
                  </a:cubicBezTo>
                  <a:cubicBezTo>
                    <a:pt x="2648810" y="141302"/>
                    <a:pt x="2648562" y="147518"/>
                    <a:pt x="2648810" y="152244"/>
                  </a:cubicBezTo>
                  <a:cubicBezTo>
                    <a:pt x="2649060" y="156966"/>
                    <a:pt x="2645578" y="157713"/>
                    <a:pt x="2643588" y="159454"/>
                  </a:cubicBezTo>
                  <a:cubicBezTo>
                    <a:pt x="2641599" y="161196"/>
                    <a:pt x="2639610" y="163681"/>
                    <a:pt x="2636127" y="163681"/>
                  </a:cubicBezTo>
                  <a:cubicBezTo>
                    <a:pt x="2631005" y="160898"/>
                    <a:pt x="2628062" y="155306"/>
                    <a:pt x="2628668" y="149508"/>
                  </a:cubicBezTo>
                  <a:cubicBezTo>
                    <a:pt x="2628668" y="145033"/>
                    <a:pt x="2627921" y="126382"/>
                    <a:pt x="2628668" y="120166"/>
                  </a:cubicBezTo>
                  <a:cubicBezTo>
                    <a:pt x="2629415" y="113947"/>
                    <a:pt x="2625436" y="105494"/>
                    <a:pt x="2625434" y="100521"/>
                  </a:cubicBezTo>
                  <a:cubicBezTo>
                    <a:pt x="2625992" y="91078"/>
                    <a:pt x="2625992" y="81611"/>
                    <a:pt x="2625434" y="72171"/>
                  </a:cubicBezTo>
                  <a:cubicBezTo>
                    <a:pt x="2624964" y="68984"/>
                    <a:pt x="2624300" y="65830"/>
                    <a:pt x="2623447" y="62723"/>
                  </a:cubicBezTo>
                  <a:cubicBezTo>
                    <a:pt x="2623799" y="57658"/>
                    <a:pt x="2625809" y="52855"/>
                    <a:pt x="2629164" y="49046"/>
                  </a:cubicBezTo>
                  <a:cubicBezTo>
                    <a:pt x="2631503" y="45999"/>
                    <a:pt x="2635033" y="44099"/>
                    <a:pt x="2638863" y="43824"/>
                  </a:cubicBezTo>
                  <a:cubicBezTo>
                    <a:pt x="2643340" y="43326"/>
                    <a:pt x="2643340" y="52528"/>
                    <a:pt x="2643340" y="59240"/>
                  </a:cubicBezTo>
                  <a:cubicBezTo>
                    <a:pt x="2643176" y="62611"/>
                    <a:pt x="2644335" y="65913"/>
                    <a:pt x="2646572" y="68441"/>
                  </a:cubicBezTo>
                  <a:cubicBezTo>
                    <a:pt x="2649483" y="78802"/>
                    <a:pt x="2650989" y="89509"/>
                    <a:pt x="2651047" y="100270"/>
                  </a:cubicBezTo>
                  <a:cubicBezTo>
                    <a:pt x="2650799" y="106241"/>
                    <a:pt x="2651794" y="105742"/>
                    <a:pt x="2655276" y="107731"/>
                  </a:cubicBezTo>
                  <a:cubicBezTo>
                    <a:pt x="2658756" y="109721"/>
                    <a:pt x="2669202" y="105742"/>
                    <a:pt x="2671687" y="107731"/>
                  </a:cubicBezTo>
                  <a:cubicBezTo>
                    <a:pt x="2674175" y="109721"/>
                    <a:pt x="2675418" y="115441"/>
                    <a:pt x="2677906" y="115441"/>
                  </a:cubicBezTo>
                  <a:cubicBezTo>
                    <a:pt x="2684868" y="116931"/>
                    <a:pt x="2690338" y="104499"/>
                    <a:pt x="2692327" y="101515"/>
                  </a:cubicBezTo>
                  <a:cubicBezTo>
                    <a:pt x="2698047" y="93558"/>
                    <a:pt x="2686111" y="82617"/>
                    <a:pt x="2684370" y="82366"/>
                  </a:cubicBezTo>
                  <a:cubicBezTo>
                    <a:pt x="2682628" y="82118"/>
                    <a:pt x="2677655" y="86595"/>
                    <a:pt x="2670940" y="87590"/>
                  </a:cubicBezTo>
                  <a:cubicBezTo>
                    <a:pt x="2664228" y="88585"/>
                    <a:pt x="2667212" y="93307"/>
                    <a:pt x="2661740" y="91817"/>
                  </a:cubicBezTo>
                  <a:cubicBezTo>
                    <a:pt x="2656271" y="90323"/>
                    <a:pt x="2658756" y="78638"/>
                    <a:pt x="2661740" y="73166"/>
                  </a:cubicBezTo>
                  <a:cubicBezTo>
                    <a:pt x="2664964" y="68524"/>
                    <a:pt x="2666936" y="63128"/>
                    <a:pt x="2667460" y="57499"/>
                  </a:cubicBezTo>
                  <a:cubicBezTo>
                    <a:pt x="2666964" y="50787"/>
                    <a:pt x="2661492" y="42830"/>
                    <a:pt x="2661244" y="40590"/>
                  </a:cubicBezTo>
                  <a:cubicBezTo>
                    <a:pt x="2660994" y="38352"/>
                    <a:pt x="2668455" y="30395"/>
                    <a:pt x="2671687" y="30147"/>
                  </a:cubicBezTo>
                  <a:cubicBezTo>
                    <a:pt x="2674919" y="29899"/>
                    <a:pt x="2679892" y="39595"/>
                    <a:pt x="2683127" y="39595"/>
                  </a:cubicBezTo>
                  <a:cubicBezTo>
                    <a:pt x="2686359" y="39595"/>
                    <a:pt x="2695063" y="25422"/>
                    <a:pt x="2697300" y="21195"/>
                  </a:cubicBezTo>
                  <a:cubicBezTo>
                    <a:pt x="2699538" y="16968"/>
                    <a:pt x="2700780" y="4782"/>
                    <a:pt x="2707743" y="1800"/>
                  </a:cubicBezTo>
                  <a:cubicBezTo>
                    <a:pt x="2710479" y="1800"/>
                    <a:pt x="2714210" y="3043"/>
                    <a:pt x="2716199" y="1800"/>
                  </a:cubicBezTo>
                  <a:cubicBezTo>
                    <a:pt x="2718695" y="403"/>
                    <a:pt x="2721556" y="-202"/>
                    <a:pt x="2724405" y="5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5F44DE20-198F-41F7-AFBD-BD5B940DC63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1825960" y="2343600"/>
              <a:ext cx="1411200" cy="1411200"/>
              <a:chOff x="2216986" y="864164"/>
              <a:chExt cx="5847244" cy="5847244"/>
            </a:xfrm>
          </p:grpSpPr>
          <p:sp>
            <p:nvSpPr>
              <p:cNvPr id="99" name="任意多边形: 形状 98">
                <a:extLst>
                  <a:ext uri="{FF2B5EF4-FFF2-40B4-BE49-F238E27FC236}">
                    <a16:creationId xmlns:a16="http://schemas.microsoft.com/office/drawing/2014/main" id="{7B78089C-12AA-4318-8687-BBFDB9195D03}"/>
                  </a:ext>
                </a:extLst>
              </p:cNvPr>
              <p:cNvSpPr/>
              <p:nvPr userDrawn="1"/>
            </p:nvSpPr>
            <p:spPr>
              <a:xfrm>
                <a:off x="2953301" y="1600488"/>
                <a:ext cx="4374605" cy="4374605"/>
              </a:xfrm>
              <a:custGeom>
                <a:avLst/>
                <a:gdLst>
                  <a:gd name="connsiteX0" fmla="*/ -365 w 404050"/>
                  <a:gd name="connsiteY0" fmla="*/ 201889 h 404050"/>
                  <a:gd name="connsiteX1" fmla="*/ 201660 w 404050"/>
                  <a:gd name="connsiteY1" fmla="*/ -136 h 404050"/>
                  <a:gd name="connsiteX2" fmla="*/ 403685 w 404050"/>
                  <a:gd name="connsiteY2" fmla="*/ 201889 h 404050"/>
                  <a:gd name="connsiteX3" fmla="*/ 201660 w 404050"/>
                  <a:gd name="connsiteY3" fmla="*/ 403914 h 404050"/>
                  <a:gd name="connsiteX4" fmla="*/ -365 w 404050"/>
                  <a:gd name="connsiteY4" fmla="*/ 201889 h 40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050" h="404050">
                    <a:moveTo>
                      <a:pt x="-365" y="201889"/>
                    </a:moveTo>
                    <a:cubicBezTo>
                      <a:pt x="-365" y="90314"/>
                      <a:pt x="90085" y="-136"/>
                      <a:pt x="201660" y="-136"/>
                    </a:cubicBezTo>
                    <a:cubicBezTo>
                      <a:pt x="313236" y="-136"/>
                      <a:pt x="403685" y="90314"/>
                      <a:pt x="403685" y="201889"/>
                    </a:cubicBezTo>
                    <a:cubicBezTo>
                      <a:pt x="403685" y="313465"/>
                      <a:pt x="313236" y="403914"/>
                      <a:pt x="201660" y="403914"/>
                    </a:cubicBezTo>
                    <a:cubicBezTo>
                      <a:pt x="90107" y="403862"/>
                      <a:pt x="-312" y="313443"/>
                      <a:pt x="-365" y="201889"/>
                    </a:cubicBezTo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16BF3CE4-FDDA-4458-8BF5-6D656DD2C8F7}"/>
                  </a:ext>
                </a:extLst>
              </p:cNvPr>
              <p:cNvSpPr/>
              <p:nvPr/>
            </p:nvSpPr>
            <p:spPr>
              <a:xfrm>
                <a:off x="4296171" y="5162025"/>
                <a:ext cx="1689209" cy="788797"/>
              </a:xfrm>
              <a:custGeom>
                <a:avLst/>
                <a:gdLst>
                  <a:gd name="connsiteX0" fmla="*/ 884371 w 1689209"/>
                  <a:gd name="connsiteY0" fmla="*/ 777495 h 788797"/>
                  <a:gd name="connsiteX1" fmla="*/ 884308 w 1689209"/>
                  <a:gd name="connsiteY1" fmla="*/ 777576 h 788797"/>
                  <a:gd name="connsiteX2" fmla="*/ 881730 w 1689209"/>
                  <a:gd name="connsiteY2" fmla="*/ 778607 h 788797"/>
                  <a:gd name="connsiteX3" fmla="*/ 1398399 w 1689209"/>
                  <a:gd name="connsiteY3" fmla="*/ 610508 h 788797"/>
                  <a:gd name="connsiteX4" fmla="*/ 1409735 w 1689209"/>
                  <a:gd name="connsiteY4" fmla="*/ 635258 h 788797"/>
                  <a:gd name="connsiteX5" fmla="*/ 1398399 w 1689209"/>
                  <a:gd name="connsiteY5" fmla="*/ 709509 h 788797"/>
                  <a:gd name="connsiteX6" fmla="*/ 1391177 w 1689209"/>
                  <a:gd name="connsiteY6" fmla="*/ 639383 h 788797"/>
                  <a:gd name="connsiteX7" fmla="*/ 1398399 w 1689209"/>
                  <a:gd name="connsiteY7" fmla="*/ 610508 h 788797"/>
                  <a:gd name="connsiteX8" fmla="*/ 900298 w 1689209"/>
                  <a:gd name="connsiteY8" fmla="*/ 610508 h 788797"/>
                  <a:gd name="connsiteX9" fmla="*/ 912673 w 1689209"/>
                  <a:gd name="connsiteY9" fmla="*/ 635258 h 788797"/>
                  <a:gd name="connsiteX10" fmla="*/ 900298 w 1689209"/>
                  <a:gd name="connsiteY10" fmla="*/ 709509 h 788797"/>
                  <a:gd name="connsiteX11" fmla="*/ 893076 w 1689209"/>
                  <a:gd name="connsiteY11" fmla="*/ 639383 h 788797"/>
                  <a:gd name="connsiteX12" fmla="*/ 900298 w 1689209"/>
                  <a:gd name="connsiteY12" fmla="*/ 610508 h 788797"/>
                  <a:gd name="connsiteX13" fmla="*/ 1312802 w 1689209"/>
                  <a:gd name="connsiteY13" fmla="*/ 607412 h 788797"/>
                  <a:gd name="connsiteX14" fmla="*/ 1323120 w 1689209"/>
                  <a:gd name="connsiteY14" fmla="*/ 635259 h 788797"/>
                  <a:gd name="connsiteX15" fmla="*/ 1314860 w 1689209"/>
                  <a:gd name="connsiteY15" fmla="*/ 708481 h 788797"/>
                  <a:gd name="connsiteX16" fmla="*/ 1300427 w 1689209"/>
                  <a:gd name="connsiteY16" fmla="*/ 638344 h 788797"/>
                  <a:gd name="connsiteX17" fmla="*/ 1312802 w 1689209"/>
                  <a:gd name="connsiteY17" fmla="*/ 607412 h 788797"/>
                  <a:gd name="connsiteX18" fmla="*/ 818826 w 1689209"/>
                  <a:gd name="connsiteY18" fmla="*/ 607412 h 788797"/>
                  <a:gd name="connsiteX19" fmla="*/ 829144 w 1689209"/>
                  <a:gd name="connsiteY19" fmla="*/ 635259 h 788797"/>
                  <a:gd name="connsiteX20" fmla="*/ 819866 w 1689209"/>
                  <a:gd name="connsiteY20" fmla="*/ 709510 h 788797"/>
                  <a:gd name="connsiteX21" fmla="*/ 805422 w 1689209"/>
                  <a:gd name="connsiteY21" fmla="*/ 638344 h 788797"/>
                  <a:gd name="connsiteX22" fmla="*/ 818826 w 1689209"/>
                  <a:gd name="connsiteY22" fmla="*/ 607412 h 788797"/>
                  <a:gd name="connsiteX23" fmla="*/ 320211 w 1689209"/>
                  <a:gd name="connsiteY23" fmla="*/ 606386 h 788797"/>
                  <a:gd name="connsiteX24" fmla="*/ 327946 w 1689209"/>
                  <a:gd name="connsiteY24" fmla="*/ 609480 h 788797"/>
                  <a:gd name="connsiteX25" fmla="*/ 327946 w 1689209"/>
                  <a:gd name="connsiteY25" fmla="*/ 705385 h 788797"/>
                  <a:gd name="connsiteX26" fmla="*/ 310418 w 1689209"/>
                  <a:gd name="connsiteY26" fmla="*/ 705385 h 788797"/>
                  <a:gd name="connsiteX27" fmla="*/ 310418 w 1689209"/>
                  <a:gd name="connsiteY27" fmla="*/ 608452 h 788797"/>
                  <a:gd name="connsiteX28" fmla="*/ 312475 w 1689209"/>
                  <a:gd name="connsiteY28" fmla="*/ 609480 h 788797"/>
                  <a:gd name="connsiteX29" fmla="*/ 320211 w 1689209"/>
                  <a:gd name="connsiteY29" fmla="*/ 606386 h 788797"/>
                  <a:gd name="connsiteX30" fmla="*/ 397044 w 1689209"/>
                  <a:gd name="connsiteY30" fmla="*/ 601229 h 788797"/>
                  <a:gd name="connsiteX31" fmla="*/ 405294 w 1689209"/>
                  <a:gd name="connsiteY31" fmla="*/ 635258 h 788797"/>
                  <a:gd name="connsiteX32" fmla="*/ 397044 w 1689209"/>
                  <a:gd name="connsiteY32" fmla="*/ 704356 h 788797"/>
                  <a:gd name="connsiteX33" fmla="*/ 387765 w 1689209"/>
                  <a:gd name="connsiteY33" fmla="*/ 635258 h 788797"/>
                  <a:gd name="connsiteX34" fmla="*/ 397044 w 1689209"/>
                  <a:gd name="connsiteY34" fmla="*/ 601229 h 788797"/>
                  <a:gd name="connsiteX35" fmla="*/ 362834 w 1689209"/>
                  <a:gd name="connsiteY35" fmla="*/ 586035 h 788797"/>
                  <a:gd name="connsiteX36" fmla="*/ 369196 w 1689209"/>
                  <a:gd name="connsiteY36" fmla="*/ 591951 h 788797"/>
                  <a:gd name="connsiteX37" fmla="*/ 369196 w 1689209"/>
                  <a:gd name="connsiteY37" fmla="*/ 711577 h 788797"/>
                  <a:gd name="connsiteX38" fmla="*/ 348571 w 1689209"/>
                  <a:gd name="connsiteY38" fmla="*/ 711577 h 788797"/>
                  <a:gd name="connsiteX39" fmla="*/ 348571 w 1689209"/>
                  <a:gd name="connsiteY39" fmla="*/ 595036 h 788797"/>
                  <a:gd name="connsiteX40" fmla="*/ 348571 w 1689209"/>
                  <a:gd name="connsiteY40" fmla="*/ 591951 h 788797"/>
                  <a:gd name="connsiteX41" fmla="*/ 354158 w 1689209"/>
                  <a:gd name="connsiteY41" fmla="*/ 586364 h 788797"/>
                  <a:gd name="connsiteX42" fmla="*/ 362834 w 1689209"/>
                  <a:gd name="connsiteY42" fmla="*/ 586035 h 788797"/>
                  <a:gd name="connsiteX43" fmla="*/ 1360234 w 1689209"/>
                  <a:gd name="connsiteY43" fmla="*/ 585758 h 788797"/>
                  <a:gd name="connsiteX44" fmla="*/ 1371581 w 1689209"/>
                  <a:gd name="connsiteY44" fmla="*/ 630105 h 788797"/>
                  <a:gd name="connsiteX45" fmla="*/ 1359206 w 1689209"/>
                  <a:gd name="connsiteY45" fmla="*/ 715692 h 788797"/>
                  <a:gd name="connsiteX46" fmla="*/ 1346831 w 1689209"/>
                  <a:gd name="connsiteY46" fmla="*/ 629066 h 788797"/>
                  <a:gd name="connsiteX47" fmla="*/ 1360234 w 1689209"/>
                  <a:gd name="connsiteY47" fmla="*/ 585758 h 788797"/>
                  <a:gd name="connsiteX48" fmla="*/ 863173 w 1689209"/>
                  <a:gd name="connsiteY48" fmla="*/ 585758 h 788797"/>
                  <a:gd name="connsiteX49" fmla="*/ 873481 w 1689209"/>
                  <a:gd name="connsiteY49" fmla="*/ 630105 h 788797"/>
                  <a:gd name="connsiteX50" fmla="*/ 861105 w 1689209"/>
                  <a:gd name="connsiteY50" fmla="*/ 715692 h 788797"/>
                  <a:gd name="connsiteX51" fmla="*/ 848730 w 1689209"/>
                  <a:gd name="connsiteY51" fmla="*/ 629066 h 788797"/>
                  <a:gd name="connsiteX52" fmla="*/ 863173 w 1689209"/>
                  <a:gd name="connsiteY52" fmla="*/ 585758 h 788797"/>
                  <a:gd name="connsiteX53" fmla="*/ 651698 w 1689209"/>
                  <a:gd name="connsiteY53" fmla="*/ 575844 h 788797"/>
                  <a:gd name="connsiteX54" fmla="*/ 788738 w 1689209"/>
                  <a:gd name="connsiteY54" fmla="*/ 678111 h 788797"/>
                  <a:gd name="connsiteX55" fmla="*/ 797172 w 1689209"/>
                  <a:gd name="connsiteY55" fmla="*/ 744567 h 788797"/>
                  <a:gd name="connsiteX56" fmla="*/ 914731 w 1689209"/>
                  <a:gd name="connsiteY56" fmla="*/ 744567 h 788797"/>
                  <a:gd name="connsiteX57" fmla="*/ 959078 w 1689209"/>
                  <a:gd name="connsiteY57" fmla="*/ 641440 h 788797"/>
                  <a:gd name="connsiteX58" fmla="*/ 1084886 w 1689209"/>
                  <a:gd name="connsiteY58" fmla="*/ 590911 h 788797"/>
                  <a:gd name="connsiteX59" fmla="*/ 1260206 w 1689209"/>
                  <a:gd name="connsiteY59" fmla="*/ 637315 h 788797"/>
                  <a:gd name="connsiteX60" fmla="*/ 1294234 w 1689209"/>
                  <a:gd name="connsiteY60" fmla="*/ 750760 h 788797"/>
                  <a:gd name="connsiteX61" fmla="*/ 1412832 w 1689209"/>
                  <a:gd name="connsiteY61" fmla="*/ 750760 h 788797"/>
                  <a:gd name="connsiteX62" fmla="*/ 1480890 w 1689209"/>
                  <a:gd name="connsiteY62" fmla="*/ 614633 h 788797"/>
                  <a:gd name="connsiteX63" fmla="*/ 1603612 w 1689209"/>
                  <a:gd name="connsiteY63" fmla="*/ 586786 h 788797"/>
                  <a:gd name="connsiteX64" fmla="*/ 1603612 w 1689209"/>
                  <a:gd name="connsiteY64" fmla="*/ 630105 h 788797"/>
                  <a:gd name="connsiteX65" fmla="*/ 1481929 w 1689209"/>
                  <a:gd name="connsiteY65" fmla="*/ 647633 h 788797"/>
                  <a:gd name="connsiteX66" fmla="*/ 1431400 w 1689209"/>
                  <a:gd name="connsiteY66" fmla="*/ 750760 h 788797"/>
                  <a:gd name="connsiteX67" fmla="*/ 1426236 w 1689209"/>
                  <a:gd name="connsiteY67" fmla="*/ 766231 h 788797"/>
                  <a:gd name="connsiteX68" fmla="*/ 1362303 w 1689209"/>
                  <a:gd name="connsiteY68" fmla="*/ 778607 h 788797"/>
                  <a:gd name="connsiteX69" fmla="*/ 1363633 w 1689209"/>
                  <a:gd name="connsiteY69" fmla="*/ 776539 h 788797"/>
                  <a:gd name="connsiteX70" fmla="*/ 1363672 w 1689209"/>
                  <a:gd name="connsiteY70" fmla="*/ 776479 h 788797"/>
                  <a:gd name="connsiteX71" fmla="*/ 1394264 w 1689209"/>
                  <a:gd name="connsiteY71" fmla="*/ 763135 h 788797"/>
                  <a:gd name="connsiteX72" fmla="*/ 1331360 w 1689209"/>
                  <a:gd name="connsiteY72" fmla="*/ 776539 h 788797"/>
                  <a:gd name="connsiteX73" fmla="*/ 1309706 w 1689209"/>
                  <a:gd name="connsiteY73" fmla="*/ 776539 h 788797"/>
                  <a:gd name="connsiteX74" fmla="*/ 1327235 w 1689209"/>
                  <a:gd name="connsiteY74" fmla="*/ 771385 h 788797"/>
                  <a:gd name="connsiteX75" fmla="*/ 1224109 w 1689209"/>
                  <a:gd name="connsiteY75" fmla="*/ 771385 h 788797"/>
                  <a:gd name="connsiteX76" fmla="*/ 1166358 w 1689209"/>
                  <a:gd name="connsiteY76" fmla="*/ 638355 h 788797"/>
                  <a:gd name="connsiteX77" fmla="*/ 1015800 w 1689209"/>
                  <a:gd name="connsiteY77" fmla="*/ 631133 h 788797"/>
                  <a:gd name="connsiteX78" fmla="*/ 940520 w 1689209"/>
                  <a:gd name="connsiteY78" fmla="*/ 746635 h 788797"/>
                  <a:gd name="connsiteX79" fmla="*/ 933299 w 1689209"/>
                  <a:gd name="connsiteY79" fmla="*/ 764164 h 788797"/>
                  <a:gd name="connsiteX80" fmla="*/ 931231 w 1689209"/>
                  <a:gd name="connsiteY80" fmla="*/ 741481 h 788797"/>
                  <a:gd name="connsiteX81" fmla="*/ 931231 w 1689209"/>
                  <a:gd name="connsiteY81" fmla="*/ 786857 h 788797"/>
                  <a:gd name="connsiteX82" fmla="*/ 877605 w 1689209"/>
                  <a:gd name="connsiteY82" fmla="*/ 786857 h 788797"/>
                  <a:gd name="connsiteX83" fmla="*/ 900298 w 1689209"/>
                  <a:gd name="connsiteY83" fmla="*/ 778607 h 788797"/>
                  <a:gd name="connsiteX84" fmla="*/ 889082 w 1689209"/>
                  <a:gd name="connsiteY84" fmla="*/ 775513 h 788797"/>
                  <a:gd name="connsiteX85" fmla="*/ 884371 w 1689209"/>
                  <a:gd name="connsiteY85" fmla="*/ 777495 h 788797"/>
                  <a:gd name="connsiteX86" fmla="*/ 889980 w 1689209"/>
                  <a:gd name="connsiteY86" fmla="*/ 770357 h 788797"/>
                  <a:gd name="connsiteX87" fmla="*/ 860077 w 1689209"/>
                  <a:gd name="connsiteY87" fmla="*/ 770357 h 788797"/>
                  <a:gd name="connsiteX88" fmla="*/ 871423 w 1689209"/>
                  <a:gd name="connsiteY88" fmla="*/ 763135 h 788797"/>
                  <a:gd name="connsiteX89" fmla="*/ 820894 w 1689209"/>
                  <a:gd name="connsiteY89" fmla="*/ 763135 h 788797"/>
                  <a:gd name="connsiteX90" fmla="*/ 831201 w 1689209"/>
                  <a:gd name="connsiteY90" fmla="*/ 754885 h 788797"/>
                  <a:gd name="connsiteX91" fmla="*/ 728075 w 1689209"/>
                  <a:gd name="connsiteY91" fmla="*/ 754885 h 788797"/>
                  <a:gd name="connsiteX92" fmla="*/ 670325 w 1689209"/>
                  <a:gd name="connsiteY92" fmla="*/ 621854 h 788797"/>
                  <a:gd name="connsiteX93" fmla="*/ 519755 w 1689209"/>
                  <a:gd name="connsiteY93" fmla="*/ 614633 h 788797"/>
                  <a:gd name="connsiteX94" fmla="*/ 444476 w 1689209"/>
                  <a:gd name="connsiteY94" fmla="*/ 730134 h 788797"/>
                  <a:gd name="connsiteX95" fmla="*/ 431072 w 1689209"/>
                  <a:gd name="connsiteY95" fmla="*/ 730134 h 788797"/>
                  <a:gd name="connsiteX96" fmla="*/ 465101 w 1689209"/>
                  <a:gd name="connsiteY96" fmla="*/ 635258 h 788797"/>
                  <a:gd name="connsiteX97" fmla="*/ 590920 w 1689209"/>
                  <a:gd name="connsiteY97" fmla="*/ 584729 h 788797"/>
                  <a:gd name="connsiteX98" fmla="*/ 651698 w 1689209"/>
                  <a:gd name="connsiteY98" fmla="*/ 575844 h 788797"/>
                  <a:gd name="connsiteX99" fmla="*/ 70137 w 1689209"/>
                  <a:gd name="connsiteY99" fmla="*/ 573383 h 788797"/>
                  <a:gd name="connsiteX100" fmla="*/ 199042 w 1689209"/>
                  <a:gd name="connsiteY100" fmla="*/ 596065 h 788797"/>
                  <a:gd name="connsiteX101" fmla="*/ 281543 w 1689209"/>
                  <a:gd name="connsiteY101" fmla="*/ 723942 h 788797"/>
                  <a:gd name="connsiteX102" fmla="*/ 310418 w 1689209"/>
                  <a:gd name="connsiteY102" fmla="*/ 723942 h 788797"/>
                  <a:gd name="connsiteX103" fmla="*/ 321765 w 1689209"/>
                  <a:gd name="connsiteY103" fmla="*/ 738374 h 788797"/>
                  <a:gd name="connsiteX104" fmla="*/ 424891 w 1689209"/>
                  <a:gd name="connsiteY104" fmla="*/ 738374 h 788797"/>
                  <a:gd name="connsiteX105" fmla="*/ 424891 w 1689209"/>
                  <a:gd name="connsiteY105" fmla="*/ 776539 h 788797"/>
                  <a:gd name="connsiteX106" fmla="*/ 330015 w 1689209"/>
                  <a:gd name="connsiteY106" fmla="*/ 776539 h 788797"/>
                  <a:gd name="connsiteX107" fmla="*/ 383630 w 1689209"/>
                  <a:gd name="connsiteY107" fmla="*/ 770346 h 788797"/>
                  <a:gd name="connsiteX108" fmla="*/ 325890 w 1689209"/>
                  <a:gd name="connsiteY108" fmla="*/ 770346 h 788797"/>
                  <a:gd name="connsiteX109" fmla="*/ 344447 w 1689209"/>
                  <a:gd name="connsiteY109" fmla="*/ 764164 h 788797"/>
                  <a:gd name="connsiteX110" fmla="*/ 286697 w 1689209"/>
                  <a:gd name="connsiteY110" fmla="*/ 764164 h 788797"/>
                  <a:gd name="connsiteX111" fmla="*/ 286697 w 1689209"/>
                  <a:gd name="connsiteY111" fmla="*/ 740442 h 788797"/>
                  <a:gd name="connsiteX112" fmla="*/ 218639 w 1689209"/>
                  <a:gd name="connsiteY112" fmla="*/ 740442 h 788797"/>
                  <a:gd name="connsiteX113" fmla="*/ 165013 w 1689209"/>
                  <a:gd name="connsiteY113" fmla="*/ 619787 h 788797"/>
                  <a:gd name="connsiteX114" fmla="*/ 82512 w 1689209"/>
                  <a:gd name="connsiteY114" fmla="*/ 589883 h 788797"/>
                  <a:gd name="connsiteX115" fmla="*/ 68069 w 1689209"/>
                  <a:gd name="connsiteY115" fmla="*/ 576469 h 788797"/>
                  <a:gd name="connsiteX116" fmla="*/ 833341 w 1689209"/>
                  <a:gd name="connsiteY116" fmla="*/ 5257 h 788797"/>
                  <a:gd name="connsiteX117" fmla="*/ 854912 w 1689209"/>
                  <a:gd name="connsiteY117" fmla="*/ 31973 h 788797"/>
                  <a:gd name="connsiteX118" fmla="*/ 878634 w 1689209"/>
                  <a:gd name="connsiteY118" fmla="*/ 54666 h 788797"/>
                  <a:gd name="connsiteX119" fmla="*/ 872452 w 1689209"/>
                  <a:gd name="connsiteY119" fmla="*/ 61877 h 788797"/>
                  <a:gd name="connsiteX120" fmla="*/ 872441 w 1689209"/>
                  <a:gd name="connsiteY120" fmla="*/ 243379 h 788797"/>
                  <a:gd name="connsiteX121" fmla="*/ 964231 w 1689209"/>
                  <a:gd name="connsiteY121" fmla="*/ 258850 h 788797"/>
                  <a:gd name="connsiteX122" fmla="*/ 1035385 w 1689209"/>
                  <a:gd name="connsiteY122" fmla="*/ 302169 h 788797"/>
                  <a:gd name="connsiteX123" fmla="*/ 1103454 w 1689209"/>
                  <a:gd name="connsiteY123" fmla="*/ 321755 h 788797"/>
                  <a:gd name="connsiteX124" fmla="*/ 1138511 w 1689209"/>
                  <a:gd name="connsiteY124" fmla="*/ 355784 h 788797"/>
                  <a:gd name="connsiteX125" fmla="*/ 1177704 w 1689209"/>
                  <a:gd name="connsiteY125" fmla="*/ 355784 h 788797"/>
                  <a:gd name="connsiteX126" fmla="*/ 1233387 w 1689209"/>
                  <a:gd name="connsiteY126" fmla="*/ 397034 h 788797"/>
                  <a:gd name="connsiteX127" fmla="*/ 1275677 w 1689209"/>
                  <a:gd name="connsiteY127" fmla="*/ 423852 h 788797"/>
                  <a:gd name="connsiteX128" fmla="*/ 1296291 w 1689209"/>
                  <a:gd name="connsiteY128" fmla="*/ 449631 h 788797"/>
                  <a:gd name="connsiteX129" fmla="*/ 1335484 w 1689209"/>
                  <a:gd name="connsiteY129" fmla="*/ 466132 h 788797"/>
                  <a:gd name="connsiteX130" fmla="*/ 1380860 w 1689209"/>
                  <a:gd name="connsiteY130" fmla="*/ 471285 h 788797"/>
                  <a:gd name="connsiteX131" fmla="*/ 1438610 w 1689209"/>
                  <a:gd name="connsiteY131" fmla="*/ 495007 h 788797"/>
                  <a:gd name="connsiteX132" fmla="*/ 1524208 w 1689209"/>
                  <a:gd name="connsiteY132" fmla="*/ 542450 h 788797"/>
                  <a:gd name="connsiteX133" fmla="*/ 1689209 w 1689209"/>
                  <a:gd name="connsiteY133" fmla="*/ 569258 h 788797"/>
                  <a:gd name="connsiteX134" fmla="*/ 0 w 1689209"/>
                  <a:gd name="connsiteY134" fmla="*/ 569258 h 788797"/>
                  <a:gd name="connsiteX135" fmla="*/ 206252 w 1689209"/>
                  <a:gd name="connsiteY135" fmla="*/ 545536 h 788797"/>
                  <a:gd name="connsiteX136" fmla="*/ 294946 w 1689209"/>
                  <a:gd name="connsiteY136" fmla="*/ 498103 h 788797"/>
                  <a:gd name="connsiteX137" fmla="*/ 342379 w 1689209"/>
                  <a:gd name="connsiteY137" fmla="*/ 452728 h 788797"/>
                  <a:gd name="connsiteX138" fmla="*/ 389822 w 1689209"/>
                  <a:gd name="connsiteY138" fmla="*/ 429006 h 788797"/>
                  <a:gd name="connsiteX139" fmla="*/ 432101 w 1689209"/>
                  <a:gd name="connsiteY139" fmla="*/ 405295 h 788797"/>
                  <a:gd name="connsiteX140" fmla="*/ 469226 w 1689209"/>
                  <a:gd name="connsiteY140" fmla="*/ 357852 h 788797"/>
                  <a:gd name="connsiteX141" fmla="*/ 523880 w 1689209"/>
                  <a:gd name="connsiteY141" fmla="*/ 337226 h 788797"/>
                  <a:gd name="connsiteX142" fmla="*/ 577506 w 1689209"/>
                  <a:gd name="connsiteY142" fmla="*/ 300101 h 788797"/>
                  <a:gd name="connsiteX143" fmla="*/ 645574 w 1689209"/>
                  <a:gd name="connsiteY143" fmla="*/ 281533 h 788797"/>
                  <a:gd name="connsiteX144" fmla="*/ 706411 w 1689209"/>
                  <a:gd name="connsiteY144" fmla="*/ 244407 h 788797"/>
                  <a:gd name="connsiteX145" fmla="*/ 802326 w 1689209"/>
                  <a:gd name="connsiteY145" fmla="*/ 239254 h 788797"/>
                  <a:gd name="connsiteX146" fmla="*/ 802326 w 1689209"/>
                  <a:gd name="connsiteY146" fmla="*/ 59819 h 788797"/>
                  <a:gd name="connsiteX147" fmla="*/ 794076 w 1689209"/>
                  <a:gd name="connsiteY147" fmla="*/ 51569 h 788797"/>
                  <a:gd name="connsiteX148" fmla="*/ 816758 w 1689209"/>
                  <a:gd name="connsiteY148" fmla="*/ 26819 h 788797"/>
                  <a:gd name="connsiteX149" fmla="*/ 837383 w 1689209"/>
                  <a:gd name="connsiteY149" fmla="*/ 0 h 788797"/>
                  <a:gd name="connsiteX150" fmla="*/ 833341 w 1689209"/>
                  <a:gd name="connsiteY150" fmla="*/ 5257 h 788797"/>
                  <a:gd name="connsiteX151" fmla="*/ 833258 w 1689209"/>
                  <a:gd name="connsiteY151" fmla="*/ 5154 h 78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1689209" h="788797">
                    <a:moveTo>
                      <a:pt x="884371" y="777495"/>
                    </a:moveTo>
                    <a:lnTo>
                      <a:pt x="884308" y="777576"/>
                    </a:lnTo>
                    <a:cubicBezTo>
                      <a:pt x="881987" y="778607"/>
                      <a:pt x="880182" y="778607"/>
                      <a:pt x="881730" y="778607"/>
                    </a:cubicBezTo>
                    <a:close/>
                    <a:moveTo>
                      <a:pt x="1398399" y="610508"/>
                    </a:moveTo>
                    <a:cubicBezTo>
                      <a:pt x="1409735" y="610508"/>
                      <a:pt x="1411803" y="620826"/>
                      <a:pt x="1409735" y="635258"/>
                    </a:cubicBezTo>
                    <a:cubicBezTo>
                      <a:pt x="1407678" y="649701"/>
                      <a:pt x="1405610" y="709509"/>
                      <a:pt x="1398399" y="709509"/>
                    </a:cubicBezTo>
                    <a:cubicBezTo>
                      <a:pt x="1391177" y="709509"/>
                      <a:pt x="1391177" y="661037"/>
                      <a:pt x="1391177" y="639383"/>
                    </a:cubicBezTo>
                    <a:cubicBezTo>
                      <a:pt x="1391177" y="617729"/>
                      <a:pt x="1391177" y="610508"/>
                      <a:pt x="1398399" y="610508"/>
                    </a:cubicBezTo>
                    <a:close/>
                    <a:moveTo>
                      <a:pt x="900298" y="610508"/>
                    </a:moveTo>
                    <a:cubicBezTo>
                      <a:pt x="912673" y="610508"/>
                      <a:pt x="914731" y="620826"/>
                      <a:pt x="912673" y="635258"/>
                    </a:cubicBezTo>
                    <a:cubicBezTo>
                      <a:pt x="910605" y="649701"/>
                      <a:pt x="907520" y="709509"/>
                      <a:pt x="900298" y="709509"/>
                    </a:cubicBezTo>
                    <a:cubicBezTo>
                      <a:pt x="893076" y="709509"/>
                      <a:pt x="893076" y="661037"/>
                      <a:pt x="893076" y="639383"/>
                    </a:cubicBezTo>
                    <a:cubicBezTo>
                      <a:pt x="893076" y="617729"/>
                      <a:pt x="893076" y="610508"/>
                      <a:pt x="900298" y="610508"/>
                    </a:cubicBezTo>
                    <a:close/>
                    <a:moveTo>
                      <a:pt x="1312802" y="607412"/>
                    </a:moveTo>
                    <a:cubicBezTo>
                      <a:pt x="1323120" y="607412"/>
                      <a:pt x="1323120" y="621855"/>
                      <a:pt x="1323120" y="635259"/>
                    </a:cubicBezTo>
                    <a:cubicBezTo>
                      <a:pt x="1323120" y="648662"/>
                      <a:pt x="1329303" y="708481"/>
                      <a:pt x="1314860" y="708481"/>
                    </a:cubicBezTo>
                    <a:cubicBezTo>
                      <a:pt x="1300427" y="708481"/>
                      <a:pt x="1300427" y="660009"/>
                      <a:pt x="1300427" y="638344"/>
                    </a:cubicBezTo>
                    <a:cubicBezTo>
                      <a:pt x="1300427" y="616690"/>
                      <a:pt x="1300427" y="607412"/>
                      <a:pt x="1312802" y="607412"/>
                    </a:cubicBezTo>
                    <a:close/>
                    <a:moveTo>
                      <a:pt x="818826" y="607412"/>
                    </a:moveTo>
                    <a:cubicBezTo>
                      <a:pt x="829144" y="607412"/>
                      <a:pt x="829144" y="621855"/>
                      <a:pt x="829144" y="635259"/>
                    </a:cubicBezTo>
                    <a:cubicBezTo>
                      <a:pt x="829144" y="648662"/>
                      <a:pt x="828116" y="709510"/>
                      <a:pt x="819866" y="709510"/>
                    </a:cubicBezTo>
                    <a:cubicBezTo>
                      <a:pt x="811615" y="709510"/>
                      <a:pt x="805422" y="660009"/>
                      <a:pt x="805422" y="638344"/>
                    </a:cubicBezTo>
                    <a:cubicBezTo>
                      <a:pt x="805422" y="616690"/>
                      <a:pt x="805422" y="607412"/>
                      <a:pt x="818826" y="607412"/>
                    </a:cubicBezTo>
                    <a:close/>
                    <a:moveTo>
                      <a:pt x="320211" y="606386"/>
                    </a:moveTo>
                    <a:cubicBezTo>
                      <a:pt x="324078" y="605355"/>
                      <a:pt x="327946" y="605355"/>
                      <a:pt x="327946" y="609480"/>
                    </a:cubicBezTo>
                    <a:cubicBezTo>
                      <a:pt x="330003" y="641409"/>
                      <a:pt x="330003" y="673445"/>
                      <a:pt x="327946" y="705385"/>
                    </a:cubicBezTo>
                    <a:cubicBezTo>
                      <a:pt x="327946" y="712606"/>
                      <a:pt x="310418" y="715692"/>
                      <a:pt x="310418" y="705385"/>
                    </a:cubicBezTo>
                    <a:cubicBezTo>
                      <a:pt x="308339" y="673110"/>
                      <a:pt x="308339" y="640726"/>
                      <a:pt x="310418" y="608452"/>
                    </a:cubicBezTo>
                    <a:lnTo>
                      <a:pt x="312475" y="609480"/>
                    </a:lnTo>
                    <a:cubicBezTo>
                      <a:pt x="312475" y="609480"/>
                      <a:pt x="316343" y="607418"/>
                      <a:pt x="320211" y="606386"/>
                    </a:cubicBezTo>
                    <a:close/>
                    <a:moveTo>
                      <a:pt x="397044" y="601229"/>
                    </a:moveTo>
                    <a:cubicBezTo>
                      <a:pt x="405294" y="600190"/>
                      <a:pt x="405294" y="627008"/>
                      <a:pt x="405294" y="635258"/>
                    </a:cubicBezTo>
                    <a:cubicBezTo>
                      <a:pt x="405294" y="643508"/>
                      <a:pt x="406322" y="704356"/>
                      <a:pt x="397044" y="704356"/>
                    </a:cubicBezTo>
                    <a:cubicBezTo>
                      <a:pt x="387765" y="704356"/>
                      <a:pt x="387765" y="651758"/>
                      <a:pt x="387765" y="635258"/>
                    </a:cubicBezTo>
                    <a:cubicBezTo>
                      <a:pt x="387765" y="618758"/>
                      <a:pt x="386725" y="601229"/>
                      <a:pt x="397044" y="601229"/>
                    </a:cubicBezTo>
                    <a:close/>
                    <a:moveTo>
                      <a:pt x="362834" y="586035"/>
                    </a:moveTo>
                    <a:cubicBezTo>
                      <a:pt x="365556" y="587046"/>
                      <a:pt x="367892" y="589098"/>
                      <a:pt x="369196" y="591951"/>
                    </a:cubicBezTo>
                    <a:cubicBezTo>
                      <a:pt x="371275" y="631794"/>
                      <a:pt x="371275" y="671723"/>
                      <a:pt x="369196" y="711577"/>
                    </a:cubicBezTo>
                    <a:cubicBezTo>
                      <a:pt x="369196" y="717759"/>
                      <a:pt x="348571" y="716730"/>
                      <a:pt x="348571" y="711577"/>
                    </a:cubicBezTo>
                    <a:cubicBezTo>
                      <a:pt x="344901" y="672817"/>
                      <a:pt x="344901" y="633797"/>
                      <a:pt x="348571" y="595036"/>
                    </a:cubicBezTo>
                    <a:lnTo>
                      <a:pt x="348571" y="591951"/>
                    </a:lnTo>
                    <a:cubicBezTo>
                      <a:pt x="349708" y="589471"/>
                      <a:pt x="351690" y="587490"/>
                      <a:pt x="354158" y="586364"/>
                    </a:cubicBezTo>
                    <a:cubicBezTo>
                      <a:pt x="357006" y="585054"/>
                      <a:pt x="360113" y="585024"/>
                      <a:pt x="362834" y="586035"/>
                    </a:cubicBezTo>
                    <a:close/>
                    <a:moveTo>
                      <a:pt x="1360234" y="585758"/>
                    </a:moveTo>
                    <a:cubicBezTo>
                      <a:pt x="1371581" y="585758"/>
                      <a:pt x="1371581" y="607412"/>
                      <a:pt x="1371581" y="630105"/>
                    </a:cubicBezTo>
                    <a:cubicBezTo>
                      <a:pt x="1371581" y="652787"/>
                      <a:pt x="1371581" y="715692"/>
                      <a:pt x="1359206" y="715692"/>
                    </a:cubicBezTo>
                    <a:cubicBezTo>
                      <a:pt x="1346831" y="715692"/>
                      <a:pt x="1346831" y="649691"/>
                      <a:pt x="1346831" y="629066"/>
                    </a:cubicBezTo>
                    <a:cubicBezTo>
                      <a:pt x="1346831" y="608451"/>
                      <a:pt x="1342706" y="585758"/>
                      <a:pt x="1360234" y="585758"/>
                    </a:cubicBezTo>
                    <a:close/>
                    <a:moveTo>
                      <a:pt x="863173" y="585758"/>
                    </a:moveTo>
                    <a:cubicBezTo>
                      <a:pt x="878645" y="585758"/>
                      <a:pt x="873481" y="607412"/>
                      <a:pt x="873481" y="630105"/>
                    </a:cubicBezTo>
                    <a:cubicBezTo>
                      <a:pt x="873481" y="652787"/>
                      <a:pt x="873481" y="715692"/>
                      <a:pt x="861105" y="715692"/>
                    </a:cubicBezTo>
                    <a:cubicBezTo>
                      <a:pt x="848730" y="715692"/>
                      <a:pt x="848730" y="649691"/>
                      <a:pt x="848730" y="629066"/>
                    </a:cubicBezTo>
                    <a:cubicBezTo>
                      <a:pt x="848730" y="608451"/>
                      <a:pt x="845644" y="585758"/>
                      <a:pt x="863173" y="585758"/>
                    </a:cubicBezTo>
                    <a:close/>
                    <a:moveTo>
                      <a:pt x="651698" y="575844"/>
                    </a:moveTo>
                    <a:cubicBezTo>
                      <a:pt x="711885" y="579205"/>
                      <a:pt x="767114" y="617803"/>
                      <a:pt x="788738" y="678111"/>
                    </a:cubicBezTo>
                    <a:cubicBezTo>
                      <a:pt x="796371" y="699386"/>
                      <a:pt x="799251" y="722068"/>
                      <a:pt x="797172" y="744567"/>
                    </a:cubicBezTo>
                    <a:lnTo>
                      <a:pt x="914731" y="744567"/>
                    </a:lnTo>
                    <a:cubicBezTo>
                      <a:pt x="924215" y="708156"/>
                      <a:pt x="939167" y="673380"/>
                      <a:pt x="959078" y="641440"/>
                    </a:cubicBezTo>
                    <a:cubicBezTo>
                      <a:pt x="992273" y="608007"/>
                      <a:pt x="1037789" y="589720"/>
                      <a:pt x="1084886" y="590911"/>
                    </a:cubicBezTo>
                    <a:cubicBezTo>
                      <a:pt x="1147216" y="581708"/>
                      <a:pt x="1210597" y="598490"/>
                      <a:pt x="1260206" y="637315"/>
                    </a:cubicBezTo>
                    <a:cubicBezTo>
                      <a:pt x="1281773" y="671279"/>
                      <a:pt x="1293552" y="710538"/>
                      <a:pt x="1294234" y="750760"/>
                    </a:cubicBezTo>
                    <a:lnTo>
                      <a:pt x="1412832" y="750760"/>
                    </a:lnTo>
                    <a:cubicBezTo>
                      <a:pt x="1424189" y="700555"/>
                      <a:pt x="1447543" y="653848"/>
                      <a:pt x="1480890" y="614633"/>
                    </a:cubicBezTo>
                    <a:cubicBezTo>
                      <a:pt x="1517907" y="592795"/>
                      <a:pt x="1560803" y="583062"/>
                      <a:pt x="1603612" y="586786"/>
                    </a:cubicBezTo>
                    <a:lnTo>
                      <a:pt x="1603612" y="630105"/>
                    </a:lnTo>
                    <a:cubicBezTo>
                      <a:pt x="1562221" y="625665"/>
                      <a:pt x="1520386" y="631685"/>
                      <a:pt x="1481929" y="647633"/>
                    </a:cubicBezTo>
                    <a:cubicBezTo>
                      <a:pt x="1455208" y="676227"/>
                      <a:pt x="1437626" y="712129"/>
                      <a:pt x="1431400" y="750760"/>
                    </a:cubicBezTo>
                    <a:cubicBezTo>
                      <a:pt x="1431389" y="763135"/>
                      <a:pt x="1438611" y="760038"/>
                      <a:pt x="1426236" y="766231"/>
                    </a:cubicBezTo>
                    <a:cubicBezTo>
                      <a:pt x="1405632" y="773421"/>
                      <a:pt x="1384097" y="777589"/>
                      <a:pt x="1362303" y="778607"/>
                    </a:cubicBezTo>
                    <a:lnTo>
                      <a:pt x="1363633" y="776539"/>
                    </a:lnTo>
                    <a:lnTo>
                      <a:pt x="1363672" y="776479"/>
                    </a:lnTo>
                    <a:cubicBezTo>
                      <a:pt x="1371259" y="772609"/>
                      <a:pt x="1393492" y="764678"/>
                      <a:pt x="1394264" y="763135"/>
                    </a:cubicBezTo>
                    <a:cubicBezTo>
                      <a:pt x="1395303" y="761067"/>
                      <a:pt x="1338581" y="776539"/>
                      <a:pt x="1331360" y="776539"/>
                    </a:cubicBezTo>
                    <a:lnTo>
                      <a:pt x="1309706" y="776539"/>
                    </a:lnTo>
                    <a:lnTo>
                      <a:pt x="1327235" y="771385"/>
                    </a:lnTo>
                    <a:lnTo>
                      <a:pt x="1224109" y="771385"/>
                    </a:lnTo>
                    <a:cubicBezTo>
                      <a:pt x="1224109" y="771385"/>
                      <a:pt x="1229262" y="662066"/>
                      <a:pt x="1166358" y="638355"/>
                    </a:cubicBezTo>
                    <a:cubicBezTo>
                      <a:pt x="1118536" y="618520"/>
                      <a:pt x="1065300" y="615965"/>
                      <a:pt x="1015800" y="631133"/>
                    </a:cubicBezTo>
                    <a:cubicBezTo>
                      <a:pt x="962174" y="649690"/>
                      <a:pt x="948760" y="741481"/>
                      <a:pt x="940520" y="746635"/>
                    </a:cubicBezTo>
                    <a:cubicBezTo>
                      <a:pt x="937500" y="752211"/>
                      <a:pt x="935074" y="758079"/>
                      <a:pt x="933299" y="764164"/>
                    </a:cubicBezTo>
                    <a:lnTo>
                      <a:pt x="931231" y="741481"/>
                    </a:lnTo>
                    <a:cubicBezTo>
                      <a:pt x="926813" y="756282"/>
                      <a:pt x="926813" y="772046"/>
                      <a:pt x="931231" y="786857"/>
                    </a:cubicBezTo>
                    <a:cubicBezTo>
                      <a:pt x="913453" y="789444"/>
                      <a:pt x="895383" y="789444"/>
                      <a:pt x="877605" y="786857"/>
                    </a:cubicBezTo>
                    <a:cubicBezTo>
                      <a:pt x="870384" y="786857"/>
                      <a:pt x="908549" y="786857"/>
                      <a:pt x="900298" y="778607"/>
                    </a:cubicBezTo>
                    <a:cubicBezTo>
                      <a:pt x="896173" y="774482"/>
                      <a:pt x="892305" y="774482"/>
                      <a:pt x="889082" y="775513"/>
                    </a:cubicBezTo>
                    <a:lnTo>
                      <a:pt x="884371" y="777495"/>
                    </a:lnTo>
                    <a:lnTo>
                      <a:pt x="889980" y="770357"/>
                    </a:lnTo>
                    <a:cubicBezTo>
                      <a:pt x="891009" y="762106"/>
                      <a:pt x="864202" y="770357"/>
                      <a:pt x="860077" y="770357"/>
                    </a:cubicBezTo>
                    <a:cubicBezTo>
                      <a:pt x="855952" y="770357"/>
                      <a:pt x="871423" y="763135"/>
                      <a:pt x="871423" y="763135"/>
                    </a:cubicBezTo>
                    <a:lnTo>
                      <a:pt x="820894" y="763135"/>
                    </a:lnTo>
                    <a:lnTo>
                      <a:pt x="831201" y="754885"/>
                    </a:lnTo>
                    <a:lnTo>
                      <a:pt x="728075" y="754885"/>
                    </a:lnTo>
                    <a:cubicBezTo>
                      <a:pt x="728075" y="754885"/>
                      <a:pt x="734268" y="645565"/>
                      <a:pt x="670325" y="621854"/>
                    </a:cubicBezTo>
                    <a:cubicBezTo>
                      <a:pt x="622513" y="601933"/>
                      <a:pt x="569245" y="599378"/>
                      <a:pt x="519755" y="614633"/>
                    </a:cubicBezTo>
                    <a:cubicBezTo>
                      <a:pt x="466130" y="633190"/>
                      <a:pt x="452726" y="724981"/>
                      <a:pt x="444476" y="730134"/>
                    </a:cubicBezTo>
                    <a:cubicBezTo>
                      <a:pt x="436226" y="735288"/>
                      <a:pt x="431072" y="730134"/>
                      <a:pt x="431072" y="730134"/>
                    </a:cubicBezTo>
                    <a:cubicBezTo>
                      <a:pt x="435869" y="696528"/>
                      <a:pt x="447454" y="664253"/>
                      <a:pt x="465101" y="635258"/>
                    </a:cubicBezTo>
                    <a:cubicBezTo>
                      <a:pt x="498091" y="601500"/>
                      <a:pt x="543748" y="583159"/>
                      <a:pt x="590920" y="584729"/>
                    </a:cubicBezTo>
                    <a:cubicBezTo>
                      <a:pt x="611023" y="577518"/>
                      <a:pt x="631636" y="574723"/>
                      <a:pt x="651698" y="575844"/>
                    </a:cubicBezTo>
                    <a:close/>
                    <a:moveTo>
                      <a:pt x="70137" y="573383"/>
                    </a:moveTo>
                    <a:cubicBezTo>
                      <a:pt x="114214" y="571943"/>
                      <a:pt x="158106" y="579663"/>
                      <a:pt x="199042" y="596065"/>
                    </a:cubicBezTo>
                    <a:cubicBezTo>
                      <a:pt x="260918" y="620816"/>
                      <a:pt x="281543" y="723942"/>
                      <a:pt x="281543" y="723942"/>
                    </a:cubicBezTo>
                    <a:lnTo>
                      <a:pt x="310418" y="723942"/>
                    </a:lnTo>
                    <a:cubicBezTo>
                      <a:pt x="321765" y="724971"/>
                      <a:pt x="321765" y="738374"/>
                      <a:pt x="321765" y="738374"/>
                    </a:cubicBezTo>
                    <a:lnTo>
                      <a:pt x="424891" y="738374"/>
                    </a:lnTo>
                    <a:cubicBezTo>
                      <a:pt x="424891" y="738374"/>
                      <a:pt x="433141" y="769318"/>
                      <a:pt x="424891" y="776539"/>
                    </a:cubicBezTo>
                    <a:cubicBezTo>
                      <a:pt x="393363" y="780101"/>
                      <a:pt x="361532" y="780101"/>
                      <a:pt x="330015" y="776539"/>
                    </a:cubicBezTo>
                    <a:cubicBezTo>
                      <a:pt x="315572" y="776539"/>
                      <a:pt x="379515" y="770346"/>
                      <a:pt x="383630" y="770346"/>
                    </a:cubicBezTo>
                    <a:cubicBezTo>
                      <a:pt x="387766" y="770346"/>
                      <a:pt x="342390" y="771386"/>
                      <a:pt x="325890" y="770346"/>
                    </a:cubicBezTo>
                    <a:cubicBezTo>
                      <a:pt x="309379" y="769318"/>
                      <a:pt x="344447" y="764164"/>
                      <a:pt x="344447" y="764164"/>
                    </a:cubicBezTo>
                    <a:lnTo>
                      <a:pt x="286697" y="764164"/>
                    </a:lnTo>
                    <a:lnTo>
                      <a:pt x="286697" y="740442"/>
                    </a:lnTo>
                    <a:lnTo>
                      <a:pt x="218639" y="740442"/>
                    </a:lnTo>
                    <a:cubicBezTo>
                      <a:pt x="218639" y="740442"/>
                      <a:pt x="211417" y="647634"/>
                      <a:pt x="165013" y="619787"/>
                    </a:cubicBezTo>
                    <a:cubicBezTo>
                      <a:pt x="139115" y="605842"/>
                      <a:pt x="111323" y="595773"/>
                      <a:pt x="82512" y="589883"/>
                    </a:cubicBezTo>
                    <a:cubicBezTo>
                      <a:pt x="75107" y="589450"/>
                      <a:pt x="69044" y="583820"/>
                      <a:pt x="68069" y="576469"/>
                    </a:cubicBezTo>
                    <a:close/>
                    <a:moveTo>
                      <a:pt x="833341" y="5257"/>
                    </a:moveTo>
                    <a:lnTo>
                      <a:pt x="854912" y="31973"/>
                    </a:lnTo>
                    <a:cubicBezTo>
                      <a:pt x="864201" y="41251"/>
                      <a:pt x="877605" y="47444"/>
                      <a:pt x="878634" y="54666"/>
                    </a:cubicBezTo>
                    <a:cubicBezTo>
                      <a:pt x="879662" y="61877"/>
                      <a:pt x="872452" y="61877"/>
                      <a:pt x="872452" y="61877"/>
                    </a:cubicBezTo>
                    <a:lnTo>
                      <a:pt x="872441" y="243379"/>
                    </a:lnTo>
                    <a:cubicBezTo>
                      <a:pt x="903785" y="242047"/>
                      <a:pt x="935063" y="247320"/>
                      <a:pt x="964231" y="258850"/>
                    </a:cubicBezTo>
                    <a:cubicBezTo>
                      <a:pt x="985885" y="276379"/>
                      <a:pt x="1026107" y="289794"/>
                      <a:pt x="1035385" y="302169"/>
                    </a:cubicBezTo>
                    <a:cubicBezTo>
                      <a:pt x="1044664" y="314533"/>
                      <a:pt x="1085914" y="317630"/>
                      <a:pt x="1103454" y="321755"/>
                    </a:cubicBezTo>
                    <a:cubicBezTo>
                      <a:pt x="1120982" y="325880"/>
                      <a:pt x="1129232" y="355784"/>
                      <a:pt x="1138511" y="355784"/>
                    </a:cubicBezTo>
                    <a:cubicBezTo>
                      <a:pt x="1147790" y="355784"/>
                      <a:pt x="1163261" y="350630"/>
                      <a:pt x="1177704" y="355784"/>
                    </a:cubicBezTo>
                    <a:cubicBezTo>
                      <a:pt x="1192137" y="360948"/>
                      <a:pt x="1217915" y="388784"/>
                      <a:pt x="1233387" y="397034"/>
                    </a:cubicBezTo>
                    <a:cubicBezTo>
                      <a:pt x="1248859" y="405295"/>
                      <a:pt x="1268455" y="407352"/>
                      <a:pt x="1275677" y="423852"/>
                    </a:cubicBezTo>
                    <a:cubicBezTo>
                      <a:pt x="1282887" y="440353"/>
                      <a:pt x="1278762" y="449631"/>
                      <a:pt x="1296291" y="449631"/>
                    </a:cubicBezTo>
                    <a:cubicBezTo>
                      <a:pt x="1311178" y="448960"/>
                      <a:pt x="1325567" y="455023"/>
                      <a:pt x="1335484" y="466132"/>
                    </a:cubicBezTo>
                    <a:cubicBezTo>
                      <a:pt x="1342706" y="471285"/>
                      <a:pt x="1372610" y="469228"/>
                      <a:pt x="1380860" y="471285"/>
                    </a:cubicBezTo>
                    <a:cubicBezTo>
                      <a:pt x="1389110" y="473353"/>
                      <a:pt x="1420042" y="488825"/>
                      <a:pt x="1438610" y="495007"/>
                    </a:cubicBezTo>
                    <a:cubicBezTo>
                      <a:pt x="1468850" y="507512"/>
                      <a:pt x="1497563" y="523427"/>
                      <a:pt x="1524208" y="542450"/>
                    </a:cubicBezTo>
                    <a:cubicBezTo>
                      <a:pt x="1579966" y="545774"/>
                      <a:pt x="1635248" y="554761"/>
                      <a:pt x="1689209" y="569258"/>
                    </a:cubicBezTo>
                    <a:lnTo>
                      <a:pt x="0" y="569258"/>
                    </a:lnTo>
                    <a:cubicBezTo>
                      <a:pt x="0" y="569258"/>
                      <a:pt x="59819" y="557911"/>
                      <a:pt x="206252" y="545536"/>
                    </a:cubicBezTo>
                    <a:cubicBezTo>
                      <a:pt x="232172" y="523698"/>
                      <a:pt x="262390" y="507534"/>
                      <a:pt x="294946" y="498103"/>
                    </a:cubicBezTo>
                    <a:cubicBezTo>
                      <a:pt x="305253" y="497075"/>
                      <a:pt x="338254" y="458910"/>
                      <a:pt x="342379" y="452728"/>
                    </a:cubicBezTo>
                    <a:cubicBezTo>
                      <a:pt x="346504" y="446535"/>
                      <a:pt x="382600" y="452728"/>
                      <a:pt x="389822" y="429006"/>
                    </a:cubicBezTo>
                    <a:cubicBezTo>
                      <a:pt x="397033" y="405295"/>
                      <a:pt x="419726" y="409409"/>
                      <a:pt x="432101" y="405295"/>
                    </a:cubicBezTo>
                    <a:cubicBezTo>
                      <a:pt x="444476" y="401159"/>
                      <a:pt x="459948" y="363005"/>
                      <a:pt x="469226" y="357852"/>
                    </a:cubicBezTo>
                    <a:cubicBezTo>
                      <a:pt x="478505" y="352698"/>
                      <a:pt x="504284" y="344448"/>
                      <a:pt x="523880" y="337226"/>
                    </a:cubicBezTo>
                    <a:cubicBezTo>
                      <a:pt x="543477" y="330005"/>
                      <a:pt x="563074" y="300101"/>
                      <a:pt x="577506" y="300101"/>
                    </a:cubicBezTo>
                    <a:cubicBezTo>
                      <a:pt x="601206" y="298531"/>
                      <a:pt x="624354" y="292219"/>
                      <a:pt x="645574" y="281533"/>
                    </a:cubicBezTo>
                    <a:cubicBezTo>
                      <a:pt x="665160" y="268129"/>
                      <a:pt x="687853" y="255754"/>
                      <a:pt x="706411" y="244407"/>
                    </a:cubicBezTo>
                    <a:cubicBezTo>
                      <a:pt x="737949" y="237933"/>
                      <a:pt x="770278" y="236201"/>
                      <a:pt x="802326" y="239254"/>
                    </a:cubicBezTo>
                    <a:lnTo>
                      <a:pt x="802326" y="59819"/>
                    </a:lnTo>
                    <a:lnTo>
                      <a:pt x="794076" y="51569"/>
                    </a:lnTo>
                    <a:cubicBezTo>
                      <a:pt x="789951" y="48473"/>
                      <a:pt x="806451" y="38166"/>
                      <a:pt x="816758" y="26819"/>
                    </a:cubicBezTo>
                    <a:close/>
                    <a:moveTo>
                      <a:pt x="837383" y="0"/>
                    </a:moveTo>
                    <a:lnTo>
                      <a:pt x="833341" y="5257"/>
                    </a:lnTo>
                    <a:lnTo>
                      <a:pt x="833258" y="5154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01" name="任意多边形: 形状 100">
                <a:extLst>
                  <a:ext uri="{FF2B5EF4-FFF2-40B4-BE49-F238E27FC236}">
                    <a16:creationId xmlns:a16="http://schemas.microsoft.com/office/drawing/2014/main" id="{DB4FB28A-CB0B-408A-AE4B-923E13DF5605}"/>
                  </a:ext>
                </a:extLst>
              </p:cNvPr>
              <p:cNvSpPr/>
              <p:nvPr/>
            </p:nvSpPr>
            <p:spPr>
              <a:xfrm>
                <a:off x="2252210" y="898783"/>
                <a:ext cx="5775066" cy="5775066"/>
              </a:xfrm>
              <a:custGeom>
                <a:avLst/>
                <a:gdLst>
                  <a:gd name="connsiteX0" fmla="*/ 680730 w 1362920"/>
                  <a:gd name="connsiteY0" fmla="*/ 165255 h 1362920"/>
                  <a:gd name="connsiteX1" fmla="*/ 164524 w 1362920"/>
                  <a:gd name="connsiteY1" fmla="*/ 681460 h 1362920"/>
                  <a:gd name="connsiteX2" fmla="*/ 680730 w 1362920"/>
                  <a:gd name="connsiteY2" fmla="*/ 1197665 h 1362920"/>
                  <a:gd name="connsiteX3" fmla="*/ 1196935 w 1362920"/>
                  <a:gd name="connsiteY3" fmla="*/ 681460 h 1362920"/>
                  <a:gd name="connsiteX4" fmla="*/ 680730 w 1362920"/>
                  <a:gd name="connsiteY4" fmla="*/ 165255 h 1362920"/>
                  <a:gd name="connsiteX5" fmla="*/ 681460 w 1362920"/>
                  <a:gd name="connsiteY5" fmla="*/ 0 h 1362920"/>
                  <a:gd name="connsiteX6" fmla="*/ 1362920 w 1362920"/>
                  <a:gd name="connsiteY6" fmla="*/ 681460 h 1362920"/>
                  <a:gd name="connsiteX7" fmla="*/ 681460 w 1362920"/>
                  <a:gd name="connsiteY7" fmla="*/ 1362920 h 1362920"/>
                  <a:gd name="connsiteX8" fmla="*/ 0 w 1362920"/>
                  <a:gd name="connsiteY8" fmla="*/ 681460 h 1362920"/>
                  <a:gd name="connsiteX9" fmla="*/ 681460 w 1362920"/>
                  <a:gd name="connsiteY9" fmla="*/ 0 h 136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2920" h="1362920">
                    <a:moveTo>
                      <a:pt x="680730" y="165255"/>
                    </a:moveTo>
                    <a:cubicBezTo>
                      <a:pt x="395638" y="165255"/>
                      <a:pt x="164524" y="396368"/>
                      <a:pt x="164524" y="681460"/>
                    </a:cubicBezTo>
                    <a:cubicBezTo>
                      <a:pt x="164660" y="966497"/>
                      <a:pt x="395694" y="1197532"/>
                      <a:pt x="680730" y="1197665"/>
                    </a:cubicBezTo>
                    <a:cubicBezTo>
                      <a:pt x="965823" y="1197665"/>
                      <a:pt x="1196935" y="966554"/>
                      <a:pt x="1196935" y="681460"/>
                    </a:cubicBezTo>
                    <a:cubicBezTo>
                      <a:pt x="1196935" y="396368"/>
                      <a:pt x="965823" y="165255"/>
                      <a:pt x="680730" y="165255"/>
                    </a:cubicBezTo>
                    <a:close/>
                    <a:moveTo>
                      <a:pt x="681460" y="0"/>
                    </a:moveTo>
                    <a:cubicBezTo>
                      <a:pt x="1057819" y="0"/>
                      <a:pt x="1362920" y="305101"/>
                      <a:pt x="1362920" y="681460"/>
                    </a:cubicBezTo>
                    <a:cubicBezTo>
                      <a:pt x="1362920" y="1057819"/>
                      <a:pt x="1057819" y="1362920"/>
                      <a:pt x="681460" y="1362920"/>
                    </a:cubicBezTo>
                    <a:cubicBezTo>
                      <a:pt x="305101" y="1362920"/>
                      <a:pt x="0" y="1057819"/>
                      <a:pt x="0" y="681460"/>
                    </a:cubicBezTo>
                    <a:cubicBezTo>
                      <a:pt x="0" y="305101"/>
                      <a:pt x="305101" y="0"/>
                      <a:pt x="681460" y="0"/>
                    </a:cubicBezTo>
                    <a:close/>
                  </a:path>
                </a:pathLst>
              </a:custGeom>
              <a:solidFill>
                <a:srgbClr val="A13F0B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02" name="任意多边形: 形状 101">
                <a:extLst>
                  <a:ext uri="{FF2B5EF4-FFF2-40B4-BE49-F238E27FC236}">
                    <a16:creationId xmlns:a16="http://schemas.microsoft.com/office/drawing/2014/main" id="{23143FA6-EDBF-4B2D-98E9-D4F2110A3EEF}"/>
                  </a:ext>
                </a:extLst>
              </p:cNvPr>
              <p:cNvSpPr/>
              <p:nvPr/>
            </p:nvSpPr>
            <p:spPr>
              <a:xfrm>
                <a:off x="2216986" y="864164"/>
                <a:ext cx="5847244" cy="5847244"/>
              </a:xfrm>
              <a:custGeom>
                <a:avLst/>
                <a:gdLst>
                  <a:gd name="connsiteX0" fmla="*/ 269669 w 540067"/>
                  <a:gd name="connsiteY0" fmla="*/ 539932 h 540067"/>
                  <a:gd name="connsiteX1" fmla="*/ -365 w 540067"/>
                  <a:gd name="connsiteY1" fmla="*/ 269898 h 540067"/>
                  <a:gd name="connsiteX2" fmla="*/ 269669 w 540067"/>
                  <a:gd name="connsiteY2" fmla="*/ -136 h 540067"/>
                  <a:gd name="connsiteX3" fmla="*/ 539703 w 540067"/>
                  <a:gd name="connsiteY3" fmla="*/ 269898 h 540067"/>
                  <a:gd name="connsiteX4" fmla="*/ 269669 w 540067"/>
                  <a:gd name="connsiteY4" fmla="*/ 539932 h 540067"/>
                  <a:gd name="connsiteX5" fmla="*/ 269669 w 540067"/>
                  <a:gd name="connsiteY5" fmla="*/ 7198 h 540067"/>
                  <a:gd name="connsiteX6" fmla="*/ 6779 w 540067"/>
                  <a:gd name="connsiteY6" fmla="*/ 269898 h 540067"/>
                  <a:gd name="connsiteX7" fmla="*/ 269478 w 540067"/>
                  <a:gd name="connsiteY7" fmla="*/ 532788 h 540067"/>
                  <a:gd name="connsiteX8" fmla="*/ 532368 w 540067"/>
                  <a:gd name="connsiteY8" fmla="*/ 270089 h 540067"/>
                  <a:gd name="connsiteX9" fmla="*/ 532368 w 540067"/>
                  <a:gd name="connsiteY9" fmla="*/ 269898 h 540067"/>
                  <a:gd name="connsiteX10" fmla="*/ 269573 w 540067"/>
                  <a:gd name="connsiteY10" fmla="*/ 7199 h 540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067" h="540067">
                    <a:moveTo>
                      <a:pt x="269669" y="539932"/>
                    </a:moveTo>
                    <a:cubicBezTo>
                      <a:pt x="120533" y="539932"/>
                      <a:pt x="-365" y="419034"/>
                      <a:pt x="-365" y="269898"/>
                    </a:cubicBezTo>
                    <a:cubicBezTo>
                      <a:pt x="-365" y="120762"/>
                      <a:pt x="120533" y="-136"/>
                      <a:pt x="269669" y="-136"/>
                    </a:cubicBezTo>
                    <a:cubicBezTo>
                      <a:pt x="418804" y="-136"/>
                      <a:pt x="539703" y="120762"/>
                      <a:pt x="539703" y="269898"/>
                    </a:cubicBezTo>
                    <a:cubicBezTo>
                      <a:pt x="539545" y="418968"/>
                      <a:pt x="418739" y="539774"/>
                      <a:pt x="269669" y="539932"/>
                    </a:cubicBezTo>
                    <a:moveTo>
                      <a:pt x="269669" y="7198"/>
                    </a:moveTo>
                    <a:cubicBezTo>
                      <a:pt x="124531" y="7146"/>
                      <a:pt x="6831" y="124760"/>
                      <a:pt x="6779" y="269898"/>
                    </a:cubicBezTo>
                    <a:cubicBezTo>
                      <a:pt x="6726" y="415036"/>
                      <a:pt x="124341" y="532735"/>
                      <a:pt x="269478" y="532788"/>
                    </a:cubicBezTo>
                    <a:cubicBezTo>
                      <a:pt x="414616" y="532841"/>
                      <a:pt x="532316" y="415226"/>
                      <a:pt x="532368" y="270089"/>
                    </a:cubicBezTo>
                    <a:cubicBezTo>
                      <a:pt x="532368" y="270025"/>
                      <a:pt x="532368" y="269962"/>
                      <a:pt x="532368" y="269898"/>
                    </a:cubicBezTo>
                    <a:cubicBezTo>
                      <a:pt x="532211" y="124841"/>
                      <a:pt x="414630" y="7304"/>
                      <a:pt x="269573" y="7199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43CD453A-FDF5-480B-8B60-69309B5CF779}"/>
                  </a:ext>
                </a:extLst>
              </p:cNvPr>
              <p:cNvSpPr/>
              <p:nvPr/>
            </p:nvSpPr>
            <p:spPr>
              <a:xfrm>
                <a:off x="2925454" y="1572645"/>
                <a:ext cx="4430295" cy="4430295"/>
              </a:xfrm>
              <a:custGeom>
                <a:avLst/>
                <a:gdLst>
                  <a:gd name="connsiteX0" fmla="*/ 204232 w 409194"/>
                  <a:gd name="connsiteY0" fmla="*/ 409058 h 409194"/>
                  <a:gd name="connsiteX1" fmla="*/ -365 w 409194"/>
                  <a:gd name="connsiteY1" fmla="*/ 204461 h 409194"/>
                  <a:gd name="connsiteX2" fmla="*/ 204232 w 409194"/>
                  <a:gd name="connsiteY2" fmla="*/ -136 h 409194"/>
                  <a:gd name="connsiteX3" fmla="*/ 408829 w 409194"/>
                  <a:gd name="connsiteY3" fmla="*/ 204461 h 409194"/>
                  <a:gd name="connsiteX4" fmla="*/ 204232 w 409194"/>
                  <a:gd name="connsiteY4" fmla="*/ 409058 h 409194"/>
                  <a:gd name="connsiteX5" fmla="*/ 204232 w 409194"/>
                  <a:gd name="connsiteY5" fmla="*/ 5008 h 409194"/>
                  <a:gd name="connsiteX6" fmla="*/ 4779 w 409194"/>
                  <a:gd name="connsiteY6" fmla="*/ 204461 h 409194"/>
                  <a:gd name="connsiteX7" fmla="*/ 204232 w 409194"/>
                  <a:gd name="connsiteY7" fmla="*/ 403915 h 409194"/>
                  <a:gd name="connsiteX8" fmla="*/ 403686 w 409194"/>
                  <a:gd name="connsiteY8" fmla="*/ 204461 h 409194"/>
                  <a:gd name="connsiteX9" fmla="*/ 204232 w 409194"/>
                  <a:gd name="connsiteY9" fmla="*/ 5008 h 409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4" h="409194">
                    <a:moveTo>
                      <a:pt x="204232" y="409058"/>
                    </a:moveTo>
                    <a:cubicBezTo>
                      <a:pt x="91236" y="409058"/>
                      <a:pt x="-365" y="317457"/>
                      <a:pt x="-365" y="204461"/>
                    </a:cubicBezTo>
                    <a:cubicBezTo>
                      <a:pt x="-365" y="91465"/>
                      <a:pt x="91236" y="-136"/>
                      <a:pt x="204232" y="-136"/>
                    </a:cubicBezTo>
                    <a:cubicBezTo>
                      <a:pt x="317228" y="-136"/>
                      <a:pt x="408829" y="91465"/>
                      <a:pt x="408829" y="204461"/>
                    </a:cubicBezTo>
                    <a:cubicBezTo>
                      <a:pt x="408672" y="317392"/>
                      <a:pt x="317163" y="408901"/>
                      <a:pt x="204232" y="409058"/>
                    </a:cubicBezTo>
                    <a:moveTo>
                      <a:pt x="204232" y="5008"/>
                    </a:moveTo>
                    <a:cubicBezTo>
                      <a:pt x="94077" y="5008"/>
                      <a:pt x="4779" y="94306"/>
                      <a:pt x="4779" y="204461"/>
                    </a:cubicBezTo>
                    <a:cubicBezTo>
                      <a:pt x="4779" y="314616"/>
                      <a:pt x="94077" y="403915"/>
                      <a:pt x="204232" y="403915"/>
                    </a:cubicBezTo>
                    <a:cubicBezTo>
                      <a:pt x="314387" y="403915"/>
                      <a:pt x="403686" y="314616"/>
                      <a:pt x="403686" y="204461"/>
                    </a:cubicBezTo>
                    <a:cubicBezTo>
                      <a:pt x="403372" y="94436"/>
                      <a:pt x="314257" y="5322"/>
                      <a:pt x="204232" y="5008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84C49E62-2FDD-405A-AFAD-3FC45A197E79}"/>
                  </a:ext>
                </a:extLst>
              </p:cNvPr>
              <p:cNvSpPr/>
              <p:nvPr/>
            </p:nvSpPr>
            <p:spPr>
              <a:xfrm>
                <a:off x="4803560" y="5511495"/>
                <a:ext cx="663105" cy="184906"/>
              </a:xfrm>
              <a:custGeom>
                <a:avLst/>
                <a:gdLst>
                  <a:gd name="connsiteX0" fmla="*/ 430891 w 663105"/>
                  <a:gd name="connsiteY0" fmla="*/ 41814 h 184906"/>
                  <a:gd name="connsiteX1" fmla="*/ 364890 w 663105"/>
                  <a:gd name="connsiteY1" fmla="*/ 121216 h 184906"/>
                  <a:gd name="connsiteX2" fmla="*/ 431919 w 663105"/>
                  <a:gd name="connsiteY2" fmla="*/ 121216 h 184906"/>
                  <a:gd name="connsiteX3" fmla="*/ 431919 w 663105"/>
                  <a:gd name="connsiteY3" fmla="*/ 41814 h 184906"/>
                  <a:gd name="connsiteX4" fmla="*/ 591939 w 663105"/>
                  <a:gd name="connsiteY4" fmla="*/ 25910 h 184906"/>
                  <a:gd name="connsiteX5" fmla="*/ 548632 w 663105"/>
                  <a:gd name="connsiteY5" fmla="*/ 96035 h 184906"/>
                  <a:gd name="connsiteX6" fmla="*/ 591939 w 663105"/>
                  <a:gd name="connsiteY6" fmla="*/ 165132 h 184906"/>
                  <a:gd name="connsiteX7" fmla="*/ 635257 w 663105"/>
                  <a:gd name="connsiteY7" fmla="*/ 96035 h 184906"/>
                  <a:gd name="connsiteX8" fmla="*/ 591939 w 663105"/>
                  <a:gd name="connsiteY8" fmla="*/ 25910 h 184906"/>
                  <a:gd name="connsiteX9" fmla="*/ 226833 w 663105"/>
                  <a:gd name="connsiteY9" fmla="*/ 20253 h 184906"/>
                  <a:gd name="connsiteX10" fmla="*/ 196296 w 663105"/>
                  <a:gd name="connsiteY10" fmla="*/ 31255 h 184906"/>
                  <a:gd name="connsiteX11" fmla="*/ 184471 w 663105"/>
                  <a:gd name="connsiteY11" fmla="*/ 59635 h 184906"/>
                  <a:gd name="connsiteX12" fmla="*/ 196296 w 663105"/>
                  <a:gd name="connsiteY12" fmla="*/ 88078 h 184906"/>
                  <a:gd name="connsiteX13" fmla="*/ 226833 w 663105"/>
                  <a:gd name="connsiteY13" fmla="*/ 99142 h 184906"/>
                  <a:gd name="connsiteX14" fmla="*/ 257369 w 663105"/>
                  <a:gd name="connsiteY14" fmla="*/ 88015 h 184906"/>
                  <a:gd name="connsiteX15" fmla="*/ 269194 w 663105"/>
                  <a:gd name="connsiteY15" fmla="*/ 59635 h 184906"/>
                  <a:gd name="connsiteX16" fmla="*/ 257369 w 663105"/>
                  <a:gd name="connsiteY16" fmla="*/ 31255 h 184906"/>
                  <a:gd name="connsiteX17" fmla="*/ 226833 w 663105"/>
                  <a:gd name="connsiteY17" fmla="*/ 20253 h 184906"/>
                  <a:gd name="connsiteX18" fmla="*/ 436041 w 663105"/>
                  <a:gd name="connsiteY18" fmla="*/ 7784 h 184906"/>
                  <a:gd name="connsiteX19" fmla="*/ 457695 w 663105"/>
                  <a:gd name="connsiteY19" fmla="*/ 7784 h 184906"/>
                  <a:gd name="connsiteX20" fmla="*/ 457695 w 663105"/>
                  <a:gd name="connsiteY20" fmla="*/ 121227 h 184906"/>
                  <a:gd name="connsiteX21" fmla="*/ 488638 w 663105"/>
                  <a:gd name="connsiteY21" fmla="*/ 121227 h 184906"/>
                  <a:gd name="connsiteX22" fmla="*/ 488638 w 663105"/>
                  <a:gd name="connsiteY22" fmla="*/ 139785 h 184906"/>
                  <a:gd name="connsiteX23" fmla="*/ 457695 w 663105"/>
                  <a:gd name="connsiteY23" fmla="*/ 139785 h 184906"/>
                  <a:gd name="connsiteX24" fmla="*/ 457695 w 663105"/>
                  <a:gd name="connsiteY24" fmla="*/ 182063 h 184906"/>
                  <a:gd name="connsiteX25" fmla="*/ 431916 w 663105"/>
                  <a:gd name="connsiteY25" fmla="*/ 182063 h 184906"/>
                  <a:gd name="connsiteX26" fmla="*/ 431916 w 663105"/>
                  <a:gd name="connsiteY26" fmla="*/ 139785 h 184906"/>
                  <a:gd name="connsiteX27" fmla="*/ 341166 w 663105"/>
                  <a:gd name="connsiteY27" fmla="*/ 139785 h 184906"/>
                  <a:gd name="connsiteX28" fmla="*/ 341166 w 663105"/>
                  <a:gd name="connsiteY28" fmla="*/ 118131 h 184906"/>
                  <a:gd name="connsiteX29" fmla="*/ 591940 w 663105"/>
                  <a:gd name="connsiteY29" fmla="*/ 6311 h 184906"/>
                  <a:gd name="connsiteX30" fmla="*/ 663105 w 663105"/>
                  <a:gd name="connsiteY30" fmla="*/ 96034 h 184906"/>
                  <a:gd name="connsiteX31" fmla="*/ 591940 w 663105"/>
                  <a:gd name="connsiteY31" fmla="*/ 184718 h 184906"/>
                  <a:gd name="connsiteX32" fmla="*/ 520785 w 663105"/>
                  <a:gd name="connsiteY32" fmla="*/ 96034 h 184906"/>
                  <a:gd name="connsiteX33" fmla="*/ 591940 w 663105"/>
                  <a:gd name="connsiteY33" fmla="*/ 6311 h 184906"/>
                  <a:gd name="connsiteX34" fmla="*/ 55695 w 663105"/>
                  <a:gd name="connsiteY34" fmla="*/ 6311 h 184906"/>
                  <a:gd name="connsiteX35" fmla="*/ 76309 w 663105"/>
                  <a:gd name="connsiteY35" fmla="*/ 6311 h 184906"/>
                  <a:gd name="connsiteX36" fmla="*/ 76309 w 663105"/>
                  <a:gd name="connsiteY36" fmla="*/ 180591 h 184906"/>
                  <a:gd name="connsiteX37" fmla="*/ 48473 w 663105"/>
                  <a:gd name="connsiteY37" fmla="*/ 180591 h 184906"/>
                  <a:gd name="connsiteX38" fmla="*/ 48473 w 663105"/>
                  <a:gd name="connsiteY38" fmla="*/ 56840 h 184906"/>
                  <a:gd name="connsiteX39" fmla="*/ 0 w 663105"/>
                  <a:gd name="connsiteY39" fmla="*/ 56840 h 184906"/>
                  <a:gd name="connsiteX40" fmla="*/ 0 w 663105"/>
                  <a:gd name="connsiteY40" fmla="*/ 39312 h 184906"/>
                  <a:gd name="connsiteX41" fmla="*/ 55695 w 663105"/>
                  <a:gd name="connsiteY41" fmla="*/ 6311 h 184906"/>
                  <a:gd name="connsiteX42" fmla="*/ 228329 w 663105"/>
                  <a:gd name="connsiteY42" fmla="*/ 0 h 184906"/>
                  <a:gd name="connsiteX43" fmla="*/ 281842 w 663105"/>
                  <a:gd name="connsiteY43" fmla="*/ 20567 h 184906"/>
                  <a:gd name="connsiteX44" fmla="*/ 300627 w 663105"/>
                  <a:gd name="connsiteY44" fmla="*/ 79013 h 184906"/>
                  <a:gd name="connsiteX45" fmla="*/ 280271 w 663105"/>
                  <a:gd name="connsiteY45" fmla="*/ 157402 h 184906"/>
                  <a:gd name="connsiteX46" fmla="*/ 222492 w 663105"/>
                  <a:gd name="connsiteY46" fmla="*/ 184906 h 184906"/>
                  <a:gd name="connsiteX47" fmla="*/ 176912 w 663105"/>
                  <a:gd name="connsiteY47" fmla="*/ 172092 h 184906"/>
                  <a:gd name="connsiteX48" fmla="*/ 158725 w 663105"/>
                  <a:gd name="connsiteY48" fmla="*/ 136773 h 184906"/>
                  <a:gd name="connsiteX49" fmla="*/ 184772 w 663105"/>
                  <a:gd name="connsiteY49" fmla="*/ 136773 h 184906"/>
                  <a:gd name="connsiteX50" fmla="*/ 196223 w 663105"/>
                  <a:gd name="connsiteY50" fmla="*/ 158214 h 184906"/>
                  <a:gd name="connsiteX51" fmla="*/ 222492 w 663105"/>
                  <a:gd name="connsiteY51" fmla="*/ 165778 h 184906"/>
                  <a:gd name="connsiteX52" fmla="*/ 259913 w 663105"/>
                  <a:gd name="connsiteY52" fmla="*/ 143150 h 184906"/>
                  <a:gd name="connsiteX53" fmla="*/ 272337 w 663105"/>
                  <a:gd name="connsiteY53" fmla="*/ 98768 h 184906"/>
                  <a:gd name="connsiteX54" fmla="*/ 222492 w 663105"/>
                  <a:gd name="connsiteY54" fmla="*/ 119396 h 184906"/>
                  <a:gd name="connsiteX55" fmla="*/ 174218 w 663105"/>
                  <a:gd name="connsiteY55" fmla="*/ 102955 h 184906"/>
                  <a:gd name="connsiteX56" fmla="*/ 155882 w 663105"/>
                  <a:gd name="connsiteY56" fmla="*/ 59635 h 184906"/>
                  <a:gd name="connsiteX57" fmla="*/ 175790 w 663105"/>
                  <a:gd name="connsiteY57" fmla="*/ 16378 h 184906"/>
                  <a:gd name="connsiteX58" fmla="*/ 228329 w 663105"/>
                  <a:gd name="connsiteY58" fmla="*/ 0 h 184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663105" h="184906">
                    <a:moveTo>
                      <a:pt x="430891" y="41814"/>
                    </a:moveTo>
                    <a:lnTo>
                      <a:pt x="364890" y="121216"/>
                    </a:lnTo>
                    <a:lnTo>
                      <a:pt x="431919" y="121216"/>
                    </a:lnTo>
                    <a:lnTo>
                      <a:pt x="431919" y="41814"/>
                    </a:lnTo>
                    <a:close/>
                    <a:moveTo>
                      <a:pt x="591939" y="25910"/>
                    </a:moveTo>
                    <a:cubicBezTo>
                      <a:pt x="562036" y="25910"/>
                      <a:pt x="548632" y="52728"/>
                      <a:pt x="548632" y="96035"/>
                    </a:cubicBezTo>
                    <a:cubicBezTo>
                      <a:pt x="548632" y="139353"/>
                      <a:pt x="562036" y="165132"/>
                      <a:pt x="591939" y="165132"/>
                    </a:cubicBezTo>
                    <a:cubicBezTo>
                      <a:pt x="621854" y="165132"/>
                      <a:pt x="635257" y="139353"/>
                      <a:pt x="635257" y="96035"/>
                    </a:cubicBezTo>
                    <a:cubicBezTo>
                      <a:pt x="635257" y="52728"/>
                      <a:pt x="621854" y="25910"/>
                      <a:pt x="591939" y="25910"/>
                    </a:cubicBezTo>
                    <a:close/>
                    <a:moveTo>
                      <a:pt x="226833" y="20253"/>
                    </a:moveTo>
                    <a:cubicBezTo>
                      <a:pt x="214358" y="20253"/>
                      <a:pt x="204180" y="23921"/>
                      <a:pt x="196296" y="31255"/>
                    </a:cubicBezTo>
                    <a:cubicBezTo>
                      <a:pt x="188414" y="38591"/>
                      <a:pt x="184471" y="48050"/>
                      <a:pt x="184471" y="59635"/>
                    </a:cubicBezTo>
                    <a:cubicBezTo>
                      <a:pt x="184471" y="71221"/>
                      <a:pt x="188414" y="80701"/>
                      <a:pt x="196296" y="88078"/>
                    </a:cubicBezTo>
                    <a:cubicBezTo>
                      <a:pt x="204180" y="95454"/>
                      <a:pt x="214358" y="99142"/>
                      <a:pt x="226833" y="99142"/>
                    </a:cubicBezTo>
                    <a:cubicBezTo>
                      <a:pt x="239307" y="99142"/>
                      <a:pt x="249485" y="95433"/>
                      <a:pt x="257369" y="88015"/>
                    </a:cubicBezTo>
                    <a:cubicBezTo>
                      <a:pt x="265251" y="80681"/>
                      <a:pt x="269194" y="71221"/>
                      <a:pt x="269194" y="59635"/>
                    </a:cubicBezTo>
                    <a:cubicBezTo>
                      <a:pt x="269194" y="48050"/>
                      <a:pt x="265251" y="38591"/>
                      <a:pt x="257369" y="31255"/>
                    </a:cubicBezTo>
                    <a:cubicBezTo>
                      <a:pt x="249485" y="23921"/>
                      <a:pt x="239307" y="20253"/>
                      <a:pt x="226833" y="20253"/>
                    </a:cubicBezTo>
                    <a:close/>
                    <a:moveTo>
                      <a:pt x="436041" y="7784"/>
                    </a:moveTo>
                    <a:lnTo>
                      <a:pt x="457695" y="7784"/>
                    </a:lnTo>
                    <a:lnTo>
                      <a:pt x="457695" y="121227"/>
                    </a:lnTo>
                    <a:lnTo>
                      <a:pt x="488638" y="121227"/>
                    </a:lnTo>
                    <a:lnTo>
                      <a:pt x="488638" y="139785"/>
                    </a:lnTo>
                    <a:lnTo>
                      <a:pt x="457695" y="139785"/>
                    </a:lnTo>
                    <a:lnTo>
                      <a:pt x="457695" y="182063"/>
                    </a:lnTo>
                    <a:lnTo>
                      <a:pt x="431916" y="182063"/>
                    </a:lnTo>
                    <a:lnTo>
                      <a:pt x="431916" y="139785"/>
                    </a:lnTo>
                    <a:lnTo>
                      <a:pt x="341166" y="139785"/>
                    </a:lnTo>
                    <a:lnTo>
                      <a:pt x="341166" y="118131"/>
                    </a:lnTo>
                    <a:close/>
                    <a:moveTo>
                      <a:pt x="591940" y="6311"/>
                    </a:moveTo>
                    <a:cubicBezTo>
                      <a:pt x="651759" y="6311"/>
                      <a:pt x="663105" y="59938"/>
                      <a:pt x="663105" y="96034"/>
                    </a:cubicBezTo>
                    <a:cubicBezTo>
                      <a:pt x="663105" y="132131"/>
                      <a:pt x="651759" y="184718"/>
                      <a:pt x="591940" y="184718"/>
                    </a:cubicBezTo>
                    <a:cubicBezTo>
                      <a:pt x="532132" y="184718"/>
                      <a:pt x="520785" y="132131"/>
                      <a:pt x="520785" y="96034"/>
                    </a:cubicBezTo>
                    <a:cubicBezTo>
                      <a:pt x="520785" y="59938"/>
                      <a:pt x="532132" y="6311"/>
                      <a:pt x="591940" y="6311"/>
                    </a:cubicBezTo>
                    <a:close/>
                    <a:moveTo>
                      <a:pt x="55695" y="6311"/>
                    </a:moveTo>
                    <a:lnTo>
                      <a:pt x="76309" y="6311"/>
                    </a:lnTo>
                    <a:lnTo>
                      <a:pt x="76309" y="180591"/>
                    </a:lnTo>
                    <a:lnTo>
                      <a:pt x="48473" y="180591"/>
                    </a:lnTo>
                    <a:lnTo>
                      <a:pt x="48473" y="56840"/>
                    </a:lnTo>
                    <a:lnTo>
                      <a:pt x="0" y="56840"/>
                    </a:lnTo>
                    <a:lnTo>
                      <a:pt x="0" y="39312"/>
                    </a:lnTo>
                    <a:cubicBezTo>
                      <a:pt x="33001" y="37244"/>
                      <a:pt x="47434" y="35187"/>
                      <a:pt x="55695" y="6311"/>
                    </a:cubicBezTo>
                    <a:close/>
                    <a:moveTo>
                      <a:pt x="228329" y="0"/>
                    </a:moveTo>
                    <a:cubicBezTo>
                      <a:pt x="251480" y="0"/>
                      <a:pt x="269319" y="6855"/>
                      <a:pt x="281842" y="20567"/>
                    </a:cubicBezTo>
                    <a:cubicBezTo>
                      <a:pt x="294366" y="34277"/>
                      <a:pt x="300627" y="53759"/>
                      <a:pt x="300627" y="79013"/>
                    </a:cubicBezTo>
                    <a:cubicBezTo>
                      <a:pt x="300627" y="112936"/>
                      <a:pt x="293842" y="139066"/>
                      <a:pt x="280271" y="157402"/>
                    </a:cubicBezTo>
                    <a:cubicBezTo>
                      <a:pt x="266698" y="175739"/>
                      <a:pt x="247440" y="184906"/>
                      <a:pt x="222492" y="184906"/>
                    </a:cubicBezTo>
                    <a:cubicBezTo>
                      <a:pt x="203432" y="184906"/>
                      <a:pt x="188238" y="180635"/>
                      <a:pt x="176912" y="172092"/>
                    </a:cubicBezTo>
                    <a:cubicBezTo>
                      <a:pt x="165586" y="163549"/>
                      <a:pt x="159524" y="151776"/>
                      <a:pt x="158725" y="136773"/>
                    </a:cubicBezTo>
                    <a:lnTo>
                      <a:pt x="184772" y="136773"/>
                    </a:lnTo>
                    <a:cubicBezTo>
                      <a:pt x="185869" y="146025"/>
                      <a:pt x="189685" y="153172"/>
                      <a:pt x="196223" y="158214"/>
                    </a:cubicBezTo>
                    <a:cubicBezTo>
                      <a:pt x="202759" y="163257"/>
                      <a:pt x="211514" y="165778"/>
                      <a:pt x="222492" y="165778"/>
                    </a:cubicBezTo>
                    <a:cubicBezTo>
                      <a:pt x="238658" y="165778"/>
                      <a:pt x="251132" y="158236"/>
                      <a:pt x="259913" y="143150"/>
                    </a:cubicBezTo>
                    <a:cubicBezTo>
                      <a:pt x="266300" y="131898"/>
                      <a:pt x="270441" y="117104"/>
                      <a:pt x="272337" y="98768"/>
                    </a:cubicBezTo>
                    <a:cubicBezTo>
                      <a:pt x="258965" y="112520"/>
                      <a:pt x="242349" y="119396"/>
                      <a:pt x="222492" y="119396"/>
                    </a:cubicBezTo>
                    <a:cubicBezTo>
                      <a:pt x="202533" y="119396"/>
                      <a:pt x="186443" y="113915"/>
                      <a:pt x="174218" y="102955"/>
                    </a:cubicBezTo>
                    <a:cubicBezTo>
                      <a:pt x="161995" y="91995"/>
                      <a:pt x="155882" y="77555"/>
                      <a:pt x="155882" y="59635"/>
                    </a:cubicBezTo>
                    <a:cubicBezTo>
                      <a:pt x="155882" y="41715"/>
                      <a:pt x="162518" y="27296"/>
                      <a:pt x="175790" y="16378"/>
                    </a:cubicBezTo>
                    <a:cubicBezTo>
                      <a:pt x="189062" y="5459"/>
                      <a:pt x="206575" y="0"/>
                      <a:pt x="228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EFCF6D40-2B93-43B6-9B43-3B2711D7C5F2}"/>
                  </a:ext>
                </a:extLst>
              </p:cNvPr>
              <p:cNvSpPr/>
              <p:nvPr/>
            </p:nvSpPr>
            <p:spPr>
              <a:xfrm>
                <a:off x="3373025" y="4211641"/>
                <a:ext cx="3537217" cy="893065"/>
              </a:xfrm>
              <a:custGeom>
                <a:avLst/>
                <a:gdLst>
                  <a:gd name="connsiteX0" fmla="*/ 162894 w 326707"/>
                  <a:gd name="connsiteY0" fmla="*/ 82351 h 82486"/>
                  <a:gd name="connsiteX1" fmla="*/ 135176 w 326707"/>
                  <a:gd name="connsiteY1" fmla="*/ 76350 h 82486"/>
                  <a:gd name="connsiteX2" fmla="*/ 143177 w 326707"/>
                  <a:gd name="connsiteY2" fmla="*/ 44536 h 82486"/>
                  <a:gd name="connsiteX3" fmla="*/ 19352 w 326707"/>
                  <a:gd name="connsiteY3" fmla="*/ 21771 h 82486"/>
                  <a:gd name="connsiteX4" fmla="*/ -365 w 326707"/>
                  <a:gd name="connsiteY4" fmla="*/ -136 h 82486"/>
                  <a:gd name="connsiteX5" fmla="*/ 30877 w 326707"/>
                  <a:gd name="connsiteY5" fmla="*/ 4817 h 82486"/>
                  <a:gd name="connsiteX6" fmla="*/ 133842 w 326707"/>
                  <a:gd name="connsiteY6" fmla="*/ 5674 h 82486"/>
                  <a:gd name="connsiteX7" fmla="*/ 162989 w 326707"/>
                  <a:gd name="connsiteY7" fmla="*/ 5674 h 82486"/>
                  <a:gd name="connsiteX8" fmla="*/ 192135 w 326707"/>
                  <a:gd name="connsiteY8" fmla="*/ 5674 h 82486"/>
                  <a:gd name="connsiteX9" fmla="*/ 295100 w 326707"/>
                  <a:gd name="connsiteY9" fmla="*/ 4817 h 82486"/>
                  <a:gd name="connsiteX10" fmla="*/ 326342 w 326707"/>
                  <a:gd name="connsiteY10" fmla="*/ -136 h 82486"/>
                  <a:gd name="connsiteX11" fmla="*/ 306721 w 326707"/>
                  <a:gd name="connsiteY11" fmla="*/ 21771 h 82486"/>
                  <a:gd name="connsiteX12" fmla="*/ 182896 w 326707"/>
                  <a:gd name="connsiteY12" fmla="*/ 44536 h 82486"/>
                  <a:gd name="connsiteX13" fmla="*/ 190897 w 326707"/>
                  <a:gd name="connsiteY13" fmla="*/ 76350 h 8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26707" h="82486">
                    <a:moveTo>
                      <a:pt x="162894" y="82351"/>
                    </a:moveTo>
                    <a:lnTo>
                      <a:pt x="135176" y="76350"/>
                    </a:lnTo>
                    <a:lnTo>
                      <a:pt x="143177" y="44536"/>
                    </a:lnTo>
                    <a:cubicBezTo>
                      <a:pt x="101245" y="41102"/>
                      <a:pt x="59763" y="33475"/>
                      <a:pt x="19352" y="21771"/>
                    </a:cubicBezTo>
                    <a:cubicBezTo>
                      <a:pt x="11564" y="15662"/>
                      <a:pt x="4893" y="8250"/>
                      <a:pt x="-365" y="-136"/>
                    </a:cubicBezTo>
                    <a:cubicBezTo>
                      <a:pt x="9900" y="2347"/>
                      <a:pt x="20347" y="4003"/>
                      <a:pt x="30877" y="4817"/>
                    </a:cubicBezTo>
                    <a:cubicBezTo>
                      <a:pt x="58785" y="5865"/>
                      <a:pt x="102410" y="2245"/>
                      <a:pt x="133842" y="5674"/>
                    </a:cubicBezTo>
                    <a:lnTo>
                      <a:pt x="162989" y="5674"/>
                    </a:lnTo>
                    <a:lnTo>
                      <a:pt x="192135" y="5674"/>
                    </a:lnTo>
                    <a:cubicBezTo>
                      <a:pt x="223568" y="2245"/>
                      <a:pt x="267288" y="5674"/>
                      <a:pt x="295100" y="4817"/>
                    </a:cubicBezTo>
                    <a:cubicBezTo>
                      <a:pt x="305630" y="4003"/>
                      <a:pt x="316077" y="2347"/>
                      <a:pt x="326342" y="-136"/>
                    </a:cubicBezTo>
                    <a:cubicBezTo>
                      <a:pt x="321105" y="8236"/>
                      <a:pt x="314468" y="15647"/>
                      <a:pt x="306721" y="21771"/>
                    </a:cubicBezTo>
                    <a:cubicBezTo>
                      <a:pt x="266307" y="33462"/>
                      <a:pt x="224826" y="41088"/>
                      <a:pt x="182896" y="44536"/>
                    </a:cubicBezTo>
                    <a:lnTo>
                      <a:pt x="190897" y="76350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6ED4B2CF-CFE0-433A-A0FD-0866A374679C}"/>
                  </a:ext>
                </a:extLst>
              </p:cNvPr>
              <p:cNvSpPr/>
              <p:nvPr/>
            </p:nvSpPr>
            <p:spPr>
              <a:xfrm>
                <a:off x="3518431" y="3788820"/>
                <a:ext cx="3246401" cy="902357"/>
              </a:xfrm>
              <a:custGeom>
                <a:avLst/>
                <a:gdLst>
                  <a:gd name="connsiteX0" fmla="*/ 149463 w 299846"/>
                  <a:gd name="connsiteY0" fmla="*/ 6151 h 83344"/>
                  <a:gd name="connsiteX1" fmla="*/ 191564 w 299846"/>
                  <a:gd name="connsiteY1" fmla="*/ 6151 h 83344"/>
                  <a:gd name="connsiteX2" fmla="*/ 277289 w 299846"/>
                  <a:gd name="connsiteY2" fmla="*/ 2722 h 83344"/>
                  <a:gd name="connsiteX3" fmla="*/ 299482 w 299846"/>
                  <a:gd name="connsiteY3" fmla="*/ -135 h 83344"/>
                  <a:gd name="connsiteX4" fmla="*/ 279289 w 299846"/>
                  <a:gd name="connsiteY4" fmla="*/ 21391 h 83344"/>
                  <a:gd name="connsiteX5" fmla="*/ 254619 w 299846"/>
                  <a:gd name="connsiteY5" fmla="*/ 32631 h 83344"/>
                  <a:gd name="connsiteX6" fmla="*/ 195278 w 299846"/>
                  <a:gd name="connsiteY6" fmla="*/ 45871 h 83344"/>
                  <a:gd name="connsiteX7" fmla="*/ 168799 w 299846"/>
                  <a:gd name="connsiteY7" fmla="*/ 48823 h 83344"/>
                  <a:gd name="connsiteX8" fmla="*/ 176229 w 299846"/>
                  <a:gd name="connsiteY8" fmla="*/ 78636 h 83344"/>
                  <a:gd name="connsiteX9" fmla="*/ 149558 w 299846"/>
                  <a:gd name="connsiteY9" fmla="*/ 83208 h 83344"/>
                  <a:gd name="connsiteX10" fmla="*/ 122889 w 299846"/>
                  <a:gd name="connsiteY10" fmla="*/ 78636 h 83344"/>
                  <a:gd name="connsiteX11" fmla="*/ 130318 w 299846"/>
                  <a:gd name="connsiteY11" fmla="*/ 48823 h 83344"/>
                  <a:gd name="connsiteX12" fmla="*/ 103839 w 299846"/>
                  <a:gd name="connsiteY12" fmla="*/ 45870 h 83344"/>
                  <a:gd name="connsiteX13" fmla="*/ 44498 w 299846"/>
                  <a:gd name="connsiteY13" fmla="*/ 32630 h 83344"/>
                  <a:gd name="connsiteX14" fmla="*/ 19828 w 299846"/>
                  <a:gd name="connsiteY14" fmla="*/ 21391 h 83344"/>
                  <a:gd name="connsiteX15" fmla="*/ -365 w 299846"/>
                  <a:gd name="connsiteY15" fmla="*/ -136 h 83344"/>
                  <a:gd name="connsiteX16" fmla="*/ 21828 w 299846"/>
                  <a:gd name="connsiteY16" fmla="*/ 2721 h 83344"/>
                  <a:gd name="connsiteX17" fmla="*/ 107553 w 299846"/>
                  <a:gd name="connsiteY17" fmla="*/ 6150 h 83344"/>
                  <a:gd name="connsiteX18" fmla="*/ 149654 w 299846"/>
                  <a:gd name="connsiteY18" fmla="*/ 6151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99846" h="83344">
                    <a:moveTo>
                      <a:pt x="149463" y="6151"/>
                    </a:moveTo>
                    <a:cubicBezTo>
                      <a:pt x="170323" y="6151"/>
                      <a:pt x="191659" y="6151"/>
                      <a:pt x="191564" y="6151"/>
                    </a:cubicBezTo>
                    <a:cubicBezTo>
                      <a:pt x="219999" y="2694"/>
                      <a:pt x="248668" y="1547"/>
                      <a:pt x="277289" y="2722"/>
                    </a:cubicBezTo>
                    <a:cubicBezTo>
                      <a:pt x="284757" y="2441"/>
                      <a:pt x="292185" y="1485"/>
                      <a:pt x="299482" y="-135"/>
                    </a:cubicBezTo>
                    <a:cubicBezTo>
                      <a:pt x="294242" y="8306"/>
                      <a:pt x="287378" y="15623"/>
                      <a:pt x="279289" y="21391"/>
                    </a:cubicBezTo>
                    <a:cubicBezTo>
                      <a:pt x="271430" y="25890"/>
                      <a:pt x="263171" y="29653"/>
                      <a:pt x="254619" y="32631"/>
                    </a:cubicBezTo>
                    <a:cubicBezTo>
                      <a:pt x="235136" y="38283"/>
                      <a:pt x="215317" y="42705"/>
                      <a:pt x="195278" y="45871"/>
                    </a:cubicBezTo>
                    <a:cubicBezTo>
                      <a:pt x="185754" y="47013"/>
                      <a:pt x="176800" y="48156"/>
                      <a:pt x="168799" y="48823"/>
                    </a:cubicBezTo>
                    <a:lnTo>
                      <a:pt x="176229" y="78636"/>
                    </a:lnTo>
                    <a:lnTo>
                      <a:pt x="149558" y="83208"/>
                    </a:lnTo>
                    <a:lnTo>
                      <a:pt x="122889" y="78636"/>
                    </a:lnTo>
                    <a:lnTo>
                      <a:pt x="130318" y="48823"/>
                    </a:lnTo>
                    <a:cubicBezTo>
                      <a:pt x="122317" y="48156"/>
                      <a:pt x="113078" y="47013"/>
                      <a:pt x="103839" y="45870"/>
                    </a:cubicBezTo>
                    <a:cubicBezTo>
                      <a:pt x="83800" y="42705"/>
                      <a:pt x="63981" y="38283"/>
                      <a:pt x="44498" y="32630"/>
                    </a:cubicBezTo>
                    <a:cubicBezTo>
                      <a:pt x="35946" y="29652"/>
                      <a:pt x="27687" y="25889"/>
                      <a:pt x="19828" y="21391"/>
                    </a:cubicBezTo>
                    <a:cubicBezTo>
                      <a:pt x="11739" y="15622"/>
                      <a:pt x="4875" y="8305"/>
                      <a:pt x="-365" y="-136"/>
                    </a:cubicBezTo>
                    <a:cubicBezTo>
                      <a:pt x="6931" y="1484"/>
                      <a:pt x="14359" y="2441"/>
                      <a:pt x="21828" y="2721"/>
                    </a:cubicBezTo>
                    <a:cubicBezTo>
                      <a:pt x="50449" y="1547"/>
                      <a:pt x="79118" y="2694"/>
                      <a:pt x="107553" y="6150"/>
                    </a:cubicBezTo>
                    <a:cubicBezTo>
                      <a:pt x="107553" y="6151"/>
                      <a:pt x="128794" y="6151"/>
                      <a:pt x="149654" y="6151"/>
                    </a:cubicBezTo>
                  </a:path>
                </a:pathLst>
              </a:custGeom>
              <a:solidFill>
                <a:srgbClr val="13AE6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B955E537-DC9A-48A8-9047-69E6FA330FE8}"/>
                  </a:ext>
                </a:extLst>
              </p:cNvPr>
              <p:cNvSpPr/>
              <p:nvPr/>
            </p:nvSpPr>
            <p:spPr>
              <a:xfrm>
                <a:off x="3703032" y="3358787"/>
                <a:ext cx="2883406" cy="928137"/>
              </a:xfrm>
              <a:custGeom>
                <a:avLst/>
                <a:gdLst>
                  <a:gd name="connsiteX0" fmla="*/ 132699 w 266319"/>
                  <a:gd name="connsiteY0" fmla="*/ 85589 h 85725"/>
                  <a:gd name="connsiteX1" fmla="*/ 132223 w 266319"/>
                  <a:gd name="connsiteY1" fmla="*/ 85589 h 85725"/>
                  <a:gd name="connsiteX2" fmla="*/ 107077 w 266319"/>
                  <a:gd name="connsiteY2" fmla="*/ 82637 h 85725"/>
                  <a:gd name="connsiteX3" fmla="*/ 113840 w 266319"/>
                  <a:gd name="connsiteY3" fmla="*/ 54062 h 85725"/>
                  <a:gd name="connsiteX4" fmla="*/ 91551 w 266319"/>
                  <a:gd name="connsiteY4" fmla="*/ 52728 h 85725"/>
                  <a:gd name="connsiteX5" fmla="*/ 43355 w 266319"/>
                  <a:gd name="connsiteY5" fmla="*/ 38536 h 85725"/>
                  <a:gd name="connsiteX6" fmla="*/ 18685 w 266319"/>
                  <a:gd name="connsiteY6" fmla="*/ 22629 h 85725"/>
                  <a:gd name="connsiteX7" fmla="*/ -365 w 266319"/>
                  <a:gd name="connsiteY7" fmla="*/ -136 h 85725"/>
                  <a:gd name="connsiteX8" fmla="*/ 21352 w 266319"/>
                  <a:gd name="connsiteY8" fmla="*/ 2627 h 85725"/>
                  <a:gd name="connsiteX9" fmla="*/ 91456 w 266319"/>
                  <a:gd name="connsiteY9" fmla="*/ 6818 h 85725"/>
                  <a:gd name="connsiteX10" fmla="*/ 132794 w 266319"/>
                  <a:gd name="connsiteY10" fmla="*/ 6818 h 85725"/>
                  <a:gd name="connsiteX11" fmla="*/ 174133 w 266319"/>
                  <a:gd name="connsiteY11" fmla="*/ 6818 h 85725"/>
                  <a:gd name="connsiteX12" fmla="*/ 244237 w 266319"/>
                  <a:gd name="connsiteY12" fmla="*/ 2627 h 85725"/>
                  <a:gd name="connsiteX13" fmla="*/ 265954 w 266319"/>
                  <a:gd name="connsiteY13" fmla="*/ -136 h 85725"/>
                  <a:gd name="connsiteX14" fmla="*/ 246904 w 266319"/>
                  <a:gd name="connsiteY14" fmla="*/ 22629 h 85725"/>
                  <a:gd name="connsiteX15" fmla="*/ 222234 w 266319"/>
                  <a:gd name="connsiteY15" fmla="*/ 38536 h 85725"/>
                  <a:gd name="connsiteX16" fmla="*/ 174038 w 266319"/>
                  <a:gd name="connsiteY16" fmla="*/ 52728 h 85725"/>
                  <a:gd name="connsiteX17" fmla="*/ 151654 w 266319"/>
                  <a:gd name="connsiteY17" fmla="*/ 54062 h 85725"/>
                  <a:gd name="connsiteX18" fmla="*/ 158417 w 266319"/>
                  <a:gd name="connsiteY18" fmla="*/ 82637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66319" h="85725">
                    <a:moveTo>
                      <a:pt x="132699" y="85589"/>
                    </a:moveTo>
                    <a:lnTo>
                      <a:pt x="132223" y="85589"/>
                    </a:lnTo>
                    <a:lnTo>
                      <a:pt x="107077" y="82637"/>
                    </a:lnTo>
                    <a:lnTo>
                      <a:pt x="113840" y="54062"/>
                    </a:lnTo>
                    <a:cubicBezTo>
                      <a:pt x="106384" y="54659"/>
                      <a:pt x="98882" y="54210"/>
                      <a:pt x="91551" y="52728"/>
                    </a:cubicBezTo>
                    <a:cubicBezTo>
                      <a:pt x="74928" y="50153"/>
                      <a:pt x="58721" y="45380"/>
                      <a:pt x="43355" y="38536"/>
                    </a:cubicBezTo>
                    <a:cubicBezTo>
                      <a:pt x="34466" y="34344"/>
                      <a:pt x="26171" y="28996"/>
                      <a:pt x="18685" y="22629"/>
                    </a:cubicBezTo>
                    <a:cubicBezTo>
                      <a:pt x="11003" y="16263"/>
                      <a:pt x="4548" y="8548"/>
                      <a:pt x="-365" y="-136"/>
                    </a:cubicBezTo>
                    <a:cubicBezTo>
                      <a:pt x="-365" y="-136"/>
                      <a:pt x="14684" y="2246"/>
                      <a:pt x="21352" y="2627"/>
                    </a:cubicBezTo>
                    <a:cubicBezTo>
                      <a:pt x="34020" y="3198"/>
                      <a:pt x="58404" y="4055"/>
                      <a:pt x="91456" y="6818"/>
                    </a:cubicBezTo>
                    <a:cubicBezTo>
                      <a:pt x="91456" y="6818"/>
                      <a:pt x="112411" y="6818"/>
                      <a:pt x="132794" y="6818"/>
                    </a:cubicBezTo>
                    <a:cubicBezTo>
                      <a:pt x="153178" y="6818"/>
                      <a:pt x="173942" y="6818"/>
                      <a:pt x="174133" y="6818"/>
                    </a:cubicBezTo>
                    <a:cubicBezTo>
                      <a:pt x="207185" y="4055"/>
                      <a:pt x="231283" y="3198"/>
                      <a:pt x="244237" y="2627"/>
                    </a:cubicBezTo>
                    <a:cubicBezTo>
                      <a:pt x="250904" y="2627"/>
                      <a:pt x="266049" y="55"/>
                      <a:pt x="265954" y="-136"/>
                    </a:cubicBezTo>
                    <a:cubicBezTo>
                      <a:pt x="261024" y="8536"/>
                      <a:pt x="254571" y="16248"/>
                      <a:pt x="246904" y="22629"/>
                    </a:cubicBezTo>
                    <a:cubicBezTo>
                      <a:pt x="239402" y="28975"/>
                      <a:pt x="231110" y="34322"/>
                      <a:pt x="222234" y="38536"/>
                    </a:cubicBezTo>
                    <a:cubicBezTo>
                      <a:pt x="206859" y="45355"/>
                      <a:pt x="190655" y="50127"/>
                      <a:pt x="174038" y="52728"/>
                    </a:cubicBezTo>
                    <a:cubicBezTo>
                      <a:pt x="166675" y="54209"/>
                      <a:pt x="159141" y="54658"/>
                      <a:pt x="151654" y="54062"/>
                    </a:cubicBezTo>
                    <a:lnTo>
                      <a:pt x="158417" y="82637"/>
                    </a:lnTo>
                    <a:close/>
                  </a:path>
                </a:pathLst>
              </a:custGeom>
              <a:solidFill>
                <a:srgbClr val="89C9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29E78ABB-C55A-4FAC-B424-9F48BDF931C0}"/>
                  </a:ext>
                </a:extLst>
              </p:cNvPr>
              <p:cNvSpPr/>
              <p:nvPr/>
            </p:nvSpPr>
            <p:spPr>
              <a:xfrm>
                <a:off x="3872159" y="2875128"/>
                <a:ext cx="2534835" cy="962162"/>
              </a:xfrm>
              <a:custGeom>
                <a:avLst/>
                <a:gdLst>
                  <a:gd name="connsiteX0" fmla="*/ 116793 w 234124"/>
                  <a:gd name="connsiteY0" fmla="*/ 88732 h 88868"/>
                  <a:gd name="connsiteX1" fmla="*/ 92790 w 234124"/>
                  <a:gd name="connsiteY1" fmla="*/ 87208 h 88868"/>
                  <a:gd name="connsiteX2" fmla="*/ 99076 w 234124"/>
                  <a:gd name="connsiteY2" fmla="*/ 61300 h 88868"/>
                  <a:gd name="connsiteX3" fmla="*/ 82407 w 234124"/>
                  <a:gd name="connsiteY3" fmla="*/ 61300 h 88868"/>
                  <a:gd name="connsiteX4" fmla="*/ 47736 w 234124"/>
                  <a:gd name="connsiteY4" fmla="*/ 50251 h 88868"/>
                  <a:gd name="connsiteX5" fmla="*/ 15351 w 234124"/>
                  <a:gd name="connsiteY5" fmla="*/ 24534 h 88868"/>
                  <a:gd name="connsiteX6" fmla="*/ -365 w 234124"/>
                  <a:gd name="connsiteY6" fmla="*/ -136 h 88868"/>
                  <a:gd name="connsiteX7" fmla="*/ 12684 w 234124"/>
                  <a:gd name="connsiteY7" fmla="*/ 2817 h 88868"/>
                  <a:gd name="connsiteX8" fmla="*/ 88884 w 234124"/>
                  <a:gd name="connsiteY8" fmla="*/ 12342 h 88868"/>
                  <a:gd name="connsiteX9" fmla="*/ 144510 w 234124"/>
                  <a:gd name="connsiteY9" fmla="*/ 12342 h 88868"/>
                  <a:gd name="connsiteX10" fmla="*/ 220710 w 234124"/>
                  <a:gd name="connsiteY10" fmla="*/ 2817 h 88868"/>
                  <a:gd name="connsiteX11" fmla="*/ 233759 w 234124"/>
                  <a:gd name="connsiteY11" fmla="*/ -136 h 88868"/>
                  <a:gd name="connsiteX12" fmla="*/ 218043 w 234124"/>
                  <a:gd name="connsiteY12" fmla="*/ 24534 h 88868"/>
                  <a:gd name="connsiteX13" fmla="*/ 185753 w 234124"/>
                  <a:gd name="connsiteY13" fmla="*/ 50252 h 88868"/>
                  <a:gd name="connsiteX14" fmla="*/ 150892 w 234124"/>
                  <a:gd name="connsiteY14" fmla="*/ 62063 h 88868"/>
                  <a:gd name="connsiteX15" fmla="*/ 134318 w 234124"/>
                  <a:gd name="connsiteY15" fmla="*/ 62063 h 88868"/>
                  <a:gd name="connsiteX16" fmla="*/ 140510 w 234124"/>
                  <a:gd name="connsiteY16" fmla="*/ 87971 h 8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4124" h="88868">
                    <a:moveTo>
                      <a:pt x="116793" y="88732"/>
                    </a:moveTo>
                    <a:lnTo>
                      <a:pt x="92790" y="87208"/>
                    </a:lnTo>
                    <a:lnTo>
                      <a:pt x="99076" y="61300"/>
                    </a:lnTo>
                    <a:cubicBezTo>
                      <a:pt x="93620" y="62791"/>
                      <a:pt x="87864" y="62791"/>
                      <a:pt x="82407" y="61300"/>
                    </a:cubicBezTo>
                    <a:cubicBezTo>
                      <a:pt x="70332" y="59502"/>
                      <a:pt x="58625" y="55771"/>
                      <a:pt x="47736" y="50251"/>
                    </a:cubicBezTo>
                    <a:cubicBezTo>
                      <a:pt x="35340" y="43915"/>
                      <a:pt x="24330" y="35173"/>
                      <a:pt x="15351" y="24534"/>
                    </a:cubicBezTo>
                    <a:cubicBezTo>
                      <a:pt x="8934" y="17123"/>
                      <a:pt x="3639" y="8812"/>
                      <a:pt x="-365" y="-136"/>
                    </a:cubicBezTo>
                    <a:cubicBezTo>
                      <a:pt x="3925" y="1097"/>
                      <a:pt x="8282" y="2082"/>
                      <a:pt x="12684" y="2817"/>
                    </a:cubicBezTo>
                    <a:cubicBezTo>
                      <a:pt x="37809" y="7902"/>
                      <a:pt x="63281" y="11086"/>
                      <a:pt x="88884" y="12342"/>
                    </a:cubicBezTo>
                    <a:lnTo>
                      <a:pt x="144510" y="12342"/>
                    </a:lnTo>
                    <a:cubicBezTo>
                      <a:pt x="170114" y="11086"/>
                      <a:pt x="195586" y="7902"/>
                      <a:pt x="220710" y="2817"/>
                    </a:cubicBezTo>
                    <a:cubicBezTo>
                      <a:pt x="225113" y="2083"/>
                      <a:pt x="229470" y="1097"/>
                      <a:pt x="233759" y="-136"/>
                    </a:cubicBezTo>
                    <a:cubicBezTo>
                      <a:pt x="229756" y="8812"/>
                      <a:pt x="224460" y="17124"/>
                      <a:pt x="218043" y="24534"/>
                    </a:cubicBezTo>
                    <a:cubicBezTo>
                      <a:pt x="209092" y="35163"/>
                      <a:pt x="198116" y="43905"/>
                      <a:pt x="185753" y="50252"/>
                    </a:cubicBezTo>
                    <a:cubicBezTo>
                      <a:pt x="174841" y="56032"/>
                      <a:pt x="163070" y="60020"/>
                      <a:pt x="150892" y="62063"/>
                    </a:cubicBezTo>
                    <a:cubicBezTo>
                      <a:pt x="145468" y="63555"/>
                      <a:pt x="139742" y="63555"/>
                      <a:pt x="134318" y="62063"/>
                    </a:cubicBezTo>
                    <a:lnTo>
                      <a:pt x="140510" y="87971"/>
                    </a:lnTo>
                    <a:close/>
                  </a:path>
                </a:pathLst>
              </a:custGeom>
              <a:solidFill>
                <a:srgbClr val="CAE5C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0697EF95-B934-49E9-AD2B-310000350CA7}"/>
                  </a:ext>
                </a:extLst>
              </p:cNvPr>
              <p:cNvSpPr/>
              <p:nvPr/>
            </p:nvSpPr>
            <p:spPr>
              <a:xfrm>
                <a:off x="4050561" y="2168719"/>
                <a:ext cx="2183167" cy="1215848"/>
              </a:xfrm>
              <a:custGeom>
                <a:avLst/>
                <a:gdLst>
                  <a:gd name="connsiteX0" fmla="*/ 78597 w 201643"/>
                  <a:gd name="connsiteY0" fmla="*/ 112164 h 112299"/>
                  <a:gd name="connsiteX1" fmla="*/ 84217 w 201643"/>
                  <a:gd name="connsiteY1" fmla="*/ 89113 h 112299"/>
                  <a:gd name="connsiteX2" fmla="*/ 69072 w 201643"/>
                  <a:gd name="connsiteY2" fmla="*/ 89685 h 112299"/>
                  <a:gd name="connsiteX3" fmla="*/ 56118 w 201643"/>
                  <a:gd name="connsiteY3" fmla="*/ 78731 h 112299"/>
                  <a:gd name="connsiteX4" fmla="*/ 37068 w 201643"/>
                  <a:gd name="connsiteY4" fmla="*/ 73397 h 112299"/>
                  <a:gd name="connsiteX5" fmla="*/ 28972 w 201643"/>
                  <a:gd name="connsiteY5" fmla="*/ 57014 h 112299"/>
                  <a:gd name="connsiteX6" fmla="*/ 7636 w 201643"/>
                  <a:gd name="connsiteY6" fmla="*/ 43679 h 112299"/>
                  <a:gd name="connsiteX7" fmla="*/ -365 w 201643"/>
                  <a:gd name="connsiteY7" fmla="*/ 21105 h 112299"/>
                  <a:gd name="connsiteX8" fmla="*/ 87837 w 201643"/>
                  <a:gd name="connsiteY8" fmla="*/ 34154 h 112299"/>
                  <a:gd name="connsiteX9" fmla="*/ 92599 w 201643"/>
                  <a:gd name="connsiteY9" fmla="*/ 9961 h 112299"/>
                  <a:gd name="connsiteX10" fmla="*/ 100409 w 201643"/>
                  <a:gd name="connsiteY10" fmla="*/ -136 h 112299"/>
                  <a:gd name="connsiteX11" fmla="*/ 100409 w 201643"/>
                  <a:gd name="connsiteY11" fmla="*/ -136 h 112299"/>
                  <a:gd name="connsiteX12" fmla="*/ 108220 w 201643"/>
                  <a:gd name="connsiteY12" fmla="*/ 9961 h 112299"/>
                  <a:gd name="connsiteX13" fmla="*/ 112982 w 201643"/>
                  <a:gd name="connsiteY13" fmla="*/ 34154 h 112299"/>
                  <a:gd name="connsiteX14" fmla="*/ 201279 w 201643"/>
                  <a:gd name="connsiteY14" fmla="*/ 21105 h 112299"/>
                  <a:gd name="connsiteX15" fmla="*/ 193278 w 201643"/>
                  <a:gd name="connsiteY15" fmla="*/ 43679 h 112299"/>
                  <a:gd name="connsiteX16" fmla="*/ 171942 w 201643"/>
                  <a:gd name="connsiteY16" fmla="*/ 57014 h 112299"/>
                  <a:gd name="connsiteX17" fmla="*/ 163751 w 201643"/>
                  <a:gd name="connsiteY17" fmla="*/ 73397 h 112299"/>
                  <a:gd name="connsiteX18" fmla="*/ 144701 w 201643"/>
                  <a:gd name="connsiteY18" fmla="*/ 78731 h 112299"/>
                  <a:gd name="connsiteX19" fmla="*/ 131651 w 201643"/>
                  <a:gd name="connsiteY19" fmla="*/ 89685 h 112299"/>
                  <a:gd name="connsiteX20" fmla="*/ 116507 w 201643"/>
                  <a:gd name="connsiteY20" fmla="*/ 89113 h 112299"/>
                  <a:gd name="connsiteX21" fmla="*/ 122126 w 201643"/>
                  <a:gd name="connsiteY21" fmla="*/ 112164 h 112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1643" h="112299">
                    <a:moveTo>
                      <a:pt x="78597" y="112164"/>
                    </a:moveTo>
                    <a:lnTo>
                      <a:pt x="84217" y="89113"/>
                    </a:lnTo>
                    <a:cubicBezTo>
                      <a:pt x="79371" y="90976"/>
                      <a:pt x="74044" y="91177"/>
                      <a:pt x="69072" y="89685"/>
                    </a:cubicBezTo>
                    <a:cubicBezTo>
                      <a:pt x="63385" y="88055"/>
                      <a:pt x="58670" y="84068"/>
                      <a:pt x="56118" y="78731"/>
                    </a:cubicBezTo>
                    <a:cubicBezTo>
                      <a:pt x="49336" y="79278"/>
                      <a:pt x="42581" y="77387"/>
                      <a:pt x="37068" y="73397"/>
                    </a:cubicBezTo>
                    <a:cubicBezTo>
                      <a:pt x="32448" y="69117"/>
                      <a:pt x="29565" y="63285"/>
                      <a:pt x="28972" y="57014"/>
                    </a:cubicBezTo>
                    <a:cubicBezTo>
                      <a:pt x="20600" y="55005"/>
                      <a:pt x="13110" y="50324"/>
                      <a:pt x="7636" y="43679"/>
                    </a:cubicBezTo>
                    <a:cubicBezTo>
                      <a:pt x="2458" y="37295"/>
                      <a:pt x="-368" y="29325"/>
                      <a:pt x="-365" y="21105"/>
                    </a:cubicBezTo>
                    <a:cubicBezTo>
                      <a:pt x="28175" y="30029"/>
                      <a:pt x="57935" y="34432"/>
                      <a:pt x="87837" y="34154"/>
                    </a:cubicBezTo>
                    <a:lnTo>
                      <a:pt x="92599" y="9961"/>
                    </a:lnTo>
                    <a:cubicBezTo>
                      <a:pt x="93075" y="7389"/>
                      <a:pt x="94218" y="-136"/>
                      <a:pt x="100409" y="-136"/>
                    </a:cubicBezTo>
                    <a:lnTo>
                      <a:pt x="100409" y="-136"/>
                    </a:lnTo>
                    <a:cubicBezTo>
                      <a:pt x="106600" y="-136"/>
                      <a:pt x="107744" y="7389"/>
                      <a:pt x="108220" y="9961"/>
                    </a:cubicBezTo>
                    <a:lnTo>
                      <a:pt x="112982" y="34154"/>
                    </a:lnTo>
                    <a:cubicBezTo>
                      <a:pt x="142914" y="34422"/>
                      <a:pt x="172704" y="30019"/>
                      <a:pt x="201279" y="21105"/>
                    </a:cubicBezTo>
                    <a:cubicBezTo>
                      <a:pt x="201236" y="29317"/>
                      <a:pt x="198416" y="37273"/>
                      <a:pt x="193278" y="43679"/>
                    </a:cubicBezTo>
                    <a:cubicBezTo>
                      <a:pt x="187790" y="50308"/>
                      <a:pt x="180306" y="54986"/>
                      <a:pt x="171942" y="57014"/>
                    </a:cubicBezTo>
                    <a:cubicBezTo>
                      <a:pt x="171289" y="63288"/>
                      <a:pt x="168378" y="69110"/>
                      <a:pt x="163751" y="73397"/>
                    </a:cubicBezTo>
                    <a:cubicBezTo>
                      <a:pt x="158238" y="77387"/>
                      <a:pt x="151483" y="79278"/>
                      <a:pt x="144701" y="78731"/>
                    </a:cubicBezTo>
                    <a:cubicBezTo>
                      <a:pt x="142098" y="84066"/>
                      <a:pt x="137356" y="88046"/>
                      <a:pt x="131651" y="89685"/>
                    </a:cubicBezTo>
                    <a:cubicBezTo>
                      <a:pt x="126679" y="91177"/>
                      <a:pt x="121352" y="90976"/>
                      <a:pt x="116507" y="89113"/>
                    </a:cubicBezTo>
                    <a:lnTo>
                      <a:pt x="122126" y="112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4D1BE812-0143-4055-BED1-084ED3902DE6}"/>
                  </a:ext>
                </a:extLst>
              </p:cNvPr>
              <p:cNvSpPr/>
              <p:nvPr/>
            </p:nvSpPr>
            <p:spPr>
              <a:xfrm>
                <a:off x="4030967" y="2154274"/>
                <a:ext cx="2216175" cy="1248848"/>
              </a:xfrm>
              <a:custGeom>
                <a:avLst/>
                <a:gdLst>
                  <a:gd name="connsiteX0" fmla="*/ 126032 w 204692"/>
                  <a:gd name="connsiteY0" fmla="*/ 115212 h 115347"/>
                  <a:gd name="connsiteX1" fmla="*/ 78407 w 204692"/>
                  <a:gd name="connsiteY1" fmla="*/ 115212 h 115347"/>
                  <a:gd name="connsiteX2" fmla="*/ 83932 w 204692"/>
                  <a:gd name="connsiteY2" fmla="*/ 93019 h 115347"/>
                  <a:gd name="connsiteX3" fmla="*/ 77740 w 204692"/>
                  <a:gd name="connsiteY3" fmla="*/ 93685 h 115347"/>
                  <a:gd name="connsiteX4" fmla="*/ 70597 w 204692"/>
                  <a:gd name="connsiteY4" fmla="*/ 92638 h 115347"/>
                  <a:gd name="connsiteX5" fmla="*/ 57071 w 204692"/>
                  <a:gd name="connsiteY5" fmla="*/ 81874 h 115347"/>
                  <a:gd name="connsiteX6" fmla="*/ 55737 w 204692"/>
                  <a:gd name="connsiteY6" fmla="*/ 81874 h 115347"/>
                  <a:gd name="connsiteX7" fmla="*/ 37735 w 204692"/>
                  <a:gd name="connsiteY7" fmla="*/ 76064 h 115347"/>
                  <a:gd name="connsiteX8" fmla="*/ 29067 w 204692"/>
                  <a:gd name="connsiteY8" fmla="*/ 59777 h 115347"/>
                  <a:gd name="connsiteX9" fmla="*/ 8017 w 204692"/>
                  <a:gd name="connsiteY9" fmla="*/ 46156 h 115347"/>
                  <a:gd name="connsiteX10" fmla="*/ -365 w 204692"/>
                  <a:gd name="connsiteY10" fmla="*/ 22439 h 115347"/>
                  <a:gd name="connsiteX11" fmla="*/ -365 w 204692"/>
                  <a:gd name="connsiteY11" fmla="*/ 20057 h 115347"/>
                  <a:gd name="connsiteX12" fmla="*/ 1826 w 204692"/>
                  <a:gd name="connsiteY12" fmla="*/ 20819 h 115347"/>
                  <a:gd name="connsiteX13" fmla="*/ 88027 w 204692"/>
                  <a:gd name="connsiteY13" fmla="*/ 33773 h 115347"/>
                  <a:gd name="connsiteX14" fmla="*/ 88027 w 204692"/>
                  <a:gd name="connsiteY14" fmla="*/ 33773 h 115347"/>
                  <a:gd name="connsiteX15" fmla="*/ 92409 w 204692"/>
                  <a:gd name="connsiteY15" fmla="*/ 10913 h 115347"/>
                  <a:gd name="connsiteX16" fmla="*/ 92409 w 204692"/>
                  <a:gd name="connsiteY16" fmla="*/ 10913 h 115347"/>
                  <a:gd name="connsiteX17" fmla="*/ 101934 w 204692"/>
                  <a:gd name="connsiteY17" fmla="*/ -136 h 115347"/>
                  <a:gd name="connsiteX18" fmla="*/ 101934 w 204692"/>
                  <a:gd name="connsiteY18" fmla="*/ -136 h 115347"/>
                  <a:gd name="connsiteX19" fmla="*/ 111459 w 204692"/>
                  <a:gd name="connsiteY19" fmla="*/ 10913 h 115347"/>
                  <a:gd name="connsiteX20" fmla="*/ 111459 w 204692"/>
                  <a:gd name="connsiteY20" fmla="*/ 10913 h 115347"/>
                  <a:gd name="connsiteX21" fmla="*/ 115935 w 204692"/>
                  <a:gd name="connsiteY21" fmla="*/ 33773 h 115347"/>
                  <a:gd name="connsiteX22" fmla="*/ 115935 w 204692"/>
                  <a:gd name="connsiteY22" fmla="*/ 33773 h 115347"/>
                  <a:gd name="connsiteX23" fmla="*/ 202137 w 204692"/>
                  <a:gd name="connsiteY23" fmla="*/ 20819 h 115347"/>
                  <a:gd name="connsiteX24" fmla="*/ 204327 w 204692"/>
                  <a:gd name="connsiteY24" fmla="*/ 20057 h 115347"/>
                  <a:gd name="connsiteX25" fmla="*/ 204327 w 204692"/>
                  <a:gd name="connsiteY25" fmla="*/ 22438 h 115347"/>
                  <a:gd name="connsiteX26" fmla="*/ 196041 w 204692"/>
                  <a:gd name="connsiteY26" fmla="*/ 46155 h 115347"/>
                  <a:gd name="connsiteX27" fmla="*/ 174895 w 204692"/>
                  <a:gd name="connsiteY27" fmla="*/ 59776 h 115347"/>
                  <a:gd name="connsiteX28" fmla="*/ 166227 w 204692"/>
                  <a:gd name="connsiteY28" fmla="*/ 76064 h 115347"/>
                  <a:gd name="connsiteX29" fmla="*/ 147177 w 204692"/>
                  <a:gd name="connsiteY29" fmla="*/ 81874 h 115347"/>
                  <a:gd name="connsiteX30" fmla="*/ 133747 w 204692"/>
                  <a:gd name="connsiteY30" fmla="*/ 92637 h 115347"/>
                  <a:gd name="connsiteX31" fmla="*/ 126603 w 204692"/>
                  <a:gd name="connsiteY31" fmla="*/ 93685 h 115347"/>
                  <a:gd name="connsiteX32" fmla="*/ 120412 w 204692"/>
                  <a:gd name="connsiteY32" fmla="*/ 93018 h 115347"/>
                  <a:gd name="connsiteX33" fmla="*/ 82598 w 204692"/>
                  <a:gd name="connsiteY33" fmla="*/ 111783 h 115347"/>
                  <a:gd name="connsiteX34" fmla="*/ 121651 w 204692"/>
                  <a:gd name="connsiteY34" fmla="*/ 111783 h 115347"/>
                  <a:gd name="connsiteX35" fmla="*/ 115745 w 204692"/>
                  <a:gd name="connsiteY35" fmla="*/ 87589 h 115347"/>
                  <a:gd name="connsiteX36" fmla="*/ 118888 w 204692"/>
                  <a:gd name="connsiteY36" fmla="*/ 88923 h 115347"/>
                  <a:gd name="connsiteX37" fmla="*/ 126794 w 204692"/>
                  <a:gd name="connsiteY37" fmla="*/ 90352 h 115347"/>
                  <a:gd name="connsiteX38" fmla="*/ 132890 w 204692"/>
                  <a:gd name="connsiteY38" fmla="*/ 89399 h 115347"/>
                  <a:gd name="connsiteX39" fmla="*/ 144796 w 204692"/>
                  <a:gd name="connsiteY39" fmla="*/ 79874 h 115347"/>
                  <a:gd name="connsiteX40" fmla="*/ 145273 w 204692"/>
                  <a:gd name="connsiteY40" fmla="*/ 78636 h 115347"/>
                  <a:gd name="connsiteX41" fmla="*/ 148702 w 204692"/>
                  <a:gd name="connsiteY41" fmla="*/ 78636 h 115347"/>
                  <a:gd name="connsiteX42" fmla="*/ 164513 w 204692"/>
                  <a:gd name="connsiteY42" fmla="*/ 73683 h 115347"/>
                  <a:gd name="connsiteX43" fmla="*/ 172133 w 204692"/>
                  <a:gd name="connsiteY43" fmla="*/ 58443 h 115347"/>
                  <a:gd name="connsiteX44" fmla="*/ 172133 w 204692"/>
                  <a:gd name="connsiteY44" fmla="*/ 57205 h 115347"/>
                  <a:gd name="connsiteX45" fmla="*/ 173371 w 204692"/>
                  <a:gd name="connsiteY45" fmla="*/ 57205 h 115347"/>
                  <a:gd name="connsiteX46" fmla="*/ 193755 w 204692"/>
                  <a:gd name="connsiteY46" fmla="*/ 44441 h 115347"/>
                  <a:gd name="connsiteX47" fmla="*/ 201280 w 204692"/>
                  <a:gd name="connsiteY47" fmla="*/ 25391 h 115347"/>
                  <a:gd name="connsiteX48" fmla="*/ 116317 w 204692"/>
                  <a:gd name="connsiteY48" fmla="*/ 37774 h 115347"/>
                  <a:gd name="connsiteX49" fmla="*/ 113364 w 204692"/>
                  <a:gd name="connsiteY49" fmla="*/ 37774 h 115347"/>
                  <a:gd name="connsiteX50" fmla="*/ 113364 w 204692"/>
                  <a:gd name="connsiteY50" fmla="*/ 36345 h 115347"/>
                  <a:gd name="connsiteX51" fmla="*/ 108696 w 204692"/>
                  <a:gd name="connsiteY51" fmla="*/ 12151 h 115347"/>
                  <a:gd name="connsiteX52" fmla="*/ 108696 w 204692"/>
                  <a:gd name="connsiteY52" fmla="*/ 12151 h 115347"/>
                  <a:gd name="connsiteX53" fmla="*/ 102601 w 204692"/>
                  <a:gd name="connsiteY53" fmla="*/ 3865 h 115347"/>
                  <a:gd name="connsiteX54" fmla="*/ 102601 w 204692"/>
                  <a:gd name="connsiteY54" fmla="*/ 3865 h 115347"/>
                  <a:gd name="connsiteX55" fmla="*/ 96504 w 204692"/>
                  <a:gd name="connsiteY55" fmla="*/ 12151 h 115347"/>
                  <a:gd name="connsiteX56" fmla="*/ 96504 w 204692"/>
                  <a:gd name="connsiteY56" fmla="*/ 12151 h 115347"/>
                  <a:gd name="connsiteX57" fmla="*/ 91837 w 204692"/>
                  <a:gd name="connsiteY57" fmla="*/ 36345 h 115347"/>
                  <a:gd name="connsiteX58" fmla="*/ 91837 w 204692"/>
                  <a:gd name="connsiteY58" fmla="*/ 37774 h 115347"/>
                  <a:gd name="connsiteX59" fmla="*/ 88885 w 204692"/>
                  <a:gd name="connsiteY59" fmla="*/ 37774 h 115347"/>
                  <a:gd name="connsiteX60" fmla="*/ 3921 w 204692"/>
                  <a:gd name="connsiteY60" fmla="*/ 25391 h 115347"/>
                  <a:gd name="connsiteX61" fmla="*/ 11541 w 204692"/>
                  <a:gd name="connsiteY61" fmla="*/ 44441 h 115347"/>
                  <a:gd name="connsiteX62" fmla="*/ 31830 w 204692"/>
                  <a:gd name="connsiteY62" fmla="*/ 57205 h 115347"/>
                  <a:gd name="connsiteX63" fmla="*/ 33068 w 204692"/>
                  <a:gd name="connsiteY63" fmla="*/ 57205 h 115347"/>
                  <a:gd name="connsiteX64" fmla="*/ 33068 w 204692"/>
                  <a:gd name="connsiteY64" fmla="*/ 58443 h 115347"/>
                  <a:gd name="connsiteX65" fmla="*/ 40688 w 204692"/>
                  <a:gd name="connsiteY65" fmla="*/ 73683 h 115347"/>
                  <a:gd name="connsiteX66" fmla="*/ 56500 w 204692"/>
                  <a:gd name="connsiteY66" fmla="*/ 78636 h 115347"/>
                  <a:gd name="connsiteX67" fmla="*/ 59928 w 204692"/>
                  <a:gd name="connsiteY67" fmla="*/ 78636 h 115347"/>
                  <a:gd name="connsiteX68" fmla="*/ 60405 w 204692"/>
                  <a:gd name="connsiteY68" fmla="*/ 79874 h 115347"/>
                  <a:gd name="connsiteX69" fmla="*/ 72406 w 204692"/>
                  <a:gd name="connsiteY69" fmla="*/ 89399 h 115347"/>
                  <a:gd name="connsiteX70" fmla="*/ 78503 w 204692"/>
                  <a:gd name="connsiteY70" fmla="*/ 90352 h 115347"/>
                  <a:gd name="connsiteX71" fmla="*/ 86313 w 204692"/>
                  <a:gd name="connsiteY71" fmla="*/ 88923 h 115347"/>
                  <a:gd name="connsiteX72" fmla="*/ 89456 w 204692"/>
                  <a:gd name="connsiteY72" fmla="*/ 87685 h 1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204692" h="115347">
                    <a:moveTo>
                      <a:pt x="126032" y="115212"/>
                    </a:moveTo>
                    <a:lnTo>
                      <a:pt x="78407" y="115212"/>
                    </a:lnTo>
                    <a:lnTo>
                      <a:pt x="83932" y="93019"/>
                    </a:lnTo>
                    <a:cubicBezTo>
                      <a:pt x="81899" y="93471"/>
                      <a:pt x="79823" y="93695"/>
                      <a:pt x="77740" y="93685"/>
                    </a:cubicBezTo>
                    <a:cubicBezTo>
                      <a:pt x="75321" y="93686"/>
                      <a:pt x="72914" y="93333"/>
                      <a:pt x="70597" y="92638"/>
                    </a:cubicBezTo>
                    <a:cubicBezTo>
                      <a:pt x="64863" y="90940"/>
                      <a:pt x="60013" y="87081"/>
                      <a:pt x="57071" y="81874"/>
                    </a:cubicBezTo>
                    <a:lnTo>
                      <a:pt x="55737" y="81874"/>
                    </a:lnTo>
                    <a:cubicBezTo>
                      <a:pt x="49259" y="81986"/>
                      <a:pt x="42926" y="79942"/>
                      <a:pt x="37735" y="76064"/>
                    </a:cubicBezTo>
                    <a:cubicBezTo>
                      <a:pt x="33007" y="71834"/>
                      <a:pt x="29935" y="66061"/>
                      <a:pt x="29067" y="59777"/>
                    </a:cubicBezTo>
                    <a:cubicBezTo>
                      <a:pt x="20837" y="57463"/>
                      <a:pt x="13500" y="52715"/>
                      <a:pt x="8017" y="46156"/>
                    </a:cubicBezTo>
                    <a:cubicBezTo>
                      <a:pt x="2619" y="39427"/>
                      <a:pt x="-337" y="31065"/>
                      <a:pt x="-365" y="22439"/>
                    </a:cubicBezTo>
                    <a:lnTo>
                      <a:pt x="-365" y="20057"/>
                    </a:lnTo>
                    <a:lnTo>
                      <a:pt x="1826" y="20819"/>
                    </a:lnTo>
                    <a:cubicBezTo>
                      <a:pt x="29712" y="29590"/>
                      <a:pt x="58795" y="33961"/>
                      <a:pt x="88027" y="33773"/>
                    </a:cubicBezTo>
                    <a:lnTo>
                      <a:pt x="88027" y="33773"/>
                    </a:lnTo>
                    <a:cubicBezTo>
                      <a:pt x="88980" y="28915"/>
                      <a:pt x="92123" y="12532"/>
                      <a:pt x="92409" y="10913"/>
                    </a:cubicBezTo>
                    <a:lnTo>
                      <a:pt x="92409" y="10913"/>
                    </a:lnTo>
                    <a:cubicBezTo>
                      <a:pt x="92980" y="7960"/>
                      <a:pt x="94600" y="-136"/>
                      <a:pt x="101934" y="-136"/>
                    </a:cubicBezTo>
                    <a:lnTo>
                      <a:pt x="101934" y="-136"/>
                    </a:lnTo>
                    <a:cubicBezTo>
                      <a:pt x="109268" y="-136"/>
                      <a:pt x="110792" y="7960"/>
                      <a:pt x="111459" y="10913"/>
                    </a:cubicBezTo>
                    <a:lnTo>
                      <a:pt x="111459" y="10913"/>
                    </a:lnTo>
                    <a:cubicBezTo>
                      <a:pt x="111459" y="12532"/>
                      <a:pt x="114983" y="28915"/>
                      <a:pt x="115935" y="33773"/>
                    </a:cubicBezTo>
                    <a:lnTo>
                      <a:pt x="115935" y="33773"/>
                    </a:lnTo>
                    <a:cubicBezTo>
                      <a:pt x="145168" y="33961"/>
                      <a:pt x="174251" y="29590"/>
                      <a:pt x="202137" y="20819"/>
                    </a:cubicBezTo>
                    <a:lnTo>
                      <a:pt x="204327" y="20057"/>
                    </a:lnTo>
                    <a:lnTo>
                      <a:pt x="204327" y="22438"/>
                    </a:lnTo>
                    <a:cubicBezTo>
                      <a:pt x="204326" y="31053"/>
                      <a:pt x="201405" y="39414"/>
                      <a:pt x="196041" y="46155"/>
                    </a:cubicBezTo>
                    <a:cubicBezTo>
                      <a:pt x="190529" y="52726"/>
                      <a:pt x="183157" y="57474"/>
                      <a:pt x="174895" y="59776"/>
                    </a:cubicBezTo>
                    <a:cubicBezTo>
                      <a:pt x="174028" y="66061"/>
                      <a:pt x="170956" y="71833"/>
                      <a:pt x="166227" y="76064"/>
                    </a:cubicBezTo>
                    <a:cubicBezTo>
                      <a:pt x="160724" y="80113"/>
                      <a:pt x="154004" y="82163"/>
                      <a:pt x="147177" y="81874"/>
                    </a:cubicBezTo>
                    <a:cubicBezTo>
                      <a:pt x="144258" y="87061"/>
                      <a:pt x="139446" y="90918"/>
                      <a:pt x="133747" y="92637"/>
                    </a:cubicBezTo>
                    <a:cubicBezTo>
                      <a:pt x="131428" y="93324"/>
                      <a:pt x="129022" y="93677"/>
                      <a:pt x="126603" y="93685"/>
                    </a:cubicBezTo>
                    <a:cubicBezTo>
                      <a:pt x="124521" y="93699"/>
                      <a:pt x="122444" y="93475"/>
                      <a:pt x="120412" y="93018"/>
                    </a:cubicBezTo>
                    <a:close/>
                    <a:moveTo>
                      <a:pt x="82598" y="111783"/>
                    </a:moveTo>
                    <a:lnTo>
                      <a:pt x="121651" y="111783"/>
                    </a:lnTo>
                    <a:lnTo>
                      <a:pt x="115745" y="87589"/>
                    </a:lnTo>
                    <a:lnTo>
                      <a:pt x="118888" y="88923"/>
                    </a:lnTo>
                    <a:cubicBezTo>
                      <a:pt x="121417" y="89866"/>
                      <a:pt x="124095" y="90350"/>
                      <a:pt x="126794" y="90352"/>
                    </a:cubicBezTo>
                    <a:cubicBezTo>
                      <a:pt x="128861" y="90330"/>
                      <a:pt x="130915" y="90009"/>
                      <a:pt x="132890" y="89399"/>
                    </a:cubicBezTo>
                    <a:cubicBezTo>
                      <a:pt x="138012" y="88020"/>
                      <a:pt x="142327" y="84568"/>
                      <a:pt x="144796" y="79874"/>
                    </a:cubicBezTo>
                    <a:lnTo>
                      <a:pt x="145273" y="78636"/>
                    </a:lnTo>
                    <a:lnTo>
                      <a:pt x="148702" y="78636"/>
                    </a:lnTo>
                    <a:cubicBezTo>
                      <a:pt x="154379" y="78811"/>
                      <a:pt x="159950" y="77066"/>
                      <a:pt x="164513" y="73683"/>
                    </a:cubicBezTo>
                    <a:cubicBezTo>
                      <a:pt x="168817" y="69695"/>
                      <a:pt x="171525" y="64279"/>
                      <a:pt x="172133" y="58443"/>
                    </a:cubicBezTo>
                    <a:lnTo>
                      <a:pt x="172133" y="57205"/>
                    </a:lnTo>
                    <a:lnTo>
                      <a:pt x="173371" y="57205"/>
                    </a:lnTo>
                    <a:cubicBezTo>
                      <a:pt x="181350" y="55225"/>
                      <a:pt x="188489" y="50754"/>
                      <a:pt x="193755" y="44441"/>
                    </a:cubicBezTo>
                    <a:cubicBezTo>
                      <a:pt x="198109" y="38985"/>
                      <a:pt x="200730" y="32350"/>
                      <a:pt x="201280" y="25391"/>
                    </a:cubicBezTo>
                    <a:cubicBezTo>
                      <a:pt x="173736" y="33738"/>
                      <a:pt x="145097" y="37911"/>
                      <a:pt x="116317" y="37774"/>
                    </a:cubicBezTo>
                    <a:lnTo>
                      <a:pt x="113364" y="37774"/>
                    </a:lnTo>
                    <a:lnTo>
                      <a:pt x="113364" y="36345"/>
                    </a:lnTo>
                    <a:lnTo>
                      <a:pt x="108696" y="12151"/>
                    </a:lnTo>
                    <a:lnTo>
                      <a:pt x="108696" y="12151"/>
                    </a:lnTo>
                    <a:cubicBezTo>
                      <a:pt x="107935" y="8056"/>
                      <a:pt x="106601" y="3865"/>
                      <a:pt x="102601" y="3865"/>
                    </a:cubicBezTo>
                    <a:lnTo>
                      <a:pt x="102601" y="3865"/>
                    </a:lnTo>
                    <a:cubicBezTo>
                      <a:pt x="98695" y="3865"/>
                      <a:pt x="97362" y="8056"/>
                      <a:pt x="96504" y="12151"/>
                    </a:cubicBezTo>
                    <a:lnTo>
                      <a:pt x="96504" y="12151"/>
                    </a:lnTo>
                    <a:lnTo>
                      <a:pt x="91837" y="36345"/>
                    </a:lnTo>
                    <a:lnTo>
                      <a:pt x="91837" y="37774"/>
                    </a:lnTo>
                    <a:lnTo>
                      <a:pt x="88885" y="37774"/>
                    </a:lnTo>
                    <a:cubicBezTo>
                      <a:pt x="60105" y="37901"/>
                      <a:pt x="31468" y="33728"/>
                      <a:pt x="3921" y="25391"/>
                    </a:cubicBezTo>
                    <a:cubicBezTo>
                      <a:pt x="4470" y="32367"/>
                      <a:pt x="7127" y="39012"/>
                      <a:pt x="11541" y="44441"/>
                    </a:cubicBezTo>
                    <a:cubicBezTo>
                      <a:pt x="16755" y="50768"/>
                      <a:pt x="23870" y="55244"/>
                      <a:pt x="31830" y="57205"/>
                    </a:cubicBezTo>
                    <a:lnTo>
                      <a:pt x="33068" y="57205"/>
                    </a:lnTo>
                    <a:lnTo>
                      <a:pt x="33068" y="58443"/>
                    </a:lnTo>
                    <a:cubicBezTo>
                      <a:pt x="33726" y="64264"/>
                      <a:pt x="36425" y="69664"/>
                      <a:pt x="40688" y="73683"/>
                    </a:cubicBezTo>
                    <a:cubicBezTo>
                      <a:pt x="45255" y="77059"/>
                      <a:pt x="50823" y="78803"/>
                      <a:pt x="56500" y="78636"/>
                    </a:cubicBezTo>
                    <a:lnTo>
                      <a:pt x="59928" y="78636"/>
                    </a:lnTo>
                    <a:lnTo>
                      <a:pt x="60405" y="79874"/>
                    </a:lnTo>
                    <a:cubicBezTo>
                      <a:pt x="62896" y="84589"/>
                      <a:pt x="67249" y="88044"/>
                      <a:pt x="72406" y="89399"/>
                    </a:cubicBezTo>
                    <a:cubicBezTo>
                      <a:pt x="74380" y="90016"/>
                      <a:pt x="76435" y="90336"/>
                      <a:pt x="78503" y="90352"/>
                    </a:cubicBezTo>
                    <a:cubicBezTo>
                      <a:pt x="81172" y="90357"/>
                      <a:pt x="83819" y="89873"/>
                      <a:pt x="86313" y="88923"/>
                    </a:cubicBezTo>
                    <a:lnTo>
                      <a:pt x="89456" y="87685"/>
                    </a:lnTo>
                    <a:close/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869349E9-1B1B-4B43-87B8-E0E54EC37DF0}"/>
                  </a:ext>
                </a:extLst>
              </p:cNvPr>
              <p:cNvSpPr/>
              <p:nvPr/>
            </p:nvSpPr>
            <p:spPr>
              <a:xfrm>
                <a:off x="5089901" y="1768141"/>
                <a:ext cx="765536" cy="591631"/>
              </a:xfrm>
              <a:custGeom>
                <a:avLst/>
                <a:gdLst>
                  <a:gd name="connsiteX0" fmla="*/ 235474 w 765536"/>
                  <a:gd name="connsiteY0" fmla="*/ 492940 h 591631"/>
                  <a:gd name="connsiteX1" fmla="*/ 238582 w 765536"/>
                  <a:gd name="connsiteY1" fmla="*/ 497458 h 591631"/>
                  <a:gd name="connsiteX2" fmla="*/ 235474 w 765536"/>
                  <a:gd name="connsiteY2" fmla="*/ 498104 h 591631"/>
                  <a:gd name="connsiteX3" fmla="*/ 294255 w 765536"/>
                  <a:gd name="connsiteY3" fmla="*/ 485883 h 591631"/>
                  <a:gd name="connsiteX4" fmla="*/ 353043 w 765536"/>
                  <a:gd name="connsiteY4" fmla="*/ 498104 h 591631"/>
                  <a:gd name="connsiteX5" fmla="*/ 467503 w 765536"/>
                  <a:gd name="connsiteY5" fmla="*/ 580604 h 591631"/>
                  <a:gd name="connsiteX6" fmla="*/ 332418 w 765536"/>
                  <a:gd name="connsiteY6" fmla="*/ 580604 h 591631"/>
                  <a:gd name="connsiteX7" fmla="*/ 273540 w 765536"/>
                  <a:gd name="connsiteY7" fmla="*/ 548278 h 591631"/>
                  <a:gd name="connsiteX8" fmla="*/ 238582 w 765536"/>
                  <a:gd name="connsiteY8" fmla="*/ 497458 h 591631"/>
                  <a:gd name="connsiteX9" fmla="*/ 454621 w 765536"/>
                  <a:gd name="connsiteY9" fmla="*/ 406943 h 591631"/>
                  <a:gd name="connsiteX10" fmla="*/ 519074 w 765536"/>
                  <a:gd name="connsiteY10" fmla="*/ 417670 h 591631"/>
                  <a:gd name="connsiteX11" fmla="*/ 636644 w 765536"/>
                  <a:gd name="connsiteY11" fmla="*/ 492952 h 591631"/>
                  <a:gd name="connsiteX12" fmla="*/ 497420 w 765536"/>
                  <a:gd name="connsiteY12" fmla="*/ 501202 h 591631"/>
                  <a:gd name="connsiteX13" fmla="*/ 394293 w 765536"/>
                  <a:gd name="connsiteY13" fmla="*/ 424881 h 591631"/>
                  <a:gd name="connsiteX14" fmla="*/ 390168 w 765536"/>
                  <a:gd name="connsiteY14" fmla="*/ 417670 h 591631"/>
                  <a:gd name="connsiteX15" fmla="*/ 454621 w 765536"/>
                  <a:gd name="connsiteY15" fmla="*/ 406943 h 591631"/>
                  <a:gd name="connsiteX16" fmla="*/ 644882 w 765536"/>
                  <a:gd name="connsiteY16" fmla="*/ 279479 h 591631"/>
                  <a:gd name="connsiteX17" fmla="*/ 765536 w 765536"/>
                  <a:gd name="connsiteY17" fmla="*/ 295979 h 591631"/>
                  <a:gd name="connsiteX18" fmla="*/ 651075 w 765536"/>
                  <a:gd name="connsiteY18" fmla="*/ 359921 h 591631"/>
                  <a:gd name="connsiteX19" fmla="*/ 529380 w 765536"/>
                  <a:gd name="connsiteY19" fmla="*/ 321757 h 591631"/>
                  <a:gd name="connsiteX20" fmla="*/ 644882 w 765536"/>
                  <a:gd name="connsiteY20" fmla="*/ 279479 h 591631"/>
                  <a:gd name="connsiteX21" fmla="*/ 725324 w 765536"/>
                  <a:gd name="connsiteY21" fmla="*/ 0 h 591631"/>
                  <a:gd name="connsiteX22" fmla="*/ 702642 w 765536"/>
                  <a:gd name="connsiteY22" fmla="*/ 135098 h 591631"/>
                  <a:gd name="connsiteX23" fmla="*/ 672700 w 765536"/>
                  <a:gd name="connsiteY23" fmla="*/ 184089 h 591631"/>
                  <a:gd name="connsiteX24" fmla="*/ 622477 w 765536"/>
                  <a:gd name="connsiteY24" fmla="*/ 211255 h 591631"/>
                  <a:gd name="connsiteX25" fmla="*/ 600535 w 765536"/>
                  <a:gd name="connsiteY25" fmla="*/ 244409 h 591631"/>
                  <a:gd name="connsiteX26" fmla="*/ 24068 w 765536"/>
                  <a:gd name="connsiteY26" fmla="*/ 558942 h 591631"/>
                  <a:gd name="connsiteX27" fmla="*/ 520 w 765536"/>
                  <a:gd name="connsiteY27" fmla="*/ 544336 h 591631"/>
                  <a:gd name="connsiteX28" fmla="*/ 15136 w 765536"/>
                  <a:gd name="connsiteY28" fmla="*/ 520788 h 591631"/>
                  <a:gd name="connsiteX29" fmla="*/ 22000 w 765536"/>
                  <a:gd name="connsiteY29" fmla="*/ 520788 h 591631"/>
                  <a:gd name="connsiteX30" fmla="*/ 79751 w 765536"/>
                  <a:gd name="connsiteY30" fmla="*/ 507384 h 591631"/>
                  <a:gd name="connsiteX31" fmla="*/ 222404 w 765536"/>
                  <a:gd name="connsiteY31" fmla="*/ 459271 h 591631"/>
                  <a:gd name="connsiteX32" fmla="*/ 224223 w 765536"/>
                  <a:gd name="connsiteY32" fmla="*/ 458380 h 591631"/>
                  <a:gd name="connsiteX33" fmla="*/ 200027 w 765536"/>
                  <a:gd name="connsiteY33" fmla="*/ 401188 h 591631"/>
                  <a:gd name="connsiteX34" fmla="*/ 196289 w 765536"/>
                  <a:gd name="connsiteY34" fmla="*/ 334133 h 591631"/>
                  <a:gd name="connsiteX35" fmla="*/ 267444 w 765536"/>
                  <a:gd name="connsiteY35" fmla="*/ 210381 h 591631"/>
                  <a:gd name="connsiteX36" fmla="*/ 290126 w 765536"/>
                  <a:gd name="connsiteY36" fmla="*/ 349604 h 591631"/>
                  <a:gd name="connsiteX37" fmla="*/ 258160 w 765536"/>
                  <a:gd name="connsiteY37" fmla="*/ 427978 h 591631"/>
                  <a:gd name="connsiteX38" fmla="*/ 237560 w 765536"/>
                  <a:gd name="connsiteY38" fmla="*/ 451839 h 591631"/>
                  <a:gd name="connsiteX39" fmla="*/ 357006 w 765536"/>
                  <a:gd name="connsiteY39" fmla="*/ 393266 h 591631"/>
                  <a:gd name="connsiteX40" fmla="*/ 374979 w 765536"/>
                  <a:gd name="connsiteY40" fmla="*/ 381329 h 591631"/>
                  <a:gd name="connsiteX41" fmla="*/ 351341 w 765536"/>
                  <a:gd name="connsiteY41" fmla="*/ 323131 h 591631"/>
                  <a:gd name="connsiteX42" fmla="*/ 346848 w 765536"/>
                  <a:gd name="connsiteY42" fmla="*/ 255756 h 591631"/>
                  <a:gd name="connsiteX43" fmla="*/ 411818 w 765536"/>
                  <a:gd name="connsiteY43" fmla="*/ 128907 h 591631"/>
                  <a:gd name="connsiteX44" fmla="*/ 435529 w 765536"/>
                  <a:gd name="connsiteY44" fmla="*/ 269160 h 591631"/>
                  <a:gd name="connsiteX45" fmla="*/ 416846 w 765536"/>
                  <a:gd name="connsiteY45" fmla="*/ 332829 h 591631"/>
                  <a:gd name="connsiteX46" fmla="*/ 385216 w 765536"/>
                  <a:gd name="connsiteY46" fmla="*/ 374530 h 591631"/>
                  <a:gd name="connsiteX47" fmla="*/ 481888 w 765536"/>
                  <a:gd name="connsiteY47" fmla="*/ 310325 h 591631"/>
                  <a:gd name="connsiteX48" fmla="*/ 506039 w 765536"/>
                  <a:gd name="connsiteY48" fmla="*/ 289276 h 591631"/>
                  <a:gd name="connsiteX49" fmla="*/ 484391 w 765536"/>
                  <a:gd name="connsiteY49" fmla="*/ 235880 h 591631"/>
                  <a:gd name="connsiteX50" fmla="*/ 479881 w 765536"/>
                  <a:gd name="connsiteY50" fmla="*/ 171186 h 591631"/>
                  <a:gd name="connsiteX51" fmla="*/ 540727 w 765536"/>
                  <a:gd name="connsiteY51" fmla="*/ 50530 h 591631"/>
                  <a:gd name="connsiteX52" fmla="*/ 563420 w 765536"/>
                  <a:gd name="connsiteY52" fmla="*/ 184590 h 591631"/>
                  <a:gd name="connsiteX53" fmla="*/ 546019 w 765536"/>
                  <a:gd name="connsiteY53" fmla="*/ 245158 h 591631"/>
                  <a:gd name="connsiteX54" fmla="*/ 527169 w 765536"/>
                  <a:gd name="connsiteY54" fmla="*/ 270860 h 591631"/>
                  <a:gd name="connsiteX55" fmla="*/ 595382 w 765536"/>
                  <a:gd name="connsiteY55" fmla="*/ 211408 h 591631"/>
                  <a:gd name="connsiteX56" fmla="*/ 619656 w 765536"/>
                  <a:gd name="connsiteY56" fmla="*/ 180334 h 591631"/>
                  <a:gd name="connsiteX57" fmla="*/ 617073 w 765536"/>
                  <a:gd name="connsiteY57" fmla="*/ 148754 h 591631"/>
                  <a:gd name="connsiteX58" fmla="*/ 635602 w 765536"/>
                  <a:gd name="connsiteY58" fmla="*/ 88684 h 591631"/>
                  <a:gd name="connsiteX59" fmla="*/ 725324 w 765536"/>
                  <a:gd name="connsiteY59" fmla="*/ 0 h 591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765536" h="591631">
                    <a:moveTo>
                      <a:pt x="235474" y="492940"/>
                    </a:moveTo>
                    <a:lnTo>
                      <a:pt x="238582" y="497458"/>
                    </a:lnTo>
                    <a:lnTo>
                      <a:pt x="235474" y="498104"/>
                    </a:lnTo>
                    <a:close/>
                    <a:moveTo>
                      <a:pt x="294255" y="485883"/>
                    </a:moveTo>
                    <a:cubicBezTo>
                      <a:pt x="314272" y="485883"/>
                      <a:pt x="334291" y="489957"/>
                      <a:pt x="353043" y="498104"/>
                    </a:cubicBezTo>
                    <a:cubicBezTo>
                      <a:pt x="395646" y="518827"/>
                      <a:pt x="434373" y="546727"/>
                      <a:pt x="467503" y="580604"/>
                    </a:cubicBezTo>
                    <a:cubicBezTo>
                      <a:pt x="423677" y="595307"/>
                      <a:pt x="376244" y="595307"/>
                      <a:pt x="332418" y="580604"/>
                    </a:cubicBezTo>
                    <a:cubicBezTo>
                      <a:pt x="310234" y="574487"/>
                      <a:pt x="290153" y="563300"/>
                      <a:pt x="273540" y="548278"/>
                    </a:cubicBezTo>
                    <a:lnTo>
                      <a:pt x="238582" y="497458"/>
                    </a:lnTo>
                    <a:close/>
                    <a:moveTo>
                      <a:pt x="454621" y="406943"/>
                    </a:moveTo>
                    <a:cubicBezTo>
                      <a:pt x="476402" y="406943"/>
                      <a:pt x="498183" y="410519"/>
                      <a:pt x="519074" y="417670"/>
                    </a:cubicBezTo>
                    <a:cubicBezTo>
                      <a:pt x="563757" y="432915"/>
                      <a:pt x="604098" y="458749"/>
                      <a:pt x="636644" y="492952"/>
                    </a:cubicBezTo>
                    <a:cubicBezTo>
                      <a:pt x="590998" y="503291"/>
                      <a:pt x="543965" y="506085"/>
                      <a:pt x="497420" y="501202"/>
                    </a:cubicBezTo>
                    <a:cubicBezTo>
                      <a:pt x="454860" y="489249"/>
                      <a:pt x="418167" y="462094"/>
                      <a:pt x="394293" y="424881"/>
                    </a:cubicBezTo>
                    <a:lnTo>
                      <a:pt x="390168" y="417670"/>
                    </a:lnTo>
                    <a:cubicBezTo>
                      <a:pt x="411059" y="410519"/>
                      <a:pt x="432840" y="406943"/>
                      <a:pt x="454621" y="406943"/>
                    </a:cubicBezTo>
                    <a:close/>
                    <a:moveTo>
                      <a:pt x="644882" y="279479"/>
                    </a:moveTo>
                    <a:cubicBezTo>
                      <a:pt x="685537" y="281092"/>
                      <a:pt x="725943" y="286624"/>
                      <a:pt x="765536" y="295979"/>
                    </a:cubicBezTo>
                    <a:cubicBezTo>
                      <a:pt x="734398" y="327950"/>
                      <a:pt x="694620" y="350167"/>
                      <a:pt x="651075" y="359921"/>
                    </a:cubicBezTo>
                    <a:cubicBezTo>
                      <a:pt x="607345" y="361448"/>
                      <a:pt x="564405" y="347990"/>
                      <a:pt x="529380" y="321757"/>
                    </a:cubicBezTo>
                    <a:cubicBezTo>
                      <a:pt x="561699" y="294495"/>
                      <a:pt x="602603" y="279522"/>
                      <a:pt x="644882" y="279479"/>
                    </a:cubicBezTo>
                    <a:close/>
                    <a:moveTo>
                      <a:pt x="725324" y="0"/>
                    </a:moveTo>
                    <a:cubicBezTo>
                      <a:pt x="724642" y="45917"/>
                      <a:pt x="716988" y="91477"/>
                      <a:pt x="702642" y="135098"/>
                    </a:cubicBezTo>
                    <a:cubicBezTo>
                      <a:pt x="697061" y="154116"/>
                      <a:pt x="686594" y="170908"/>
                      <a:pt x="672700" y="184089"/>
                    </a:cubicBezTo>
                    <a:lnTo>
                      <a:pt x="622477" y="211255"/>
                    </a:lnTo>
                    <a:lnTo>
                      <a:pt x="600535" y="244409"/>
                    </a:lnTo>
                    <a:cubicBezTo>
                      <a:pt x="445321" y="406077"/>
                      <a:pt x="244006" y="515916"/>
                      <a:pt x="24068" y="558942"/>
                    </a:cubicBezTo>
                    <a:cubicBezTo>
                      <a:pt x="13523" y="561411"/>
                      <a:pt x="2988" y="554871"/>
                      <a:pt x="520" y="544336"/>
                    </a:cubicBezTo>
                    <a:cubicBezTo>
                      <a:pt x="-1949" y="533802"/>
                      <a:pt x="4601" y="523256"/>
                      <a:pt x="15136" y="520788"/>
                    </a:cubicBezTo>
                    <a:lnTo>
                      <a:pt x="22000" y="520788"/>
                    </a:lnTo>
                    <a:lnTo>
                      <a:pt x="79751" y="507384"/>
                    </a:lnTo>
                    <a:cubicBezTo>
                      <a:pt x="128458" y="494435"/>
                      <a:pt x="176102" y="478344"/>
                      <a:pt x="222404" y="459271"/>
                    </a:cubicBezTo>
                    <a:lnTo>
                      <a:pt x="224223" y="458380"/>
                    </a:lnTo>
                    <a:lnTo>
                      <a:pt x="200027" y="401188"/>
                    </a:lnTo>
                    <a:cubicBezTo>
                      <a:pt x="194968" y="379378"/>
                      <a:pt x="193647" y="356702"/>
                      <a:pt x="196289" y="334133"/>
                    </a:cubicBezTo>
                    <a:cubicBezTo>
                      <a:pt x="206986" y="286657"/>
                      <a:pt x="231791" y="243512"/>
                      <a:pt x="267444" y="210381"/>
                    </a:cubicBezTo>
                    <a:cubicBezTo>
                      <a:pt x="280534" y="255714"/>
                      <a:pt x="288156" y="302453"/>
                      <a:pt x="290126" y="349604"/>
                    </a:cubicBezTo>
                    <a:cubicBezTo>
                      <a:pt x="290126" y="378480"/>
                      <a:pt x="274143" y="406838"/>
                      <a:pt x="258160" y="427978"/>
                    </a:cubicBezTo>
                    <a:lnTo>
                      <a:pt x="237560" y="451839"/>
                    </a:lnTo>
                    <a:lnTo>
                      <a:pt x="357006" y="393266"/>
                    </a:lnTo>
                    <a:lnTo>
                      <a:pt x="374979" y="381329"/>
                    </a:lnTo>
                    <a:lnTo>
                      <a:pt x="351341" y="323131"/>
                    </a:lnTo>
                    <a:cubicBezTo>
                      <a:pt x="346293" y="301194"/>
                      <a:pt x="344731" y="278455"/>
                      <a:pt x="346848" y="255756"/>
                    </a:cubicBezTo>
                    <a:cubicBezTo>
                      <a:pt x="355596" y="208020"/>
                      <a:pt x="378191" y="163911"/>
                      <a:pt x="411818" y="128907"/>
                    </a:cubicBezTo>
                    <a:cubicBezTo>
                      <a:pt x="424897" y="174630"/>
                      <a:pt x="432854" y="221673"/>
                      <a:pt x="435529" y="269160"/>
                    </a:cubicBezTo>
                    <a:cubicBezTo>
                      <a:pt x="433201" y="291529"/>
                      <a:pt x="426808" y="313080"/>
                      <a:pt x="416846" y="332829"/>
                    </a:cubicBezTo>
                    <a:lnTo>
                      <a:pt x="385216" y="374530"/>
                    </a:lnTo>
                    <a:lnTo>
                      <a:pt x="481888" y="310325"/>
                    </a:lnTo>
                    <a:lnTo>
                      <a:pt x="506039" y="289276"/>
                    </a:lnTo>
                    <a:lnTo>
                      <a:pt x="484391" y="235880"/>
                    </a:lnTo>
                    <a:cubicBezTo>
                      <a:pt x="479518" y="214819"/>
                      <a:pt x="477953" y="192991"/>
                      <a:pt x="479881" y="171186"/>
                    </a:cubicBezTo>
                    <a:cubicBezTo>
                      <a:pt x="488629" y="126124"/>
                      <a:pt x="509698" y="84365"/>
                      <a:pt x="540727" y="50530"/>
                    </a:cubicBezTo>
                    <a:cubicBezTo>
                      <a:pt x="553189" y="94250"/>
                      <a:pt x="560800" y="139214"/>
                      <a:pt x="563420" y="184590"/>
                    </a:cubicBezTo>
                    <a:cubicBezTo>
                      <a:pt x="561217" y="205816"/>
                      <a:pt x="555273" y="226301"/>
                      <a:pt x="546019" y="245158"/>
                    </a:cubicBezTo>
                    <a:lnTo>
                      <a:pt x="527169" y="270860"/>
                    </a:lnTo>
                    <a:lnTo>
                      <a:pt x="595382" y="211408"/>
                    </a:lnTo>
                    <a:lnTo>
                      <a:pt x="619656" y="180334"/>
                    </a:lnTo>
                    <a:lnTo>
                      <a:pt x="617073" y="148754"/>
                    </a:lnTo>
                    <a:cubicBezTo>
                      <a:pt x="619348" y="127920"/>
                      <a:pt x="625565" y="107517"/>
                      <a:pt x="635602" y="88684"/>
                    </a:cubicBezTo>
                    <a:cubicBezTo>
                      <a:pt x="655512" y="50486"/>
                      <a:pt x="686889" y="19467"/>
                      <a:pt x="7253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CC39353D-97B7-461E-85C6-F3F63ADF2C54}"/>
                  </a:ext>
                </a:extLst>
              </p:cNvPr>
              <p:cNvSpPr/>
              <p:nvPr/>
            </p:nvSpPr>
            <p:spPr>
              <a:xfrm>
                <a:off x="2452782" y="1084415"/>
                <a:ext cx="5372199" cy="5390836"/>
              </a:xfrm>
              <a:custGeom>
                <a:avLst/>
                <a:gdLst>
                  <a:gd name="connsiteX0" fmla="*/ 3137621 w 5372199"/>
                  <a:gd name="connsiteY0" fmla="*/ 5098566 h 5390836"/>
                  <a:gd name="connsiteX1" fmla="*/ 3090189 w 5372199"/>
                  <a:gd name="connsiteY1" fmla="*/ 5135680 h 5390836"/>
                  <a:gd name="connsiteX2" fmla="*/ 3090189 w 5372199"/>
                  <a:gd name="connsiteY2" fmla="*/ 5214053 h 5390836"/>
                  <a:gd name="connsiteX3" fmla="*/ 3123189 w 5372199"/>
                  <a:gd name="connsiteY3" fmla="*/ 5282125 h 5390836"/>
                  <a:gd name="connsiteX4" fmla="*/ 3179909 w 5372199"/>
                  <a:gd name="connsiteY4" fmla="*/ 5298625 h 5390836"/>
                  <a:gd name="connsiteX5" fmla="*/ 3227342 w 5372199"/>
                  <a:gd name="connsiteY5" fmla="*/ 5262527 h 5390836"/>
                  <a:gd name="connsiteX6" fmla="*/ 3223219 w 5372199"/>
                  <a:gd name="connsiteY6" fmla="*/ 5262527 h 5390836"/>
                  <a:gd name="connsiteX7" fmla="*/ 3228384 w 5372199"/>
                  <a:gd name="connsiteY7" fmla="*/ 5186218 h 5390836"/>
                  <a:gd name="connsiteX8" fmla="*/ 3195371 w 5372199"/>
                  <a:gd name="connsiteY8" fmla="*/ 5115066 h 5390836"/>
                  <a:gd name="connsiteX9" fmla="*/ 3137621 w 5372199"/>
                  <a:gd name="connsiteY9" fmla="*/ 5098566 h 5390836"/>
                  <a:gd name="connsiteX10" fmla="*/ 2793012 w 5372199"/>
                  <a:gd name="connsiteY10" fmla="*/ 5095901 h 5390836"/>
                  <a:gd name="connsiteX11" fmla="*/ 2794038 w 5372199"/>
                  <a:gd name="connsiteY11" fmla="*/ 5121680 h 5390836"/>
                  <a:gd name="connsiteX12" fmla="*/ 2794038 w 5372199"/>
                  <a:gd name="connsiteY12" fmla="*/ 5147468 h 5390836"/>
                  <a:gd name="connsiteX13" fmla="*/ 2652759 w 5372199"/>
                  <a:gd name="connsiteY13" fmla="*/ 5150557 h 5390836"/>
                  <a:gd name="connsiteX14" fmla="*/ 2654818 w 5372199"/>
                  <a:gd name="connsiteY14" fmla="*/ 5212430 h 5390836"/>
                  <a:gd name="connsiteX15" fmla="*/ 2785788 w 5372199"/>
                  <a:gd name="connsiteY15" fmla="*/ 5210375 h 5390836"/>
                  <a:gd name="connsiteX16" fmla="*/ 2785788 w 5372199"/>
                  <a:gd name="connsiteY16" fmla="*/ 5235125 h 5390836"/>
                  <a:gd name="connsiteX17" fmla="*/ 2785788 w 5372199"/>
                  <a:gd name="connsiteY17" fmla="*/ 5259875 h 5390836"/>
                  <a:gd name="connsiteX18" fmla="*/ 2654818 w 5372199"/>
                  <a:gd name="connsiteY18" fmla="*/ 5261930 h 5390836"/>
                  <a:gd name="connsiteX19" fmla="*/ 2656886 w 5372199"/>
                  <a:gd name="connsiteY19" fmla="*/ 5338252 h 5390836"/>
                  <a:gd name="connsiteX20" fmla="*/ 2803317 w 5372199"/>
                  <a:gd name="connsiteY20" fmla="*/ 5335154 h 5390836"/>
                  <a:gd name="connsiteX21" fmla="*/ 2804347 w 5372199"/>
                  <a:gd name="connsiteY21" fmla="*/ 5360934 h 5390836"/>
                  <a:gd name="connsiteX22" fmla="*/ 2804347 w 5372199"/>
                  <a:gd name="connsiteY22" fmla="*/ 5386722 h 5390836"/>
                  <a:gd name="connsiteX23" fmla="*/ 2601191 w 5372199"/>
                  <a:gd name="connsiteY23" fmla="*/ 5390836 h 5390836"/>
                  <a:gd name="connsiteX24" fmla="*/ 2597068 w 5372199"/>
                  <a:gd name="connsiteY24" fmla="*/ 5100028 h 5390836"/>
                  <a:gd name="connsiteX25" fmla="*/ 2311412 w 5372199"/>
                  <a:gd name="connsiteY25" fmla="*/ 5073218 h 5390836"/>
                  <a:gd name="connsiteX26" fmla="*/ 2527979 w 5372199"/>
                  <a:gd name="connsiteY26" fmla="*/ 5100036 h 5390836"/>
                  <a:gd name="connsiteX27" fmla="*/ 2524886 w 5372199"/>
                  <a:gd name="connsiteY27" fmla="*/ 5124786 h 5390836"/>
                  <a:gd name="connsiteX28" fmla="*/ 2521789 w 5372199"/>
                  <a:gd name="connsiteY28" fmla="*/ 5150566 h 5390836"/>
                  <a:gd name="connsiteX29" fmla="*/ 2441357 w 5372199"/>
                  <a:gd name="connsiteY29" fmla="*/ 5141286 h 5390836"/>
                  <a:gd name="connsiteX30" fmla="*/ 2412480 w 5372199"/>
                  <a:gd name="connsiteY30" fmla="*/ 5378472 h 5390836"/>
                  <a:gd name="connsiteX31" fmla="*/ 2384632 w 5372199"/>
                  <a:gd name="connsiteY31" fmla="*/ 5375374 h 5390836"/>
                  <a:gd name="connsiteX32" fmla="*/ 2356798 w 5372199"/>
                  <a:gd name="connsiteY32" fmla="*/ 5372277 h 5390836"/>
                  <a:gd name="connsiteX33" fmla="*/ 2385662 w 5372199"/>
                  <a:gd name="connsiteY33" fmla="*/ 5134066 h 5390836"/>
                  <a:gd name="connsiteX34" fmla="*/ 2305230 w 5372199"/>
                  <a:gd name="connsiteY34" fmla="*/ 5124786 h 5390836"/>
                  <a:gd name="connsiteX35" fmla="*/ 2308328 w 5372199"/>
                  <a:gd name="connsiteY35" fmla="*/ 5098998 h 5390836"/>
                  <a:gd name="connsiteX36" fmla="*/ 3178501 w 5372199"/>
                  <a:gd name="connsiteY36" fmla="*/ 5049077 h 5390836"/>
                  <a:gd name="connsiteX37" fmla="*/ 3227342 w 5372199"/>
                  <a:gd name="connsiteY37" fmla="*/ 5072774 h 5390836"/>
                  <a:gd name="connsiteX38" fmla="*/ 3283036 w 5372199"/>
                  <a:gd name="connsiteY38" fmla="*/ 5175900 h 5390836"/>
                  <a:gd name="connsiteX39" fmla="*/ 3270659 w 5372199"/>
                  <a:gd name="connsiteY39" fmla="*/ 5291404 h 5390836"/>
                  <a:gd name="connsiteX40" fmla="*/ 3094478 w 5372199"/>
                  <a:gd name="connsiteY40" fmla="*/ 5332188 h 5390836"/>
                  <a:gd name="connsiteX41" fmla="*/ 3086062 w 5372199"/>
                  <a:gd name="connsiteY41" fmla="*/ 5326472 h 5390836"/>
                  <a:gd name="connsiteX42" fmla="*/ 3082978 w 5372199"/>
                  <a:gd name="connsiteY42" fmla="*/ 5329557 h 5390836"/>
                  <a:gd name="connsiteX43" fmla="*/ 3027283 w 5372199"/>
                  <a:gd name="connsiteY43" fmla="*/ 5226430 h 5390836"/>
                  <a:gd name="connsiteX44" fmla="*/ 3040690 w 5372199"/>
                  <a:gd name="connsiteY44" fmla="*/ 5108871 h 5390836"/>
                  <a:gd name="connsiteX45" fmla="*/ 3124219 w 5372199"/>
                  <a:gd name="connsiteY45" fmla="*/ 5050083 h 5390836"/>
                  <a:gd name="connsiteX46" fmla="*/ 3178501 w 5372199"/>
                  <a:gd name="connsiteY46" fmla="*/ 5049077 h 5390836"/>
                  <a:gd name="connsiteX47" fmla="*/ 2038303 w 5372199"/>
                  <a:gd name="connsiteY47" fmla="*/ 5009871 h 5390836"/>
                  <a:gd name="connsiteX48" fmla="*/ 2065121 w 5372199"/>
                  <a:gd name="connsiteY48" fmla="*/ 5017092 h 5390836"/>
                  <a:gd name="connsiteX49" fmla="*/ 2092960 w 5372199"/>
                  <a:gd name="connsiteY49" fmla="*/ 5023274 h 5390836"/>
                  <a:gd name="connsiteX50" fmla="*/ 2048621 w 5372199"/>
                  <a:gd name="connsiteY50" fmla="*/ 5201688 h 5390836"/>
                  <a:gd name="connsiteX51" fmla="*/ 2048621 w 5372199"/>
                  <a:gd name="connsiteY51" fmla="*/ 5250150 h 5390836"/>
                  <a:gd name="connsiteX52" fmla="*/ 2082650 w 5372199"/>
                  <a:gd name="connsiteY52" fmla="*/ 5274900 h 5390836"/>
                  <a:gd name="connsiteX53" fmla="*/ 2124930 w 5372199"/>
                  <a:gd name="connsiteY53" fmla="*/ 5274900 h 5390836"/>
                  <a:gd name="connsiteX54" fmla="*/ 2148650 w 5372199"/>
                  <a:gd name="connsiteY54" fmla="*/ 5230565 h 5390836"/>
                  <a:gd name="connsiteX55" fmla="*/ 2192989 w 5372199"/>
                  <a:gd name="connsiteY55" fmla="*/ 5053189 h 5390836"/>
                  <a:gd name="connsiteX56" fmla="*/ 2219807 w 5372199"/>
                  <a:gd name="connsiteY56" fmla="*/ 5059371 h 5390836"/>
                  <a:gd name="connsiteX57" fmla="*/ 2247654 w 5372199"/>
                  <a:gd name="connsiteY57" fmla="*/ 5066591 h 5390836"/>
                  <a:gd name="connsiteX58" fmla="*/ 2200209 w 5372199"/>
                  <a:gd name="connsiteY58" fmla="*/ 5237773 h 5390836"/>
                  <a:gd name="connsiteX59" fmla="*/ 2153807 w 5372199"/>
                  <a:gd name="connsiteY59" fmla="*/ 5319247 h 5390836"/>
                  <a:gd name="connsiteX60" fmla="*/ 2067180 w 5372199"/>
                  <a:gd name="connsiteY60" fmla="*/ 5326468 h 5390836"/>
                  <a:gd name="connsiteX61" fmla="*/ 1994985 w 5372199"/>
                  <a:gd name="connsiteY61" fmla="*/ 5279023 h 5390836"/>
                  <a:gd name="connsiteX62" fmla="*/ 1994985 w 5372199"/>
                  <a:gd name="connsiteY62" fmla="*/ 5186218 h 5390836"/>
                  <a:gd name="connsiteX63" fmla="*/ 3514900 w 5372199"/>
                  <a:gd name="connsiteY63" fmla="*/ 4952554 h 5390836"/>
                  <a:gd name="connsiteX64" fmla="*/ 3523150 w 5372199"/>
                  <a:gd name="connsiteY64" fmla="*/ 4977304 h 5390836"/>
                  <a:gd name="connsiteX65" fmla="*/ 3531400 w 5372199"/>
                  <a:gd name="connsiteY65" fmla="*/ 5002053 h 5390836"/>
                  <a:gd name="connsiteX66" fmla="*/ 3403523 w 5372199"/>
                  <a:gd name="connsiteY66" fmla="*/ 5043303 h 5390836"/>
                  <a:gd name="connsiteX67" fmla="*/ 3424146 w 5372199"/>
                  <a:gd name="connsiteY67" fmla="*/ 5106210 h 5390836"/>
                  <a:gd name="connsiteX68" fmla="*/ 3535523 w 5372199"/>
                  <a:gd name="connsiteY68" fmla="*/ 5070125 h 5390836"/>
                  <a:gd name="connsiteX69" fmla="*/ 3542743 w 5372199"/>
                  <a:gd name="connsiteY69" fmla="*/ 5093833 h 5390836"/>
                  <a:gd name="connsiteX70" fmla="*/ 3550993 w 5372199"/>
                  <a:gd name="connsiteY70" fmla="*/ 5117557 h 5390836"/>
                  <a:gd name="connsiteX71" fmla="*/ 3439621 w 5372199"/>
                  <a:gd name="connsiteY71" fmla="*/ 5153655 h 5390836"/>
                  <a:gd name="connsiteX72" fmla="*/ 3477773 w 5372199"/>
                  <a:gd name="connsiteY72" fmla="*/ 5271222 h 5390836"/>
                  <a:gd name="connsiteX73" fmla="*/ 3450955 w 5372199"/>
                  <a:gd name="connsiteY73" fmla="*/ 5279459 h 5390836"/>
                  <a:gd name="connsiteX74" fmla="*/ 3424146 w 5372199"/>
                  <a:gd name="connsiteY74" fmla="*/ 5288752 h 5390836"/>
                  <a:gd name="connsiteX75" fmla="*/ 3334426 w 5372199"/>
                  <a:gd name="connsiteY75" fmla="*/ 5012371 h 5390836"/>
                  <a:gd name="connsiteX76" fmla="*/ 1772071 w 5372199"/>
                  <a:gd name="connsiteY76" fmla="*/ 4919562 h 5390836"/>
                  <a:gd name="connsiteX77" fmla="*/ 1978320 w 5372199"/>
                  <a:gd name="connsiteY77" fmla="*/ 4990719 h 5390836"/>
                  <a:gd name="connsiteX78" fmla="*/ 1970070 w 5372199"/>
                  <a:gd name="connsiteY78" fmla="*/ 5014439 h 5390836"/>
                  <a:gd name="connsiteX79" fmla="*/ 1960782 w 5372199"/>
                  <a:gd name="connsiteY79" fmla="*/ 5039189 h 5390836"/>
                  <a:gd name="connsiteX80" fmla="*/ 1884473 w 5372199"/>
                  <a:gd name="connsiteY80" fmla="*/ 5013409 h 5390836"/>
                  <a:gd name="connsiteX81" fmla="*/ 1807130 w 5372199"/>
                  <a:gd name="connsiteY81" fmla="*/ 5239260 h 5390836"/>
                  <a:gd name="connsiteX82" fmla="*/ 1780321 w 5372199"/>
                  <a:gd name="connsiteY82" fmla="*/ 5229968 h 5390836"/>
                  <a:gd name="connsiteX83" fmla="*/ 1753503 w 5372199"/>
                  <a:gd name="connsiteY83" fmla="*/ 5220693 h 5390836"/>
                  <a:gd name="connsiteX84" fmla="*/ 1831880 w 5372199"/>
                  <a:gd name="connsiteY84" fmla="*/ 4994842 h 5390836"/>
                  <a:gd name="connsiteX85" fmla="*/ 1755571 w 5372199"/>
                  <a:gd name="connsiteY85" fmla="*/ 4969062 h 5390836"/>
                  <a:gd name="connsiteX86" fmla="*/ 1763821 w 5372199"/>
                  <a:gd name="connsiteY86" fmla="*/ 4944312 h 5390836"/>
                  <a:gd name="connsiteX87" fmla="*/ 1666876 w 5372199"/>
                  <a:gd name="connsiteY87" fmla="*/ 4867995 h 5390836"/>
                  <a:gd name="connsiteX88" fmla="*/ 1691626 w 5372199"/>
                  <a:gd name="connsiteY88" fmla="*/ 4879342 h 5390836"/>
                  <a:gd name="connsiteX89" fmla="*/ 1717406 w 5372199"/>
                  <a:gd name="connsiteY89" fmla="*/ 4891715 h 5390836"/>
                  <a:gd name="connsiteX90" fmla="*/ 1594694 w 5372199"/>
                  <a:gd name="connsiteY90" fmla="*/ 5154680 h 5390836"/>
                  <a:gd name="connsiteX91" fmla="*/ 1568906 w 5372199"/>
                  <a:gd name="connsiteY91" fmla="*/ 5143345 h 5390836"/>
                  <a:gd name="connsiteX92" fmla="*/ 1543127 w 5372199"/>
                  <a:gd name="connsiteY92" fmla="*/ 5130968 h 5390836"/>
                  <a:gd name="connsiteX93" fmla="*/ 3872751 w 5372199"/>
                  <a:gd name="connsiteY93" fmla="*/ 4780342 h 5390836"/>
                  <a:gd name="connsiteX94" fmla="*/ 3884085 w 5372199"/>
                  <a:gd name="connsiteY94" fmla="*/ 4803037 h 5390836"/>
                  <a:gd name="connsiteX95" fmla="*/ 3896462 w 5372199"/>
                  <a:gd name="connsiteY95" fmla="*/ 4825719 h 5390836"/>
                  <a:gd name="connsiteX96" fmla="*/ 3825306 w 5372199"/>
                  <a:gd name="connsiteY96" fmla="*/ 4863872 h 5390836"/>
                  <a:gd name="connsiteX97" fmla="*/ 3937712 w 5372199"/>
                  <a:gd name="connsiteY97" fmla="*/ 5075278 h 5390836"/>
                  <a:gd name="connsiteX98" fmla="*/ 3912962 w 5372199"/>
                  <a:gd name="connsiteY98" fmla="*/ 5088689 h 5390836"/>
                  <a:gd name="connsiteX99" fmla="*/ 3888212 w 5372199"/>
                  <a:gd name="connsiteY99" fmla="*/ 5102096 h 5390836"/>
                  <a:gd name="connsiteX100" fmla="*/ 3775806 w 5372199"/>
                  <a:gd name="connsiteY100" fmla="*/ 4890689 h 5390836"/>
                  <a:gd name="connsiteX101" fmla="*/ 3704649 w 5372199"/>
                  <a:gd name="connsiteY101" fmla="*/ 4927816 h 5390836"/>
                  <a:gd name="connsiteX102" fmla="*/ 3692277 w 5372199"/>
                  <a:gd name="connsiteY102" fmla="*/ 4905122 h 5390836"/>
                  <a:gd name="connsiteX103" fmla="*/ 3680929 w 5372199"/>
                  <a:gd name="connsiteY103" fmla="*/ 4882439 h 5390836"/>
                  <a:gd name="connsiteX104" fmla="*/ 1417309 w 5372199"/>
                  <a:gd name="connsiteY104" fmla="*/ 4732898 h 5390836"/>
                  <a:gd name="connsiteX105" fmla="*/ 1607059 w 5372199"/>
                  <a:gd name="connsiteY105" fmla="*/ 4839122 h 5390836"/>
                  <a:gd name="connsiteX106" fmla="*/ 1594682 w 5372199"/>
                  <a:gd name="connsiteY106" fmla="*/ 4861804 h 5390836"/>
                  <a:gd name="connsiteX107" fmla="*/ 1582309 w 5372199"/>
                  <a:gd name="connsiteY107" fmla="*/ 4883456 h 5390836"/>
                  <a:gd name="connsiteX108" fmla="*/ 1512182 w 5372199"/>
                  <a:gd name="connsiteY108" fmla="*/ 4844274 h 5390836"/>
                  <a:gd name="connsiteX109" fmla="*/ 1395653 w 5372199"/>
                  <a:gd name="connsiteY109" fmla="*/ 5053625 h 5390836"/>
                  <a:gd name="connsiteX110" fmla="*/ 1370903 w 5372199"/>
                  <a:gd name="connsiteY110" fmla="*/ 5040210 h 5390836"/>
                  <a:gd name="connsiteX111" fmla="*/ 1347182 w 5372199"/>
                  <a:gd name="connsiteY111" fmla="*/ 5026808 h 5390836"/>
                  <a:gd name="connsiteX112" fmla="*/ 1462682 w 5372199"/>
                  <a:gd name="connsiteY112" fmla="*/ 4817457 h 5390836"/>
                  <a:gd name="connsiteX113" fmla="*/ 1392555 w 5372199"/>
                  <a:gd name="connsiteY113" fmla="*/ 4778274 h 5390836"/>
                  <a:gd name="connsiteX114" fmla="*/ 1404932 w 5372199"/>
                  <a:gd name="connsiteY114" fmla="*/ 4755592 h 5390836"/>
                  <a:gd name="connsiteX115" fmla="*/ 4097559 w 5372199"/>
                  <a:gd name="connsiteY115" fmla="*/ 4639059 h 5390836"/>
                  <a:gd name="connsiteX116" fmla="*/ 4110962 w 5372199"/>
                  <a:gd name="connsiteY116" fmla="*/ 4660711 h 5390836"/>
                  <a:gd name="connsiteX117" fmla="*/ 4125402 w 5372199"/>
                  <a:gd name="connsiteY117" fmla="*/ 4682368 h 5390836"/>
                  <a:gd name="connsiteX118" fmla="*/ 4006805 w 5372199"/>
                  <a:gd name="connsiteY118" fmla="*/ 4759715 h 5390836"/>
                  <a:gd name="connsiteX119" fmla="*/ 4040835 w 5372199"/>
                  <a:gd name="connsiteY119" fmla="*/ 4811283 h 5390836"/>
                  <a:gd name="connsiteX120" fmla="*/ 4150152 w 5372199"/>
                  <a:gd name="connsiteY120" fmla="*/ 4740118 h 5390836"/>
                  <a:gd name="connsiteX121" fmla="*/ 4164589 w 5372199"/>
                  <a:gd name="connsiteY121" fmla="*/ 4760741 h 5390836"/>
                  <a:gd name="connsiteX122" fmla="*/ 4177991 w 5372199"/>
                  <a:gd name="connsiteY122" fmla="*/ 4782406 h 5390836"/>
                  <a:gd name="connsiteX123" fmla="*/ 4067652 w 5372199"/>
                  <a:gd name="connsiteY123" fmla="*/ 4853562 h 5390836"/>
                  <a:gd name="connsiteX124" fmla="*/ 4108902 w 5372199"/>
                  <a:gd name="connsiteY124" fmla="*/ 4916465 h 5390836"/>
                  <a:gd name="connsiteX125" fmla="*/ 4232656 w 5372199"/>
                  <a:gd name="connsiteY125" fmla="*/ 4837062 h 5390836"/>
                  <a:gd name="connsiteX126" fmla="*/ 4247088 w 5372199"/>
                  <a:gd name="connsiteY126" fmla="*/ 4858715 h 5390836"/>
                  <a:gd name="connsiteX127" fmla="*/ 4261529 w 5372199"/>
                  <a:gd name="connsiteY127" fmla="*/ 4880367 h 5390836"/>
                  <a:gd name="connsiteX128" fmla="*/ 4090335 w 5372199"/>
                  <a:gd name="connsiteY128" fmla="*/ 4990714 h 5390836"/>
                  <a:gd name="connsiteX129" fmla="*/ 3932555 w 5372199"/>
                  <a:gd name="connsiteY129" fmla="*/ 4746308 h 5390836"/>
                  <a:gd name="connsiteX130" fmla="*/ 1204009 w 5372199"/>
                  <a:gd name="connsiteY130" fmla="*/ 4608716 h 5390836"/>
                  <a:gd name="connsiteX131" fmla="*/ 1280327 w 5372199"/>
                  <a:gd name="connsiteY131" fmla="*/ 4633466 h 5390836"/>
                  <a:gd name="connsiteX132" fmla="*/ 1323636 w 5372199"/>
                  <a:gd name="connsiteY132" fmla="*/ 4697398 h 5390836"/>
                  <a:gd name="connsiteX133" fmla="*/ 1308174 w 5372199"/>
                  <a:gd name="connsiteY133" fmla="*/ 4771647 h 5390836"/>
                  <a:gd name="connsiteX134" fmla="*/ 1268992 w 5372199"/>
                  <a:gd name="connsiteY134" fmla="*/ 4739686 h 5390836"/>
                  <a:gd name="connsiteX135" fmla="*/ 1274144 w 5372199"/>
                  <a:gd name="connsiteY135" fmla="*/ 4703593 h 5390836"/>
                  <a:gd name="connsiteX136" fmla="*/ 1249395 w 5372199"/>
                  <a:gd name="connsiteY136" fmla="*/ 4670588 h 5390836"/>
                  <a:gd name="connsiteX137" fmla="*/ 1216395 w 5372199"/>
                  <a:gd name="connsiteY137" fmla="*/ 4659245 h 5390836"/>
                  <a:gd name="connsiteX138" fmla="*/ 1189577 w 5372199"/>
                  <a:gd name="connsiteY138" fmla="*/ 4674715 h 5390836"/>
                  <a:gd name="connsiteX139" fmla="*/ 1189577 w 5372199"/>
                  <a:gd name="connsiteY139" fmla="*/ 4698436 h 5390836"/>
                  <a:gd name="connsiteX140" fmla="*/ 1221547 w 5372199"/>
                  <a:gd name="connsiteY140" fmla="*/ 4742775 h 5390836"/>
                  <a:gd name="connsiteX141" fmla="*/ 1265894 w 5372199"/>
                  <a:gd name="connsiteY141" fmla="*/ 4815995 h 5390836"/>
                  <a:gd name="connsiteX142" fmla="*/ 1247327 w 5372199"/>
                  <a:gd name="connsiteY142" fmla="*/ 4874774 h 5390836"/>
                  <a:gd name="connsiteX143" fmla="*/ 1184424 w 5372199"/>
                  <a:gd name="connsiteY143" fmla="*/ 4909842 h 5390836"/>
                  <a:gd name="connsiteX144" fmla="*/ 1106048 w 5372199"/>
                  <a:gd name="connsiteY144" fmla="*/ 4881999 h 5390836"/>
                  <a:gd name="connsiteX145" fmla="*/ 1056548 w 5372199"/>
                  <a:gd name="connsiteY145" fmla="*/ 4814965 h 5390836"/>
                  <a:gd name="connsiteX146" fmla="*/ 1074073 w 5372199"/>
                  <a:gd name="connsiteY146" fmla="*/ 4738660 h 5390836"/>
                  <a:gd name="connsiteX147" fmla="*/ 1118420 w 5372199"/>
                  <a:gd name="connsiteY147" fmla="*/ 4769592 h 5390836"/>
                  <a:gd name="connsiteX148" fmla="*/ 1109145 w 5372199"/>
                  <a:gd name="connsiteY148" fmla="*/ 4807745 h 5390836"/>
                  <a:gd name="connsiteX149" fmla="*/ 1134920 w 5372199"/>
                  <a:gd name="connsiteY149" fmla="*/ 4841774 h 5390836"/>
                  <a:gd name="connsiteX150" fmla="*/ 1174115 w 5372199"/>
                  <a:gd name="connsiteY150" fmla="*/ 4859312 h 5390836"/>
                  <a:gd name="connsiteX151" fmla="*/ 1201954 w 5372199"/>
                  <a:gd name="connsiteY151" fmla="*/ 4846940 h 5390836"/>
                  <a:gd name="connsiteX152" fmla="*/ 1201954 w 5372199"/>
                  <a:gd name="connsiteY152" fmla="*/ 4821160 h 5390836"/>
                  <a:gd name="connsiteX153" fmla="*/ 1175145 w 5372199"/>
                  <a:gd name="connsiteY153" fmla="*/ 4780940 h 5390836"/>
                  <a:gd name="connsiteX154" fmla="*/ 1125645 w 5372199"/>
                  <a:gd name="connsiteY154" fmla="*/ 4703593 h 5390836"/>
                  <a:gd name="connsiteX155" fmla="*/ 1141102 w 5372199"/>
                  <a:gd name="connsiteY155" fmla="*/ 4646868 h 5390836"/>
                  <a:gd name="connsiteX156" fmla="*/ 1204009 w 5372199"/>
                  <a:gd name="connsiteY156" fmla="*/ 4608716 h 5390836"/>
                  <a:gd name="connsiteX157" fmla="*/ 4318414 w 5372199"/>
                  <a:gd name="connsiteY157" fmla="*/ 4479809 h 5390836"/>
                  <a:gd name="connsiteX158" fmla="*/ 4394732 w 5372199"/>
                  <a:gd name="connsiteY158" fmla="*/ 4513839 h 5390836"/>
                  <a:gd name="connsiteX159" fmla="*/ 4352444 w 5372199"/>
                  <a:gd name="connsiteY159" fmla="*/ 4549936 h 5390836"/>
                  <a:gd name="connsiteX160" fmla="*/ 4314287 w 5372199"/>
                  <a:gd name="connsiteY160" fmla="*/ 4533436 h 5390836"/>
                  <a:gd name="connsiteX161" fmla="*/ 4274067 w 5372199"/>
                  <a:gd name="connsiteY161" fmla="*/ 4548894 h 5390836"/>
                  <a:gd name="connsiteX162" fmla="*/ 4253440 w 5372199"/>
                  <a:gd name="connsiteY162" fmla="*/ 4600466 h 5390836"/>
                  <a:gd name="connsiteX163" fmla="*/ 4288508 w 5372199"/>
                  <a:gd name="connsiteY163" fmla="*/ 4669563 h 5390836"/>
                  <a:gd name="connsiteX164" fmla="*/ 4349347 w 5372199"/>
                  <a:gd name="connsiteY164" fmla="*/ 4714936 h 5390836"/>
                  <a:gd name="connsiteX165" fmla="*/ 4402974 w 5372199"/>
                  <a:gd name="connsiteY165" fmla="*/ 4703593 h 5390836"/>
                  <a:gd name="connsiteX166" fmla="*/ 4424626 w 5372199"/>
                  <a:gd name="connsiteY166" fmla="*/ 4665436 h 5390836"/>
                  <a:gd name="connsiteX167" fmla="*/ 4412262 w 5372199"/>
                  <a:gd name="connsiteY167" fmla="*/ 4621089 h 5390836"/>
                  <a:gd name="connsiteX168" fmla="*/ 4454541 w 5372199"/>
                  <a:gd name="connsiteY168" fmla="*/ 4581898 h 5390836"/>
                  <a:gd name="connsiteX169" fmla="*/ 4478261 w 5372199"/>
                  <a:gd name="connsiteY169" fmla="*/ 4667495 h 5390836"/>
                  <a:gd name="connsiteX170" fmla="*/ 4344389 w 5372199"/>
                  <a:gd name="connsiteY170" fmla="*/ 4770936 h 5390836"/>
                  <a:gd name="connsiteX171" fmla="*/ 4342135 w 5372199"/>
                  <a:gd name="connsiteY171" fmla="*/ 4770622 h 5390836"/>
                  <a:gd name="connsiteX172" fmla="*/ 4245203 w 5372199"/>
                  <a:gd name="connsiteY172" fmla="*/ 4706686 h 5390836"/>
                  <a:gd name="connsiteX173" fmla="*/ 4197758 w 5372199"/>
                  <a:gd name="connsiteY173" fmla="*/ 4598398 h 5390836"/>
                  <a:gd name="connsiteX174" fmla="*/ 4239008 w 5372199"/>
                  <a:gd name="connsiteY174" fmla="*/ 4508686 h 5390836"/>
                  <a:gd name="connsiteX175" fmla="*/ 4318414 w 5372199"/>
                  <a:gd name="connsiteY175" fmla="*/ 4479809 h 5390836"/>
                  <a:gd name="connsiteX176" fmla="*/ 976955 w 5372199"/>
                  <a:gd name="connsiteY176" fmla="*/ 4384335 h 5390836"/>
                  <a:gd name="connsiteX177" fmla="*/ 998607 w 5372199"/>
                  <a:gd name="connsiteY177" fmla="*/ 4403932 h 5390836"/>
                  <a:gd name="connsiteX178" fmla="*/ 1019243 w 5372199"/>
                  <a:gd name="connsiteY178" fmla="*/ 4424560 h 5390836"/>
                  <a:gd name="connsiteX179" fmla="*/ 958400 w 5372199"/>
                  <a:gd name="connsiteY179" fmla="*/ 4647309 h 5390836"/>
                  <a:gd name="connsiteX180" fmla="*/ 1097611 w 5372199"/>
                  <a:gd name="connsiteY180" fmla="*/ 4497780 h 5390836"/>
                  <a:gd name="connsiteX181" fmla="*/ 1117204 w 5372199"/>
                  <a:gd name="connsiteY181" fmla="*/ 4515309 h 5390836"/>
                  <a:gd name="connsiteX182" fmla="*/ 1135772 w 5372199"/>
                  <a:gd name="connsiteY182" fmla="*/ 4532839 h 5390836"/>
                  <a:gd name="connsiteX183" fmla="*/ 937773 w 5372199"/>
                  <a:gd name="connsiteY183" fmla="*/ 4746313 h 5390836"/>
                  <a:gd name="connsiteX184" fmla="*/ 917146 w 5372199"/>
                  <a:gd name="connsiteY184" fmla="*/ 4726715 h 5390836"/>
                  <a:gd name="connsiteX185" fmla="*/ 897552 w 5372199"/>
                  <a:gd name="connsiteY185" fmla="*/ 4708148 h 5390836"/>
                  <a:gd name="connsiteX186" fmla="*/ 959425 w 5372199"/>
                  <a:gd name="connsiteY186" fmla="*/ 4479212 h 5390836"/>
                  <a:gd name="connsiteX187" fmla="*/ 816078 w 5372199"/>
                  <a:gd name="connsiteY187" fmla="*/ 4632868 h 5390836"/>
                  <a:gd name="connsiteX188" fmla="*/ 797523 w 5372199"/>
                  <a:gd name="connsiteY188" fmla="*/ 4615339 h 5390836"/>
                  <a:gd name="connsiteX189" fmla="*/ 777926 w 5372199"/>
                  <a:gd name="connsiteY189" fmla="*/ 4596771 h 5390836"/>
                  <a:gd name="connsiteX190" fmla="*/ 883108 w 5372199"/>
                  <a:gd name="connsiteY190" fmla="*/ 4280170 h 5390836"/>
                  <a:gd name="connsiteX191" fmla="*/ 901675 w 5372199"/>
                  <a:gd name="connsiteY191" fmla="*/ 4301823 h 5390836"/>
                  <a:gd name="connsiteX192" fmla="*/ 920235 w 5372199"/>
                  <a:gd name="connsiteY192" fmla="*/ 4322450 h 5390836"/>
                  <a:gd name="connsiteX193" fmla="*/ 703676 w 5372199"/>
                  <a:gd name="connsiteY193" fmla="*/ 4516326 h 5390836"/>
                  <a:gd name="connsiteX194" fmla="*/ 685104 w 5372199"/>
                  <a:gd name="connsiteY194" fmla="*/ 4495703 h 5390836"/>
                  <a:gd name="connsiteX195" fmla="*/ 666549 w 5372199"/>
                  <a:gd name="connsiteY195" fmla="*/ 4475076 h 5390836"/>
                  <a:gd name="connsiteX196" fmla="*/ 4535842 w 5372199"/>
                  <a:gd name="connsiteY196" fmla="*/ 4224488 h 5390836"/>
                  <a:gd name="connsiteX197" fmla="*/ 4751379 w 5372199"/>
                  <a:gd name="connsiteY197" fmla="*/ 4419394 h 5390836"/>
                  <a:gd name="connsiteX198" fmla="*/ 4732811 w 5372199"/>
                  <a:gd name="connsiteY198" fmla="*/ 4440030 h 5390836"/>
                  <a:gd name="connsiteX199" fmla="*/ 4714244 w 5372199"/>
                  <a:gd name="connsiteY199" fmla="*/ 4460644 h 5390836"/>
                  <a:gd name="connsiteX200" fmla="*/ 4616282 w 5372199"/>
                  <a:gd name="connsiteY200" fmla="*/ 4372992 h 5390836"/>
                  <a:gd name="connsiteX201" fmla="*/ 4546160 w 5372199"/>
                  <a:gd name="connsiteY201" fmla="*/ 4450339 h 5390836"/>
                  <a:gd name="connsiteX202" fmla="*/ 4644121 w 5372199"/>
                  <a:gd name="connsiteY202" fmla="*/ 4539021 h 5390836"/>
                  <a:gd name="connsiteX203" fmla="*/ 4625562 w 5372199"/>
                  <a:gd name="connsiteY203" fmla="*/ 4559648 h 5390836"/>
                  <a:gd name="connsiteX204" fmla="*/ 4606994 w 5372199"/>
                  <a:gd name="connsiteY204" fmla="*/ 4580271 h 5390836"/>
                  <a:gd name="connsiteX205" fmla="*/ 4390435 w 5372199"/>
                  <a:gd name="connsiteY205" fmla="*/ 4385365 h 5390836"/>
                  <a:gd name="connsiteX206" fmla="*/ 4409003 w 5372199"/>
                  <a:gd name="connsiteY206" fmla="*/ 4364742 h 5390836"/>
                  <a:gd name="connsiteX207" fmla="*/ 4428588 w 5372199"/>
                  <a:gd name="connsiteY207" fmla="*/ 4344115 h 5390836"/>
                  <a:gd name="connsiteX208" fmla="*/ 4509033 w 5372199"/>
                  <a:gd name="connsiteY208" fmla="*/ 4417339 h 5390836"/>
                  <a:gd name="connsiteX209" fmla="*/ 4579159 w 5372199"/>
                  <a:gd name="connsiteY209" fmla="*/ 4338962 h 5390836"/>
                  <a:gd name="connsiteX210" fmla="*/ 4497685 w 5372199"/>
                  <a:gd name="connsiteY210" fmla="*/ 4265738 h 5390836"/>
                  <a:gd name="connsiteX211" fmla="*/ 4517282 w 5372199"/>
                  <a:gd name="connsiteY211" fmla="*/ 4245115 h 5390836"/>
                  <a:gd name="connsiteX212" fmla="*/ 4714244 w 5372199"/>
                  <a:gd name="connsiteY212" fmla="*/ 3980082 h 5390836"/>
                  <a:gd name="connsiteX213" fmla="*/ 4952468 w 5372199"/>
                  <a:gd name="connsiteY213" fmla="*/ 4147141 h 5390836"/>
                  <a:gd name="connsiteX214" fmla="*/ 4936997 w 5372199"/>
                  <a:gd name="connsiteY214" fmla="*/ 4169836 h 5390836"/>
                  <a:gd name="connsiteX215" fmla="*/ 4920497 w 5372199"/>
                  <a:gd name="connsiteY215" fmla="*/ 4193556 h 5390836"/>
                  <a:gd name="connsiteX216" fmla="*/ 4685371 w 5372199"/>
                  <a:gd name="connsiteY216" fmla="*/ 4162611 h 5390836"/>
                  <a:gd name="connsiteX217" fmla="*/ 4857595 w 5372199"/>
                  <a:gd name="connsiteY217" fmla="*/ 4283280 h 5390836"/>
                  <a:gd name="connsiteX218" fmla="*/ 4843150 w 5372199"/>
                  <a:gd name="connsiteY218" fmla="*/ 4304933 h 5390836"/>
                  <a:gd name="connsiteX219" fmla="*/ 4827688 w 5372199"/>
                  <a:gd name="connsiteY219" fmla="*/ 4326585 h 5390836"/>
                  <a:gd name="connsiteX220" fmla="*/ 4589464 w 5372199"/>
                  <a:gd name="connsiteY220" fmla="*/ 4159526 h 5390836"/>
                  <a:gd name="connsiteX221" fmla="*/ 4605964 w 5372199"/>
                  <a:gd name="connsiteY221" fmla="*/ 4135806 h 5390836"/>
                  <a:gd name="connsiteX222" fmla="*/ 4622464 w 5372199"/>
                  <a:gd name="connsiteY222" fmla="*/ 4111056 h 5390836"/>
                  <a:gd name="connsiteX223" fmla="*/ 4852438 w 5372199"/>
                  <a:gd name="connsiteY223" fmla="*/ 4140959 h 5390836"/>
                  <a:gd name="connsiteX224" fmla="*/ 4684341 w 5372199"/>
                  <a:gd name="connsiteY224" fmla="*/ 4023400 h 5390836"/>
                  <a:gd name="connsiteX225" fmla="*/ 4699812 w 5372199"/>
                  <a:gd name="connsiteY225" fmla="*/ 4001735 h 5390836"/>
                  <a:gd name="connsiteX226" fmla="*/ 597638 w 5372199"/>
                  <a:gd name="connsiteY226" fmla="*/ 3950764 h 5390836"/>
                  <a:gd name="connsiteX227" fmla="*/ 685290 w 5372199"/>
                  <a:gd name="connsiteY227" fmla="*/ 4008514 h 5390836"/>
                  <a:gd name="connsiteX228" fmla="*/ 706947 w 5372199"/>
                  <a:gd name="connsiteY228" fmla="*/ 4089984 h 5390836"/>
                  <a:gd name="connsiteX229" fmla="*/ 666723 w 5372199"/>
                  <a:gd name="connsiteY229" fmla="*/ 4160111 h 5390836"/>
                  <a:gd name="connsiteX230" fmla="*/ 636820 w 5372199"/>
                  <a:gd name="connsiteY230" fmla="*/ 4113709 h 5390836"/>
                  <a:gd name="connsiteX231" fmla="*/ 653320 w 5372199"/>
                  <a:gd name="connsiteY231" fmla="*/ 4078637 h 5390836"/>
                  <a:gd name="connsiteX232" fmla="*/ 645083 w 5372199"/>
                  <a:gd name="connsiteY232" fmla="*/ 4038417 h 5390836"/>
                  <a:gd name="connsiteX233" fmla="*/ 590418 w 5372199"/>
                  <a:gd name="connsiteY233" fmla="*/ 4005417 h 5390836"/>
                  <a:gd name="connsiteX234" fmla="*/ 516164 w 5372199"/>
                  <a:gd name="connsiteY234" fmla="*/ 4030167 h 5390836"/>
                  <a:gd name="connsiteX235" fmla="*/ 463579 w 5372199"/>
                  <a:gd name="connsiteY235" fmla="*/ 4087917 h 5390836"/>
                  <a:gd name="connsiteX236" fmla="*/ 472859 w 5372199"/>
                  <a:gd name="connsiteY236" fmla="*/ 4149793 h 5390836"/>
                  <a:gd name="connsiteX237" fmla="*/ 523388 w 5372199"/>
                  <a:gd name="connsiteY237" fmla="*/ 4177641 h 5390836"/>
                  <a:gd name="connsiteX238" fmla="*/ 561537 w 5372199"/>
                  <a:gd name="connsiteY238" fmla="*/ 4170421 h 5390836"/>
                  <a:gd name="connsiteX239" fmla="*/ 561541 w 5372199"/>
                  <a:gd name="connsiteY239" fmla="*/ 4170429 h 5390836"/>
                  <a:gd name="connsiteX240" fmla="*/ 561541 w 5372199"/>
                  <a:gd name="connsiteY240" fmla="*/ 4170416 h 5390836"/>
                  <a:gd name="connsiteX241" fmla="*/ 561537 w 5372199"/>
                  <a:gd name="connsiteY241" fmla="*/ 4170421 h 5390836"/>
                  <a:gd name="connsiteX242" fmla="*/ 527511 w 5372199"/>
                  <a:gd name="connsiteY242" fmla="*/ 4117832 h 5390836"/>
                  <a:gd name="connsiteX243" fmla="*/ 569791 w 5372199"/>
                  <a:gd name="connsiteY243" fmla="*/ 4089984 h 5390836"/>
                  <a:gd name="connsiteX244" fmla="*/ 630638 w 5372199"/>
                  <a:gd name="connsiteY244" fmla="*/ 4183831 h 5390836"/>
                  <a:gd name="connsiteX245" fmla="*/ 498638 w 5372199"/>
                  <a:gd name="connsiteY245" fmla="*/ 4269420 h 5390836"/>
                  <a:gd name="connsiteX246" fmla="*/ 478011 w 5372199"/>
                  <a:gd name="connsiteY246" fmla="*/ 4238488 h 5390836"/>
                  <a:gd name="connsiteX247" fmla="*/ 506888 w 5372199"/>
                  <a:gd name="connsiteY247" fmla="*/ 4212709 h 5390836"/>
                  <a:gd name="connsiteX248" fmla="*/ 501732 w 5372199"/>
                  <a:gd name="connsiteY248" fmla="*/ 4212709 h 5390836"/>
                  <a:gd name="connsiteX249" fmla="*/ 425414 w 5372199"/>
                  <a:gd name="connsiteY249" fmla="*/ 4171459 h 5390836"/>
                  <a:gd name="connsiteX250" fmla="*/ 425414 w 5372199"/>
                  <a:gd name="connsiteY250" fmla="*/ 4174543 h 5390836"/>
                  <a:gd name="connsiteX251" fmla="*/ 408914 w 5372199"/>
                  <a:gd name="connsiteY251" fmla="*/ 4071417 h 5390836"/>
                  <a:gd name="connsiteX252" fmla="*/ 597638 w 5372199"/>
                  <a:gd name="connsiteY252" fmla="*/ 3950764 h 5390836"/>
                  <a:gd name="connsiteX253" fmla="*/ 4896947 w 5372199"/>
                  <a:gd name="connsiteY253" fmla="*/ 3786790 h 5390836"/>
                  <a:gd name="connsiteX254" fmla="*/ 4848489 w 5372199"/>
                  <a:gd name="connsiteY254" fmla="*/ 3820820 h 5390836"/>
                  <a:gd name="connsiteX255" fmla="*/ 4848489 w 5372199"/>
                  <a:gd name="connsiteY255" fmla="*/ 3880625 h 5390836"/>
                  <a:gd name="connsiteX256" fmla="*/ 4906239 w 5372199"/>
                  <a:gd name="connsiteY256" fmla="*/ 3933222 h 5390836"/>
                  <a:gd name="connsiteX257" fmla="*/ 4980489 w 5372199"/>
                  <a:gd name="connsiteY257" fmla="*/ 3950764 h 5390836"/>
                  <a:gd name="connsiteX258" fmla="*/ 5028950 w 5372199"/>
                  <a:gd name="connsiteY258" fmla="*/ 3916722 h 5390836"/>
                  <a:gd name="connsiteX259" fmla="*/ 5028950 w 5372199"/>
                  <a:gd name="connsiteY259" fmla="*/ 3856917 h 5390836"/>
                  <a:gd name="connsiteX260" fmla="*/ 4973268 w 5372199"/>
                  <a:gd name="connsiteY260" fmla="*/ 3805345 h 5390836"/>
                  <a:gd name="connsiteX261" fmla="*/ 4896947 w 5372199"/>
                  <a:gd name="connsiteY261" fmla="*/ 3786790 h 5390836"/>
                  <a:gd name="connsiteX262" fmla="*/ 4883544 w 5372199"/>
                  <a:gd name="connsiteY262" fmla="*/ 3732138 h 5390836"/>
                  <a:gd name="connsiteX263" fmla="*/ 5000073 w 5372199"/>
                  <a:gd name="connsiteY263" fmla="*/ 3754820 h 5390836"/>
                  <a:gd name="connsiteX264" fmla="*/ 5081548 w 5372199"/>
                  <a:gd name="connsiteY264" fmla="*/ 3837320 h 5390836"/>
                  <a:gd name="connsiteX265" fmla="*/ 5073298 w 5372199"/>
                  <a:gd name="connsiteY265" fmla="*/ 3940447 h 5390836"/>
                  <a:gd name="connsiteX266" fmla="*/ 4992866 w 5372199"/>
                  <a:gd name="connsiteY266" fmla="*/ 4004387 h 5390836"/>
                  <a:gd name="connsiteX267" fmla="*/ 4992853 w 5372199"/>
                  <a:gd name="connsiteY267" fmla="*/ 4002319 h 5390836"/>
                  <a:gd name="connsiteX268" fmla="*/ 4795892 w 5372199"/>
                  <a:gd name="connsiteY268" fmla="*/ 3899193 h 5390836"/>
                  <a:gd name="connsiteX269" fmla="*/ 4802074 w 5372199"/>
                  <a:gd name="connsiteY269" fmla="*/ 3796070 h 5390836"/>
                  <a:gd name="connsiteX270" fmla="*/ 4883544 w 5372199"/>
                  <a:gd name="connsiteY270" fmla="*/ 3732138 h 5390836"/>
                  <a:gd name="connsiteX271" fmla="*/ 484020 w 5372199"/>
                  <a:gd name="connsiteY271" fmla="*/ 3640799 h 5390836"/>
                  <a:gd name="connsiteX272" fmla="*/ 496393 w 5372199"/>
                  <a:gd name="connsiteY272" fmla="*/ 3667609 h 5390836"/>
                  <a:gd name="connsiteX273" fmla="*/ 508770 w 5372199"/>
                  <a:gd name="connsiteY273" fmla="*/ 3693397 h 5390836"/>
                  <a:gd name="connsiteX274" fmla="*/ 368516 w 5372199"/>
                  <a:gd name="connsiteY274" fmla="*/ 3877985 h 5390836"/>
                  <a:gd name="connsiteX275" fmla="*/ 554147 w 5372199"/>
                  <a:gd name="connsiteY275" fmla="*/ 3791358 h 5390836"/>
                  <a:gd name="connsiteX276" fmla="*/ 564464 w 5372199"/>
                  <a:gd name="connsiteY276" fmla="*/ 3815083 h 5390836"/>
                  <a:gd name="connsiteX277" fmla="*/ 575799 w 5372199"/>
                  <a:gd name="connsiteY277" fmla="*/ 3838803 h 5390836"/>
                  <a:gd name="connsiteX278" fmla="*/ 311796 w 5372199"/>
                  <a:gd name="connsiteY278" fmla="*/ 3961527 h 5390836"/>
                  <a:gd name="connsiteX279" fmla="*/ 300448 w 5372199"/>
                  <a:gd name="connsiteY279" fmla="*/ 3936777 h 5390836"/>
                  <a:gd name="connsiteX280" fmla="*/ 289114 w 5372199"/>
                  <a:gd name="connsiteY280" fmla="*/ 3910985 h 5390836"/>
                  <a:gd name="connsiteX281" fmla="*/ 432461 w 5372199"/>
                  <a:gd name="connsiteY281" fmla="*/ 3722274 h 5390836"/>
                  <a:gd name="connsiteX282" fmla="*/ 241669 w 5372199"/>
                  <a:gd name="connsiteY282" fmla="*/ 3810956 h 5390836"/>
                  <a:gd name="connsiteX283" fmla="*/ 231364 w 5372199"/>
                  <a:gd name="connsiteY283" fmla="*/ 3787235 h 5390836"/>
                  <a:gd name="connsiteX284" fmla="*/ 220016 w 5372199"/>
                  <a:gd name="connsiteY284" fmla="*/ 3763511 h 5390836"/>
                  <a:gd name="connsiteX285" fmla="*/ 5190696 w 5372199"/>
                  <a:gd name="connsiteY285" fmla="*/ 3522202 h 5390836"/>
                  <a:gd name="connsiteX286" fmla="*/ 5214407 w 5372199"/>
                  <a:gd name="connsiteY286" fmla="*/ 3530452 h 5390836"/>
                  <a:gd name="connsiteX287" fmla="*/ 5238128 w 5372199"/>
                  <a:gd name="connsiteY287" fmla="*/ 3540770 h 5390836"/>
                  <a:gd name="connsiteX288" fmla="*/ 5171098 w 5372199"/>
                  <a:gd name="connsiteY288" fmla="*/ 3717108 h 5390836"/>
                  <a:gd name="connsiteX289" fmla="*/ 4898845 w 5372199"/>
                  <a:gd name="connsiteY289" fmla="*/ 3612952 h 5390836"/>
                  <a:gd name="connsiteX290" fmla="*/ 4909150 w 5372199"/>
                  <a:gd name="connsiteY290" fmla="*/ 3586134 h 5390836"/>
                  <a:gd name="connsiteX291" fmla="*/ 4919468 w 5372199"/>
                  <a:gd name="connsiteY291" fmla="*/ 3560359 h 5390836"/>
                  <a:gd name="connsiteX292" fmla="*/ 5142225 w 5372199"/>
                  <a:gd name="connsiteY292" fmla="*/ 3645956 h 5390836"/>
                  <a:gd name="connsiteX293" fmla="*/ 432461 w 5372199"/>
                  <a:gd name="connsiteY293" fmla="*/ 3510855 h 5390836"/>
                  <a:gd name="connsiteX294" fmla="*/ 442766 w 5372199"/>
                  <a:gd name="connsiteY294" fmla="*/ 3537673 h 5390836"/>
                  <a:gd name="connsiteX295" fmla="*/ 453083 w 5372199"/>
                  <a:gd name="connsiteY295" fmla="*/ 3563452 h 5390836"/>
                  <a:gd name="connsiteX296" fmla="*/ 180834 w 5372199"/>
                  <a:gd name="connsiteY296" fmla="*/ 3667609 h 5390836"/>
                  <a:gd name="connsiteX297" fmla="*/ 170517 w 5372199"/>
                  <a:gd name="connsiteY297" fmla="*/ 3641829 h 5390836"/>
                  <a:gd name="connsiteX298" fmla="*/ 161237 w 5372199"/>
                  <a:gd name="connsiteY298" fmla="*/ 3616037 h 5390836"/>
                  <a:gd name="connsiteX299" fmla="*/ 175851 w 5372199"/>
                  <a:gd name="connsiteY299" fmla="*/ 3314478 h 5390836"/>
                  <a:gd name="connsiteX300" fmla="*/ 189254 w 5372199"/>
                  <a:gd name="connsiteY300" fmla="*/ 3366046 h 5390836"/>
                  <a:gd name="connsiteX301" fmla="*/ 172754 w 5372199"/>
                  <a:gd name="connsiteY301" fmla="*/ 3371198 h 5390836"/>
                  <a:gd name="connsiteX302" fmla="*/ 136656 w 5372199"/>
                  <a:gd name="connsiteY302" fmla="*/ 3387698 h 5390836"/>
                  <a:gd name="connsiteX303" fmla="*/ 130474 w 5372199"/>
                  <a:gd name="connsiteY303" fmla="*/ 3415546 h 5390836"/>
                  <a:gd name="connsiteX304" fmla="*/ 145936 w 5372199"/>
                  <a:gd name="connsiteY304" fmla="*/ 3436169 h 5390836"/>
                  <a:gd name="connsiteX305" fmla="*/ 176881 w 5372199"/>
                  <a:gd name="connsiteY305" fmla="*/ 3436169 h 5390836"/>
                  <a:gd name="connsiteX306" fmla="*/ 383130 w 5372199"/>
                  <a:gd name="connsiteY306" fmla="*/ 3378410 h 5390836"/>
                  <a:gd name="connsiteX307" fmla="*/ 390342 w 5372199"/>
                  <a:gd name="connsiteY307" fmla="*/ 3405228 h 5390836"/>
                  <a:gd name="connsiteX308" fmla="*/ 397562 w 5372199"/>
                  <a:gd name="connsiteY308" fmla="*/ 3432046 h 5390836"/>
                  <a:gd name="connsiteX309" fmla="*/ 191313 w 5372199"/>
                  <a:gd name="connsiteY309" fmla="*/ 3485668 h 5390836"/>
                  <a:gd name="connsiteX310" fmla="*/ 121186 w 5372199"/>
                  <a:gd name="connsiteY310" fmla="*/ 3485668 h 5390836"/>
                  <a:gd name="connsiteX311" fmla="*/ 83034 w 5372199"/>
                  <a:gd name="connsiteY311" fmla="*/ 3428948 h 5390836"/>
                  <a:gd name="connsiteX312" fmla="*/ 89224 w 5372199"/>
                  <a:gd name="connsiteY312" fmla="*/ 3358821 h 5390836"/>
                  <a:gd name="connsiteX313" fmla="*/ 159351 w 5372199"/>
                  <a:gd name="connsiteY313" fmla="*/ 3319631 h 5390836"/>
                  <a:gd name="connsiteX314" fmla="*/ 5138274 w 5372199"/>
                  <a:gd name="connsiteY314" fmla="*/ 3210244 h 5390836"/>
                  <a:gd name="connsiteX315" fmla="*/ 5099086 w 5372199"/>
                  <a:gd name="connsiteY315" fmla="*/ 3216504 h 5390836"/>
                  <a:gd name="connsiteX316" fmla="*/ 5059891 w 5372199"/>
                  <a:gd name="connsiteY316" fmla="*/ 3261881 h 5390836"/>
                  <a:gd name="connsiteX317" fmla="*/ 5073306 w 5372199"/>
                  <a:gd name="connsiteY317" fmla="*/ 3320669 h 5390836"/>
                  <a:gd name="connsiteX318" fmla="*/ 5142395 w 5372199"/>
                  <a:gd name="connsiteY318" fmla="*/ 3357783 h 5390836"/>
                  <a:gd name="connsiteX319" fmla="*/ 5218712 w 5372199"/>
                  <a:gd name="connsiteY319" fmla="*/ 3357783 h 5390836"/>
                  <a:gd name="connsiteX320" fmla="*/ 5257895 w 5372199"/>
                  <a:gd name="connsiteY320" fmla="*/ 3312406 h 5390836"/>
                  <a:gd name="connsiteX321" fmla="*/ 5244492 w 5372199"/>
                  <a:gd name="connsiteY321" fmla="*/ 3253631 h 5390836"/>
                  <a:gd name="connsiteX322" fmla="*/ 5244492 w 5372199"/>
                  <a:gd name="connsiteY322" fmla="*/ 3252601 h 5390836"/>
                  <a:gd name="connsiteX323" fmla="*/ 5177463 w 5372199"/>
                  <a:gd name="connsiteY323" fmla="*/ 3216504 h 5390836"/>
                  <a:gd name="connsiteX324" fmla="*/ 5138274 w 5372199"/>
                  <a:gd name="connsiteY324" fmla="*/ 3210244 h 5390836"/>
                  <a:gd name="connsiteX325" fmla="*/ 5126906 w 5372199"/>
                  <a:gd name="connsiteY325" fmla="*/ 3154598 h 5390836"/>
                  <a:gd name="connsiteX326" fmla="*/ 5186742 w 5372199"/>
                  <a:gd name="connsiteY326" fmla="*/ 3161852 h 5390836"/>
                  <a:gd name="connsiteX327" fmla="*/ 5289865 w 5372199"/>
                  <a:gd name="connsiteY327" fmla="*/ 3222699 h 5390836"/>
                  <a:gd name="connsiteX328" fmla="*/ 5249797 w 5372199"/>
                  <a:gd name="connsiteY328" fmla="*/ 3402033 h 5390836"/>
                  <a:gd name="connsiteX329" fmla="*/ 5244492 w 5372199"/>
                  <a:gd name="connsiteY329" fmla="*/ 3405228 h 5390836"/>
                  <a:gd name="connsiteX330" fmla="*/ 5240365 w 5372199"/>
                  <a:gd name="connsiteY330" fmla="*/ 3407296 h 5390836"/>
                  <a:gd name="connsiteX331" fmla="*/ 5022768 w 5372199"/>
                  <a:gd name="connsiteY331" fmla="*/ 3352631 h 5390836"/>
                  <a:gd name="connsiteX332" fmla="*/ 5004209 w 5372199"/>
                  <a:gd name="connsiteY332" fmla="*/ 3249504 h 5390836"/>
                  <a:gd name="connsiteX333" fmla="*/ 5068141 w 5372199"/>
                  <a:gd name="connsiteY333" fmla="*/ 3168042 h 5390836"/>
                  <a:gd name="connsiteX334" fmla="*/ 5126906 w 5372199"/>
                  <a:gd name="connsiteY334" fmla="*/ 3154598 h 5390836"/>
                  <a:gd name="connsiteX335" fmla="*/ 332419 w 5372199"/>
                  <a:gd name="connsiteY335" fmla="*/ 3145784 h 5390836"/>
                  <a:gd name="connsiteX336" fmla="*/ 337575 w 5372199"/>
                  <a:gd name="connsiteY336" fmla="*/ 3173631 h 5390836"/>
                  <a:gd name="connsiteX337" fmla="*/ 342736 w 5372199"/>
                  <a:gd name="connsiteY337" fmla="*/ 3201479 h 5390836"/>
                  <a:gd name="connsiteX338" fmla="*/ 57080 w 5372199"/>
                  <a:gd name="connsiteY338" fmla="*/ 3256135 h 5390836"/>
                  <a:gd name="connsiteX339" fmla="*/ 51915 w 5372199"/>
                  <a:gd name="connsiteY339" fmla="*/ 3229313 h 5390836"/>
                  <a:gd name="connsiteX340" fmla="*/ 46763 w 5372199"/>
                  <a:gd name="connsiteY340" fmla="*/ 3201479 h 5390836"/>
                  <a:gd name="connsiteX341" fmla="*/ 298393 w 5372199"/>
                  <a:gd name="connsiteY341" fmla="*/ 2871475 h 5390836"/>
                  <a:gd name="connsiteX342" fmla="*/ 322114 w 5372199"/>
                  <a:gd name="connsiteY342" fmla="*/ 3066382 h 5390836"/>
                  <a:gd name="connsiteX343" fmla="*/ 296334 w 5372199"/>
                  <a:gd name="connsiteY343" fmla="*/ 3069479 h 5390836"/>
                  <a:gd name="connsiteX344" fmla="*/ 270554 w 5372199"/>
                  <a:gd name="connsiteY344" fmla="*/ 3072576 h 5390836"/>
                  <a:gd name="connsiteX345" fmla="*/ 253016 w 5372199"/>
                  <a:gd name="connsiteY345" fmla="*/ 2933352 h 5390836"/>
                  <a:gd name="connsiteX346" fmla="*/ 192169 w 5372199"/>
                  <a:gd name="connsiteY346" fmla="*/ 2940573 h 5390836"/>
                  <a:gd name="connsiteX347" fmla="*/ 207639 w 5372199"/>
                  <a:gd name="connsiteY347" fmla="*/ 3070509 h 5390836"/>
                  <a:gd name="connsiteX348" fmla="*/ 183932 w 5372199"/>
                  <a:gd name="connsiteY348" fmla="*/ 3073606 h 5390836"/>
                  <a:gd name="connsiteX349" fmla="*/ 158139 w 5372199"/>
                  <a:gd name="connsiteY349" fmla="*/ 3076699 h 5390836"/>
                  <a:gd name="connsiteX350" fmla="*/ 142669 w 5372199"/>
                  <a:gd name="connsiteY350" fmla="*/ 2946755 h 5390836"/>
                  <a:gd name="connsiteX351" fmla="*/ 67390 w 5372199"/>
                  <a:gd name="connsiteY351" fmla="*/ 2956047 h 5390836"/>
                  <a:gd name="connsiteX352" fmla="*/ 84919 w 5372199"/>
                  <a:gd name="connsiteY352" fmla="*/ 3102479 h 5390836"/>
                  <a:gd name="connsiteX353" fmla="*/ 60178 w 5372199"/>
                  <a:gd name="connsiteY353" fmla="*/ 3105576 h 5390836"/>
                  <a:gd name="connsiteX354" fmla="*/ 34390 w 5372199"/>
                  <a:gd name="connsiteY354" fmla="*/ 3108674 h 5390836"/>
                  <a:gd name="connsiteX355" fmla="*/ 8610 w 5372199"/>
                  <a:gd name="connsiteY355" fmla="*/ 2906535 h 5390836"/>
                  <a:gd name="connsiteX356" fmla="*/ 5165090 w 5372199"/>
                  <a:gd name="connsiteY356" fmla="*/ 2814306 h 5390836"/>
                  <a:gd name="connsiteX357" fmla="*/ 5159933 w 5372199"/>
                  <a:gd name="connsiteY357" fmla="*/ 2870001 h 5390836"/>
                  <a:gd name="connsiteX358" fmla="*/ 5124865 w 5372199"/>
                  <a:gd name="connsiteY358" fmla="*/ 2886501 h 5390836"/>
                  <a:gd name="connsiteX359" fmla="*/ 5107340 w 5372199"/>
                  <a:gd name="connsiteY359" fmla="*/ 2924653 h 5390836"/>
                  <a:gd name="connsiteX360" fmla="*/ 5130022 w 5372199"/>
                  <a:gd name="connsiteY360" fmla="*/ 2983433 h 5390836"/>
                  <a:gd name="connsiteX361" fmla="*/ 5203242 w 5372199"/>
                  <a:gd name="connsiteY361" fmla="*/ 3010250 h 5390836"/>
                  <a:gd name="connsiteX362" fmla="*/ 5280589 w 5372199"/>
                  <a:gd name="connsiteY362" fmla="*/ 2997878 h 5390836"/>
                  <a:gd name="connsiteX363" fmla="*/ 5311521 w 5372199"/>
                  <a:gd name="connsiteY363" fmla="*/ 2942183 h 5390836"/>
                  <a:gd name="connsiteX364" fmla="*/ 5311534 w 5372199"/>
                  <a:gd name="connsiteY364" fmla="*/ 2942183 h 5390836"/>
                  <a:gd name="connsiteX365" fmla="*/ 5288839 w 5372199"/>
                  <a:gd name="connsiteY365" fmla="*/ 2889598 h 5390836"/>
                  <a:gd name="connsiteX366" fmla="*/ 5254810 w 5372199"/>
                  <a:gd name="connsiteY366" fmla="*/ 2872056 h 5390836"/>
                  <a:gd name="connsiteX367" fmla="*/ 5254810 w 5372199"/>
                  <a:gd name="connsiteY367" fmla="*/ 2933933 h 5390836"/>
                  <a:gd name="connsiteX368" fmla="*/ 5204272 w 5372199"/>
                  <a:gd name="connsiteY368" fmla="*/ 2933933 h 5390836"/>
                  <a:gd name="connsiteX369" fmla="*/ 5214590 w 5372199"/>
                  <a:gd name="connsiteY369" fmla="*/ 2822556 h 5390836"/>
                  <a:gd name="connsiteX370" fmla="*/ 5370309 w 5372199"/>
                  <a:gd name="connsiteY370" fmla="*/ 2835971 h 5390836"/>
                  <a:gd name="connsiteX371" fmla="*/ 5370309 w 5372199"/>
                  <a:gd name="connsiteY371" fmla="*/ 2873098 h 5390836"/>
                  <a:gd name="connsiteX372" fmla="*/ 5337310 w 5372199"/>
                  <a:gd name="connsiteY372" fmla="*/ 2873098 h 5390836"/>
                  <a:gd name="connsiteX373" fmla="*/ 5371339 w 5372199"/>
                  <a:gd name="connsiteY373" fmla="*/ 2952501 h 5390836"/>
                  <a:gd name="connsiteX374" fmla="*/ 5362059 w 5372199"/>
                  <a:gd name="connsiteY374" fmla="*/ 2957653 h 5390836"/>
                  <a:gd name="connsiteX375" fmla="*/ 5312560 w 5372199"/>
                  <a:gd name="connsiteY375" fmla="*/ 3046335 h 5390836"/>
                  <a:gd name="connsiteX376" fmla="*/ 5199115 w 5372199"/>
                  <a:gd name="connsiteY376" fmla="*/ 3071085 h 5390836"/>
                  <a:gd name="connsiteX377" fmla="*/ 5089810 w 5372199"/>
                  <a:gd name="connsiteY377" fmla="*/ 3025712 h 5390836"/>
                  <a:gd name="connsiteX378" fmla="*/ 5056806 w 5372199"/>
                  <a:gd name="connsiteY378" fmla="*/ 2922585 h 5390836"/>
                  <a:gd name="connsiteX379" fmla="*/ 5089810 w 5372199"/>
                  <a:gd name="connsiteY379" fmla="*/ 2845251 h 5390836"/>
                  <a:gd name="connsiteX380" fmla="*/ 5165090 w 5372199"/>
                  <a:gd name="connsiteY380" fmla="*/ 2814306 h 5390836"/>
                  <a:gd name="connsiteX381" fmla="*/ 176868 w 5372199"/>
                  <a:gd name="connsiteY381" fmla="*/ 2618374 h 5390836"/>
                  <a:gd name="connsiteX382" fmla="*/ 176868 w 5372199"/>
                  <a:gd name="connsiteY382" fmla="*/ 2682319 h 5390836"/>
                  <a:gd name="connsiteX383" fmla="*/ 184089 w 5372199"/>
                  <a:gd name="connsiteY383" fmla="*/ 2713251 h 5390836"/>
                  <a:gd name="connsiteX384" fmla="*/ 209868 w 5372199"/>
                  <a:gd name="connsiteY384" fmla="*/ 2724599 h 5390836"/>
                  <a:gd name="connsiteX385" fmla="*/ 232550 w 5372199"/>
                  <a:gd name="connsiteY385" fmla="*/ 2714281 h 5390836"/>
                  <a:gd name="connsiteX386" fmla="*/ 240800 w 5372199"/>
                  <a:gd name="connsiteY386" fmla="*/ 2681281 h 5390836"/>
                  <a:gd name="connsiteX387" fmla="*/ 240813 w 5372199"/>
                  <a:gd name="connsiteY387" fmla="*/ 2619413 h 5390836"/>
                  <a:gd name="connsiteX388" fmla="*/ 50021 w 5372199"/>
                  <a:gd name="connsiteY388" fmla="*/ 2618374 h 5390836"/>
                  <a:gd name="connsiteX389" fmla="*/ 50021 w 5372199"/>
                  <a:gd name="connsiteY389" fmla="*/ 2686442 h 5390836"/>
                  <a:gd name="connsiteX390" fmla="*/ 59309 w 5372199"/>
                  <a:gd name="connsiteY390" fmla="*/ 2719446 h 5390836"/>
                  <a:gd name="connsiteX391" fmla="*/ 90241 w 5372199"/>
                  <a:gd name="connsiteY391" fmla="*/ 2730781 h 5390836"/>
                  <a:gd name="connsiteX392" fmla="*/ 118089 w 5372199"/>
                  <a:gd name="connsiteY392" fmla="*/ 2719446 h 5390836"/>
                  <a:gd name="connsiteX393" fmla="*/ 127368 w 5372199"/>
                  <a:gd name="connsiteY393" fmla="*/ 2686442 h 5390836"/>
                  <a:gd name="connsiteX394" fmla="*/ 127368 w 5372199"/>
                  <a:gd name="connsiteY394" fmla="*/ 2619413 h 5390836"/>
                  <a:gd name="connsiteX395" fmla="*/ 521 w 5372199"/>
                  <a:gd name="connsiteY395" fmla="*/ 2563722 h 5390836"/>
                  <a:gd name="connsiteX396" fmla="*/ 291342 w 5372199"/>
                  <a:gd name="connsiteY396" fmla="*/ 2568875 h 5390836"/>
                  <a:gd name="connsiteX397" fmla="*/ 291342 w 5372199"/>
                  <a:gd name="connsiteY397" fmla="*/ 2595692 h 5390836"/>
                  <a:gd name="connsiteX398" fmla="*/ 291342 w 5372199"/>
                  <a:gd name="connsiteY398" fmla="*/ 2698819 h 5390836"/>
                  <a:gd name="connsiteX399" fmla="*/ 270715 w 5372199"/>
                  <a:gd name="connsiteY399" fmla="*/ 2758628 h 5390836"/>
                  <a:gd name="connsiteX400" fmla="*/ 216050 w 5372199"/>
                  <a:gd name="connsiteY400" fmla="*/ 2779251 h 5390836"/>
                  <a:gd name="connsiteX401" fmla="*/ 161398 w 5372199"/>
                  <a:gd name="connsiteY401" fmla="*/ 2754501 h 5390836"/>
                  <a:gd name="connsiteX402" fmla="*/ 156245 w 5372199"/>
                  <a:gd name="connsiteY402" fmla="*/ 2745222 h 5390836"/>
                  <a:gd name="connsiteX403" fmla="*/ 145928 w 5372199"/>
                  <a:gd name="connsiteY403" fmla="*/ 2761721 h 5390836"/>
                  <a:gd name="connsiteX404" fmla="*/ 90241 w 5372199"/>
                  <a:gd name="connsiteY404" fmla="*/ 2786476 h 5390836"/>
                  <a:gd name="connsiteX405" fmla="*/ 22174 w 5372199"/>
                  <a:gd name="connsiteY405" fmla="*/ 2759654 h 5390836"/>
                  <a:gd name="connsiteX406" fmla="*/ 521 w 5372199"/>
                  <a:gd name="connsiteY406" fmla="*/ 2685404 h 5390836"/>
                  <a:gd name="connsiteX407" fmla="*/ 521 w 5372199"/>
                  <a:gd name="connsiteY407" fmla="*/ 2590540 h 5390836"/>
                  <a:gd name="connsiteX408" fmla="*/ 5076221 w 5372199"/>
                  <a:gd name="connsiteY408" fmla="*/ 2512595 h 5390836"/>
                  <a:gd name="connsiteX409" fmla="*/ 5259793 w 5372199"/>
                  <a:gd name="connsiteY409" fmla="*/ 2594069 h 5390836"/>
                  <a:gd name="connsiteX410" fmla="*/ 5370131 w 5372199"/>
                  <a:gd name="connsiteY410" fmla="*/ 2589942 h 5390836"/>
                  <a:gd name="connsiteX411" fmla="*/ 5371170 w 5372199"/>
                  <a:gd name="connsiteY411" fmla="*/ 2618819 h 5390836"/>
                  <a:gd name="connsiteX412" fmla="*/ 5372199 w 5372199"/>
                  <a:gd name="connsiteY412" fmla="*/ 2646654 h 5390836"/>
                  <a:gd name="connsiteX413" fmla="*/ 5262878 w 5372199"/>
                  <a:gd name="connsiteY413" fmla="*/ 2649751 h 5390836"/>
                  <a:gd name="connsiteX414" fmla="*/ 5084471 w 5372199"/>
                  <a:gd name="connsiteY414" fmla="*/ 2749781 h 5390836"/>
                  <a:gd name="connsiteX415" fmla="*/ 5083442 w 5372199"/>
                  <a:gd name="connsiteY415" fmla="*/ 2716781 h 5390836"/>
                  <a:gd name="connsiteX416" fmla="*/ 5082416 w 5372199"/>
                  <a:gd name="connsiteY416" fmla="*/ 2683781 h 5390836"/>
                  <a:gd name="connsiteX417" fmla="*/ 5206166 w 5372199"/>
                  <a:gd name="connsiteY417" fmla="*/ 2622942 h 5390836"/>
                  <a:gd name="connsiteX418" fmla="*/ 5207196 w 5372199"/>
                  <a:gd name="connsiteY418" fmla="*/ 2622942 h 5390836"/>
                  <a:gd name="connsiteX419" fmla="*/ 5078289 w 5372199"/>
                  <a:gd name="connsiteY419" fmla="*/ 2575502 h 5390836"/>
                  <a:gd name="connsiteX420" fmla="*/ 5077251 w 5372199"/>
                  <a:gd name="connsiteY420" fmla="*/ 2543527 h 5390836"/>
                  <a:gd name="connsiteX421" fmla="*/ 605887 w 5372199"/>
                  <a:gd name="connsiteY421" fmla="*/ 985886 h 5390836"/>
                  <a:gd name="connsiteX422" fmla="*/ 605887 w 5372199"/>
                  <a:gd name="connsiteY422" fmla="*/ 994136 h 5390836"/>
                  <a:gd name="connsiteX423" fmla="*/ 605887 w 5372199"/>
                  <a:gd name="connsiteY423" fmla="*/ 998261 h 5390836"/>
                  <a:gd name="connsiteX424" fmla="*/ 601762 w 5372199"/>
                  <a:gd name="connsiteY424" fmla="*/ 998261 h 5390836"/>
                  <a:gd name="connsiteX425" fmla="*/ 667763 w 5372199"/>
                  <a:gd name="connsiteY425" fmla="*/ 958039 h 5390836"/>
                  <a:gd name="connsiteX426" fmla="*/ 690446 w 5372199"/>
                  <a:gd name="connsiteY426" fmla="*/ 958039 h 5390836"/>
                  <a:gd name="connsiteX427" fmla="*/ 699735 w 5372199"/>
                  <a:gd name="connsiteY427" fmla="*/ 967329 h 5390836"/>
                  <a:gd name="connsiteX428" fmla="*/ 713139 w 5372199"/>
                  <a:gd name="connsiteY428" fmla="*/ 981761 h 5390836"/>
                  <a:gd name="connsiteX429" fmla="*/ 721389 w 5372199"/>
                  <a:gd name="connsiteY429" fmla="*/ 1003414 h 5390836"/>
                  <a:gd name="connsiteX430" fmla="*/ 735821 w 5372199"/>
                  <a:gd name="connsiteY430" fmla="*/ 1020943 h 5390836"/>
                  <a:gd name="connsiteX431" fmla="*/ 763668 w 5372199"/>
                  <a:gd name="connsiteY431" fmla="*/ 1049818 h 5390836"/>
                  <a:gd name="connsiteX432" fmla="*/ 779140 w 5372199"/>
                  <a:gd name="connsiteY432" fmla="*/ 1068386 h 5390836"/>
                  <a:gd name="connsiteX433" fmla="*/ 793572 w 5372199"/>
                  <a:gd name="connsiteY433" fmla="*/ 1083858 h 5390836"/>
                  <a:gd name="connsiteX434" fmla="*/ 806987 w 5372199"/>
                  <a:gd name="connsiteY434" fmla="*/ 1090040 h 5390836"/>
                  <a:gd name="connsiteX435" fmla="*/ 813169 w 5372199"/>
                  <a:gd name="connsiteY435" fmla="*/ 1090040 h 5390836"/>
                  <a:gd name="connsiteX436" fmla="*/ 824515 w 5372199"/>
                  <a:gd name="connsiteY436" fmla="*/ 1097261 h 5390836"/>
                  <a:gd name="connsiteX437" fmla="*/ 838948 w 5372199"/>
                  <a:gd name="connsiteY437" fmla="*/ 1120983 h 5390836"/>
                  <a:gd name="connsiteX438" fmla="*/ 844112 w 5372199"/>
                  <a:gd name="connsiteY438" fmla="*/ 1138512 h 5390836"/>
                  <a:gd name="connsiteX439" fmla="*/ 836890 w 5372199"/>
                  <a:gd name="connsiteY439" fmla="*/ 1171512 h 5390836"/>
                  <a:gd name="connsiteX440" fmla="*/ 836890 w 5372199"/>
                  <a:gd name="connsiteY440" fmla="*/ 1206570 h 5390836"/>
                  <a:gd name="connsiteX441" fmla="*/ 827612 w 5372199"/>
                  <a:gd name="connsiteY441" fmla="*/ 1233388 h 5390836"/>
                  <a:gd name="connsiteX442" fmla="*/ 819362 w 5372199"/>
                  <a:gd name="connsiteY442" fmla="*/ 1272570 h 5390836"/>
                  <a:gd name="connsiteX443" fmla="*/ 811112 w 5372199"/>
                  <a:gd name="connsiteY443" fmla="*/ 1294235 h 5390836"/>
                  <a:gd name="connsiteX444" fmla="*/ 811112 w 5372199"/>
                  <a:gd name="connsiteY444" fmla="*/ 1333418 h 5390836"/>
                  <a:gd name="connsiteX445" fmla="*/ 782236 w 5372199"/>
                  <a:gd name="connsiteY445" fmla="*/ 1333418 h 5390836"/>
                  <a:gd name="connsiteX446" fmla="*/ 765736 w 5372199"/>
                  <a:gd name="connsiteY446" fmla="*/ 1333418 h 5390836"/>
                  <a:gd name="connsiteX447" fmla="*/ 751293 w 5372199"/>
                  <a:gd name="connsiteY447" fmla="*/ 1325168 h 5390836"/>
                  <a:gd name="connsiteX448" fmla="*/ 736861 w 5372199"/>
                  <a:gd name="connsiteY448" fmla="*/ 1317946 h 5390836"/>
                  <a:gd name="connsiteX449" fmla="*/ 736861 w 5372199"/>
                  <a:gd name="connsiteY449" fmla="*/ 1304542 h 5390836"/>
                  <a:gd name="connsiteX450" fmla="*/ 744071 w 5372199"/>
                  <a:gd name="connsiteY450" fmla="*/ 1294235 h 5390836"/>
                  <a:gd name="connsiteX451" fmla="*/ 749225 w 5372199"/>
                  <a:gd name="connsiteY451" fmla="*/ 1272570 h 5390836"/>
                  <a:gd name="connsiteX452" fmla="*/ 757475 w 5372199"/>
                  <a:gd name="connsiteY452" fmla="*/ 1251945 h 5390836"/>
                  <a:gd name="connsiteX453" fmla="*/ 767793 w 5372199"/>
                  <a:gd name="connsiteY453" fmla="*/ 1211723 h 5390836"/>
                  <a:gd name="connsiteX454" fmla="*/ 767793 w 5372199"/>
                  <a:gd name="connsiteY454" fmla="*/ 1188012 h 5390836"/>
                  <a:gd name="connsiteX455" fmla="*/ 738918 w 5372199"/>
                  <a:gd name="connsiteY455" fmla="*/ 1163262 h 5390836"/>
                  <a:gd name="connsiteX456" fmla="*/ 728610 w 5372199"/>
                  <a:gd name="connsiteY456" fmla="*/ 1163262 h 5390836"/>
                  <a:gd name="connsiteX457" fmla="*/ 719321 w 5372199"/>
                  <a:gd name="connsiteY457" fmla="*/ 1177705 h 5390836"/>
                  <a:gd name="connsiteX458" fmla="*/ 712110 w 5372199"/>
                  <a:gd name="connsiteY458" fmla="*/ 1193166 h 5390836"/>
                  <a:gd name="connsiteX459" fmla="*/ 704889 w 5372199"/>
                  <a:gd name="connsiteY459" fmla="*/ 1203484 h 5390836"/>
                  <a:gd name="connsiteX460" fmla="*/ 695610 w 5372199"/>
                  <a:gd name="connsiteY460" fmla="*/ 1203484 h 5390836"/>
                  <a:gd name="connsiteX461" fmla="*/ 678070 w 5372199"/>
                  <a:gd name="connsiteY461" fmla="*/ 1192138 h 5390836"/>
                  <a:gd name="connsiteX462" fmla="*/ 665695 w 5372199"/>
                  <a:gd name="connsiteY462" fmla="*/ 1185945 h 5390836"/>
                  <a:gd name="connsiteX463" fmla="*/ 647138 w 5372199"/>
                  <a:gd name="connsiteY463" fmla="*/ 1165319 h 5390836"/>
                  <a:gd name="connsiteX464" fmla="*/ 647138 w 5372199"/>
                  <a:gd name="connsiteY464" fmla="*/ 1142637 h 5390836"/>
                  <a:gd name="connsiteX465" fmla="*/ 657445 w 5372199"/>
                  <a:gd name="connsiteY465" fmla="*/ 1120983 h 5390836"/>
                  <a:gd name="connsiteX466" fmla="*/ 667763 w 5372199"/>
                  <a:gd name="connsiteY466" fmla="*/ 1108608 h 5390836"/>
                  <a:gd name="connsiteX467" fmla="*/ 676013 w 5372199"/>
                  <a:gd name="connsiteY467" fmla="*/ 1084886 h 5390836"/>
                  <a:gd name="connsiteX468" fmla="*/ 667763 w 5372199"/>
                  <a:gd name="connsiteY468" fmla="*/ 1063233 h 5390836"/>
                  <a:gd name="connsiteX469" fmla="*/ 639916 w 5372199"/>
                  <a:gd name="connsiteY469" fmla="*/ 1027136 h 5390836"/>
                  <a:gd name="connsiteX470" fmla="*/ 612080 w 5372199"/>
                  <a:gd name="connsiteY470" fmla="*/ 1015789 h 5390836"/>
                  <a:gd name="connsiteX471" fmla="*/ 605887 w 5372199"/>
                  <a:gd name="connsiteY471" fmla="*/ 1010636 h 5390836"/>
                  <a:gd name="connsiteX472" fmla="*/ 605887 w 5372199"/>
                  <a:gd name="connsiteY472" fmla="*/ 998261 h 5390836"/>
                  <a:gd name="connsiteX473" fmla="*/ 607303 w 5372199"/>
                  <a:gd name="connsiteY473" fmla="*/ 998261 h 5390836"/>
                  <a:gd name="connsiteX474" fmla="*/ 615166 w 5372199"/>
                  <a:gd name="connsiteY474" fmla="*/ 998261 h 5390836"/>
                  <a:gd name="connsiteX475" fmla="*/ 630638 w 5372199"/>
                  <a:gd name="connsiteY475" fmla="*/ 984858 h 5390836"/>
                  <a:gd name="connsiteX476" fmla="*/ 644041 w 5372199"/>
                  <a:gd name="connsiteY476" fmla="*/ 970415 h 5390836"/>
                  <a:gd name="connsiteX477" fmla="*/ 655388 w 5372199"/>
                  <a:gd name="connsiteY477" fmla="*/ 963193 h 5390836"/>
                  <a:gd name="connsiteX478" fmla="*/ 667763 w 5372199"/>
                  <a:gd name="connsiteY478" fmla="*/ 958039 h 5390836"/>
                  <a:gd name="connsiteX479" fmla="*/ 4670338 w 5372199"/>
                  <a:gd name="connsiteY479" fmla="*/ 809159 h 5390836"/>
                  <a:gd name="connsiteX480" fmla="*/ 4680391 w 5372199"/>
                  <a:gd name="connsiteY480" fmla="*/ 812634 h 5390836"/>
                  <a:gd name="connsiteX481" fmla="*/ 4688641 w 5372199"/>
                  <a:gd name="connsiteY481" fmla="*/ 820884 h 5390836"/>
                  <a:gd name="connsiteX482" fmla="*/ 4695863 w 5372199"/>
                  <a:gd name="connsiteY482" fmla="*/ 820884 h 5390836"/>
                  <a:gd name="connsiteX483" fmla="*/ 4695863 w 5372199"/>
                  <a:gd name="connsiteY483" fmla="*/ 830174 h 5390836"/>
                  <a:gd name="connsiteX484" fmla="*/ 4687613 w 5372199"/>
                  <a:gd name="connsiteY484" fmla="*/ 841510 h 5390836"/>
                  <a:gd name="connsiteX485" fmla="*/ 4675238 w 5372199"/>
                  <a:gd name="connsiteY485" fmla="*/ 853885 h 5390836"/>
                  <a:gd name="connsiteX486" fmla="*/ 4668016 w 5372199"/>
                  <a:gd name="connsiteY486" fmla="*/ 861106 h 5390836"/>
                  <a:gd name="connsiteX487" fmla="*/ 4658737 w 5372199"/>
                  <a:gd name="connsiteY487" fmla="*/ 868328 h 5390836"/>
                  <a:gd name="connsiteX488" fmla="*/ 4647391 w 5372199"/>
                  <a:gd name="connsiteY488" fmla="*/ 878635 h 5390836"/>
                  <a:gd name="connsiteX489" fmla="*/ 4627794 w 5372199"/>
                  <a:gd name="connsiteY489" fmla="*/ 899260 h 5390836"/>
                  <a:gd name="connsiteX490" fmla="*/ 4616459 w 5372199"/>
                  <a:gd name="connsiteY490" fmla="*/ 914732 h 5390836"/>
                  <a:gd name="connsiteX491" fmla="*/ 4606141 w 5372199"/>
                  <a:gd name="connsiteY491" fmla="*/ 924011 h 5390836"/>
                  <a:gd name="connsiteX492" fmla="*/ 4589640 w 5372199"/>
                  <a:gd name="connsiteY492" fmla="*/ 932261 h 5390836"/>
                  <a:gd name="connsiteX493" fmla="*/ 4589640 w 5372199"/>
                  <a:gd name="connsiteY493" fmla="*/ 943608 h 5390836"/>
                  <a:gd name="connsiteX494" fmla="*/ 4604083 w 5372199"/>
                  <a:gd name="connsiteY494" fmla="*/ 951858 h 5390836"/>
                  <a:gd name="connsiteX495" fmla="*/ 4614391 w 5372199"/>
                  <a:gd name="connsiteY495" fmla="*/ 962176 h 5390836"/>
                  <a:gd name="connsiteX496" fmla="*/ 4632959 w 5372199"/>
                  <a:gd name="connsiteY496" fmla="*/ 975579 h 5390836"/>
                  <a:gd name="connsiteX497" fmla="*/ 4644294 w 5372199"/>
                  <a:gd name="connsiteY497" fmla="*/ 981762 h 5390836"/>
                  <a:gd name="connsiteX498" fmla="*/ 4655641 w 5372199"/>
                  <a:gd name="connsiteY498" fmla="*/ 981762 h 5390836"/>
                  <a:gd name="connsiteX499" fmla="*/ 4661834 w 5372199"/>
                  <a:gd name="connsiteY499" fmla="*/ 981762 h 5390836"/>
                  <a:gd name="connsiteX500" fmla="*/ 4653584 w 5372199"/>
                  <a:gd name="connsiteY500" fmla="*/ 970426 h 5390836"/>
                  <a:gd name="connsiteX501" fmla="*/ 4641209 w 5372199"/>
                  <a:gd name="connsiteY501" fmla="*/ 965261 h 5390836"/>
                  <a:gd name="connsiteX502" fmla="*/ 4647391 w 5372199"/>
                  <a:gd name="connsiteY502" fmla="*/ 954954 h 5390836"/>
                  <a:gd name="connsiteX503" fmla="*/ 4647391 w 5372199"/>
                  <a:gd name="connsiteY503" fmla="*/ 942579 h 5390836"/>
                  <a:gd name="connsiteX504" fmla="*/ 4633987 w 5372199"/>
                  <a:gd name="connsiteY504" fmla="*/ 948761 h 5390836"/>
                  <a:gd name="connsiteX505" fmla="*/ 4625250 w 5372199"/>
                  <a:gd name="connsiteY505" fmla="*/ 949313 h 5390836"/>
                  <a:gd name="connsiteX506" fmla="*/ 4624709 w 5372199"/>
                  <a:gd name="connsiteY506" fmla="*/ 948761 h 5390836"/>
                  <a:gd name="connsiteX507" fmla="*/ 4615419 w 5372199"/>
                  <a:gd name="connsiteY507" fmla="*/ 948761 h 5390836"/>
                  <a:gd name="connsiteX508" fmla="*/ 4621612 w 5372199"/>
                  <a:gd name="connsiteY508" fmla="*/ 932261 h 5390836"/>
                  <a:gd name="connsiteX509" fmla="*/ 4646362 w 5372199"/>
                  <a:gd name="connsiteY509" fmla="*/ 910607 h 5390836"/>
                  <a:gd name="connsiteX510" fmla="*/ 4659766 w 5372199"/>
                  <a:gd name="connsiteY510" fmla="*/ 893078 h 5390836"/>
                  <a:gd name="connsiteX511" fmla="*/ 4682459 w 5372199"/>
                  <a:gd name="connsiteY511" fmla="*/ 870385 h 5390836"/>
                  <a:gd name="connsiteX512" fmla="*/ 4688641 w 5372199"/>
                  <a:gd name="connsiteY512" fmla="*/ 862146 h 5390836"/>
                  <a:gd name="connsiteX513" fmla="*/ 4705141 w 5372199"/>
                  <a:gd name="connsiteY513" fmla="*/ 855953 h 5390836"/>
                  <a:gd name="connsiteX514" fmla="*/ 4716488 w 5372199"/>
                  <a:gd name="connsiteY514" fmla="*/ 855953 h 5390836"/>
                  <a:gd name="connsiteX515" fmla="*/ 4707209 w 5372199"/>
                  <a:gd name="connsiteY515" fmla="*/ 871424 h 5390836"/>
                  <a:gd name="connsiteX516" fmla="*/ 4702056 w 5372199"/>
                  <a:gd name="connsiteY516" fmla="*/ 881732 h 5390836"/>
                  <a:gd name="connsiteX517" fmla="*/ 4679363 w 5372199"/>
                  <a:gd name="connsiteY517" fmla="*/ 909579 h 5390836"/>
                  <a:gd name="connsiteX518" fmla="*/ 4679363 w 5372199"/>
                  <a:gd name="connsiteY518" fmla="*/ 918857 h 5390836"/>
                  <a:gd name="connsiteX519" fmla="*/ 4691738 w 5372199"/>
                  <a:gd name="connsiteY519" fmla="*/ 932261 h 5390836"/>
                  <a:gd name="connsiteX520" fmla="*/ 4691738 w 5372199"/>
                  <a:gd name="connsiteY520" fmla="*/ 943608 h 5390836"/>
                  <a:gd name="connsiteX521" fmla="*/ 4714420 w 5372199"/>
                  <a:gd name="connsiteY521" fmla="*/ 943608 h 5390836"/>
                  <a:gd name="connsiteX522" fmla="*/ 4723709 w 5372199"/>
                  <a:gd name="connsiteY522" fmla="*/ 922982 h 5390836"/>
                  <a:gd name="connsiteX523" fmla="*/ 4709266 w 5372199"/>
                  <a:gd name="connsiteY523" fmla="*/ 915761 h 5390836"/>
                  <a:gd name="connsiteX524" fmla="*/ 4698959 w 5372199"/>
                  <a:gd name="connsiteY524" fmla="*/ 915761 h 5390836"/>
                  <a:gd name="connsiteX525" fmla="*/ 4714420 w 5372199"/>
                  <a:gd name="connsiteY525" fmla="*/ 901328 h 5390836"/>
                  <a:gd name="connsiteX526" fmla="*/ 4731959 w 5372199"/>
                  <a:gd name="connsiteY526" fmla="*/ 893078 h 5390836"/>
                  <a:gd name="connsiteX527" fmla="*/ 4740209 w 5372199"/>
                  <a:gd name="connsiteY527" fmla="*/ 875549 h 5390836"/>
                  <a:gd name="connsiteX528" fmla="*/ 4757738 w 5372199"/>
                  <a:gd name="connsiteY528" fmla="*/ 875549 h 5390836"/>
                  <a:gd name="connsiteX529" fmla="*/ 4757738 w 5372199"/>
                  <a:gd name="connsiteY529" fmla="*/ 893078 h 5390836"/>
                  <a:gd name="connsiteX530" fmla="*/ 4783517 w 5372199"/>
                  <a:gd name="connsiteY530" fmla="*/ 893078 h 5390836"/>
                  <a:gd name="connsiteX531" fmla="*/ 4807239 w 5372199"/>
                  <a:gd name="connsiteY531" fmla="*/ 886885 h 5390836"/>
                  <a:gd name="connsiteX532" fmla="*/ 4814460 w 5372199"/>
                  <a:gd name="connsiteY532" fmla="*/ 893078 h 5390836"/>
                  <a:gd name="connsiteX533" fmla="*/ 4822710 w 5372199"/>
                  <a:gd name="connsiteY533" fmla="*/ 899260 h 5390836"/>
                  <a:gd name="connsiteX534" fmla="*/ 4815489 w 5372199"/>
                  <a:gd name="connsiteY534" fmla="*/ 903386 h 5390836"/>
                  <a:gd name="connsiteX535" fmla="*/ 4815489 w 5372199"/>
                  <a:gd name="connsiteY535" fmla="*/ 926079 h 5390836"/>
                  <a:gd name="connsiteX536" fmla="*/ 4793835 w 5372199"/>
                  <a:gd name="connsiteY536" fmla="*/ 935357 h 5390836"/>
                  <a:gd name="connsiteX537" fmla="*/ 4770113 w 5372199"/>
                  <a:gd name="connsiteY537" fmla="*/ 935357 h 5390836"/>
                  <a:gd name="connsiteX538" fmla="*/ 4756710 w 5372199"/>
                  <a:gd name="connsiteY538" fmla="*/ 946704 h 5390836"/>
                  <a:gd name="connsiteX539" fmla="*/ 4756710 w 5372199"/>
                  <a:gd name="connsiteY539" fmla="*/ 963204 h 5390836"/>
                  <a:gd name="connsiteX540" fmla="*/ 4713391 w 5372199"/>
                  <a:gd name="connsiteY540" fmla="*/ 976608 h 5390836"/>
                  <a:gd name="connsiteX541" fmla="*/ 4686584 w 5372199"/>
                  <a:gd name="connsiteY541" fmla="*/ 976608 h 5390836"/>
                  <a:gd name="connsiteX542" fmla="*/ 4692766 w 5372199"/>
                  <a:gd name="connsiteY542" fmla="*/ 997233 h 5390836"/>
                  <a:gd name="connsiteX543" fmla="*/ 4687613 w 5372199"/>
                  <a:gd name="connsiteY543" fmla="*/ 1013733 h 5390836"/>
                  <a:gd name="connsiteX544" fmla="*/ 4711334 w 5372199"/>
                  <a:gd name="connsiteY544" fmla="*/ 1013733 h 5390836"/>
                  <a:gd name="connsiteX545" fmla="*/ 4705141 w 5372199"/>
                  <a:gd name="connsiteY545" fmla="*/ 999301 h 5390836"/>
                  <a:gd name="connsiteX546" fmla="*/ 4714420 w 5372199"/>
                  <a:gd name="connsiteY546" fmla="*/ 985887 h 5390836"/>
                  <a:gd name="connsiteX547" fmla="*/ 4726795 w 5372199"/>
                  <a:gd name="connsiteY547" fmla="*/ 985887 h 5390836"/>
                  <a:gd name="connsiteX548" fmla="*/ 4739181 w 5372199"/>
                  <a:gd name="connsiteY548" fmla="*/ 985887 h 5390836"/>
                  <a:gd name="connsiteX549" fmla="*/ 4749488 w 5372199"/>
                  <a:gd name="connsiteY549" fmla="*/ 974551 h 5390836"/>
                  <a:gd name="connsiteX550" fmla="*/ 4763920 w 5372199"/>
                  <a:gd name="connsiteY550" fmla="*/ 979704 h 5390836"/>
                  <a:gd name="connsiteX551" fmla="*/ 4778363 w 5372199"/>
                  <a:gd name="connsiteY551" fmla="*/ 979704 h 5390836"/>
                  <a:gd name="connsiteX552" fmla="*/ 4789710 w 5372199"/>
                  <a:gd name="connsiteY552" fmla="*/ 973511 h 5390836"/>
                  <a:gd name="connsiteX553" fmla="*/ 4800017 w 5372199"/>
                  <a:gd name="connsiteY553" fmla="*/ 949800 h 5390836"/>
                  <a:gd name="connsiteX554" fmla="*/ 4852614 w 5372199"/>
                  <a:gd name="connsiteY554" fmla="*/ 968358 h 5390836"/>
                  <a:gd name="connsiteX555" fmla="*/ 4860864 w 5372199"/>
                  <a:gd name="connsiteY555" fmla="*/ 968358 h 5390836"/>
                  <a:gd name="connsiteX556" fmla="*/ 4872210 w 5372199"/>
                  <a:gd name="connsiteY556" fmla="*/ 977637 h 5390836"/>
                  <a:gd name="connsiteX557" fmla="*/ 4872210 w 5372199"/>
                  <a:gd name="connsiteY557" fmla="*/ 996205 h 5390836"/>
                  <a:gd name="connsiteX558" fmla="*/ 4866017 w 5372199"/>
                  <a:gd name="connsiteY558" fmla="*/ 1006512 h 5390836"/>
                  <a:gd name="connsiteX559" fmla="*/ 4850546 w 5372199"/>
                  <a:gd name="connsiteY559" fmla="*/ 1019926 h 5390836"/>
                  <a:gd name="connsiteX560" fmla="*/ 4822710 w 5372199"/>
                  <a:gd name="connsiteY560" fmla="*/ 1019926 h 5390836"/>
                  <a:gd name="connsiteX561" fmla="*/ 4781460 w 5372199"/>
                  <a:gd name="connsiteY561" fmla="*/ 1035387 h 5390836"/>
                  <a:gd name="connsiteX562" fmla="*/ 4767017 w 5372199"/>
                  <a:gd name="connsiteY562" fmla="*/ 1041580 h 5390836"/>
                  <a:gd name="connsiteX563" fmla="*/ 4752585 w 5372199"/>
                  <a:gd name="connsiteY563" fmla="*/ 1049830 h 5390836"/>
                  <a:gd name="connsiteX564" fmla="*/ 4734016 w 5372199"/>
                  <a:gd name="connsiteY564" fmla="*/ 1062205 h 5390836"/>
                  <a:gd name="connsiteX565" fmla="*/ 4739181 w 5372199"/>
                  <a:gd name="connsiteY565" fmla="*/ 1071484 h 5390836"/>
                  <a:gd name="connsiteX566" fmla="*/ 4759806 w 5372199"/>
                  <a:gd name="connsiteY566" fmla="*/ 1077677 h 5390836"/>
                  <a:gd name="connsiteX567" fmla="*/ 4769085 w 5372199"/>
                  <a:gd name="connsiteY567" fmla="*/ 1086956 h 5390836"/>
                  <a:gd name="connsiteX568" fmla="*/ 4769085 w 5372199"/>
                  <a:gd name="connsiteY568" fmla="*/ 1100359 h 5390836"/>
                  <a:gd name="connsiteX569" fmla="*/ 4775267 w 5372199"/>
                  <a:gd name="connsiteY569" fmla="*/ 1111706 h 5390836"/>
                  <a:gd name="connsiteX570" fmla="*/ 4775267 w 5372199"/>
                  <a:gd name="connsiteY570" fmla="*/ 1125110 h 5390836"/>
                  <a:gd name="connsiteX571" fmla="*/ 4757738 w 5372199"/>
                  <a:gd name="connsiteY571" fmla="*/ 1151928 h 5390836"/>
                  <a:gd name="connsiteX572" fmla="*/ 4731959 w 5372199"/>
                  <a:gd name="connsiteY572" fmla="*/ 1165332 h 5390836"/>
                  <a:gd name="connsiteX573" fmla="*/ 4694834 w 5372199"/>
                  <a:gd name="connsiteY573" fmla="*/ 1141610 h 5390836"/>
                  <a:gd name="connsiteX574" fmla="*/ 4681430 w 5372199"/>
                  <a:gd name="connsiteY574" fmla="*/ 1135428 h 5390836"/>
                  <a:gd name="connsiteX575" fmla="*/ 4671112 w 5372199"/>
                  <a:gd name="connsiteY575" fmla="*/ 1123053 h 5390836"/>
                  <a:gd name="connsiteX576" fmla="*/ 4656669 w 5372199"/>
                  <a:gd name="connsiteY576" fmla="*/ 1107581 h 5390836"/>
                  <a:gd name="connsiteX577" fmla="*/ 4612333 w 5372199"/>
                  <a:gd name="connsiteY577" fmla="*/ 1098302 h 5390836"/>
                  <a:gd name="connsiteX578" fmla="*/ 4592737 w 5372199"/>
                  <a:gd name="connsiteY578" fmla="*/ 1098302 h 5390836"/>
                  <a:gd name="connsiteX579" fmla="*/ 4567987 w 5372199"/>
                  <a:gd name="connsiteY579" fmla="*/ 1098302 h 5390836"/>
                  <a:gd name="connsiteX580" fmla="*/ 4550458 w 5372199"/>
                  <a:gd name="connsiteY580" fmla="*/ 1109638 h 5390836"/>
                  <a:gd name="connsiteX581" fmla="*/ 4550458 w 5372199"/>
                  <a:gd name="connsiteY581" fmla="*/ 1118928 h 5390836"/>
                  <a:gd name="connsiteX582" fmla="*/ 4569015 w 5372199"/>
                  <a:gd name="connsiteY582" fmla="*/ 1127178 h 5390836"/>
                  <a:gd name="connsiteX583" fmla="*/ 4581390 w 5372199"/>
                  <a:gd name="connsiteY583" fmla="*/ 1127178 h 5390836"/>
                  <a:gd name="connsiteX584" fmla="*/ 4587583 w 5372199"/>
                  <a:gd name="connsiteY584" fmla="*/ 1149860 h 5390836"/>
                  <a:gd name="connsiteX585" fmla="*/ 4595833 w 5372199"/>
                  <a:gd name="connsiteY585" fmla="*/ 1170485 h 5390836"/>
                  <a:gd name="connsiteX586" fmla="*/ 4595833 w 5372199"/>
                  <a:gd name="connsiteY586" fmla="*/ 1181832 h 5390836"/>
                  <a:gd name="connsiteX587" fmla="*/ 4577265 w 5372199"/>
                  <a:gd name="connsiteY587" fmla="*/ 1192139 h 5390836"/>
                  <a:gd name="connsiteX588" fmla="*/ 4560765 w 5372199"/>
                  <a:gd name="connsiteY588" fmla="*/ 1192139 h 5390836"/>
                  <a:gd name="connsiteX589" fmla="*/ 4543237 w 5372199"/>
                  <a:gd name="connsiteY589" fmla="*/ 1178736 h 5390836"/>
                  <a:gd name="connsiteX590" fmla="*/ 4529833 w 5372199"/>
                  <a:gd name="connsiteY590" fmla="*/ 1171514 h 5390836"/>
                  <a:gd name="connsiteX591" fmla="*/ 4495793 w 5372199"/>
                  <a:gd name="connsiteY591" fmla="*/ 1157082 h 5390836"/>
                  <a:gd name="connsiteX592" fmla="*/ 4480332 w 5372199"/>
                  <a:gd name="connsiteY592" fmla="*/ 1174611 h 5390836"/>
                  <a:gd name="connsiteX593" fmla="*/ 4463832 w 5372199"/>
                  <a:gd name="connsiteY593" fmla="*/ 1185957 h 5390836"/>
                  <a:gd name="connsiteX594" fmla="*/ 4443207 w 5372199"/>
                  <a:gd name="connsiteY594" fmla="*/ 1198332 h 5390836"/>
                  <a:gd name="connsiteX595" fmla="*/ 4426707 w 5372199"/>
                  <a:gd name="connsiteY595" fmla="*/ 1198332 h 5390836"/>
                  <a:gd name="connsiteX596" fmla="*/ 4390610 w 5372199"/>
                  <a:gd name="connsiteY596" fmla="*/ 1208640 h 5390836"/>
                  <a:gd name="connsiteX597" fmla="*/ 4367928 w 5372199"/>
                  <a:gd name="connsiteY597" fmla="*/ 1196264 h 5390836"/>
                  <a:gd name="connsiteX598" fmla="*/ 4350389 w 5372199"/>
                  <a:gd name="connsiteY598" fmla="*/ 1184929 h 5390836"/>
                  <a:gd name="connsiteX599" fmla="*/ 4329763 w 5372199"/>
                  <a:gd name="connsiteY599" fmla="*/ 1163275 h 5390836"/>
                  <a:gd name="connsiteX600" fmla="*/ 4342139 w 5372199"/>
                  <a:gd name="connsiteY600" fmla="*/ 1149860 h 5390836"/>
                  <a:gd name="connsiteX601" fmla="*/ 4342139 w 5372199"/>
                  <a:gd name="connsiteY601" fmla="*/ 1110678 h 5390836"/>
                  <a:gd name="connsiteX602" fmla="*/ 4358639 w 5372199"/>
                  <a:gd name="connsiteY602" fmla="*/ 1116860 h 5390836"/>
                  <a:gd name="connsiteX603" fmla="*/ 4388553 w 5372199"/>
                  <a:gd name="connsiteY603" fmla="*/ 1138514 h 5390836"/>
                  <a:gd name="connsiteX604" fmla="*/ 4445264 w 5372199"/>
                  <a:gd name="connsiteY604" fmla="*/ 1126138 h 5390836"/>
                  <a:gd name="connsiteX605" fmla="*/ 4445264 w 5372199"/>
                  <a:gd name="connsiteY605" fmla="*/ 1112735 h 5390836"/>
                  <a:gd name="connsiteX606" fmla="*/ 4422582 w 5372199"/>
                  <a:gd name="connsiteY606" fmla="*/ 1095206 h 5390836"/>
                  <a:gd name="connsiteX607" fmla="*/ 4399889 w 5372199"/>
                  <a:gd name="connsiteY607" fmla="*/ 1078706 h 5390836"/>
                  <a:gd name="connsiteX608" fmla="*/ 4378235 w 5372199"/>
                  <a:gd name="connsiteY608" fmla="*/ 1067359 h 5390836"/>
                  <a:gd name="connsiteX609" fmla="*/ 4367928 w 5372199"/>
                  <a:gd name="connsiteY609" fmla="*/ 1048802 h 5390836"/>
                  <a:gd name="connsiteX610" fmla="*/ 4367928 w 5372199"/>
                  <a:gd name="connsiteY610" fmla="*/ 1038484 h 5390836"/>
                  <a:gd name="connsiteX611" fmla="*/ 4378235 w 5372199"/>
                  <a:gd name="connsiteY611" fmla="*/ 1026108 h 5390836"/>
                  <a:gd name="connsiteX612" fmla="*/ 4395764 w 5372199"/>
                  <a:gd name="connsiteY612" fmla="*/ 1015790 h 5390836"/>
                  <a:gd name="connsiteX613" fmla="*/ 4424639 w 5372199"/>
                  <a:gd name="connsiteY613" fmla="*/ 1023012 h 5390836"/>
                  <a:gd name="connsiteX614" fmla="*/ 4433929 w 5372199"/>
                  <a:gd name="connsiteY614" fmla="*/ 1039512 h 5390836"/>
                  <a:gd name="connsiteX615" fmla="*/ 4454543 w 5372199"/>
                  <a:gd name="connsiteY615" fmla="*/ 1045705 h 5390836"/>
                  <a:gd name="connsiteX616" fmla="*/ 4474140 w 5372199"/>
                  <a:gd name="connsiteY616" fmla="*/ 1057041 h 5390836"/>
                  <a:gd name="connsiteX617" fmla="*/ 4488583 w 5372199"/>
                  <a:gd name="connsiteY617" fmla="*/ 1062205 h 5390836"/>
                  <a:gd name="connsiteX618" fmla="*/ 4496833 w 5372199"/>
                  <a:gd name="connsiteY618" fmla="*/ 1062205 h 5390836"/>
                  <a:gd name="connsiteX619" fmla="*/ 4510236 w 5372199"/>
                  <a:gd name="connsiteY619" fmla="*/ 1052927 h 5390836"/>
                  <a:gd name="connsiteX620" fmla="*/ 4526736 w 5372199"/>
                  <a:gd name="connsiteY620" fmla="*/ 1045705 h 5390836"/>
                  <a:gd name="connsiteX621" fmla="*/ 4518486 w 5372199"/>
                  <a:gd name="connsiteY621" fmla="*/ 1035387 h 5390836"/>
                  <a:gd name="connsiteX622" fmla="*/ 4501986 w 5372199"/>
                  <a:gd name="connsiteY622" fmla="*/ 1035387 h 5390836"/>
                  <a:gd name="connsiteX623" fmla="*/ 4485486 w 5372199"/>
                  <a:gd name="connsiteY623" fmla="*/ 1030234 h 5390836"/>
                  <a:gd name="connsiteX624" fmla="*/ 4476207 w 5372199"/>
                  <a:gd name="connsiteY624" fmla="*/ 1019926 h 5390836"/>
                  <a:gd name="connsiteX625" fmla="*/ 4476207 w 5372199"/>
                  <a:gd name="connsiteY625" fmla="*/ 1007551 h 5390836"/>
                  <a:gd name="connsiteX626" fmla="*/ 4492708 w 5372199"/>
                  <a:gd name="connsiteY626" fmla="*/ 998262 h 5390836"/>
                  <a:gd name="connsiteX627" fmla="*/ 4526736 w 5372199"/>
                  <a:gd name="connsiteY627" fmla="*/ 984858 h 5390836"/>
                  <a:gd name="connsiteX628" fmla="*/ 4541169 w 5372199"/>
                  <a:gd name="connsiteY628" fmla="*/ 999301 h 5390836"/>
                  <a:gd name="connsiteX629" fmla="*/ 4550458 w 5372199"/>
                  <a:gd name="connsiteY629" fmla="*/ 999301 h 5390836"/>
                  <a:gd name="connsiteX630" fmla="*/ 4563862 w 5372199"/>
                  <a:gd name="connsiteY630" fmla="*/ 1011676 h 5390836"/>
                  <a:gd name="connsiteX631" fmla="*/ 4582419 w 5372199"/>
                  <a:gd name="connsiteY631" fmla="*/ 1023012 h 5390836"/>
                  <a:gd name="connsiteX632" fmla="*/ 4594805 w 5372199"/>
                  <a:gd name="connsiteY632" fmla="*/ 1032291 h 5390836"/>
                  <a:gd name="connsiteX633" fmla="*/ 4607180 w 5372199"/>
                  <a:gd name="connsiteY633" fmla="*/ 1039512 h 5390836"/>
                  <a:gd name="connsiteX634" fmla="*/ 4616459 w 5372199"/>
                  <a:gd name="connsiteY634" fmla="*/ 1039512 h 5390836"/>
                  <a:gd name="connsiteX635" fmla="*/ 4628834 w 5372199"/>
                  <a:gd name="connsiteY635" fmla="*/ 1052927 h 5390836"/>
                  <a:gd name="connsiteX636" fmla="*/ 4640169 w 5372199"/>
                  <a:gd name="connsiteY636" fmla="*/ 1063234 h 5390836"/>
                  <a:gd name="connsiteX637" fmla="*/ 4647391 w 5372199"/>
                  <a:gd name="connsiteY637" fmla="*/ 1076638 h 5390836"/>
                  <a:gd name="connsiteX638" fmla="*/ 4665959 w 5372199"/>
                  <a:gd name="connsiteY638" fmla="*/ 1083859 h 5390836"/>
                  <a:gd name="connsiteX639" fmla="*/ 4685545 w 5372199"/>
                  <a:gd name="connsiteY639" fmla="*/ 1078706 h 5390836"/>
                  <a:gd name="connsiteX640" fmla="*/ 4668016 w 5372199"/>
                  <a:gd name="connsiteY640" fmla="*/ 1064263 h 5390836"/>
                  <a:gd name="connsiteX641" fmla="*/ 4649459 w 5372199"/>
                  <a:gd name="connsiteY641" fmla="*/ 1048802 h 5390836"/>
                  <a:gd name="connsiteX642" fmla="*/ 4620584 w 5372199"/>
                  <a:gd name="connsiteY642" fmla="*/ 1024051 h 5390836"/>
                  <a:gd name="connsiteX643" fmla="*/ 4605112 w 5372199"/>
                  <a:gd name="connsiteY643" fmla="*/ 1013733 h 5390836"/>
                  <a:gd name="connsiteX644" fmla="*/ 4589640 w 5372199"/>
                  <a:gd name="connsiteY644" fmla="*/ 1002387 h 5390836"/>
                  <a:gd name="connsiteX645" fmla="*/ 4565930 w 5372199"/>
                  <a:gd name="connsiteY645" fmla="*/ 982801 h 5390836"/>
                  <a:gd name="connsiteX646" fmla="*/ 4519515 w 5372199"/>
                  <a:gd name="connsiteY646" fmla="*/ 955983 h 5390836"/>
                  <a:gd name="connsiteX647" fmla="*/ 4496833 w 5372199"/>
                  <a:gd name="connsiteY647" fmla="*/ 955983 h 5390836"/>
                  <a:gd name="connsiteX648" fmla="*/ 4453514 w 5372199"/>
                  <a:gd name="connsiteY648" fmla="*/ 947732 h 5390836"/>
                  <a:gd name="connsiteX649" fmla="*/ 4448361 w 5372199"/>
                  <a:gd name="connsiteY649" fmla="*/ 934329 h 5390836"/>
                  <a:gd name="connsiteX650" fmla="*/ 4464861 w 5372199"/>
                  <a:gd name="connsiteY650" fmla="*/ 904425 h 5390836"/>
                  <a:gd name="connsiteX651" fmla="*/ 4488583 w 5372199"/>
                  <a:gd name="connsiteY651" fmla="*/ 882760 h 5390836"/>
                  <a:gd name="connsiteX652" fmla="*/ 4501986 w 5372199"/>
                  <a:gd name="connsiteY652" fmla="*/ 882760 h 5390836"/>
                  <a:gd name="connsiteX653" fmla="*/ 4512304 w 5372199"/>
                  <a:gd name="connsiteY653" fmla="*/ 882760 h 5390836"/>
                  <a:gd name="connsiteX654" fmla="*/ 4555612 w 5372199"/>
                  <a:gd name="connsiteY654" fmla="*/ 873482 h 5390836"/>
                  <a:gd name="connsiteX655" fmla="*/ 4560765 w 5372199"/>
                  <a:gd name="connsiteY655" fmla="*/ 873482 h 5390836"/>
                  <a:gd name="connsiteX656" fmla="*/ 4542208 w 5372199"/>
                  <a:gd name="connsiteY656" fmla="*/ 897203 h 5390836"/>
                  <a:gd name="connsiteX657" fmla="*/ 4541472 w 5372199"/>
                  <a:gd name="connsiteY657" fmla="*/ 908853 h 5390836"/>
                  <a:gd name="connsiteX658" fmla="*/ 4542208 w 5372199"/>
                  <a:gd name="connsiteY658" fmla="*/ 909579 h 5390836"/>
                  <a:gd name="connsiteX659" fmla="*/ 4561805 w 5372199"/>
                  <a:gd name="connsiteY659" fmla="*/ 917829 h 5390836"/>
                  <a:gd name="connsiteX660" fmla="*/ 4571083 w 5372199"/>
                  <a:gd name="connsiteY660" fmla="*/ 917829 h 5390836"/>
                  <a:gd name="connsiteX661" fmla="*/ 4577265 w 5372199"/>
                  <a:gd name="connsiteY661" fmla="*/ 904425 h 5390836"/>
                  <a:gd name="connsiteX662" fmla="*/ 4589640 w 5372199"/>
                  <a:gd name="connsiteY662" fmla="*/ 888953 h 5390836"/>
                  <a:gd name="connsiteX663" fmla="*/ 4620584 w 5372199"/>
                  <a:gd name="connsiteY663" fmla="*/ 863174 h 5390836"/>
                  <a:gd name="connsiteX664" fmla="*/ 4649459 w 5372199"/>
                  <a:gd name="connsiteY664" fmla="*/ 832231 h 5390836"/>
                  <a:gd name="connsiteX665" fmla="*/ 4664930 w 5372199"/>
                  <a:gd name="connsiteY665" fmla="*/ 812634 h 5390836"/>
                  <a:gd name="connsiteX666" fmla="*/ 4670338 w 5372199"/>
                  <a:gd name="connsiteY666" fmla="*/ 809159 h 5390836"/>
                  <a:gd name="connsiteX667" fmla="*/ 770888 w 5372199"/>
                  <a:gd name="connsiteY667" fmla="*/ 804383 h 5390836"/>
                  <a:gd name="connsiteX668" fmla="*/ 782234 w 5372199"/>
                  <a:gd name="connsiteY668" fmla="*/ 804383 h 5390836"/>
                  <a:gd name="connsiteX669" fmla="*/ 804917 w 5372199"/>
                  <a:gd name="connsiteY669" fmla="*/ 816759 h 5390836"/>
                  <a:gd name="connsiteX670" fmla="*/ 817292 w 5372199"/>
                  <a:gd name="connsiteY670" fmla="*/ 853884 h 5390836"/>
                  <a:gd name="connsiteX671" fmla="*/ 827610 w 5372199"/>
                  <a:gd name="connsiteY671" fmla="*/ 868327 h 5390836"/>
                  <a:gd name="connsiteX672" fmla="*/ 842042 w 5372199"/>
                  <a:gd name="connsiteY672" fmla="*/ 861105 h 5390836"/>
                  <a:gd name="connsiteX673" fmla="*/ 842042 w 5372199"/>
                  <a:gd name="connsiteY673" fmla="*/ 843576 h 5390836"/>
                  <a:gd name="connsiteX674" fmla="*/ 864735 w 5372199"/>
                  <a:gd name="connsiteY674" fmla="*/ 832230 h 5390836"/>
                  <a:gd name="connsiteX675" fmla="*/ 893610 w 5372199"/>
                  <a:gd name="connsiteY675" fmla="*/ 839441 h 5390836"/>
                  <a:gd name="connsiteX676" fmla="*/ 909071 w 5372199"/>
                  <a:gd name="connsiteY676" fmla="*/ 849759 h 5390836"/>
                  <a:gd name="connsiteX677" fmla="*/ 909071 w 5372199"/>
                  <a:gd name="connsiteY677" fmla="*/ 862134 h 5390836"/>
                  <a:gd name="connsiteX678" fmla="*/ 899793 w 5372199"/>
                  <a:gd name="connsiteY678" fmla="*/ 877606 h 5390836"/>
                  <a:gd name="connsiteX679" fmla="*/ 899793 w 5372199"/>
                  <a:gd name="connsiteY679" fmla="*/ 895134 h 5390836"/>
                  <a:gd name="connsiteX680" fmla="*/ 899793 w 5372199"/>
                  <a:gd name="connsiteY680" fmla="*/ 918856 h 5390836"/>
                  <a:gd name="connsiteX681" fmla="*/ 888457 w 5372199"/>
                  <a:gd name="connsiteY681" fmla="*/ 952885 h 5390836"/>
                  <a:gd name="connsiteX682" fmla="*/ 907014 w 5372199"/>
                  <a:gd name="connsiteY682" fmla="*/ 985885 h 5390836"/>
                  <a:gd name="connsiteX683" fmla="*/ 920418 w 5372199"/>
                  <a:gd name="connsiteY683" fmla="*/ 997232 h 5390836"/>
                  <a:gd name="connsiteX684" fmla="*/ 949293 w 5372199"/>
                  <a:gd name="connsiteY684" fmla="*/ 1010636 h 5390836"/>
                  <a:gd name="connsiteX685" fmla="*/ 974043 w 5372199"/>
                  <a:gd name="connsiteY685" fmla="*/ 1000318 h 5390836"/>
                  <a:gd name="connsiteX686" fmla="*/ 988486 w 5372199"/>
                  <a:gd name="connsiteY686" fmla="*/ 988982 h 5390836"/>
                  <a:gd name="connsiteX687" fmla="*/ 998794 w 5372199"/>
                  <a:gd name="connsiteY687" fmla="*/ 981760 h 5390836"/>
                  <a:gd name="connsiteX688" fmla="*/ 1011169 w 5372199"/>
                  <a:gd name="connsiteY688" fmla="*/ 975578 h 5390836"/>
                  <a:gd name="connsiteX689" fmla="*/ 1025612 w 5372199"/>
                  <a:gd name="connsiteY689" fmla="*/ 962164 h 5390836"/>
                  <a:gd name="connsiteX690" fmla="*/ 1051391 w 5372199"/>
                  <a:gd name="connsiteY690" fmla="*/ 971442 h 5390836"/>
                  <a:gd name="connsiteX691" fmla="*/ 1065834 w 5372199"/>
                  <a:gd name="connsiteY691" fmla="*/ 998260 h 5390836"/>
                  <a:gd name="connsiteX692" fmla="*/ 1073044 w 5372199"/>
                  <a:gd name="connsiteY692" fmla="*/ 1016828 h 5390836"/>
                  <a:gd name="connsiteX693" fmla="*/ 1061698 w 5372199"/>
                  <a:gd name="connsiteY693" fmla="*/ 1034357 h 5390836"/>
                  <a:gd name="connsiteX694" fmla="*/ 1051391 w 5372199"/>
                  <a:gd name="connsiteY694" fmla="*/ 1052914 h 5390836"/>
                  <a:gd name="connsiteX695" fmla="*/ 1035919 w 5372199"/>
                  <a:gd name="connsiteY695" fmla="*/ 1059107 h 5390836"/>
                  <a:gd name="connsiteX696" fmla="*/ 1019419 w 5372199"/>
                  <a:gd name="connsiteY696" fmla="*/ 1074568 h 5390836"/>
                  <a:gd name="connsiteX697" fmla="*/ 1003947 w 5372199"/>
                  <a:gd name="connsiteY697" fmla="*/ 1090039 h 5390836"/>
                  <a:gd name="connsiteX698" fmla="*/ 987447 w 5372199"/>
                  <a:gd name="connsiteY698" fmla="*/ 1100357 h 5390836"/>
                  <a:gd name="connsiteX699" fmla="*/ 967861 w 5372199"/>
                  <a:gd name="connsiteY699" fmla="*/ 1118915 h 5390836"/>
                  <a:gd name="connsiteX700" fmla="*/ 952390 w 5372199"/>
                  <a:gd name="connsiteY700" fmla="*/ 1124079 h 5390836"/>
                  <a:gd name="connsiteX701" fmla="*/ 928668 w 5372199"/>
                  <a:gd name="connsiteY701" fmla="*/ 1124079 h 5390836"/>
                  <a:gd name="connsiteX702" fmla="*/ 910111 w 5372199"/>
                  <a:gd name="connsiteY702" fmla="*/ 1108607 h 5390836"/>
                  <a:gd name="connsiteX703" fmla="*/ 885360 w 5372199"/>
                  <a:gd name="connsiteY703" fmla="*/ 1093136 h 5390836"/>
                  <a:gd name="connsiteX704" fmla="*/ 870917 w 5372199"/>
                  <a:gd name="connsiteY704" fmla="*/ 1081789 h 5390836"/>
                  <a:gd name="connsiteX705" fmla="*/ 856485 w 5372199"/>
                  <a:gd name="connsiteY705" fmla="*/ 1071482 h 5390836"/>
                  <a:gd name="connsiteX706" fmla="*/ 835849 w 5372199"/>
                  <a:gd name="connsiteY706" fmla="*/ 1056010 h 5390836"/>
                  <a:gd name="connsiteX707" fmla="*/ 809042 w 5372199"/>
                  <a:gd name="connsiteY707" fmla="*/ 1020953 h 5390836"/>
                  <a:gd name="connsiteX708" fmla="*/ 803888 w 5372199"/>
                  <a:gd name="connsiteY708" fmla="*/ 1007539 h 5390836"/>
                  <a:gd name="connsiteX709" fmla="*/ 790484 w 5372199"/>
                  <a:gd name="connsiteY709" fmla="*/ 988982 h 5390836"/>
                  <a:gd name="connsiteX710" fmla="*/ 778109 w 5372199"/>
                  <a:gd name="connsiteY710" fmla="*/ 970414 h 5390836"/>
                  <a:gd name="connsiteX711" fmla="*/ 753359 w 5372199"/>
                  <a:gd name="connsiteY711" fmla="*/ 944635 h 5390836"/>
                  <a:gd name="connsiteX712" fmla="*/ 740984 w 5372199"/>
                  <a:gd name="connsiteY712" fmla="*/ 927106 h 5390836"/>
                  <a:gd name="connsiteX713" fmla="*/ 721387 w 5372199"/>
                  <a:gd name="connsiteY713" fmla="*/ 898231 h 5390836"/>
                  <a:gd name="connsiteX714" fmla="*/ 704887 w 5372199"/>
                  <a:gd name="connsiteY714" fmla="*/ 881731 h 5390836"/>
                  <a:gd name="connsiteX715" fmla="*/ 704887 w 5372199"/>
                  <a:gd name="connsiteY715" fmla="*/ 865230 h 5390836"/>
                  <a:gd name="connsiteX716" fmla="*/ 719319 w 5372199"/>
                  <a:gd name="connsiteY716" fmla="*/ 854912 h 5390836"/>
                  <a:gd name="connsiteX717" fmla="*/ 727580 w 5372199"/>
                  <a:gd name="connsiteY717" fmla="*/ 841508 h 5390836"/>
                  <a:gd name="connsiteX718" fmla="*/ 738916 w 5372199"/>
                  <a:gd name="connsiteY718" fmla="*/ 833259 h 5390836"/>
                  <a:gd name="connsiteX719" fmla="*/ 748194 w 5372199"/>
                  <a:gd name="connsiteY719" fmla="*/ 818815 h 5390836"/>
                  <a:gd name="connsiteX720" fmla="*/ 748194 w 5372199"/>
                  <a:gd name="connsiteY720" fmla="*/ 810576 h 5390836"/>
                  <a:gd name="connsiteX721" fmla="*/ 761609 w 5372199"/>
                  <a:gd name="connsiteY721" fmla="*/ 810576 h 5390836"/>
                  <a:gd name="connsiteX722" fmla="*/ 770888 w 5372199"/>
                  <a:gd name="connsiteY722" fmla="*/ 804383 h 5390836"/>
                  <a:gd name="connsiteX723" fmla="*/ 1449455 w 5372199"/>
                  <a:gd name="connsiteY723" fmla="*/ 662074 h 5390836"/>
                  <a:gd name="connsiteX724" fmla="*/ 1457705 w 5372199"/>
                  <a:gd name="connsiteY724" fmla="*/ 662074 h 5390836"/>
                  <a:gd name="connsiteX725" fmla="*/ 1457705 w 5372199"/>
                  <a:gd name="connsiteY725" fmla="*/ 673421 h 5390836"/>
                  <a:gd name="connsiteX726" fmla="*/ 1462859 w 5372199"/>
                  <a:gd name="connsiteY726" fmla="*/ 685795 h 5390836"/>
                  <a:gd name="connsiteX727" fmla="*/ 1462859 w 5372199"/>
                  <a:gd name="connsiteY727" fmla="*/ 698171 h 5390836"/>
                  <a:gd name="connsiteX728" fmla="*/ 1457705 w 5372199"/>
                  <a:gd name="connsiteY728" fmla="*/ 709517 h 5390836"/>
                  <a:gd name="connsiteX729" fmla="*/ 1457705 w 5372199"/>
                  <a:gd name="connsiteY729" fmla="*/ 729114 h 5390836"/>
                  <a:gd name="connsiteX730" fmla="*/ 1451512 w 5372199"/>
                  <a:gd name="connsiteY730" fmla="*/ 743546 h 5390836"/>
                  <a:gd name="connsiteX731" fmla="*/ 1439137 w 5372199"/>
                  <a:gd name="connsiteY731" fmla="*/ 752825 h 5390836"/>
                  <a:gd name="connsiteX732" fmla="*/ 1425733 w 5372199"/>
                  <a:gd name="connsiteY732" fmla="*/ 770353 h 5390836"/>
                  <a:gd name="connsiteX733" fmla="*/ 1396619 w 5372199"/>
                  <a:gd name="connsiteY733" fmla="*/ 772182 h 5390836"/>
                  <a:gd name="connsiteX734" fmla="*/ 1394800 w 5372199"/>
                  <a:gd name="connsiteY734" fmla="*/ 770353 h 5390836"/>
                  <a:gd name="connsiteX735" fmla="*/ 1389646 w 5372199"/>
                  <a:gd name="connsiteY735" fmla="*/ 755921 h 5390836"/>
                  <a:gd name="connsiteX736" fmla="*/ 1380357 w 5372199"/>
                  <a:gd name="connsiteY736" fmla="*/ 747671 h 5390836"/>
                  <a:gd name="connsiteX737" fmla="*/ 1380357 w 5372199"/>
                  <a:gd name="connsiteY737" fmla="*/ 732199 h 5390836"/>
                  <a:gd name="connsiteX738" fmla="*/ 1380357 w 5372199"/>
                  <a:gd name="connsiteY738" fmla="*/ 696103 h 5390836"/>
                  <a:gd name="connsiteX739" fmla="*/ 1387578 w 5372199"/>
                  <a:gd name="connsiteY739" fmla="*/ 682699 h 5390836"/>
                  <a:gd name="connsiteX740" fmla="*/ 1392732 w 5372199"/>
                  <a:gd name="connsiteY740" fmla="*/ 676517 h 5390836"/>
                  <a:gd name="connsiteX741" fmla="*/ 1418511 w 5372199"/>
                  <a:gd name="connsiteY741" fmla="*/ 685795 h 5390836"/>
                  <a:gd name="connsiteX742" fmla="*/ 1431926 w 5372199"/>
                  <a:gd name="connsiteY742" fmla="*/ 672392 h 5390836"/>
                  <a:gd name="connsiteX743" fmla="*/ 1646166 w 5372199"/>
                  <a:gd name="connsiteY743" fmla="*/ 509318 h 5390836"/>
                  <a:gd name="connsiteX744" fmla="*/ 1664986 w 5372199"/>
                  <a:gd name="connsiteY744" fmla="*/ 516660 h 5390836"/>
                  <a:gd name="connsiteX745" fmla="*/ 1677361 w 5372199"/>
                  <a:gd name="connsiteY745" fmla="*/ 521825 h 5390836"/>
                  <a:gd name="connsiteX746" fmla="*/ 1683554 w 5372199"/>
                  <a:gd name="connsiteY746" fmla="*/ 534200 h 5390836"/>
                  <a:gd name="connsiteX747" fmla="*/ 1683554 w 5372199"/>
                  <a:gd name="connsiteY747" fmla="*/ 550701 h 5390836"/>
                  <a:gd name="connsiteX748" fmla="*/ 1683554 w 5372199"/>
                  <a:gd name="connsiteY748" fmla="*/ 568229 h 5390836"/>
                  <a:gd name="connsiteX749" fmla="*/ 1683554 w 5372199"/>
                  <a:gd name="connsiteY749" fmla="*/ 581633 h 5390836"/>
                  <a:gd name="connsiteX750" fmla="*/ 1674265 w 5372199"/>
                  <a:gd name="connsiteY750" fmla="*/ 595036 h 5390836"/>
                  <a:gd name="connsiteX751" fmla="*/ 1662929 w 5372199"/>
                  <a:gd name="connsiteY751" fmla="*/ 602258 h 5390836"/>
                  <a:gd name="connsiteX752" fmla="*/ 1654678 w 5372199"/>
                  <a:gd name="connsiteY752" fmla="*/ 614633 h 5390836"/>
                  <a:gd name="connsiteX753" fmla="*/ 1639206 w 5372199"/>
                  <a:gd name="connsiteY753" fmla="*/ 614633 h 5390836"/>
                  <a:gd name="connsiteX754" fmla="*/ 1630956 w 5372199"/>
                  <a:gd name="connsiteY754" fmla="*/ 602258 h 5390836"/>
                  <a:gd name="connsiteX755" fmla="*/ 1610331 w 5372199"/>
                  <a:gd name="connsiteY755" fmla="*/ 589883 h 5390836"/>
                  <a:gd name="connsiteX756" fmla="*/ 1593830 w 5372199"/>
                  <a:gd name="connsiteY756" fmla="*/ 579576 h 5390836"/>
                  <a:gd name="connsiteX757" fmla="*/ 1579387 w 5372199"/>
                  <a:gd name="connsiteY757" fmla="*/ 565133 h 5390836"/>
                  <a:gd name="connsiteX758" fmla="*/ 1573204 w 5372199"/>
                  <a:gd name="connsiteY758" fmla="*/ 553797 h 5390836"/>
                  <a:gd name="connsiteX759" fmla="*/ 1568051 w 5372199"/>
                  <a:gd name="connsiteY759" fmla="*/ 536257 h 5390836"/>
                  <a:gd name="connsiteX760" fmla="*/ 1564954 w 5372199"/>
                  <a:gd name="connsiteY760" fmla="*/ 523882 h 5390836"/>
                  <a:gd name="connsiteX761" fmla="*/ 1578358 w 5372199"/>
                  <a:gd name="connsiteY761" fmla="*/ 523882 h 5390836"/>
                  <a:gd name="connsiteX762" fmla="*/ 1593830 w 5372199"/>
                  <a:gd name="connsiteY762" fmla="*/ 523882 h 5390836"/>
                  <a:gd name="connsiteX763" fmla="*/ 1606205 w 5372199"/>
                  <a:gd name="connsiteY763" fmla="*/ 517700 h 5390836"/>
                  <a:gd name="connsiteX764" fmla="*/ 1619609 w 5372199"/>
                  <a:gd name="connsiteY764" fmla="*/ 517700 h 5390836"/>
                  <a:gd name="connsiteX765" fmla="*/ 1628888 w 5372199"/>
                  <a:gd name="connsiteY765" fmla="*/ 510479 h 5390836"/>
                  <a:gd name="connsiteX766" fmla="*/ 1646166 w 5372199"/>
                  <a:gd name="connsiteY766" fmla="*/ 509318 h 5390836"/>
                  <a:gd name="connsiteX767" fmla="*/ 1473177 w 5372199"/>
                  <a:gd name="connsiteY767" fmla="*/ 465101 h 5390836"/>
                  <a:gd name="connsiteX768" fmla="*/ 1463898 w 5372199"/>
                  <a:gd name="connsiteY768" fmla="*/ 472322 h 5390836"/>
                  <a:gd name="connsiteX769" fmla="*/ 1460802 w 5372199"/>
                  <a:gd name="connsiteY769" fmla="*/ 476447 h 5390836"/>
                  <a:gd name="connsiteX770" fmla="*/ 1451512 w 5372199"/>
                  <a:gd name="connsiteY770" fmla="*/ 486753 h 5390836"/>
                  <a:gd name="connsiteX771" fmla="*/ 1446358 w 5372199"/>
                  <a:gd name="connsiteY771" fmla="*/ 497071 h 5390836"/>
                  <a:gd name="connsiteX772" fmla="*/ 1430897 w 5372199"/>
                  <a:gd name="connsiteY772" fmla="*/ 519754 h 5390836"/>
                  <a:gd name="connsiteX773" fmla="*/ 1430897 w 5372199"/>
                  <a:gd name="connsiteY773" fmla="*/ 534197 h 5390836"/>
                  <a:gd name="connsiteX774" fmla="*/ 1445330 w 5372199"/>
                  <a:gd name="connsiteY774" fmla="*/ 534197 h 5390836"/>
                  <a:gd name="connsiteX775" fmla="*/ 1458734 w 5372199"/>
                  <a:gd name="connsiteY775" fmla="*/ 518725 h 5390836"/>
                  <a:gd name="connsiteX776" fmla="*/ 1466984 w 5372199"/>
                  <a:gd name="connsiteY776" fmla="*/ 498100 h 5390836"/>
                  <a:gd name="connsiteX777" fmla="*/ 1473177 w 5372199"/>
                  <a:gd name="connsiteY777" fmla="*/ 478503 h 5390836"/>
                  <a:gd name="connsiteX778" fmla="*/ 1473177 w 5372199"/>
                  <a:gd name="connsiteY778" fmla="*/ 465101 h 5390836"/>
                  <a:gd name="connsiteX779" fmla="*/ 1498954 w 5372199"/>
                  <a:gd name="connsiteY779" fmla="*/ 383631 h 5390836"/>
                  <a:gd name="connsiteX780" fmla="*/ 1527830 w 5372199"/>
                  <a:gd name="connsiteY780" fmla="*/ 383631 h 5390836"/>
                  <a:gd name="connsiteX781" fmla="*/ 1543291 w 5372199"/>
                  <a:gd name="connsiteY781" fmla="*/ 398073 h 5390836"/>
                  <a:gd name="connsiteX782" fmla="*/ 1551541 w 5372199"/>
                  <a:gd name="connsiteY782" fmla="*/ 410449 h 5390836"/>
                  <a:gd name="connsiteX783" fmla="*/ 1545359 w 5372199"/>
                  <a:gd name="connsiteY783" fmla="*/ 438295 h 5390836"/>
                  <a:gd name="connsiteX784" fmla="*/ 1545359 w 5372199"/>
                  <a:gd name="connsiteY784" fmla="*/ 456852 h 5390836"/>
                  <a:gd name="connsiteX785" fmla="*/ 1545359 w 5372199"/>
                  <a:gd name="connsiteY785" fmla="*/ 520796 h 5390836"/>
                  <a:gd name="connsiteX786" fmla="*/ 1545359 w 5372199"/>
                  <a:gd name="connsiteY786" fmla="*/ 543478 h 5390836"/>
                  <a:gd name="connsiteX787" fmla="*/ 1538137 w 5372199"/>
                  <a:gd name="connsiteY787" fmla="*/ 549671 h 5390836"/>
                  <a:gd name="connsiteX788" fmla="*/ 1538137 w 5372199"/>
                  <a:gd name="connsiteY788" fmla="*/ 564104 h 5390836"/>
                  <a:gd name="connsiteX789" fmla="*/ 1551552 w 5372199"/>
                  <a:gd name="connsiteY789" fmla="*/ 579576 h 5390836"/>
                  <a:gd name="connsiteX790" fmla="*/ 1596927 w 5372199"/>
                  <a:gd name="connsiteY790" fmla="*/ 656923 h 5390836"/>
                  <a:gd name="connsiteX791" fmla="*/ 1596927 w 5372199"/>
                  <a:gd name="connsiteY791" fmla="*/ 686827 h 5390836"/>
                  <a:gd name="connsiteX792" fmla="*/ 1590734 w 5372199"/>
                  <a:gd name="connsiteY792" fmla="*/ 711577 h 5390836"/>
                  <a:gd name="connsiteX793" fmla="*/ 1580427 w 5372199"/>
                  <a:gd name="connsiteY793" fmla="*/ 728078 h 5390836"/>
                  <a:gd name="connsiteX794" fmla="*/ 1571138 w 5372199"/>
                  <a:gd name="connsiteY794" fmla="*/ 728078 h 5390836"/>
                  <a:gd name="connsiteX795" fmla="*/ 1558762 w 5372199"/>
                  <a:gd name="connsiteY795" fmla="*/ 728078 h 5390836"/>
                  <a:gd name="connsiteX796" fmla="*/ 1547427 w 5372199"/>
                  <a:gd name="connsiteY796" fmla="*/ 728078 h 5390836"/>
                  <a:gd name="connsiteX797" fmla="*/ 1529887 w 5372199"/>
                  <a:gd name="connsiteY797" fmla="*/ 728078 h 5390836"/>
                  <a:gd name="connsiteX798" fmla="*/ 1514415 w 5372199"/>
                  <a:gd name="connsiteY798" fmla="*/ 718798 h 5390836"/>
                  <a:gd name="connsiteX799" fmla="*/ 1481415 w 5372199"/>
                  <a:gd name="connsiteY799" fmla="*/ 710548 h 5390836"/>
                  <a:gd name="connsiteX800" fmla="*/ 1490704 w 5372199"/>
                  <a:gd name="connsiteY800" fmla="*/ 697135 h 5390836"/>
                  <a:gd name="connsiteX801" fmla="*/ 1506176 w 5372199"/>
                  <a:gd name="connsiteY801" fmla="*/ 688884 h 5390836"/>
                  <a:gd name="connsiteX802" fmla="*/ 1506176 w 5372199"/>
                  <a:gd name="connsiteY802" fmla="*/ 661048 h 5390836"/>
                  <a:gd name="connsiteX803" fmla="*/ 1498954 w 5372199"/>
                  <a:gd name="connsiteY803" fmla="*/ 648674 h 5390836"/>
                  <a:gd name="connsiteX804" fmla="*/ 1488636 w 5372199"/>
                  <a:gd name="connsiteY804" fmla="*/ 631133 h 5390836"/>
                  <a:gd name="connsiteX805" fmla="*/ 1477300 w 5372199"/>
                  <a:gd name="connsiteY805" fmla="*/ 606383 h 5390836"/>
                  <a:gd name="connsiteX806" fmla="*/ 1469050 w 5372199"/>
                  <a:gd name="connsiteY806" fmla="*/ 601230 h 5390836"/>
                  <a:gd name="connsiteX807" fmla="*/ 1454607 w 5372199"/>
                  <a:gd name="connsiteY807" fmla="*/ 601230 h 5390836"/>
                  <a:gd name="connsiteX808" fmla="*/ 1445328 w 5372199"/>
                  <a:gd name="connsiteY808" fmla="*/ 608451 h 5390836"/>
                  <a:gd name="connsiteX809" fmla="*/ 1428828 w 5372199"/>
                  <a:gd name="connsiteY809" fmla="*/ 616702 h 5390836"/>
                  <a:gd name="connsiteX810" fmla="*/ 1420578 w 5372199"/>
                  <a:gd name="connsiteY810" fmla="*/ 616702 h 5390836"/>
                  <a:gd name="connsiteX811" fmla="*/ 1410260 w 5372199"/>
                  <a:gd name="connsiteY811" fmla="*/ 607411 h 5390836"/>
                  <a:gd name="connsiteX812" fmla="*/ 1404078 w 5372199"/>
                  <a:gd name="connsiteY812" fmla="*/ 607411 h 5390836"/>
                  <a:gd name="connsiteX813" fmla="*/ 1394799 w 5372199"/>
                  <a:gd name="connsiteY813" fmla="*/ 596076 h 5390836"/>
                  <a:gd name="connsiteX814" fmla="*/ 1380356 w 5372199"/>
                  <a:gd name="connsiteY814" fmla="*/ 580605 h 5390836"/>
                  <a:gd name="connsiteX815" fmla="*/ 1362827 w 5372199"/>
                  <a:gd name="connsiteY815" fmla="*/ 559979 h 5390836"/>
                  <a:gd name="connsiteX816" fmla="*/ 1347355 w 5372199"/>
                  <a:gd name="connsiteY816" fmla="*/ 537296 h 5390836"/>
                  <a:gd name="connsiteX817" fmla="*/ 1347355 w 5372199"/>
                  <a:gd name="connsiteY817" fmla="*/ 502228 h 5390836"/>
                  <a:gd name="connsiteX818" fmla="*/ 1357673 w 5372199"/>
                  <a:gd name="connsiteY818" fmla="*/ 488825 h 5390836"/>
                  <a:gd name="connsiteX819" fmla="*/ 1373134 w 5372199"/>
                  <a:gd name="connsiteY819" fmla="*/ 488825 h 5390836"/>
                  <a:gd name="connsiteX820" fmla="*/ 1383452 w 5372199"/>
                  <a:gd name="connsiteY820" fmla="*/ 488825 h 5390836"/>
                  <a:gd name="connsiteX821" fmla="*/ 1404078 w 5372199"/>
                  <a:gd name="connsiteY821" fmla="*/ 467171 h 5390836"/>
                  <a:gd name="connsiteX822" fmla="*/ 1418510 w 5372199"/>
                  <a:gd name="connsiteY822" fmla="*/ 450670 h 5390836"/>
                  <a:gd name="connsiteX823" fmla="*/ 1428828 w 5372199"/>
                  <a:gd name="connsiteY823" fmla="*/ 438295 h 5390836"/>
                  <a:gd name="connsiteX824" fmla="*/ 1438107 w 5372199"/>
                  <a:gd name="connsiteY824" fmla="*/ 429006 h 5390836"/>
                  <a:gd name="connsiteX825" fmla="*/ 1448425 w 5372199"/>
                  <a:gd name="connsiteY825" fmla="*/ 414573 h 5390836"/>
                  <a:gd name="connsiteX826" fmla="*/ 1448425 w 5372199"/>
                  <a:gd name="connsiteY826" fmla="*/ 404255 h 5390836"/>
                  <a:gd name="connsiteX827" fmla="*/ 1453579 w 5372199"/>
                  <a:gd name="connsiteY827" fmla="*/ 396005 h 5390836"/>
                  <a:gd name="connsiteX828" fmla="*/ 1459761 w 5372199"/>
                  <a:gd name="connsiteY828" fmla="*/ 388795 h 5390836"/>
                  <a:gd name="connsiteX829" fmla="*/ 1469050 w 5372199"/>
                  <a:gd name="connsiteY829" fmla="*/ 391881 h 5390836"/>
                  <a:gd name="connsiteX830" fmla="*/ 1484511 w 5372199"/>
                  <a:gd name="connsiteY830" fmla="*/ 391881 h 5390836"/>
                  <a:gd name="connsiteX831" fmla="*/ 1498954 w 5372199"/>
                  <a:gd name="connsiteY831" fmla="*/ 383631 h 5390836"/>
                  <a:gd name="connsiteX832" fmla="*/ 4049260 w 5372199"/>
                  <a:gd name="connsiteY832" fmla="*/ 354753 h 5390836"/>
                  <a:gd name="connsiteX833" fmla="*/ 4069885 w 5372199"/>
                  <a:gd name="connsiteY833" fmla="*/ 368156 h 5390836"/>
                  <a:gd name="connsiteX834" fmla="*/ 4079164 w 5372199"/>
                  <a:gd name="connsiteY834" fmla="*/ 390849 h 5390836"/>
                  <a:gd name="connsiteX835" fmla="*/ 4079164 w 5372199"/>
                  <a:gd name="connsiteY835" fmla="*/ 405282 h 5390836"/>
                  <a:gd name="connsiteX836" fmla="*/ 4074010 w 5372199"/>
                  <a:gd name="connsiteY836" fmla="*/ 418685 h 5390836"/>
                  <a:gd name="connsiteX837" fmla="*/ 4053385 w 5372199"/>
                  <a:gd name="connsiteY837" fmla="*/ 435196 h 5390836"/>
                  <a:gd name="connsiteX838" fmla="*/ 4045135 w 5372199"/>
                  <a:gd name="connsiteY838" fmla="*/ 447561 h 5390836"/>
                  <a:gd name="connsiteX839" fmla="*/ 4055442 w 5372199"/>
                  <a:gd name="connsiteY839" fmla="*/ 447561 h 5390836"/>
                  <a:gd name="connsiteX840" fmla="*/ 4068856 w 5372199"/>
                  <a:gd name="connsiteY840" fmla="*/ 447561 h 5390836"/>
                  <a:gd name="connsiteX841" fmla="*/ 4084317 w 5372199"/>
                  <a:gd name="connsiteY841" fmla="*/ 447561 h 5390836"/>
                  <a:gd name="connsiteX842" fmla="*/ 4105971 w 5372199"/>
                  <a:gd name="connsiteY842" fmla="*/ 447561 h 5390836"/>
                  <a:gd name="connsiteX843" fmla="*/ 4128664 w 5372199"/>
                  <a:gd name="connsiteY843" fmla="*/ 460975 h 5390836"/>
                  <a:gd name="connsiteX844" fmla="*/ 4145164 w 5372199"/>
                  <a:gd name="connsiteY844" fmla="*/ 478504 h 5390836"/>
                  <a:gd name="connsiteX845" fmla="*/ 4145164 w 5372199"/>
                  <a:gd name="connsiteY845" fmla="*/ 512533 h 5390836"/>
                  <a:gd name="connsiteX846" fmla="*/ 4135886 w 5372199"/>
                  <a:gd name="connsiteY846" fmla="*/ 512533 h 5390836"/>
                  <a:gd name="connsiteX847" fmla="*/ 4120414 w 5372199"/>
                  <a:gd name="connsiteY847" fmla="*/ 512533 h 5390836"/>
                  <a:gd name="connsiteX848" fmla="*/ 4088442 w 5372199"/>
                  <a:gd name="connsiteY848" fmla="*/ 512533 h 5390836"/>
                  <a:gd name="connsiteX849" fmla="*/ 4069885 w 5372199"/>
                  <a:gd name="connsiteY849" fmla="*/ 512533 h 5390836"/>
                  <a:gd name="connsiteX850" fmla="*/ 4052356 w 5372199"/>
                  <a:gd name="connsiteY850" fmla="*/ 504283 h 5390836"/>
                  <a:gd name="connsiteX851" fmla="*/ 4020384 w 5372199"/>
                  <a:gd name="connsiteY851" fmla="*/ 499129 h 5390836"/>
                  <a:gd name="connsiteX852" fmla="*/ 4004913 w 5372199"/>
                  <a:gd name="connsiteY852" fmla="*/ 507379 h 5390836"/>
                  <a:gd name="connsiteX853" fmla="*/ 3995634 w 5372199"/>
                  <a:gd name="connsiteY853" fmla="*/ 529033 h 5390836"/>
                  <a:gd name="connsiteX854" fmla="*/ 4013163 w 5372199"/>
                  <a:gd name="connsiteY854" fmla="*/ 598130 h 5390836"/>
                  <a:gd name="connsiteX855" fmla="*/ 4024509 w 5372199"/>
                  <a:gd name="connsiteY855" fmla="*/ 651756 h 5390836"/>
                  <a:gd name="connsiteX856" fmla="*/ 4044106 w 5372199"/>
                  <a:gd name="connsiteY856" fmla="*/ 693006 h 5390836"/>
                  <a:gd name="connsiteX857" fmla="*/ 4058538 w 5372199"/>
                  <a:gd name="connsiteY857" fmla="*/ 711564 h 5390836"/>
                  <a:gd name="connsiteX858" fmla="*/ 4067817 w 5372199"/>
                  <a:gd name="connsiteY858" fmla="*/ 729103 h 5390836"/>
                  <a:gd name="connsiteX859" fmla="*/ 4092567 w 5372199"/>
                  <a:gd name="connsiteY859" fmla="*/ 760036 h 5390836"/>
                  <a:gd name="connsiteX860" fmla="*/ 4100817 w 5372199"/>
                  <a:gd name="connsiteY860" fmla="*/ 771382 h 5390836"/>
                  <a:gd name="connsiteX861" fmla="*/ 4092567 w 5372199"/>
                  <a:gd name="connsiteY861" fmla="*/ 777564 h 5390836"/>
                  <a:gd name="connsiteX862" fmla="*/ 4084317 w 5372199"/>
                  <a:gd name="connsiteY862" fmla="*/ 788911 h 5390836"/>
                  <a:gd name="connsiteX863" fmla="*/ 4059567 w 5372199"/>
                  <a:gd name="connsiteY863" fmla="*/ 788911 h 5390836"/>
                  <a:gd name="connsiteX864" fmla="*/ 4049260 w 5372199"/>
                  <a:gd name="connsiteY864" fmla="*/ 788911 h 5390836"/>
                  <a:gd name="connsiteX865" fmla="*/ 4039981 w 5372199"/>
                  <a:gd name="connsiteY865" fmla="*/ 788911 h 5390836"/>
                  <a:gd name="connsiteX866" fmla="*/ 4023481 w 5372199"/>
                  <a:gd name="connsiteY866" fmla="*/ 777564 h 5390836"/>
                  <a:gd name="connsiteX867" fmla="*/ 4005941 w 5372199"/>
                  <a:gd name="connsiteY867" fmla="*/ 768286 h 5390836"/>
                  <a:gd name="connsiteX868" fmla="*/ 3991509 w 5372199"/>
                  <a:gd name="connsiteY868" fmla="*/ 755910 h 5390836"/>
                  <a:gd name="connsiteX869" fmla="*/ 3969855 w 5372199"/>
                  <a:gd name="connsiteY869" fmla="*/ 738382 h 5390836"/>
                  <a:gd name="connsiteX870" fmla="*/ 3961605 w 5372199"/>
                  <a:gd name="connsiteY870" fmla="*/ 720853 h 5390836"/>
                  <a:gd name="connsiteX871" fmla="*/ 3961605 w 5372199"/>
                  <a:gd name="connsiteY871" fmla="*/ 671352 h 5390836"/>
                  <a:gd name="connsiteX872" fmla="*/ 3955412 w 5372199"/>
                  <a:gd name="connsiteY872" fmla="*/ 627006 h 5390836"/>
                  <a:gd name="connsiteX873" fmla="*/ 3949230 w 5372199"/>
                  <a:gd name="connsiteY873" fmla="*/ 601227 h 5390836"/>
                  <a:gd name="connsiteX874" fmla="*/ 3933758 w 5372199"/>
                  <a:gd name="connsiteY874" fmla="*/ 553783 h 5390836"/>
                  <a:gd name="connsiteX875" fmla="*/ 3890440 w 5372199"/>
                  <a:gd name="connsiteY875" fmla="*/ 575437 h 5390836"/>
                  <a:gd name="connsiteX876" fmla="*/ 3837843 w 5372199"/>
                  <a:gd name="connsiteY876" fmla="*/ 587812 h 5390836"/>
                  <a:gd name="connsiteX877" fmla="*/ 3791439 w 5372199"/>
                  <a:gd name="connsiteY877" fmla="*/ 587812 h 5390836"/>
                  <a:gd name="connsiteX878" fmla="*/ 3758439 w 5372199"/>
                  <a:gd name="connsiteY878" fmla="*/ 587812 h 5390836"/>
                  <a:gd name="connsiteX879" fmla="*/ 3731631 w 5372199"/>
                  <a:gd name="connsiteY879" fmla="*/ 579562 h 5390836"/>
                  <a:gd name="connsiteX880" fmla="*/ 3718228 w 5372199"/>
                  <a:gd name="connsiteY880" fmla="*/ 579562 h 5390836"/>
                  <a:gd name="connsiteX881" fmla="*/ 3718228 w 5372199"/>
                  <a:gd name="connsiteY881" fmla="*/ 567198 h 5390836"/>
                  <a:gd name="connsiteX882" fmla="*/ 3718228 w 5372199"/>
                  <a:gd name="connsiteY882" fmla="*/ 549658 h 5390836"/>
                  <a:gd name="connsiteX883" fmla="*/ 3709977 w 5372199"/>
                  <a:gd name="connsiteY883" fmla="*/ 539351 h 5390836"/>
                  <a:gd name="connsiteX884" fmla="*/ 3721313 w 5372199"/>
                  <a:gd name="connsiteY884" fmla="*/ 539351 h 5390836"/>
                  <a:gd name="connsiteX885" fmla="*/ 3744006 w 5372199"/>
                  <a:gd name="connsiteY885" fmla="*/ 539351 h 5390836"/>
                  <a:gd name="connsiteX886" fmla="*/ 3759478 w 5372199"/>
                  <a:gd name="connsiteY886" fmla="*/ 539351 h 5390836"/>
                  <a:gd name="connsiteX887" fmla="*/ 3769785 w 5372199"/>
                  <a:gd name="connsiteY887" fmla="*/ 539351 h 5390836"/>
                  <a:gd name="connsiteX888" fmla="*/ 3851258 w 5372199"/>
                  <a:gd name="connsiteY888" fmla="*/ 519754 h 5390836"/>
                  <a:gd name="connsiteX889" fmla="*/ 3892508 w 5372199"/>
                  <a:gd name="connsiteY889" fmla="*/ 495004 h 5390836"/>
                  <a:gd name="connsiteX890" fmla="*/ 3905912 w 5372199"/>
                  <a:gd name="connsiteY890" fmla="*/ 482629 h 5390836"/>
                  <a:gd name="connsiteX891" fmla="*/ 3894565 w 5372199"/>
                  <a:gd name="connsiteY891" fmla="*/ 477476 h 5390836"/>
                  <a:gd name="connsiteX892" fmla="*/ 3886315 w 5372199"/>
                  <a:gd name="connsiteY892" fmla="*/ 477476 h 5390836"/>
                  <a:gd name="connsiteX893" fmla="*/ 3873940 w 5372199"/>
                  <a:gd name="connsiteY893" fmla="*/ 477476 h 5390836"/>
                  <a:gd name="connsiteX894" fmla="*/ 3863633 w 5372199"/>
                  <a:gd name="connsiteY894" fmla="*/ 471282 h 5390836"/>
                  <a:gd name="connsiteX895" fmla="*/ 3852286 w 5372199"/>
                  <a:gd name="connsiteY895" fmla="*/ 454782 h 5390836"/>
                  <a:gd name="connsiteX896" fmla="*/ 3847132 w 5372199"/>
                  <a:gd name="connsiteY896" fmla="*/ 420753 h 5390836"/>
                  <a:gd name="connsiteX897" fmla="*/ 3860536 w 5372199"/>
                  <a:gd name="connsiteY897" fmla="*/ 409418 h 5390836"/>
                  <a:gd name="connsiteX898" fmla="*/ 3873951 w 5372199"/>
                  <a:gd name="connsiteY898" fmla="*/ 409418 h 5390836"/>
                  <a:gd name="connsiteX899" fmla="*/ 3887354 w 5372199"/>
                  <a:gd name="connsiteY899" fmla="*/ 409407 h 5390836"/>
                  <a:gd name="connsiteX900" fmla="*/ 3900758 w 5372199"/>
                  <a:gd name="connsiteY900" fmla="*/ 409407 h 5390836"/>
                  <a:gd name="connsiteX901" fmla="*/ 3923440 w 5372199"/>
                  <a:gd name="connsiteY901" fmla="*/ 422821 h 5390836"/>
                  <a:gd name="connsiteX902" fmla="*/ 3968816 w 5372199"/>
                  <a:gd name="connsiteY902" fmla="*/ 431061 h 5390836"/>
                  <a:gd name="connsiteX903" fmla="*/ 3995634 w 5372199"/>
                  <a:gd name="connsiteY903" fmla="*/ 401157 h 5390836"/>
                  <a:gd name="connsiteX904" fmla="*/ 4011106 w 5372199"/>
                  <a:gd name="connsiteY904" fmla="*/ 380532 h 5390836"/>
                  <a:gd name="connsiteX905" fmla="*/ 4020384 w 5372199"/>
                  <a:gd name="connsiteY905" fmla="*/ 360935 h 5390836"/>
                  <a:gd name="connsiteX906" fmla="*/ 4030692 w 5372199"/>
                  <a:gd name="connsiteY906" fmla="*/ 360946 h 5390836"/>
                  <a:gd name="connsiteX907" fmla="*/ 4045135 w 5372199"/>
                  <a:gd name="connsiteY907" fmla="*/ 371253 h 5390836"/>
                  <a:gd name="connsiteX908" fmla="*/ 4058538 w 5372199"/>
                  <a:gd name="connsiteY908" fmla="*/ 371253 h 5390836"/>
                  <a:gd name="connsiteX909" fmla="*/ 1383200 w 5372199"/>
                  <a:gd name="connsiteY909" fmla="*/ 242484 h 5390836"/>
                  <a:gd name="connsiteX910" fmla="*/ 1389646 w 5372199"/>
                  <a:gd name="connsiteY910" fmla="*/ 244417 h 5390836"/>
                  <a:gd name="connsiteX911" fmla="*/ 1403049 w 5372199"/>
                  <a:gd name="connsiteY911" fmla="*/ 256792 h 5390836"/>
                  <a:gd name="connsiteX912" fmla="*/ 1425742 w 5372199"/>
                  <a:gd name="connsiteY912" fmla="*/ 272253 h 5390836"/>
                  <a:gd name="connsiteX913" fmla="*/ 1425742 w 5372199"/>
                  <a:gd name="connsiteY913" fmla="*/ 302168 h 5390836"/>
                  <a:gd name="connsiteX914" fmla="*/ 1432953 w 5372199"/>
                  <a:gd name="connsiteY914" fmla="*/ 308350 h 5390836"/>
                  <a:gd name="connsiteX915" fmla="*/ 1470078 w 5372199"/>
                  <a:gd name="connsiteY915" fmla="*/ 272253 h 5390836"/>
                  <a:gd name="connsiteX916" fmla="*/ 1491732 w 5372199"/>
                  <a:gd name="connsiteY916" fmla="*/ 251628 h 5390836"/>
                  <a:gd name="connsiteX917" fmla="*/ 1505146 w 5372199"/>
                  <a:gd name="connsiteY917" fmla="*/ 251628 h 5390836"/>
                  <a:gd name="connsiteX918" fmla="*/ 1517522 w 5372199"/>
                  <a:gd name="connsiteY918" fmla="*/ 251628 h 5390836"/>
                  <a:gd name="connsiteX919" fmla="*/ 1538147 w 5372199"/>
                  <a:gd name="connsiteY919" fmla="*/ 251628 h 5390836"/>
                  <a:gd name="connsiteX920" fmla="*/ 1547425 w 5372199"/>
                  <a:gd name="connsiteY920" fmla="*/ 251628 h 5390836"/>
                  <a:gd name="connsiteX921" fmla="*/ 1555675 w 5372199"/>
                  <a:gd name="connsiteY921" fmla="*/ 266071 h 5390836"/>
                  <a:gd name="connsiteX922" fmla="*/ 1543300 w 5372199"/>
                  <a:gd name="connsiteY922" fmla="*/ 300100 h 5390836"/>
                  <a:gd name="connsiteX923" fmla="*/ 1528868 w 5372199"/>
                  <a:gd name="connsiteY923" fmla="*/ 300100 h 5390836"/>
                  <a:gd name="connsiteX924" fmla="*/ 1507204 w 5372199"/>
                  <a:gd name="connsiteY924" fmla="*/ 314543 h 5390836"/>
                  <a:gd name="connsiteX925" fmla="*/ 1491732 w 5372199"/>
                  <a:gd name="connsiteY925" fmla="*/ 326918 h 5390836"/>
                  <a:gd name="connsiteX926" fmla="*/ 1478328 w 5372199"/>
                  <a:gd name="connsiteY926" fmla="*/ 341350 h 5390836"/>
                  <a:gd name="connsiteX927" fmla="*/ 1465953 w 5372199"/>
                  <a:gd name="connsiteY927" fmla="*/ 356822 h 5390836"/>
                  <a:gd name="connsiteX928" fmla="*/ 1450493 w 5372199"/>
                  <a:gd name="connsiteY928" fmla="*/ 365072 h 5390836"/>
                  <a:gd name="connsiteX929" fmla="*/ 1433982 w 5372199"/>
                  <a:gd name="connsiteY929" fmla="*/ 387754 h 5390836"/>
                  <a:gd name="connsiteX930" fmla="*/ 1390674 w 5372199"/>
                  <a:gd name="connsiteY930" fmla="*/ 431072 h 5390836"/>
                  <a:gd name="connsiteX931" fmla="*/ 1378299 w 5372199"/>
                  <a:gd name="connsiteY931" fmla="*/ 443448 h 5390836"/>
                  <a:gd name="connsiteX932" fmla="*/ 1366953 w 5372199"/>
                  <a:gd name="connsiteY932" fmla="*/ 455823 h 5390836"/>
                  <a:gd name="connsiteX933" fmla="*/ 1355617 w 5372199"/>
                  <a:gd name="connsiteY933" fmla="*/ 466130 h 5390836"/>
                  <a:gd name="connsiteX934" fmla="*/ 1345299 w 5372199"/>
                  <a:gd name="connsiteY934" fmla="*/ 474391 h 5390836"/>
                  <a:gd name="connsiteX935" fmla="*/ 1336020 w 5372199"/>
                  <a:gd name="connsiteY935" fmla="*/ 484698 h 5390836"/>
                  <a:gd name="connsiteX936" fmla="*/ 1325702 w 5372199"/>
                  <a:gd name="connsiteY936" fmla="*/ 491920 h 5390836"/>
                  <a:gd name="connsiteX937" fmla="*/ 1317452 w 5372199"/>
                  <a:gd name="connsiteY937" fmla="*/ 497073 h 5390836"/>
                  <a:gd name="connsiteX938" fmla="*/ 1306117 w 5372199"/>
                  <a:gd name="connsiteY938" fmla="*/ 508420 h 5390836"/>
                  <a:gd name="connsiteX939" fmla="*/ 1296827 w 5372199"/>
                  <a:gd name="connsiteY939" fmla="*/ 519756 h 5390836"/>
                  <a:gd name="connsiteX940" fmla="*/ 1290645 w 5372199"/>
                  <a:gd name="connsiteY940" fmla="*/ 531102 h 5390836"/>
                  <a:gd name="connsiteX941" fmla="*/ 1279299 w 5372199"/>
                  <a:gd name="connsiteY941" fmla="*/ 531102 h 5390836"/>
                  <a:gd name="connsiteX942" fmla="*/ 1263827 w 5372199"/>
                  <a:gd name="connsiteY942" fmla="*/ 539352 h 5390836"/>
                  <a:gd name="connsiteX943" fmla="*/ 1251452 w 5372199"/>
                  <a:gd name="connsiteY943" fmla="*/ 525949 h 5390836"/>
                  <a:gd name="connsiteX944" fmla="*/ 1242173 w 5372199"/>
                  <a:gd name="connsiteY944" fmla="*/ 513574 h 5390836"/>
                  <a:gd name="connsiteX945" fmla="*/ 1242173 w 5372199"/>
                  <a:gd name="connsiteY945" fmla="*/ 501198 h 5390836"/>
                  <a:gd name="connsiteX946" fmla="*/ 1262798 w 5372199"/>
                  <a:gd name="connsiteY946" fmla="*/ 469227 h 5390836"/>
                  <a:gd name="connsiteX947" fmla="*/ 1273106 w 5372199"/>
                  <a:gd name="connsiteY947" fmla="*/ 469227 h 5390836"/>
                  <a:gd name="connsiteX948" fmla="*/ 1286520 w 5372199"/>
                  <a:gd name="connsiteY948" fmla="*/ 453755 h 5390836"/>
                  <a:gd name="connsiteX949" fmla="*/ 1321577 w 5372199"/>
                  <a:gd name="connsiteY949" fmla="*/ 421794 h 5390836"/>
                  <a:gd name="connsiteX950" fmla="*/ 1337049 w 5372199"/>
                  <a:gd name="connsiteY950" fmla="*/ 408380 h 5390836"/>
                  <a:gd name="connsiteX951" fmla="*/ 1362828 w 5372199"/>
                  <a:gd name="connsiteY951" fmla="*/ 380543 h 5390836"/>
                  <a:gd name="connsiteX952" fmla="*/ 1371078 w 5372199"/>
                  <a:gd name="connsiteY952" fmla="*/ 365072 h 5390836"/>
                  <a:gd name="connsiteX953" fmla="*/ 1363867 w 5372199"/>
                  <a:gd name="connsiteY953" fmla="*/ 357851 h 5390836"/>
                  <a:gd name="connsiteX954" fmla="*/ 1353549 w 5372199"/>
                  <a:gd name="connsiteY954" fmla="*/ 357851 h 5390836"/>
                  <a:gd name="connsiteX955" fmla="*/ 1341174 w 5372199"/>
                  <a:gd name="connsiteY955" fmla="*/ 357851 h 5390836"/>
                  <a:gd name="connsiteX956" fmla="*/ 1341174 w 5372199"/>
                  <a:gd name="connsiteY956" fmla="*/ 347543 h 5390836"/>
                  <a:gd name="connsiteX957" fmla="*/ 1341174 w 5372199"/>
                  <a:gd name="connsiteY957" fmla="*/ 337225 h 5390836"/>
                  <a:gd name="connsiteX958" fmla="*/ 1341174 w 5372199"/>
                  <a:gd name="connsiteY958" fmla="*/ 323822 h 5390836"/>
                  <a:gd name="connsiteX959" fmla="*/ 1313327 w 5372199"/>
                  <a:gd name="connsiteY959" fmla="*/ 304225 h 5390836"/>
                  <a:gd name="connsiteX960" fmla="*/ 1313327 w 5372199"/>
                  <a:gd name="connsiteY960" fmla="*/ 292878 h 5390836"/>
                  <a:gd name="connsiteX961" fmla="*/ 1328799 w 5372199"/>
                  <a:gd name="connsiteY961" fmla="*/ 280503 h 5390836"/>
                  <a:gd name="connsiteX962" fmla="*/ 1336020 w 5372199"/>
                  <a:gd name="connsiteY962" fmla="*/ 270196 h 5390836"/>
                  <a:gd name="connsiteX963" fmla="*/ 1344270 w 5372199"/>
                  <a:gd name="connsiteY963" fmla="*/ 264003 h 5390836"/>
                  <a:gd name="connsiteX964" fmla="*/ 1351492 w 5372199"/>
                  <a:gd name="connsiteY964" fmla="*/ 254724 h 5390836"/>
                  <a:gd name="connsiteX965" fmla="*/ 1339117 w 5372199"/>
                  <a:gd name="connsiteY965" fmla="*/ 257821 h 5390836"/>
                  <a:gd name="connsiteX966" fmla="*/ 1350453 w 5372199"/>
                  <a:gd name="connsiteY966" fmla="*/ 252667 h 5390836"/>
                  <a:gd name="connsiteX967" fmla="*/ 1363867 w 5372199"/>
                  <a:gd name="connsiteY967" fmla="*/ 244417 h 5390836"/>
                  <a:gd name="connsiteX968" fmla="*/ 1375203 w 5372199"/>
                  <a:gd name="connsiteY968" fmla="*/ 244417 h 5390836"/>
                  <a:gd name="connsiteX969" fmla="*/ 1383200 w 5372199"/>
                  <a:gd name="connsiteY969" fmla="*/ 242484 h 5390836"/>
                  <a:gd name="connsiteX970" fmla="*/ 2319836 w 5372199"/>
                  <a:gd name="connsiteY970" fmla="*/ 154694 h 5390836"/>
                  <a:gd name="connsiteX971" fmla="*/ 2301267 w 5372199"/>
                  <a:gd name="connsiteY971" fmla="*/ 159847 h 5390836"/>
                  <a:gd name="connsiteX972" fmla="*/ 2301267 w 5372199"/>
                  <a:gd name="connsiteY972" fmla="*/ 171193 h 5390836"/>
                  <a:gd name="connsiteX973" fmla="*/ 2301267 w 5372199"/>
                  <a:gd name="connsiteY973" fmla="*/ 180472 h 5390836"/>
                  <a:gd name="connsiteX974" fmla="*/ 2318808 w 5372199"/>
                  <a:gd name="connsiteY974" fmla="*/ 180472 h 5390836"/>
                  <a:gd name="connsiteX975" fmla="*/ 2327047 w 5372199"/>
                  <a:gd name="connsiteY975" fmla="*/ 158819 h 5390836"/>
                  <a:gd name="connsiteX976" fmla="*/ 2320865 w 5372199"/>
                  <a:gd name="connsiteY976" fmla="*/ 158819 h 5390836"/>
                  <a:gd name="connsiteX977" fmla="*/ 2375531 w 5372199"/>
                  <a:gd name="connsiteY977" fmla="*/ 130974 h 5390836"/>
                  <a:gd name="connsiteX978" fmla="*/ 2361089 w 5372199"/>
                  <a:gd name="connsiteY978" fmla="*/ 138195 h 5390836"/>
                  <a:gd name="connsiteX979" fmla="*/ 2361089 w 5372199"/>
                  <a:gd name="connsiteY979" fmla="*/ 153665 h 5390836"/>
                  <a:gd name="connsiteX980" fmla="*/ 2371407 w 5372199"/>
                  <a:gd name="connsiteY980" fmla="*/ 160876 h 5390836"/>
                  <a:gd name="connsiteX981" fmla="*/ 2386877 w 5372199"/>
                  <a:gd name="connsiteY981" fmla="*/ 146444 h 5390836"/>
                  <a:gd name="connsiteX982" fmla="*/ 2386877 w 5372199"/>
                  <a:gd name="connsiteY982" fmla="*/ 133031 h 5390836"/>
                  <a:gd name="connsiteX983" fmla="*/ 2376560 w 5372199"/>
                  <a:gd name="connsiteY983" fmla="*/ 133031 h 5390836"/>
                  <a:gd name="connsiteX984" fmla="*/ 2306432 w 5372199"/>
                  <a:gd name="connsiteY984" fmla="*/ 95915 h 5390836"/>
                  <a:gd name="connsiteX985" fmla="*/ 2310546 w 5372199"/>
                  <a:gd name="connsiteY985" fmla="*/ 100039 h 5390836"/>
                  <a:gd name="connsiteX986" fmla="*/ 2296113 w 5372199"/>
                  <a:gd name="connsiteY986" fmla="*/ 113442 h 5390836"/>
                  <a:gd name="connsiteX987" fmla="*/ 2296113 w 5372199"/>
                  <a:gd name="connsiteY987" fmla="*/ 128913 h 5390836"/>
                  <a:gd name="connsiteX988" fmla="*/ 2304364 w 5372199"/>
                  <a:gd name="connsiteY988" fmla="*/ 128913 h 5390836"/>
                  <a:gd name="connsiteX989" fmla="*/ 2320865 w 5372199"/>
                  <a:gd name="connsiteY989" fmla="*/ 108289 h 5390836"/>
                  <a:gd name="connsiteX990" fmla="*/ 2306432 w 5372199"/>
                  <a:gd name="connsiteY990" fmla="*/ 95915 h 5390836"/>
                  <a:gd name="connsiteX991" fmla="*/ 3341817 w 5372199"/>
                  <a:gd name="connsiteY991" fmla="*/ 93847 h 5390836"/>
                  <a:gd name="connsiteX992" fmla="*/ 3351096 w 5372199"/>
                  <a:gd name="connsiteY992" fmla="*/ 103125 h 5390836"/>
                  <a:gd name="connsiteX993" fmla="*/ 3363471 w 5372199"/>
                  <a:gd name="connsiteY993" fmla="*/ 121693 h 5390836"/>
                  <a:gd name="connsiteX994" fmla="*/ 3363471 w 5372199"/>
                  <a:gd name="connsiteY994" fmla="*/ 138193 h 5390836"/>
                  <a:gd name="connsiteX995" fmla="*/ 3363482 w 5372199"/>
                  <a:gd name="connsiteY995" fmla="*/ 150569 h 5390836"/>
                  <a:gd name="connsiteX996" fmla="*/ 3332539 w 5372199"/>
                  <a:gd name="connsiteY996" fmla="*/ 167069 h 5390836"/>
                  <a:gd name="connsiteX997" fmla="*/ 3307789 w 5372199"/>
                  <a:gd name="connsiteY997" fmla="*/ 179444 h 5390836"/>
                  <a:gd name="connsiteX998" fmla="*/ 3290260 w 5372199"/>
                  <a:gd name="connsiteY998" fmla="*/ 185626 h 5390836"/>
                  <a:gd name="connsiteX999" fmla="*/ 3254163 w 5372199"/>
                  <a:gd name="connsiteY999" fmla="*/ 200069 h 5390836"/>
                  <a:gd name="connsiteX1000" fmla="*/ 3254163 w 5372199"/>
                  <a:gd name="connsiteY1000" fmla="*/ 226877 h 5390836"/>
                  <a:gd name="connsiteX1001" fmla="*/ 3245913 w 5372199"/>
                  <a:gd name="connsiteY1001" fmla="*/ 238223 h 5390836"/>
                  <a:gd name="connsiteX1002" fmla="*/ 3238692 w 5372199"/>
                  <a:gd name="connsiteY1002" fmla="*/ 247502 h 5390836"/>
                  <a:gd name="connsiteX1003" fmla="*/ 3232510 w 5372199"/>
                  <a:gd name="connsiteY1003" fmla="*/ 257820 h 5390836"/>
                  <a:gd name="connsiteX1004" fmla="*/ 3227356 w 5372199"/>
                  <a:gd name="connsiteY1004" fmla="*/ 270195 h 5390836"/>
                  <a:gd name="connsiteX1005" fmla="*/ 3221163 w 5372199"/>
                  <a:gd name="connsiteY1005" fmla="*/ 302156 h 5390836"/>
                  <a:gd name="connsiteX1006" fmla="*/ 3278913 w 5372199"/>
                  <a:gd name="connsiteY1006" fmla="*/ 314531 h 5390836"/>
                  <a:gd name="connsiteX1007" fmla="*/ 3294385 w 5372199"/>
                  <a:gd name="connsiteY1007" fmla="*/ 314531 h 5390836"/>
                  <a:gd name="connsiteX1008" fmla="*/ 3309846 w 5372199"/>
                  <a:gd name="connsiteY1008" fmla="*/ 314531 h 5390836"/>
                  <a:gd name="connsiteX1009" fmla="*/ 3323260 w 5372199"/>
                  <a:gd name="connsiteY1009" fmla="*/ 322792 h 5390836"/>
                  <a:gd name="connsiteX1010" fmla="*/ 3336664 w 5372199"/>
                  <a:gd name="connsiteY1010" fmla="*/ 335156 h 5390836"/>
                  <a:gd name="connsiteX1011" fmla="*/ 3352135 w 5372199"/>
                  <a:gd name="connsiteY1011" fmla="*/ 355792 h 5390836"/>
                  <a:gd name="connsiteX1012" fmla="*/ 3352135 w 5372199"/>
                  <a:gd name="connsiteY1012" fmla="*/ 369196 h 5390836"/>
                  <a:gd name="connsiteX1013" fmla="*/ 3352135 w 5372199"/>
                  <a:gd name="connsiteY1013" fmla="*/ 374349 h 5390836"/>
                  <a:gd name="connsiteX1014" fmla="*/ 3352135 w 5372199"/>
                  <a:gd name="connsiteY1014" fmla="*/ 382599 h 5390836"/>
                  <a:gd name="connsiteX1015" fmla="*/ 3344914 w 5372199"/>
                  <a:gd name="connsiteY1015" fmla="*/ 392907 h 5390836"/>
                  <a:gd name="connsiteX1016" fmla="*/ 3332539 w 5372199"/>
                  <a:gd name="connsiteY1016" fmla="*/ 400128 h 5390836"/>
                  <a:gd name="connsiteX1017" fmla="*/ 3312942 w 5372199"/>
                  <a:gd name="connsiteY1017" fmla="*/ 400128 h 5390836"/>
                  <a:gd name="connsiteX1018" fmla="*/ 3292317 w 5372199"/>
                  <a:gd name="connsiteY1018" fmla="*/ 390849 h 5390836"/>
                  <a:gd name="connsiteX1019" fmla="*/ 3270663 w 5372199"/>
                  <a:gd name="connsiteY1019" fmla="*/ 390849 h 5390836"/>
                  <a:gd name="connsiteX1020" fmla="*/ 3236635 w 5372199"/>
                  <a:gd name="connsiteY1020" fmla="*/ 378474 h 5390836"/>
                  <a:gd name="connsiteX1021" fmla="*/ 3203634 w 5372199"/>
                  <a:gd name="connsiteY1021" fmla="*/ 371253 h 5390836"/>
                  <a:gd name="connsiteX1022" fmla="*/ 3170634 w 5372199"/>
                  <a:gd name="connsiteY1022" fmla="*/ 365070 h 5390836"/>
                  <a:gd name="connsiteX1023" fmla="*/ 3138662 w 5372199"/>
                  <a:gd name="connsiteY1023" fmla="*/ 365070 h 5390836"/>
                  <a:gd name="connsiteX1024" fmla="*/ 3102566 w 5372199"/>
                  <a:gd name="connsiteY1024" fmla="*/ 355781 h 5390836"/>
                  <a:gd name="connsiteX1025" fmla="*/ 3036565 w 5372199"/>
                  <a:gd name="connsiteY1025" fmla="*/ 355781 h 5390836"/>
                  <a:gd name="connsiteX1026" fmla="*/ 2952008 w 5372199"/>
                  <a:gd name="connsiteY1026" fmla="*/ 366099 h 5390836"/>
                  <a:gd name="connsiteX1027" fmla="*/ 2929314 w 5372199"/>
                  <a:gd name="connsiteY1027" fmla="*/ 331031 h 5390836"/>
                  <a:gd name="connsiteX1028" fmla="*/ 2929314 w 5372199"/>
                  <a:gd name="connsiteY1028" fmla="*/ 314531 h 5390836"/>
                  <a:gd name="connsiteX1029" fmla="*/ 2929314 w 5372199"/>
                  <a:gd name="connsiteY1029" fmla="*/ 293906 h 5390836"/>
                  <a:gd name="connsiteX1030" fmla="*/ 2965411 w 5372199"/>
                  <a:gd name="connsiteY1030" fmla="*/ 283598 h 5390836"/>
                  <a:gd name="connsiteX1031" fmla="*/ 2983968 w 5372199"/>
                  <a:gd name="connsiteY1031" fmla="*/ 290820 h 5390836"/>
                  <a:gd name="connsiteX1032" fmla="*/ 3027287 w 5372199"/>
                  <a:gd name="connsiteY1032" fmla="*/ 290820 h 5390836"/>
                  <a:gd name="connsiteX1033" fmla="*/ 3043787 w 5372199"/>
                  <a:gd name="connsiteY1033" fmla="*/ 290820 h 5390836"/>
                  <a:gd name="connsiteX1034" fmla="*/ 3092259 w 5372199"/>
                  <a:gd name="connsiteY1034" fmla="*/ 283598 h 5390836"/>
                  <a:gd name="connsiteX1035" fmla="*/ 3139691 w 5372199"/>
                  <a:gd name="connsiteY1035" fmla="*/ 234098 h 5390836"/>
                  <a:gd name="connsiteX1036" fmla="*/ 3147941 w 5372199"/>
                  <a:gd name="connsiteY1036" fmla="*/ 216569 h 5390836"/>
                  <a:gd name="connsiteX1037" fmla="*/ 3147941 w 5372199"/>
                  <a:gd name="connsiteY1037" fmla="*/ 200069 h 5390836"/>
                  <a:gd name="connsiteX1038" fmla="*/ 3130412 w 5372199"/>
                  <a:gd name="connsiteY1038" fmla="*/ 200069 h 5390836"/>
                  <a:gd name="connsiteX1039" fmla="*/ 3108759 w 5372199"/>
                  <a:gd name="connsiteY1039" fmla="*/ 200069 h 5390836"/>
                  <a:gd name="connsiteX1040" fmla="*/ 3108759 w 5372199"/>
                  <a:gd name="connsiteY1040" fmla="*/ 178405 h 5390836"/>
                  <a:gd name="connsiteX1041" fmla="*/ 3101537 w 5372199"/>
                  <a:gd name="connsiteY1041" fmla="*/ 151597 h 5390836"/>
                  <a:gd name="connsiteX1042" fmla="*/ 3101537 w 5372199"/>
                  <a:gd name="connsiteY1042" fmla="*/ 132001 h 5390836"/>
                  <a:gd name="connsiteX1043" fmla="*/ 3101537 w 5372199"/>
                  <a:gd name="connsiteY1043" fmla="*/ 113443 h 5390836"/>
                  <a:gd name="connsiteX1044" fmla="*/ 3121134 w 5372199"/>
                  <a:gd name="connsiteY1044" fmla="*/ 104154 h 5390836"/>
                  <a:gd name="connsiteX1045" fmla="*/ 3147941 w 5372199"/>
                  <a:gd name="connsiteY1045" fmla="*/ 117569 h 5390836"/>
                  <a:gd name="connsiteX1046" fmla="*/ 3220134 w 5372199"/>
                  <a:gd name="connsiteY1046" fmla="*/ 123750 h 5390836"/>
                  <a:gd name="connsiteX1047" fmla="*/ 3259317 w 5372199"/>
                  <a:gd name="connsiteY1047" fmla="*/ 123750 h 5390836"/>
                  <a:gd name="connsiteX1048" fmla="*/ 3316039 w 5372199"/>
                  <a:gd name="connsiteY1048" fmla="*/ 114472 h 5390836"/>
                  <a:gd name="connsiteX1049" fmla="*/ 3331510 w 5372199"/>
                  <a:gd name="connsiteY1049" fmla="*/ 114472 h 5390836"/>
                  <a:gd name="connsiteX1050" fmla="*/ 3343885 w 5372199"/>
                  <a:gd name="connsiteY1050" fmla="*/ 114472 h 5390836"/>
                  <a:gd name="connsiteX1051" fmla="*/ 2198081 w 5372199"/>
                  <a:gd name="connsiteY1051" fmla="*/ 79112 h 5390836"/>
                  <a:gd name="connsiteX1052" fmla="*/ 2212588 w 5372199"/>
                  <a:gd name="connsiteY1052" fmla="*/ 96946 h 5390836"/>
                  <a:gd name="connsiteX1053" fmla="*/ 2218770 w 5372199"/>
                  <a:gd name="connsiteY1053" fmla="*/ 79417 h 5390836"/>
                  <a:gd name="connsiteX1054" fmla="*/ 2218770 w 5372199"/>
                  <a:gd name="connsiteY1054" fmla="*/ 100042 h 5390836"/>
                  <a:gd name="connsiteX1055" fmla="*/ 2218770 w 5372199"/>
                  <a:gd name="connsiteY1055" fmla="*/ 123764 h 5390836"/>
                  <a:gd name="connsiteX1056" fmla="*/ 2208463 w 5372199"/>
                  <a:gd name="connsiteY1056" fmla="*/ 142321 h 5390836"/>
                  <a:gd name="connsiteX1057" fmla="*/ 2191952 w 5372199"/>
                  <a:gd name="connsiteY1057" fmla="*/ 168100 h 5390836"/>
                  <a:gd name="connsiteX1058" fmla="*/ 2191952 w 5372199"/>
                  <a:gd name="connsiteY1058" fmla="*/ 192850 h 5390836"/>
                  <a:gd name="connsiteX1059" fmla="*/ 2191952 w 5372199"/>
                  <a:gd name="connsiteY1059" fmla="*/ 210379 h 5390836"/>
                  <a:gd name="connsiteX1060" fmla="*/ 2205367 w 5372199"/>
                  <a:gd name="connsiteY1060" fmla="*/ 210379 h 5390836"/>
                  <a:gd name="connsiteX1061" fmla="*/ 2211549 w 5372199"/>
                  <a:gd name="connsiteY1061" fmla="*/ 221725 h 5390836"/>
                  <a:gd name="connsiteX1062" fmla="*/ 2221867 w 5372199"/>
                  <a:gd name="connsiteY1062" fmla="*/ 240293 h 5390836"/>
                  <a:gd name="connsiteX1063" fmla="*/ 2221867 w 5372199"/>
                  <a:gd name="connsiteY1063" fmla="*/ 248543 h 5390836"/>
                  <a:gd name="connsiteX1064" fmla="*/ 2186798 w 5372199"/>
                  <a:gd name="connsiteY1064" fmla="*/ 291851 h 5390836"/>
                  <a:gd name="connsiteX1065" fmla="*/ 2186798 w 5372199"/>
                  <a:gd name="connsiteY1065" fmla="*/ 306293 h 5390836"/>
                  <a:gd name="connsiteX1066" fmla="*/ 2202270 w 5372199"/>
                  <a:gd name="connsiteY1066" fmla="*/ 306293 h 5390836"/>
                  <a:gd name="connsiteX1067" fmla="*/ 2216713 w 5372199"/>
                  <a:gd name="connsiteY1067" fmla="*/ 313515 h 5390836"/>
                  <a:gd name="connsiteX1068" fmla="*/ 2222895 w 5372199"/>
                  <a:gd name="connsiteY1068" fmla="*/ 326919 h 5390836"/>
                  <a:gd name="connsiteX1069" fmla="*/ 2190923 w 5372199"/>
                  <a:gd name="connsiteY1069" fmla="*/ 377448 h 5390836"/>
                  <a:gd name="connsiteX1070" fmla="*/ 2134201 w 5372199"/>
                  <a:gd name="connsiteY1070" fmla="*/ 416630 h 5390836"/>
                  <a:gd name="connsiteX1071" fmla="*/ 2107393 w 5372199"/>
                  <a:gd name="connsiteY1071" fmla="*/ 447573 h 5390836"/>
                  <a:gd name="connsiteX1072" fmla="*/ 2096047 w 5372199"/>
                  <a:gd name="connsiteY1072" fmla="*/ 447573 h 5390836"/>
                  <a:gd name="connsiteX1073" fmla="*/ 2078518 w 5372199"/>
                  <a:gd name="connsiteY1073" fmla="*/ 447573 h 5390836"/>
                  <a:gd name="connsiteX1074" fmla="*/ 2069239 w 5372199"/>
                  <a:gd name="connsiteY1074" fmla="*/ 434169 h 5390836"/>
                  <a:gd name="connsiteX1075" fmla="*/ 2056864 w 5372199"/>
                  <a:gd name="connsiteY1075" fmla="*/ 420765 h 5390836"/>
                  <a:gd name="connsiteX1076" fmla="*/ 2047585 w 5372199"/>
                  <a:gd name="connsiteY1076" fmla="*/ 393948 h 5390836"/>
                  <a:gd name="connsiteX1077" fmla="*/ 2071296 w 5372199"/>
                  <a:gd name="connsiteY1077" fmla="*/ 365072 h 5390836"/>
                  <a:gd name="connsiteX1078" fmla="*/ 2084700 w 5372199"/>
                  <a:gd name="connsiteY1078" fmla="*/ 351669 h 5390836"/>
                  <a:gd name="connsiteX1079" fmla="*/ 2093989 w 5372199"/>
                  <a:gd name="connsiteY1079" fmla="*/ 338265 h 5390836"/>
                  <a:gd name="connsiteX1080" fmla="*/ 2093989 w 5372199"/>
                  <a:gd name="connsiteY1080" fmla="*/ 326919 h 5390836"/>
                  <a:gd name="connsiteX1081" fmla="*/ 2093989 w 5372199"/>
                  <a:gd name="connsiteY1081" fmla="*/ 312475 h 5390836"/>
                  <a:gd name="connsiteX1082" fmla="*/ 2087796 w 5372199"/>
                  <a:gd name="connsiteY1082" fmla="*/ 302169 h 5390836"/>
                  <a:gd name="connsiteX1083" fmla="*/ 2080575 w 5372199"/>
                  <a:gd name="connsiteY1083" fmla="*/ 292890 h 5390836"/>
                  <a:gd name="connsiteX1084" fmla="*/ 2065114 w 5372199"/>
                  <a:gd name="connsiteY1084" fmla="*/ 274322 h 5390836"/>
                  <a:gd name="connsiteX1085" fmla="*/ 2081614 w 5372199"/>
                  <a:gd name="connsiteY1085" fmla="*/ 251639 h 5390836"/>
                  <a:gd name="connsiteX1086" fmla="*/ 2095018 w 5372199"/>
                  <a:gd name="connsiteY1086" fmla="*/ 251639 h 5390836"/>
                  <a:gd name="connsiteX1087" fmla="*/ 2110490 w 5372199"/>
                  <a:gd name="connsiteY1087" fmla="*/ 234100 h 5390836"/>
                  <a:gd name="connsiteX1088" fmla="*/ 2110490 w 5372199"/>
                  <a:gd name="connsiteY1088" fmla="*/ 206264 h 5390836"/>
                  <a:gd name="connsiteX1089" fmla="*/ 2093989 w 5372199"/>
                  <a:gd name="connsiteY1089" fmla="*/ 194918 h 5390836"/>
                  <a:gd name="connsiteX1090" fmla="*/ 2076461 w 5372199"/>
                  <a:gd name="connsiteY1090" fmla="*/ 194918 h 5390836"/>
                  <a:gd name="connsiteX1091" fmla="*/ 2065114 w 5372199"/>
                  <a:gd name="connsiteY1091" fmla="*/ 184599 h 5390836"/>
                  <a:gd name="connsiteX1092" fmla="*/ 2054796 w 5372199"/>
                  <a:gd name="connsiteY1092" fmla="*/ 184599 h 5390836"/>
                  <a:gd name="connsiteX1093" fmla="*/ 2047585 w 5372199"/>
                  <a:gd name="connsiteY1093" fmla="*/ 166043 h 5390836"/>
                  <a:gd name="connsiteX1094" fmla="*/ 2055824 w 5372199"/>
                  <a:gd name="connsiteY1094" fmla="*/ 158821 h 5390836"/>
                  <a:gd name="connsiteX1095" fmla="*/ 2060989 w 5372199"/>
                  <a:gd name="connsiteY1095" fmla="*/ 147475 h 5390836"/>
                  <a:gd name="connsiteX1096" fmla="*/ 2074393 w 5372199"/>
                  <a:gd name="connsiteY1096" fmla="*/ 136139 h 5390836"/>
                  <a:gd name="connsiteX1097" fmla="*/ 2093989 w 5372199"/>
                  <a:gd name="connsiteY1097" fmla="*/ 136139 h 5390836"/>
                  <a:gd name="connsiteX1098" fmla="*/ 2171337 w 5372199"/>
                  <a:gd name="connsiteY1098" fmla="*/ 84571 h 5390836"/>
                  <a:gd name="connsiteX1099" fmla="*/ 2194020 w 5372199"/>
                  <a:gd name="connsiteY1099" fmla="*/ 79417 h 5390836"/>
                  <a:gd name="connsiteX1100" fmla="*/ 2198081 w 5372199"/>
                  <a:gd name="connsiteY1100" fmla="*/ 79112 h 5390836"/>
                  <a:gd name="connsiteX1101" fmla="*/ 2394088 w 5372199"/>
                  <a:gd name="connsiteY1101" fmla="*/ 55695 h 5390836"/>
                  <a:gd name="connsiteX1102" fmla="*/ 2356963 w 5372199"/>
                  <a:gd name="connsiteY1102" fmla="*/ 76320 h 5390836"/>
                  <a:gd name="connsiteX1103" fmla="*/ 2365213 w 5372199"/>
                  <a:gd name="connsiteY1103" fmla="*/ 93860 h 5390836"/>
                  <a:gd name="connsiteX1104" fmla="*/ 2385838 w 5372199"/>
                  <a:gd name="connsiteY1104" fmla="*/ 93860 h 5390836"/>
                  <a:gd name="connsiteX1105" fmla="*/ 2397185 w 5372199"/>
                  <a:gd name="connsiteY1105" fmla="*/ 73224 h 5390836"/>
                  <a:gd name="connsiteX1106" fmla="*/ 2397185 w 5372199"/>
                  <a:gd name="connsiteY1106" fmla="*/ 57763 h 5390836"/>
                  <a:gd name="connsiteX1107" fmla="*/ 2409561 w 5372199"/>
                  <a:gd name="connsiteY1107" fmla="*/ 1039 h 5390836"/>
                  <a:gd name="connsiteX1108" fmla="*/ 2427090 w 5372199"/>
                  <a:gd name="connsiteY1108" fmla="*/ 1039 h 5390836"/>
                  <a:gd name="connsiteX1109" fmla="*/ 2461119 w 5372199"/>
                  <a:gd name="connsiteY1109" fmla="*/ 1039 h 5390836"/>
                  <a:gd name="connsiteX1110" fmla="*/ 2469369 w 5372199"/>
                  <a:gd name="connsiteY1110" fmla="*/ 14443 h 5390836"/>
                  <a:gd name="connsiteX1111" fmla="*/ 2483812 w 5372199"/>
                  <a:gd name="connsiteY1111" fmla="*/ 36096 h 5390836"/>
                  <a:gd name="connsiteX1112" fmla="*/ 2477630 w 5372199"/>
                  <a:gd name="connsiteY1112" fmla="*/ 57761 h 5390836"/>
                  <a:gd name="connsiteX1113" fmla="*/ 2477630 w 5372199"/>
                  <a:gd name="connsiteY1113" fmla="*/ 76318 h 5390836"/>
                  <a:gd name="connsiteX1114" fmla="*/ 2466283 w 5372199"/>
                  <a:gd name="connsiteY1114" fmla="*/ 108290 h 5390836"/>
                  <a:gd name="connsiteX1115" fmla="*/ 2452879 w 5372199"/>
                  <a:gd name="connsiteY1115" fmla="*/ 127886 h 5390836"/>
                  <a:gd name="connsiteX1116" fmla="*/ 2429158 w 5372199"/>
                  <a:gd name="connsiteY1116" fmla="*/ 203165 h 5390836"/>
                  <a:gd name="connsiteX1117" fmla="*/ 2419868 w 5372199"/>
                  <a:gd name="connsiteY1117" fmla="*/ 215541 h 5390836"/>
                  <a:gd name="connsiteX1118" fmla="*/ 2406464 w 5372199"/>
                  <a:gd name="connsiteY1118" fmla="*/ 215541 h 5390836"/>
                  <a:gd name="connsiteX1119" fmla="*/ 2392032 w 5372199"/>
                  <a:gd name="connsiteY1119" fmla="*/ 222762 h 5390836"/>
                  <a:gd name="connsiteX1120" fmla="*/ 2372435 w 5372199"/>
                  <a:gd name="connsiteY1120" fmla="*/ 232041 h 5390836"/>
                  <a:gd name="connsiteX1121" fmla="*/ 2372435 w 5372199"/>
                  <a:gd name="connsiteY1121" fmla="*/ 248541 h 5390836"/>
                  <a:gd name="connsiteX1122" fmla="*/ 2387907 w 5372199"/>
                  <a:gd name="connsiteY1122" fmla="*/ 243387 h 5390836"/>
                  <a:gd name="connsiteX1123" fmla="*/ 2400282 w 5372199"/>
                  <a:gd name="connsiteY1123" fmla="*/ 235137 h 5390836"/>
                  <a:gd name="connsiteX1124" fmla="*/ 2418840 w 5372199"/>
                  <a:gd name="connsiteY1124" fmla="*/ 235137 h 5390836"/>
                  <a:gd name="connsiteX1125" fmla="*/ 2427090 w 5372199"/>
                  <a:gd name="connsiteY1125" fmla="*/ 242348 h 5390836"/>
                  <a:gd name="connsiteX1126" fmla="*/ 2435340 w 5372199"/>
                  <a:gd name="connsiteY1126" fmla="*/ 265041 h 5390836"/>
                  <a:gd name="connsiteX1127" fmla="*/ 2435340 w 5372199"/>
                  <a:gd name="connsiteY1127" fmla="*/ 274319 h 5390836"/>
                  <a:gd name="connsiteX1128" fmla="*/ 2419868 w 5372199"/>
                  <a:gd name="connsiteY1128" fmla="*/ 288763 h 5390836"/>
                  <a:gd name="connsiteX1129" fmla="*/ 2402339 w 5372199"/>
                  <a:gd name="connsiteY1129" fmla="*/ 298041 h 5390836"/>
                  <a:gd name="connsiteX1130" fmla="*/ 2402339 w 5372199"/>
                  <a:gd name="connsiteY1130" fmla="*/ 309377 h 5390836"/>
                  <a:gd name="connsiteX1131" fmla="*/ 2412657 w 5372199"/>
                  <a:gd name="connsiteY1131" fmla="*/ 315570 h 5390836"/>
                  <a:gd name="connsiteX1132" fmla="*/ 2436368 w 5372199"/>
                  <a:gd name="connsiteY1132" fmla="*/ 307320 h 5390836"/>
                  <a:gd name="connsiteX1133" fmla="*/ 2455965 w 5372199"/>
                  <a:gd name="connsiteY1133" fmla="*/ 307320 h 5390836"/>
                  <a:gd name="connsiteX1134" fmla="*/ 2477630 w 5372199"/>
                  <a:gd name="connsiteY1134" fmla="*/ 300098 h 5390836"/>
                  <a:gd name="connsiteX1135" fmla="*/ 2498244 w 5372199"/>
                  <a:gd name="connsiteY1135" fmla="*/ 300098 h 5390836"/>
                  <a:gd name="connsiteX1136" fmla="*/ 2517841 w 5372199"/>
                  <a:gd name="connsiteY1136" fmla="*/ 323820 h 5390836"/>
                  <a:gd name="connsiteX1137" fmla="*/ 2494119 w 5372199"/>
                  <a:gd name="connsiteY1137" fmla="*/ 370224 h 5390836"/>
                  <a:gd name="connsiteX1138" fmla="*/ 2467312 w 5372199"/>
                  <a:gd name="connsiteY1138" fmla="*/ 370224 h 5390836"/>
                  <a:gd name="connsiteX1139" fmla="*/ 2422965 w 5372199"/>
                  <a:gd name="connsiteY1139" fmla="*/ 377445 h 5390836"/>
                  <a:gd name="connsiteX1140" fmla="*/ 2398214 w 5372199"/>
                  <a:gd name="connsiteY1140" fmla="*/ 377445 h 5390836"/>
                  <a:gd name="connsiteX1141" fmla="*/ 2377589 w 5372199"/>
                  <a:gd name="connsiteY1141" fmla="*/ 382599 h 5390836"/>
                  <a:gd name="connsiteX1142" fmla="*/ 2353878 w 5372199"/>
                  <a:gd name="connsiteY1142" fmla="*/ 389820 h 5390836"/>
                  <a:gd name="connsiteX1143" fmla="*/ 2326031 w 5372199"/>
                  <a:gd name="connsiteY1143" fmla="*/ 400138 h 5390836"/>
                  <a:gd name="connsiteX1144" fmla="*/ 2296127 w 5372199"/>
                  <a:gd name="connsiteY1144" fmla="*/ 407360 h 5390836"/>
                  <a:gd name="connsiteX1145" fmla="*/ 2266212 w 5372199"/>
                  <a:gd name="connsiteY1145" fmla="*/ 420763 h 5390836"/>
                  <a:gd name="connsiteX1146" fmla="*/ 2245587 w 5372199"/>
                  <a:gd name="connsiteY1146" fmla="*/ 413542 h 5390836"/>
                  <a:gd name="connsiteX1147" fmla="*/ 2237348 w 5372199"/>
                  <a:gd name="connsiteY1147" fmla="*/ 387752 h 5390836"/>
                  <a:gd name="connsiteX1148" fmla="*/ 2237337 w 5372199"/>
                  <a:gd name="connsiteY1148" fmla="*/ 379513 h 5390836"/>
                  <a:gd name="connsiteX1149" fmla="*/ 2237337 w 5372199"/>
                  <a:gd name="connsiteY1149" fmla="*/ 364042 h 5390836"/>
                  <a:gd name="connsiteX1150" fmla="*/ 2243530 w 5372199"/>
                  <a:gd name="connsiteY1150" fmla="*/ 357849 h 5390836"/>
                  <a:gd name="connsiteX1151" fmla="*/ 2253837 w 5372199"/>
                  <a:gd name="connsiteY1151" fmla="*/ 357849 h 5390836"/>
                  <a:gd name="connsiteX1152" fmla="*/ 2278588 w 5372199"/>
                  <a:gd name="connsiteY1152" fmla="*/ 344445 h 5390836"/>
                  <a:gd name="connsiteX1153" fmla="*/ 2310560 w 5372199"/>
                  <a:gd name="connsiteY1153" fmla="*/ 324848 h 5390836"/>
                  <a:gd name="connsiteX1154" fmla="*/ 2303338 w 5372199"/>
                  <a:gd name="connsiteY1154" fmla="*/ 316609 h 5390836"/>
                  <a:gd name="connsiteX1155" fmla="*/ 2289934 w 5372199"/>
                  <a:gd name="connsiteY1155" fmla="*/ 316609 h 5390836"/>
                  <a:gd name="connsiteX1156" fmla="*/ 2277559 w 5372199"/>
                  <a:gd name="connsiteY1156" fmla="*/ 316609 h 5390836"/>
                  <a:gd name="connsiteX1157" fmla="*/ 2277559 w 5372199"/>
                  <a:gd name="connsiteY1157" fmla="*/ 305263 h 5390836"/>
                  <a:gd name="connsiteX1158" fmla="*/ 2277559 w 5372199"/>
                  <a:gd name="connsiteY1158" fmla="*/ 291848 h 5390836"/>
                  <a:gd name="connsiteX1159" fmla="*/ 2283752 w 5372199"/>
                  <a:gd name="connsiteY1159" fmla="*/ 280512 h 5390836"/>
                  <a:gd name="connsiteX1160" fmla="*/ 2291991 w 5372199"/>
                  <a:gd name="connsiteY1160" fmla="*/ 280512 h 5390836"/>
                  <a:gd name="connsiteX1161" fmla="*/ 2300252 w 5372199"/>
                  <a:gd name="connsiteY1161" fmla="*/ 280512 h 5390836"/>
                  <a:gd name="connsiteX1162" fmla="*/ 2307463 w 5372199"/>
                  <a:gd name="connsiteY1162" fmla="*/ 280512 h 5390836"/>
                  <a:gd name="connsiteX1163" fmla="*/ 2313656 w 5372199"/>
                  <a:gd name="connsiteY1163" fmla="*/ 273291 h 5390836"/>
                  <a:gd name="connsiteX1164" fmla="*/ 2313656 w 5372199"/>
                  <a:gd name="connsiteY1164" fmla="*/ 256791 h 5390836"/>
                  <a:gd name="connsiteX1165" fmla="*/ 2303338 w 5372199"/>
                  <a:gd name="connsiteY1165" fmla="*/ 256791 h 5390836"/>
                  <a:gd name="connsiteX1166" fmla="*/ 2290963 w 5372199"/>
                  <a:gd name="connsiteY1166" fmla="*/ 261944 h 5390836"/>
                  <a:gd name="connsiteX1167" fmla="*/ 2280656 w 5372199"/>
                  <a:gd name="connsiteY1167" fmla="*/ 261944 h 5390836"/>
                  <a:gd name="connsiteX1168" fmla="*/ 2270338 w 5372199"/>
                  <a:gd name="connsiteY1168" fmla="*/ 261944 h 5390836"/>
                  <a:gd name="connsiteX1169" fmla="*/ 2265184 w 5372199"/>
                  <a:gd name="connsiteY1169" fmla="*/ 255751 h 5390836"/>
                  <a:gd name="connsiteX1170" fmla="*/ 2260030 w 5372199"/>
                  <a:gd name="connsiteY1170" fmla="*/ 245444 h 5390836"/>
                  <a:gd name="connsiteX1171" fmla="*/ 2248684 w 5372199"/>
                  <a:gd name="connsiteY1171" fmla="*/ 231012 h 5390836"/>
                  <a:gd name="connsiteX1172" fmla="*/ 2242502 w 5372199"/>
                  <a:gd name="connsiteY1172" fmla="*/ 213473 h 5390836"/>
                  <a:gd name="connsiteX1173" fmla="*/ 2247655 w 5372199"/>
                  <a:gd name="connsiteY1173" fmla="*/ 186665 h 5390836"/>
                  <a:gd name="connsiteX1174" fmla="*/ 2237337 w 5372199"/>
                  <a:gd name="connsiteY1174" fmla="*/ 144386 h 5390836"/>
                  <a:gd name="connsiteX1175" fmla="*/ 2229086 w 5372199"/>
                  <a:gd name="connsiteY1175" fmla="*/ 126847 h 5390836"/>
                  <a:gd name="connsiteX1176" fmla="*/ 2229086 w 5372199"/>
                  <a:gd name="connsiteY1176" fmla="*/ 113443 h 5390836"/>
                  <a:gd name="connsiteX1177" fmla="*/ 2229086 w 5372199"/>
                  <a:gd name="connsiteY1177" fmla="*/ 88693 h 5390836"/>
                  <a:gd name="connsiteX1178" fmla="*/ 2228058 w 5372199"/>
                  <a:gd name="connsiteY1178" fmla="*/ 86636 h 5390836"/>
                  <a:gd name="connsiteX1179" fmla="*/ 2236309 w 5372199"/>
                  <a:gd name="connsiteY1179" fmla="*/ 61886 h 5390836"/>
                  <a:gd name="connsiteX1180" fmla="*/ 2251780 w 5372199"/>
                  <a:gd name="connsiteY1180" fmla="*/ 68068 h 5390836"/>
                  <a:gd name="connsiteX1181" fmla="*/ 2266223 w 5372199"/>
                  <a:gd name="connsiteY1181" fmla="*/ 68068 h 5390836"/>
                  <a:gd name="connsiteX1182" fmla="*/ 2283752 w 5372199"/>
                  <a:gd name="connsiteY1182" fmla="*/ 59818 h 5390836"/>
                  <a:gd name="connsiteX1183" fmla="*/ 2313656 w 5372199"/>
                  <a:gd name="connsiteY1183" fmla="*/ 42289 h 5390836"/>
                  <a:gd name="connsiteX1184" fmla="*/ 2337367 w 5372199"/>
                  <a:gd name="connsiteY1184" fmla="*/ 36096 h 5390836"/>
                  <a:gd name="connsiteX1185" fmla="*/ 2409561 w 5372199"/>
                  <a:gd name="connsiteY1185" fmla="*/ 1039 h 539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</a:cxnLst>
                <a:rect l="l" t="t" r="r" b="b"/>
                <a:pathLst>
                  <a:path w="5372199" h="5390836">
                    <a:moveTo>
                      <a:pt x="3137621" y="5098566"/>
                    </a:moveTo>
                    <a:cubicBezTo>
                      <a:pt x="3116367" y="5101693"/>
                      <a:pt x="3098342" y="5115799"/>
                      <a:pt x="3090189" y="5135680"/>
                    </a:cubicBezTo>
                    <a:cubicBezTo>
                      <a:pt x="3082122" y="5161189"/>
                      <a:pt x="3082122" y="5188557"/>
                      <a:pt x="3090189" y="5214053"/>
                    </a:cubicBezTo>
                    <a:cubicBezTo>
                      <a:pt x="3092906" y="5239900"/>
                      <a:pt x="3104588" y="5263976"/>
                      <a:pt x="3123189" y="5282125"/>
                    </a:cubicBezTo>
                    <a:cubicBezTo>
                      <a:pt x="3137977" y="5297044"/>
                      <a:pt x="3159427" y="5303290"/>
                      <a:pt x="3179909" y="5298625"/>
                    </a:cubicBezTo>
                    <a:cubicBezTo>
                      <a:pt x="3200859" y="5295506"/>
                      <a:pt x="3218757" y="5281887"/>
                      <a:pt x="3227342" y="5262527"/>
                    </a:cubicBezTo>
                    <a:lnTo>
                      <a:pt x="3223219" y="5262527"/>
                    </a:lnTo>
                    <a:cubicBezTo>
                      <a:pt x="3233028" y="5238286"/>
                      <a:pt x="3234837" y="5211553"/>
                      <a:pt x="3228384" y="5186218"/>
                    </a:cubicBezTo>
                    <a:cubicBezTo>
                      <a:pt x="3224659" y="5159756"/>
                      <a:pt x="3213172" y="5134998"/>
                      <a:pt x="3195371" y="5115066"/>
                    </a:cubicBezTo>
                    <a:cubicBezTo>
                      <a:pt x="3180159" y="5100134"/>
                      <a:pt x="3158431" y="5093918"/>
                      <a:pt x="3137621" y="5098566"/>
                    </a:cubicBezTo>
                    <a:close/>
                    <a:moveTo>
                      <a:pt x="2793012" y="5095901"/>
                    </a:moveTo>
                    <a:lnTo>
                      <a:pt x="2794038" y="5121680"/>
                    </a:lnTo>
                    <a:lnTo>
                      <a:pt x="2794038" y="5147468"/>
                    </a:lnTo>
                    <a:lnTo>
                      <a:pt x="2652759" y="5150557"/>
                    </a:lnTo>
                    <a:lnTo>
                      <a:pt x="2654818" y="5212430"/>
                    </a:lnTo>
                    <a:lnTo>
                      <a:pt x="2785788" y="5210375"/>
                    </a:lnTo>
                    <a:lnTo>
                      <a:pt x="2785788" y="5235125"/>
                    </a:lnTo>
                    <a:lnTo>
                      <a:pt x="2785788" y="5259875"/>
                    </a:lnTo>
                    <a:lnTo>
                      <a:pt x="2654818" y="5261930"/>
                    </a:lnTo>
                    <a:lnTo>
                      <a:pt x="2656886" y="5338252"/>
                    </a:lnTo>
                    <a:lnTo>
                      <a:pt x="2803317" y="5335154"/>
                    </a:lnTo>
                    <a:lnTo>
                      <a:pt x="2804347" y="5360934"/>
                    </a:lnTo>
                    <a:lnTo>
                      <a:pt x="2804347" y="5386722"/>
                    </a:lnTo>
                    <a:lnTo>
                      <a:pt x="2601191" y="5390836"/>
                    </a:lnTo>
                    <a:lnTo>
                      <a:pt x="2597068" y="5100028"/>
                    </a:lnTo>
                    <a:close/>
                    <a:moveTo>
                      <a:pt x="2311412" y="5073218"/>
                    </a:moveTo>
                    <a:lnTo>
                      <a:pt x="2527979" y="5100036"/>
                    </a:lnTo>
                    <a:lnTo>
                      <a:pt x="2524886" y="5124786"/>
                    </a:lnTo>
                    <a:lnTo>
                      <a:pt x="2521789" y="5150566"/>
                    </a:lnTo>
                    <a:lnTo>
                      <a:pt x="2441357" y="5141286"/>
                    </a:lnTo>
                    <a:lnTo>
                      <a:pt x="2412480" y="5378472"/>
                    </a:lnTo>
                    <a:lnTo>
                      <a:pt x="2384632" y="5375374"/>
                    </a:lnTo>
                    <a:lnTo>
                      <a:pt x="2356798" y="5372277"/>
                    </a:lnTo>
                    <a:lnTo>
                      <a:pt x="2385662" y="5134066"/>
                    </a:lnTo>
                    <a:lnTo>
                      <a:pt x="2305230" y="5124786"/>
                    </a:lnTo>
                    <a:lnTo>
                      <a:pt x="2308328" y="5098998"/>
                    </a:lnTo>
                    <a:close/>
                    <a:moveTo>
                      <a:pt x="3178501" y="5049077"/>
                    </a:moveTo>
                    <a:cubicBezTo>
                      <a:pt x="3196181" y="5052967"/>
                      <a:pt x="3212954" y="5060973"/>
                      <a:pt x="3227342" y="5072774"/>
                    </a:cubicBezTo>
                    <a:cubicBezTo>
                      <a:pt x="3257680" y="5099354"/>
                      <a:pt x="3277452" y="5135960"/>
                      <a:pt x="3283036" y="5175900"/>
                    </a:cubicBezTo>
                    <a:cubicBezTo>
                      <a:pt x="3293053" y="5214629"/>
                      <a:pt x="3288655" y="5255671"/>
                      <a:pt x="3270659" y="5291404"/>
                    </a:cubicBezTo>
                    <a:cubicBezTo>
                      <a:pt x="3233278" y="5351319"/>
                      <a:pt x="3154393" y="5369582"/>
                      <a:pt x="3094478" y="5332188"/>
                    </a:cubicBezTo>
                    <a:cubicBezTo>
                      <a:pt x="3091596" y="5330391"/>
                      <a:pt x="3088791" y="5328485"/>
                      <a:pt x="3086062" y="5326472"/>
                    </a:cubicBezTo>
                    <a:lnTo>
                      <a:pt x="3082978" y="5329557"/>
                    </a:lnTo>
                    <a:cubicBezTo>
                      <a:pt x="3052338" y="5303214"/>
                      <a:pt x="3032503" y="5266502"/>
                      <a:pt x="3027283" y="5226430"/>
                    </a:cubicBezTo>
                    <a:cubicBezTo>
                      <a:pt x="3017995" y="5186879"/>
                      <a:pt x="3022736" y="5145316"/>
                      <a:pt x="3040690" y="5108871"/>
                    </a:cubicBezTo>
                    <a:cubicBezTo>
                      <a:pt x="3057762" y="5077244"/>
                      <a:pt x="3088694" y="5055485"/>
                      <a:pt x="3124219" y="5050083"/>
                    </a:cubicBezTo>
                    <a:cubicBezTo>
                      <a:pt x="3142234" y="5045416"/>
                      <a:pt x="3160821" y="5045188"/>
                      <a:pt x="3178501" y="5049077"/>
                    </a:cubicBezTo>
                    <a:close/>
                    <a:moveTo>
                      <a:pt x="2038303" y="5009871"/>
                    </a:moveTo>
                    <a:lnTo>
                      <a:pt x="2065121" y="5017092"/>
                    </a:lnTo>
                    <a:lnTo>
                      <a:pt x="2092960" y="5023274"/>
                    </a:lnTo>
                    <a:lnTo>
                      <a:pt x="2048621" y="5201688"/>
                    </a:lnTo>
                    <a:cubicBezTo>
                      <a:pt x="2042765" y="5217311"/>
                      <a:pt x="2042765" y="5234527"/>
                      <a:pt x="2048621" y="5250150"/>
                    </a:cubicBezTo>
                    <a:cubicBezTo>
                      <a:pt x="2055604" y="5263154"/>
                      <a:pt x="2068133" y="5272269"/>
                      <a:pt x="2082650" y="5274900"/>
                    </a:cubicBezTo>
                    <a:cubicBezTo>
                      <a:pt x="2096066" y="5281082"/>
                      <a:pt x="2111515" y="5281082"/>
                      <a:pt x="2124930" y="5274900"/>
                    </a:cubicBezTo>
                    <a:cubicBezTo>
                      <a:pt x="2137748" y="5263337"/>
                      <a:pt x="2146142" y="5247650"/>
                      <a:pt x="2148650" y="5230565"/>
                    </a:cubicBezTo>
                    <a:lnTo>
                      <a:pt x="2192989" y="5053189"/>
                    </a:lnTo>
                    <a:lnTo>
                      <a:pt x="2219807" y="5059371"/>
                    </a:lnTo>
                    <a:lnTo>
                      <a:pt x="2247654" y="5066591"/>
                    </a:lnTo>
                    <a:lnTo>
                      <a:pt x="2200209" y="5237773"/>
                    </a:lnTo>
                    <a:cubicBezTo>
                      <a:pt x="2195425" y="5269756"/>
                      <a:pt x="2178870" y="5298815"/>
                      <a:pt x="2153807" y="5319247"/>
                    </a:cubicBezTo>
                    <a:cubicBezTo>
                      <a:pt x="2127400" y="5334294"/>
                      <a:pt x="2095710" y="5336938"/>
                      <a:pt x="2067180" y="5326468"/>
                    </a:cubicBezTo>
                    <a:cubicBezTo>
                      <a:pt x="2037328" y="5321976"/>
                      <a:pt x="2010956" y="5304641"/>
                      <a:pt x="1994985" y="5279023"/>
                    </a:cubicBezTo>
                    <a:cubicBezTo>
                      <a:pt x="1983261" y="5249209"/>
                      <a:pt x="1983261" y="5216044"/>
                      <a:pt x="1994985" y="5186218"/>
                    </a:cubicBezTo>
                    <a:close/>
                    <a:moveTo>
                      <a:pt x="3514900" y="4952554"/>
                    </a:moveTo>
                    <a:lnTo>
                      <a:pt x="3523150" y="4977304"/>
                    </a:lnTo>
                    <a:lnTo>
                      <a:pt x="3531400" y="5002053"/>
                    </a:lnTo>
                    <a:lnTo>
                      <a:pt x="3403523" y="5043303"/>
                    </a:lnTo>
                    <a:lnTo>
                      <a:pt x="3424146" y="5106210"/>
                    </a:lnTo>
                    <a:lnTo>
                      <a:pt x="3535523" y="5070125"/>
                    </a:lnTo>
                    <a:lnTo>
                      <a:pt x="3542743" y="5093833"/>
                    </a:lnTo>
                    <a:lnTo>
                      <a:pt x="3550993" y="5117557"/>
                    </a:lnTo>
                    <a:lnTo>
                      <a:pt x="3439621" y="5153655"/>
                    </a:lnTo>
                    <a:lnTo>
                      <a:pt x="3477773" y="5271222"/>
                    </a:lnTo>
                    <a:lnTo>
                      <a:pt x="3450955" y="5279459"/>
                    </a:lnTo>
                    <a:lnTo>
                      <a:pt x="3424146" y="5288752"/>
                    </a:lnTo>
                    <a:lnTo>
                      <a:pt x="3334426" y="5012371"/>
                    </a:lnTo>
                    <a:close/>
                    <a:moveTo>
                      <a:pt x="1772071" y="4919562"/>
                    </a:moveTo>
                    <a:lnTo>
                      <a:pt x="1978320" y="4990719"/>
                    </a:lnTo>
                    <a:lnTo>
                      <a:pt x="1970070" y="5014439"/>
                    </a:lnTo>
                    <a:lnTo>
                      <a:pt x="1960782" y="5039189"/>
                    </a:lnTo>
                    <a:lnTo>
                      <a:pt x="1884473" y="5013409"/>
                    </a:lnTo>
                    <a:lnTo>
                      <a:pt x="1807130" y="5239260"/>
                    </a:lnTo>
                    <a:lnTo>
                      <a:pt x="1780321" y="5229968"/>
                    </a:lnTo>
                    <a:lnTo>
                      <a:pt x="1753503" y="5220693"/>
                    </a:lnTo>
                    <a:lnTo>
                      <a:pt x="1831880" y="4994842"/>
                    </a:lnTo>
                    <a:lnTo>
                      <a:pt x="1755571" y="4969062"/>
                    </a:lnTo>
                    <a:lnTo>
                      <a:pt x="1763821" y="4944312"/>
                    </a:lnTo>
                    <a:close/>
                    <a:moveTo>
                      <a:pt x="1666876" y="4867995"/>
                    </a:moveTo>
                    <a:lnTo>
                      <a:pt x="1691626" y="4879342"/>
                    </a:lnTo>
                    <a:lnTo>
                      <a:pt x="1717406" y="4891715"/>
                    </a:lnTo>
                    <a:lnTo>
                      <a:pt x="1594694" y="5154680"/>
                    </a:lnTo>
                    <a:lnTo>
                      <a:pt x="1568906" y="5143345"/>
                    </a:lnTo>
                    <a:lnTo>
                      <a:pt x="1543127" y="5130968"/>
                    </a:lnTo>
                    <a:close/>
                    <a:moveTo>
                      <a:pt x="3872751" y="4780342"/>
                    </a:moveTo>
                    <a:lnTo>
                      <a:pt x="3884085" y="4803037"/>
                    </a:lnTo>
                    <a:lnTo>
                      <a:pt x="3896462" y="4825719"/>
                    </a:lnTo>
                    <a:lnTo>
                      <a:pt x="3825306" y="4863872"/>
                    </a:lnTo>
                    <a:lnTo>
                      <a:pt x="3937712" y="5075278"/>
                    </a:lnTo>
                    <a:lnTo>
                      <a:pt x="3912962" y="5088689"/>
                    </a:lnTo>
                    <a:lnTo>
                      <a:pt x="3888212" y="5102096"/>
                    </a:lnTo>
                    <a:lnTo>
                      <a:pt x="3775806" y="4890689"/>
                    </a:lnTo>
                    <a:lnTo>
                      <a:pt x="3704649" y="4927816"/>
                    </a:lnTo>
                    <a:lnTo>
                      <a:pt x="3692277" y="4905122"/>
                    </a:lnTo>
                    <a:lnTo>
                      <a:pt x="3680929" y="4882439"/>
                    </a:lnTo>
                    <a:close/>
                    <a:moveTo>
                      <a:pt x="1417309" y="4732898"/>
                    </a:moveTo>
                    <a:lnTo>
                      <a:pt x="1607059" y="4839122"/>
                    </a:lnTo>
                    <a:lnTo>
                      <a:pt x="1594682" y="4861804"/>
                    </a:lnTo>
                    <a:lnTo>
                      <a:pt x="1582309" y="4883456"/>
                    </a:lnTo>
                    <a:lnTo>
                      <a:pt x="1512182" y="4844274"/>
                    </a:lnTo>
                    <a:lnTo>
                      <a:pt x="1395653" y="5053625"/>
                    </a:lnTo>
                    <a:lnTo>
                      <a:pt x="1370903" y="5040210"/>
                    </a:lnTo>
                    <a:lnTo>
                      <a:pt x="1347182" y="5026808"/>
                    </a:lnTo>
                    <a:lnTo>
                      <a:pt x="1462682" y="4817457"/>
                    </a:lnTo>
                    <a:lnTo>
                      <a:pt x="1392555" y="4778274"/>
                    </a:lnTo>
                    <a:lnTo>
                      <a:pt x="1404932" y="4755592"/>
                    </a:lnTo>
                    <a:close/>
                    <a:moveTo>
                      <a:pt x="4097559" y="4639059"/>
                    </a:moveTo>
                    <a:lnTo>
                      <a:pt x="4110962" y="4660711"/>
                    </a:lnTo>
                    <a:lnTo>
                      <a:pt x="4125402" y="4682368"/>
                    </a:lnTo>
                    <a:lnTo>
                      <a:pt x="4006805" y="4759715"/>
                    </a:lnTo>
                    <a:lnTo>
                      <a:pt x="4040835" y="4811283"/>
                    </a:lnTo>
                    <a:lnTo>
                      <a:pt x="4150152" y="4740118"/>
                    </a:lnTo>
                    <a:lnTo>
                      <a:pt x="4164589" y="4760741"/>
                    </a:lnTo>
                    <a:lnTo>
                      <a:pt x="4177991" y="4782406"/>
                    </a:lnTo>
                    <a:lnTo>
                      <a:pt x="4067652" y="4853562"/>
                    </a:lnTo>
                    <a:lnTo>
                      <a:pt x="4108902" y="4916465"/>
                    </a:lnTo>
                    <a:lnTo>
                      <a:pt x="4232656" y="4837062"/>
                    </a:lnTo>
                    <a:lnTo>
                      <a:pt x="4247088" y="4858715"/>
                    </a:lnTo>
                    <a:lnTo>
                      <a:pt x="4261529" y="4880367"/>
                    </a:lnTo>
                    <a:lnTo>
                      <a:pt x="4090335" y="4990714"/>
                    </a:lnTo>
                    <a:lnTo>
                      <a:pt x="3932555" y="4746308"/>
                    </a:lnTo>
                    <a:close/>
                    <a:moveTo>
                      <a:pt x="1204009" y="4608716"/>
                    </a:moveTo>
                    <a:cubicBezTo>
                      <a:pt x="1231598" y="4607576"/>
                      <a:pt x="1258666" y="4616360"/>
                      <a:pt x="1280327" y="4633466"/>
                    </a:cubicBezTo>
                    <a:cubicBezTo>
                      <a:pt x="1302500" y="4648364"/>
                      <a:pt x="1318026" y="4671283"/>
                      <a:pt x="1323636" y="4697398"/>
                    </a:cubicBezTo>
                    <a:cubicBezTo>
                      <a:pt x="1328106" y="4723220"/>
                      <a:pt x="1322576" y="4749766"/>
                      <a:pt x="1308174" y="4771647"/>
                    </a:cubicBezTo>
                    <a:lnTo>
                      <a:pt x="1268992" y="4739686"/>
                    </a:lnTo>
                    <a:cubicBezTo>
                      <a:pt x="1276225" y="4729109"/>
                      <a:pt x="1278132" y="4715770"/>
                      <a:pt x="1274144" y="4703593"/>
                    </a:cubicBezTo>
                    <a:cubicBezTo>
                      <a:pt x="1270238" y="4689915"/>
                      <a:pt x="1261424" y="4678169"/>
                      <a:pt x="1249395" y="4670588"/>
                    </a:cubicBezTo>
                    <a:cubicBezTo>
                      <a:pt x="1240407" y="4662457"/>
                      <a:pt x="1228479" y="4658355"/>
                      <a:pt x="1216395" y="4659245"/>
                    </a:cubicBezTo>
                    <a:cubicBezTo>
                      <a:pt x="1205534" y="4659957"/>
                      <a:pt x="1195640" y="4665673"/>
                      <a:pt x="1189577" y="4674715"/>
                    </a:cubicBezTo>
                    <a:cubicBezTo>
                      <a:pt x="1184865" y="4681915"/>
                      <a:pt x="1184865" y="4691228"/>
                      <a:pt x="1189577" y="4698436"/>
                    </a:cubicBezTo>
                    <a:cubicBezTo>
                      <a:pt x="1198229" y="4714567"/>
                      <a:pt x="1208979" y="4729478"/>
                      <a:pt x="1221547" y="4742775"/>
                    </a:cubicBezTo>
                    <a:cubicBezTo>
                      <a:pt x="1242259" y="4763063"/>
                      <a:pt x="1257505" y="4788245"/>
                      <a:pt x="1265894" y="4815995"/>
                    </a:cubicBezTo>
                    <a:cubicBezTo>
                      <a:pt x="1267878" y="4837291"/>
                      <a:pt x="1261187" y="4858482"/>
                      <a:pt x="1247327" y="4874774"/>
                    </a:cubicBezTo>
                    <a:cubicBezTo>
                      <a:pt x="1233297" y="4895973"/>
                      <a:pt x="1209835" y="4909054"/>
                      <a:pt x="1184424" y="4909842"/>
                    </a:cubicBezTo>
                    <a:cubicBezTo>
                      <a:pt x="1155734" y="4910719"/>
                      <a:pt x="1127768" y="4900783"/>
                      <a:pt x="1106048" y="4881999"/>
                    </a:cubicBezTo>
                    <a:cubicBezTo>
                      <a:pt x="1081501" y="4866906"/>
                      <a:pt x="1063755" y="4842867"/>
                      <a:pt x="1056548" y="4814965"/>
                    </a:cubicBezTo>
                    <a:cubicBezTo>
                      <a:pt x="1051404" y="4788202"/>
                      <a:pt x="1057768" y="4760495"/>
                      <a:pt x="1074073" y="4738660"/>
                    </a:cubicBezTo>
                    <a:lnTo>
                      <a:pt x="1118420" y="4769592"/>
                    </a:lnTo>
                    <a:cubicBezTo>
                      <a:pt x="1110204" y="4780482"/>
                      <a:pt x="1106836" y="4794300"/>
                      <a:pt x="1109145" y="4807745"/>
                    </a:cubicBezTo>
                    <a:cubicBezTo>
                      <a:pt x="1113721" y="4821635"/>
                      <a:pt x="1122797" y="4833601"/>
                      <a:pt x="1134920" y="4841774"/>
                    </a:cubicBezTo>
                    <a:cubicBezTo>
                      <a:pt x="1146280" y="4850859"/>
                      <a:pt x="1159772" y="4856889"/>
                      <a:pt x="1174115" y="4859312"/>
                    </a:cubicBezTo>
                    <a:cubicBezTo>
                      <a:pt x="1184857" y="4859973"/>
                      <a:pt x="1195251" y="4855351"/>
                      <a:pt x="1201954" y="4846940"/>
                    </a:cubicBezTo>
                    <a:cubicBezTo>
                      <a:pt x="1206174" y="4838863"/>
                      <a:pt x="1206174" y="4829228"/>
                      <a:pt x="1201954" y="4821160"/>
                    </a:cubicBezTo>
                    <a:cubicBezTo>
                      <a:pt x="1195488" y="4806253"/>
                      <a:pt x="1186403" y="4792630"/>
                      <a:pt x="1175145" y="4780940"/>
                    </a:cubicBezTo>
                    <a:cubicBezTo>
                      <a:pt x="1153467" y="4758851"/>
                      <a:pt x="1136611" y="4732520"/>
                      <a:pt x="1125645" y="4703593"/>
                    </a:cubicBezTo>
                    <a:cubicBezTo>
                      <a:pt x="1122094" y="4683321"/>
                      <a:pt x="1127768" y="4662533"/>
                      <a:pt x="1141102" y="4646868"/>
                    </a:cubicBezTo>
                    <a:cubicBezTo>
                      <a:pt x="1155158" y="4625216"/>
                      <a:pt x="1178327" y="4611161"/>
                      <a:pt x="1204009" y="4608716"/>
                    </a:cubicBezTo>
                    <a:close/>
                    <a:moveTo>
                      <a:pt x="4318414" y="4479809"/>
                    </a:moveTo>
                    <a:cubicBezTo>
                      <a:pt x="4347236" y="4481131"/>
                      <a:pt x="4374486" y="4493280"/>
                      <a:pt x="4394732" y="4513839"/>
                    </a:cubicBezTo>
                    <a:lnTo>
                      <a:pt x="4352444" y="4549936"/>
                    </a:lnTo>
                    <a:cubicBezTo>
                      <a:pt x="4342224" y="4539890"/>
                      <a:pt x="4328614" y="4534000"/>
                      <a:pt x="4314287" y="4533436"/>
                    </a:cubicBezTo>
                    <a:cubicBezTo>
                      <a:pt x="4299465" y="4533597"/>
                      <a:pt x="4285198" y="4539085"/>
                      <a:pt x="4274067" y="4548894"/>
                    </a:cubicBezTo>
                    <a:cubicBezTo>
                      <a:pt x="4258508" y="4561186"/>
                      <a:pt x="4250648" y="4580826"/>
                      <a:pt x="4253440" y="4600466"/>
                    </a:cubicBezTo>
                    <a:cubicBezTo>
                      <a:pt x="4258521" y="4626296"/>
                      <a:pt x="4270656" y="4650216"/>
                      <a:pt x="4288508" y="4669563"/>
                    </a:cubicBezTo>
                    <a:cubicBezTo>
                      <a:pt x="4303906" y="4690317"/>
                      <a:pt x="4325063" y="4706093"/>
                      <a:pt x="4349347" y="4714936"/>
                    </a:cubicBezTo>
                    <a:cubicBezTo>
                      <a:pt x="4367991" y="4720609"/>
                      <a:pt x="4388236" y="4716334"/>
                      <a:pt x="4402974" y="4703593"/>
                    </a:cubicBezTo>
                    <a:cubicBezTo>
                      <a:pt x="4414851" y="4694139"/>
                      <a:pt x="4422613" y="4680474"/>
                      <a:pt x="4424626" y="4665436"/>
                    </a:cubicBezTo>
                    <a:cubicBezTo>
                      <a:pt x="4425384" y="4649707"/>
                      <a:pt x="4421041" y="4634156"/>
                      <a:pt x="4412262" y="4621089"/>
                    </a:cubicBezTo>
                    <a:lnTo>
                      <a:pt x="4454541" y="4581898"/>
                    </a:lnTo>
                    <a:cubicBezTo>
                      <a:pt x="4472859" y="4606474"/>
                      <a:pt x="4481316" y="4637004"/>
                      <a:pt x="4478261" y="4667495"/>
                    </a:cubicBezTo>
                    <a:cubicBezTo>
                      <a:pt x="4469859" y="4733029"/>
                      <a:pt x="4409923" y="4779334"/>
                      <a:pt x="4344389" y="4770936"/>
                    </a:cubicBezTo>
                    <a:cubicBezTo>
                      <a:pt x="4343639" y="4770838"/>
                      <a:pt x="4342880" y="4770728"/>
                      <a:pt x="4342135" y="4770622"/>
                    </a:cubicBezTo>
                    <a:cubicBezTo>
                      <a:pt x="4303364" y="4761253"/>
                      <a:pt x="4269076" y="4738639"/>
                      <a:pt x="4245203" y="4706686"/>
                    </a:cubicBezTo>
                    <a:cubicBezTo>
                      <a:pt x="4217258" y="4677215"/>
                      <a:pt x="4200474" y="4638923"/>
                      <a:pt x="4197758" y="4598398"/>
                    </a:cubicBezTo>
                    <a:cubicBezTo>
                      <a:pt x="4196449" y="4563631"/>
                      <a:pt x="4211771" y="4530318"/>
                      <a:pt x="4239008" y="4508686"/>
                    </a:cubicBezTo>
                    <a:cubicBezTo>
                      <a:pt x="4260771" y="4489186"/>
                      <a:pt x="4289215" y="4478848"/>
                      <a:pt x="4318414" y="4479809"/>
                    </a:cubicBezTo>
                    <a:close/>
                    <a:moveTo>
                      <a:pt x="976955" y="4384335"/>
                    </a:moveTo>
                    <a:lnTo>
                      <a:pt x="998607" y="4403932"/>
                    </a:lnTo>
                    <a:lnTo>
                      <a:pt x="1019243" y="4424560"/>
                    </a:lnTo>
                    <a:lnTo>
                      <a:pt x="958400" y="4647309"/>
                    </a:lnTo>
                    <a:lnTo>
                      <a:pt x="1097611" y="4497780"/>
                    </a:lnTo>
                    <a:lnTo>
                      <a:pt x="1117204" y="4515309"/>
                    </a:lnTo>
                    <a:lnTo>
                      <a:pt x="1135772" y="4532839"/>
                    </a:lnTo>
                    <a:lnTo>
                      <a:pt x="937773" y="4746313"/>
                    </a:lnTo>
                    <a:lnTo>
                      <a:pt x="917146" y="4726715"/>
                    </a:lnTo>
                    <a:lnTo>
                      <a:pt x="897552" y="4708148"/>
                    </a:lnTo>
                    <a:lnTo>
                      <a:pt x="959425" y="4479212"/>
                    </a:lnTo>
                    <a:lnTo>
                      <a:pt x="816078" y="4632868"/>
                    </a:lnTo>
                    <a:lnTo>
                      <a:pt x="797523" y="4615339"/>
                    </a:lnTo>
                    <a:lnTo>
                      <a:pt x="777926" y="4596771"/>
                    </a:lnTo>
                    <a:close/>
                    <a:moveTo>
                      <a:pt x="883108" y="4280170"/>
                    </a:moveTo>
                    <a:lnTo>
                      <a:pt x="901675" y="4301823"/>
                    </a:lnTo>
                    <a:lnTo>
                      <a:pt x="920235" y="4322450"/>
                    </a:lnTo>
                    <a:lnTo>
                      <a:pt x="703676" y="4516326"/>
                    </a:lnTo>
                    <a:lnTo>
                      <a:pt x="685104" y="4495703"/>
                    </a:lnTo>
                    <a:lnTo>
                      <a:pt x="666549" y="4475076"/>
                    </a:lnTo>
                    <a:close/>
                    <a:moveTo>
                      <a:pt x="4535842" y="4224488"/>
                    </a:moveTo>
                    <a:lnTo>
                      <a:pt x="4751379" y="4419394"/>
                    </a:lnTo>
                    <a:lnTo>
                      <a:pt x="4732811" y="4440030"/>
                    </a:lnTo>
                    <a:lnTo>
                      <a:pt x="4714244" y="4460644"/>
                    </a:lnTo>
                    <a:lnTo>
                      <a:pt x="4616282" y="4372992"/>
                    </a:lnTo>
                    <a:lnTo>
                      <a:pt x="4546160" y="4450339"/>
                    </a:lnTo>
                    <a:lnTo>
                      <a:pt x="4644121" y="4539021"/>
                    </a:lnTo>
                    <a:lnTo>
                      <a:pt x="4625562" y="4559648"/>
                    </a:lnTo>
                    <a:lnTo>
                      <a:pt x="4606994" y="4580271"/>
                    </a:lnTo>
                    <a:lnTo>
                      <a:pt x="4390435" y="4385365"/>
                    </a:lnTo>
                    <a:lnTo>
                      <a:pt x="4409003" y="4364742"/>
                    </a:lnTo>
                    <a:lnTo>
                      <a:pt x="4428588" y="4344115"/>
                    </a:lnTo>
                    <a:lnTo>
                      <a:pt x="4509033" y="4417339"/>
                    </a:lnTo>
                    <a:lnTo>
                      <a:pt x="4579159" y="4338962"/>
                    </a:lnTo>
                    <a:lnTo>
                      <a:pt x="4497685" y="4265738"/>
                    </a:lnTo>
                    <a:lnTo>
                      <a:pt x="4517282" y="4245115"/>
                    </a:lnTo>
                    <a:close/>
                    <a:moveTo>
                      <a:pt x="4714244" y="3980082"/>
                    </a:moveTo>
                    <a:lnTo>
                      <a:pt x="4952468" y="4147141"/>
                    </a:lnTo>
                    <a:lnTo>
                      <a:pt x="4936997" y="4169836"/>
                    </a:lnTo>
                    <a:lnTo>
                      <a:pt x="4920497" y="4193556"/>
                    </a:lnTo>
                    <a:lnTo>
                      <a:pt x="4685371" y="4162611"/>
                    </a:lnTo>
                    <a:lnTo>
                      <a:pt x="4857595" y="4283280"/>
                    </a:lnTo>
                    <a:lnTo>
                      <a:pt x="4843150" y="4304933"/>
                    </a:lnTo>
                    <a:lnTo>
                      <a:pt x="4827688" y="4326585"/>
                    </a:lnTo>
                    <a:lnTo>
                      <a:pt x="4589464" y="4159526"/>
                    </a:lnTo>
                    <a:lnTo>
                      <a:pt x="4605964" y="4135806"/>
                    </a:lnTo>
                    <a:lnTo>
                      <a:pt x="4622464" y="4111056"/>
                    </a:lnTo>
                    <a:lnTo>
                      <a:pt x="4852438" y="4140959"/>
                    </a:lnTo>
                    <a:lnTo>
                      <a:pt x="4684341" y="4023400"/>
                    </a:lnTo>
                    <a:lnTo>
                      <a:pt x="4699812" y="4001735"/>
                    </a:lnTo>
                    <a:close/>
                    <a:moveTo>
                      <a:pt x="597638" y="3950764"/>
                    </a:moveTo>
                    <a:cubicBezTo>
                      <a:pt x="634299" y="3955171"/>
                      <a:pt x="666769" y="3976565"/>
                      <a:pt x="685290" y="4008514"/>
                    </a:cubicBezTo>
                    <a:cubicBezTo>
                      <a:pt x="701824" y="4032298"/>
                      <a:pt x="709489" y="4061133"/>
                      <a:pt x="706947" y="4089984"/>
                    </a:cubicBezTo>
                    <a:cubicBezTo>
                      <a:pt x="703642" y="4117853"/>
                      <a:pt x="689112" y="4143179"/>
                      <a:pt x="666723" y="4160111"/>
                    </a:cubicBezTo>
                    <a:lnTo>
                      <a:pt x="636820" y="4113709"/>
                    </a:lnTo>
                    <a:cubicBezTo>
                      <a:pt x="646858" y="4104743"/>
                      <a:pt x="652824" y="4092086"/>
                      <a:pt x="653320" y="4078637"/>
                    </a:cubicBezTo>
                    <a:cubicBezTo>
                      <a:pt x="655312" y="4064684"/>
                      <a:pt x="652401" y="4050467"/>
                      <a:pt x="645083" y="4038417"/>
                    </a:cubicBezTo>
                    <a:cubicBezTo>
                      <a:pt x="633333" y="4019158"/>
                      <a:pt x="612935" y="4006836"/>
                      <a:pt x="590418" y="4005417"/>
                    </a:cubicBezTo>
                    <a:cubicBezTo>
                      <a:pt x="563672" y="4005633"/>
                      <a:pt x="537689" y="4014294"/>
                      <a:pt x="516164" y="4030167"/>
                    </a:cubicBezTo>
                    <a:cubicBezTo>
                      <a:pt x="492672" y="4042984"/>
                      <a:pt x="474155" y="4063332"/>
                      <a:pt x="463579" y="4087917"/>
                    </a:cubicBezTo>
                    <a:cubicBezTo>
                      <a:pt x="456444" y="4108823"/>
                      <a:pt x="459910" y="4131895"/>
                      <a:pt x="472859" y="4149793"/>
                    </a:cubicBezTo>
                    <a:cubicBezTo>
                      <a:pt x="483524" y="4167429"/>
                      <a:pt x="502782" y="4178039"/>
                      <a:pt x="523388" y="4177641"/>
                    </a:cubicBezTo>
                    <a:lnTo>
                      <a:pt x="561537" y="4170421"/>
                    </a:lnTo>
                    <a:lnTo>
                      <a:pt x="561541" y="4170429"/>
                    </a:lnTo>
                    <a:lnTo>
                      <a:pt x="561541" y="4170416"/>
                    </a:lnTo>
                    <a:lnTo>
                      <a:pt x="561537" y="4170421"/>
                    </a:lnTo>
                    <a:lnTo>
                      <a:pt x="527511" y="4117832"/>
                    </a:lnTo>
                    <a:lnTo>
                      <a:pt x="569791" y="4089984"/>
                    </a:lnTo>
                    <a:lnTo>
                      <a:pt x="630638" y="4183831"/>
                    </a:lnTo>
                    <a:lnTo>
                      <a:pt x="498638" y="4269420"/>
                    </a:lnTo>
                    <a:lnTo>
                      <a:pt x="478011" y="4238488"/>
                    </a:lnTo>
                    <a:lnTo>
                      <a:pt x="506888" y="4212709"/>
                    </a:lnTo>
                    <a:lnTo>
                      <a:pt x="501732" y="4212709"/>
                    </a:lnTo>
                    <a:cubicBezTo>
                      <a:pt x="470791" y="4213391"/>
                      <a:pt x="441787" y="4197713"/>
                      <a:pt x="425414" y="4171459"/>
                    </a:cubicBezTo>
                    <a:lnTo>
                      <a:pt x="425414" y="4174543"/>
                    </a:lnTo>
                    <a:cubicBezTo>
                      <a:pt x="403478" y="4144899"/>
                      <a:pt x="397321" y="4106433"/>
                      <a:pt x="408914" y="4071417"/>
                    </a:cubicBezTo>
                    <a:cubicBezTo>
                      <a:pt x="439867" y="3995252"/>
                      <a:pt x="515507" y="3946900"/>
                      <a:pt x="597638" y="3950764"/>
                    </a:cubicBezTo>
                    <a:close/>
                    <a:moveTo>
                      <a:pt x="4896947" y="3786790"/>
                    </a:moveTo>
                    <a:cubicBezTo>
                      <a:pt x="4875921" y="3788782"/>
                      <a:pt x="4857493" y="3801710"/>
                      <a:pt x="4848489" y="3820820"/>
                    </a:cubicBezTo>
                    <a:cubicBezTo>
                      <a:pt x="4837582" y="3839269"/>
                      <a:pt x="4837582" y="3862188"/>
                      <a:pt x="4848489" y="3880625"/>
                    </a:cubicBezTo>
                    <a:cubicBezTo>
                      <a:pt x="4861425" y="3904036"/>
                      <a:pt x="4881726" y="3922515"/>
                      <a:pt x="4906239" y="3933222"/>
                    </a:cubicBezTo>
                    <a:cubicBezTo>
                      <a:pt x="4928574" y="3946616"/>
                      <a:pt x="4954514" y="3952735"/>
                      <a:pt x="4980489" y="3950764"/>
                    </a:cubicBezTo>
                    <a:cubicBezTo>
                      <a:pt x="5001234" y="3948036"/>
                      <a:pt x="5019344" y="3935324"/>
                      <a:pt x="5028950" y="3916722"/>
                    </a:cubicBezTo>
                    <a:cubicBezTo>
                      <a:pt x="5039226" y="3898112"/>
                      <a:pt x="5039226" y="3875527"/>
                      <a:pt x="5028950" y="3856917"/>
                    </a:cubicBezTo>
                    <a:cubicBezTo>
                      <a:pt x="5016544" y="3834091"/>
                      <a:pt x="4996980" y="3815981"/>
                      <a:pt x="4973268" y="3805345"/>
                    </a:cubicBezTo>
                    <a:cubicBezTo>
                      <a:pt x="4950455" y="3791176"/>
                      <a:pt x="4923722" y="3784680"/>
                      <a:pt x="4896947" y="3786790"/>
                    </a:cubicBezTo>
                    <a:close/>
                    <a:moveTo>
                      <a:pt x="4883544" y="3732138"/>
                    </a:moveTo>
                    <a:cubicBezTo>
                      <a:pt x="4923853" y="3725553"/>
                      <a:pt x="4965179" y="3733596"/>
                      <a:pt x="5000073" y="3754820"/>
                    </a:cubicBezTo>
                    <a:cubicBezTo>
                      <a:pt x="5036268" y="3771634"/>
                      <a:pt x="5065188" y="3800917"/>
                      <a:pt x="5081548" y="3837320"/>
                    </a:cubicBezTo>
                    <a:cubicBezTo>
                      <a:pt x="5095048" y="3871099"/>
                      <a:pt x="5091997" y="3909243"/>
                      <a:pt x="5073298" y="3940447"/>
                    </a:cubicBezTo>
                    <a:cubicBezTo>
                      <a:pt x="5057586" y="3972870"/>
                      <a:pt x="5027997" y="3996396"/>
                      <a:pt x="4992866" y="4004387"/>
                    </a:cubicBezTo>
                    <a:lnTo>
                      <a:pt x="4992853" y="4002319"/>
                    </a:lnTo>
                    <a:cubicBezTo>
                      <a:pt x="4912332" y="4011243"/>
                      <a:pt x="4834434" y="3970455"/>
                      <a:pt x="4795892" y="3899193"/>
                    </a:cubicBezTo>
                    <a:cubicBezTo>
                      <a:pt x="4781608" y="3865760"/>
                      <a:pt x="4783892" y="3827553"/>
                      <a:pt x="4802074" y="3796070"/>
                    </a:cubicBezTo>
                    <a:cubicBezTo>
                      <a:pt x="4817879" y="3763295"/>
                      <a:pt x="4847955" y="3739693"/>
                      <a:pt x="4883544" y="3732138"/>
                    </a:cubicBezTo>
                    <a:close/>
                    <a:moveTo>
                      <a:pt x="484020" y="3640799"/>
                    </a:moveTo>
                    <a:lnTo>
                      <a:pt x="496393" y="3667609"/>
                    </a:lnTo>
                    <a:lnTo>
                      <a:pt x="508770" y="3693397"/>
                    </a:lnTo>
                    <a:lnTo>
                      <a:pt x="368516" y="3877985"/>
                    </a:lnTo>
                    <a:lnTo>
                      <a:pt x="554147" y="3791358"/>
                    </a:lnTo>
                    <a:lnTo>
                      <a:pt x="564464" y="3815083"/>
                    </a:lnTo>
                    <a:lnTo>
                      <a:pt x="575799" y="3838803"/>
                    </a:lnTo>
                    <a:lnTo>
                      <a:pt x="311796" y="3961527"/>
                    </a:lnTo>
                    <a:lnTo>
                      <a:pt x="300448" y="3936777"/>
                    </a:lnTo>
                    <a:lnTo>
                      <a:pt x="289114" y="3910985"/>
                    </a:lnTo>
                    <a:lnTo>
                      <a:pt x="432461" y="3722274"/>
                    </a:lnTo>
                    <a:lnTo>
                      <a:pt x="241669" y="3810956"/>
                    </a:lnTo>
                    <a:lnTo>
                      <a:pt x="231364" y="3787235"/>
                    </a:lnTo>
                    <a:lnTo>
                      <a:pt x="220016" y="3763511"/>
                    </a:lnTo>
                    <a:close/>
                    <a:moveTo>
                      <a:pt x="5190696" y="3522202"/>
                    </a:moveTo>
                    <a:lnTo>
                      <a:pt x="5214407" y="3530452"/>
                    </a:lnTo>
                    <a:lnTo>
                      <a:pt x="5238128" y="3540770"/>
                    </a:lnTo>
                    <a:lnTo>
                      <a:pt x="5171098" y="3717108"/>
                    </a:lnTo>
                    <a:lnTo>
                      <a:pt x="4898845" y="3612952"/>
                    </a:lnTo>
                    <a:lnTo>
                      <a:pt x="4909150" y="3586134"/>
                    </a:lnTo>
                    <a:lnTo>
                      <a:pt x="4919468" y="3560359"/>
                    </a:lnTo>
                    <a:lnTo>
                      <a:pt x="5142225" y="3645956"/>
                    </a:lnTo>
                    <a:close/>
                    <a:moveTo>
                      <a:pt x="432461" y="3510855"/>
                    </a:moveTo>
                    <a:lnTo>
                      <a:pt x="442766" y="3537673"/>
                    </a:lnTo>
                    <a:lnTo>
                      <a:pt x="453083" y="3563452"/>
                    </a:lnTo>
                    <a:lnTo>
                      <a:pt x="180834" y="3667609"/>
                    </a:lnTo>
                    <a:lnTo>
                      <a:pt x="170517" y="3641829"/>
                    </a:lnTo>
                    <a:lnTo>
                      <a:pt x="161237" y="3616037"/>
                    </a:lnTo>
                    <a:close/>
                    <a:moveTo>
                      <a:pt x="175851" y="3314478"/>
                    </a:moveTo>
                    <a:lnTo>
                      <a:pt x="189254" y="3366046"/>
                    </a:lnTo>
                    <a:lnTo>
                      <a:pt x="172754" y="3371198"/>
                    </a:lnTo>
                    <a:cubicBezTo>
                      <a:pt x="159428" y="3373266"/>
                      <a:pt x="146945" y="3378982"/>
                      <a:pt x="136656" y="3387698"/>
                    </a:cubicBezTo>
                    <a:cubicBezTo>
                      <a:pt x="129428" y="3395016"/>
                      <a:pt x="127012" y="3405842"/>
                      <a:pt x="130474" y="3415546"/>
                    </a:cubicBezTo>
                    <a:cubicBezTo>
                      <a:pt x="132250" y="3424402"/>
                      <a:pt x="137936" y="3431978"/>
                      <a:pt x="145936" y="3436169"/>
                    </a:cubicBezTo>
                    <a:cubicBezTo>
                      <a:pt x="155932" y="3439796"/>
                      <a:pt x="166885" y="3439796"/>
                      <a:pt x="176881" y="3436169"/>
                    </a:cubicBezTo>
                    <a:lnTo>
                      <a:pt x="383130" y="3378410"/>
                    </a:lnTo>
                    <a:lnTo>
                      <a:pt x="390342" y="3405228"/>
                    </a:lnTo>
                    <a:lnTo>
                      <a:pt x="397562" y="3432046"/>
                    </a:lnTo>
                    <a:lnTo>
                      <a:pt x="191313" y="3485668"/>
                    </a:lnTo>
                    <a:cubicBezTo>
                      <a:pt x="168911" y="3495177"/>
                      <a:pt x="143597" y="3495177"/>
                      <a:pt x="121186" y="3485668"/>
                    </a:cubicBezTo>
                    <a:cubicBezTo>
                      <a:pt x="101059" y="3472969"/>
                      <a:pt x="87203" y="3452376"/>
                      <a:pt x="83034" y="3428948"/>
                    </a:cubicBezTo>
                    <a:cubicBezTo>
                      <a:pt x="74220" y="3405864"/>
                      <a:pt x="76491" y="3380012"/>
                      <a:pt x="89224" y="3358821"/>
                    </a:cubicBezTo>
                    <a:cubicBezTo>
                      <a:pt x="106907" y="3337495"/>
                      <a:pt x="131906" y="3323516"/>
                      <a:pt x="159351" y="3319631"/>
                    </a:cubicBezTo>
                    <a:close/>
                    <a:moveTo>
                      <a:pt x="5138274" y="3210244"/>
                    </a:moveTo>
                    <a:cubicBezTo>
                      <a:pt x="5125043" y="3210244"/>
                      <a:pt x="5111813" y="3212330"/>
                      <a:pt x="5099086" y="3216504"/>
                    </a:cubicBezTo>
                    <a:cubicBezTo>
                      <a:pt x="5079077" y="3223868"/>
                      <a:pt x="5064268" y="3241017"/>
                      <a:pt x="5059891" y="3261881"/>
                    </a:cubicBezTo>
                    <a:cubicBezTo>
                      <a:pt x="5054264" y="3282483"/>
                      <a:pt x="5059298" y="3304538"/>
                      <a:pt x="5073306" y="3320669"/>
                    </a:cubicBezTo>
                    <a:cubicBezTo>
                      <a:pt x="5092234" y="3339495"/>
                      <a:pt x="5116247" y="3352402"/>
                      <a:pt x="5142395" y="3357783"/>
                    </a:cubicBezTo>
                    <a:cubicBezTo>
                      <a:pt x="5167221" y="3365686"/>
                      <a:pt x="5193886" y="3365686"/>
                      <a:pt x="5218712" y="3357783"/>
                    </a:cubicBezTo>
                    <a:cubicBezTo>
                      <a:pt x="5238386" y="3349957"/>
                      <a:pt x="5253013" y="3333021"/>
                      <a:pt x="5257895" y="3312406"/>
                    </a:cubicBezTo>
                    <a:cubicBezTo>
                      <a:pt x="5263526" y="3291805"/>
                      <a:pt x="5258500" y="3269762"/>
                      <a:pt x="5244492" y="3253631"/>
                    </a:cubicBezTo>
                    <a:lnTo>
                      <a:pt x="5244492" y="3252601"/>
                    </a:lnTo>
                    <a:cubicBezTo>
                      <a:pt x="5226539" y="3233775"/>
                      <a:pt x="5203068" y="3221127"/>
                      <a:pt x="5177463" y="3216504"/>
                    </a:cubicBezTo>
                    <a:cubicBezTo>
                      <a:pt x="5164736" y="3212330"/>
                      <a:pt x="5151505" y="3210244"/>
                      <a:pt x="5138274" y="3210244"/>
                    </a:cubicBezTo>
                    <a:close/>
                    <a:moveTo>
                      <a:pt x="5126906" y="3154598"/>
                    </a:moveTo>
                    <a:cubicBezTo>
                      <a:pt x="5146974" y="3153550"/>
                      <a:pt x="5167221" y="3155951"/>
                      <a:pt x="5186742" y="3161852"/>
                    </a:cubicBezTo>
                    <a:cubicBezTo>
                      <a:pt x="5227289" y="3169148"/>
                      <a:pt x="5263869" y="3190737"/>
                      <a:pt x="5289865" y="3222699"/>
                    </a:cubicBezTo>
                    <a:cubicBezTo>
                      <a:pt x="5328322" y="3283283"/>
                      <a:pt x="5310382" y="3363576"/>
                      <a:pt x="5249797" y="3402033"/>
                    </a:cubicBezTo>
                    <a:cubicBezTo>
                      <a:pt x="5248051" y="3403135"/>
                      <a:pt x="5246289" y="3404207"/>
                      <a:pt x="5244492" y="3405228"/>
                    </a:cubicBezTo>
                    <a:lnTo>
                      <a:pt x="5240365" y="3407296"/>
                    </a:lnTo>
                    <a:cubicBezTo>
                      <a:pt x="5163484" y="3435283"/>
                      <a:pt x="5077302" y="3413639"/>
                      <a:pt x="5022768" y="3352631"/>
                    </a:cubicBezTo>
                    <a:cubicBezTo>
                      <a:pt x="5000455" y="3323203"/>
                      <a:pt x="4993544" y="3284877"/>
                      <a:pt x="5004209" y="3249504"/>
                    </a:cubicBezTo>
                    <a:cubicBezTo>
                      <a:pt x="5012188" y="3214123"/>
                      <a:pt x="5035675" y="3184199"/>
                      <a:pt x="5068141" y="3168042"/>
                    </a:cubicBezTo>
                    <a:cubicBezTo>
                      <a:pt x="5086948" y="3160144"/>
                      <a:pt x="5106838" y="3155646"/>
                      <a:pt x="5126906" y="3154598"/>
                    </a:cubicBezTo>
                    <a:close/>
                    <a:moveTo>
                      <a:pt x="332419" y="3145784"/>
                    </a:moveTo>
                    <a:lnTo>
                      <a:pt x="337575" y="3173631"/>
                    </a:lnTo>
                    <a:lnTo>
                      <a:pt x="342736" y="3201479"/>
                    </a:lnTo>
                    <a:lnTo>
                      <a:pt x="57080" y="3256135"/>
                    </a:lnTo>
                    <a:lnTo>
                      <a:pt x="51915" y="3229313"/>
                    </a:lnTo>
                    <a:lnTo>
                      <a:pt x="46763" y="3201479"/>
                    </a:lnTo>
                    <a:close/>
                    <a:moveTo>
                      <a:pt x="298393" y="2871475"/>
                    </a:moveTo>
                    <a:lnTo>
                      <a:pt x="322114" y="3066382"/>
                    </a:lnTo>
                    <a:lnTo>
                      <a:pt x="296334" y="3069479"/>
                    </a:lnTo>
                    <a:lnTo>
                      <a:pt x="270554" y="3072576"/>
                    </a:lnTo>
                    <a:lnTo>
                      <a:pt x="253016" y="2933352"/>
                    </a:lnTo>
                    <a:lnTo>
                      <a:pt x="192169" y="2940573"/>
                    </a:lnTo>
                    <a:lnTo>
                      <a:pt x="207639" y="3070509"/>
                    </a:lnTo>
                    <a:lnTo>
                      <a:pt x="183932" y="3073606"/>
                    </a:lnTo>
                    <a:lnTo>
                      <a:pt x="158139" y="3076699"/>
                    </a:lnTo>
                    <a:lnTo>
                      <a:pt x="142669" y="2946755"/>
                    </a:lnTo>
                    <a:lnTo>
                      <a:pt x="67390" y="2956047"/>
                    </a:lnTo>
                    <a:lnTo>
                      <a:pt x="84919" y="3102479"/>
                    </a:lnTo>
                    <a:lnTo>
                      <a:pt x="60178" y="3105576"/>
                    </a:lnTo>
                    <a:lnTo>
                      <a:pt x="34390" y="3108674"/>
                    </a:lnTo>
                    <a:lnTo>
                      <a:pt x="8610" y="2906535"/>
                    </a:lnTo>
                    <a:close/>
                    <a:moveTo>
                      <a:pt x="5165090" y="2814306"/>
                    </a:moveTo>
                    <a:lnTo>
                      <a:pt x="5159933" y="2870001"/>
                    </a:lnTo>
                    <a:cubicBezTo>
                      <a:pt x="5146649" y="2871128"/>
                      <a:pt x="5134200" y="2876984"/>
                      <a:pt x="5124865" y="2886501"/>
                    </a:cubicBezTo>
                    <a:cubicBezTo>
                      <a:pt x="5114755" y="2896785"/>
                      <a:pt x="5108552" y="2910285"/>
                      <a:pt x="5107340" y="2924653"/>
                    </a:cubicBezTo>
                    <a:cubicBezTo>
                      <a:pt x="5104459" y="2946827"/>
                      <a:pt x="5112988" y="2968945"/>
                      <a:pt x="5130022" y="2983433"/>
                    </a:cubicBezTo>
                    <a:cubicBezTo>
                      <a:pt x="5150581" y="3000594"/>
                      <a:pt x="5176467" y="3010068"/>
                      <a:pt x="5203242" y="3010250"/>
                    </a:cubicBezTo>
                    <a:cubicBezTo>
                      <a:pt x="5229683" y="3014538"/>
                      <a:pt x="5256801" y="3010195"/>
                      <a:pt x="5280589" y="2997878"/>
                    </a:cubicBezTo>
                    <a:cubicBezTo>
                      <a:pt x="5298852" y="2985000"/>
                      <a:pt x="5310255" y="2964496"/>
                      <a:pt x="5311521" y="2942183"/>
                    </a:cubicBezTo>
                    <a:lnTo>
                      <a:pt x="5311534" y="2942183"/>
                    </a:lnTo>
                    <a:cubicBezTo>
                      <a:pt x="5313394" y="2921937"/>
                      <a:pt x="5304852" y="2902124"/>
                      <a:pt x="5288839" y="2889598"/>
                    </a:cubicBezTo>
                    <a:cubicBezTo>
                      <a:pt x="5278695" y="2881683"/>
                      <a:pt x="5267140" y="2875725"/>
                      <a:pt x="5254810" y="2872056"/>
                    </a:cubicBezTo>
                    <a:lnTo>
                      <a:pt x="5254810" y="2933933"/>
                    </a:lnTo>
                    <a:lnTo>
                      <a:pt x="5204272" y="2933933"/>
                    </a:lnTo>
                    <a:lnTo>
                      <a:pt x="5214590" y="2822556"/>
                    </a:lnTo>
                    <a:lnTo>
                      <a:pt x="5370309" y="2835971"/>
                    </a:lnTo>
                    <a:lnTo>
                      <a:pt x="5370309" y="2873098"/>
                    </a:lnTo>
                    <a:lnTo>
                      <a:pt x="5337310" y="2873098"/>
                    </a:lnTo>
                    <a:cubicBezTo>
                      <a:pt x="5362157" y="2891471"/>
                      <a:pt x="5375161" y="2921827"/>
                      <a:pt x="5371339" y="2952501"/>
                    </a:cubicBezTo>
                    <a:lnTo>
                      <a:pt x="5362059" y="2957653"/>
                    </a:lnTo>
                    <a:cubicBezTo>
                      <a:pt x="5360623" y="2993416"/>
                      <a:pt x="5342237" y="3026339"/>
                      <a:pt x="5312560" y="3046335"/>
                    </a:cubicBezTo>
                    <a:cubicBezTo>
                      <a:pt x="5278996" y="3068064"/>
                      <a:pt x="5238678" y="3076856"/>
                      <a:pt x="5199115" y="3071085"/>
                    </a:cubicBezTo>
                    <a:cubicBezTo>
                      <a:pt x="5158463" y="3069356"/>
                      <a:pt x="5119734" y="3053276"/>
                      <a:pt x="5089810" y="3025712"/>
                    </a:cubicBezTo>
                    <a:cubicBezTo>
                      <a:pt x="5062840" y="2998653"/>
                      <a:pt x="5050552" y="2960276"/>
                      <a:pt x="5056806" y="2922585"/>
                    </a:cubicBezTo>
                    <a:cubicBezTo>
                      <a:pt x="5058268" y="2893700"/>
                      <a:pt x="5069963" y="2866285"/>
                      <a:pt x="5089810" y="2845251"/>
                    </a:cubicBezTo>
                    <a:cubicBezTo>
                      <a:pt x="5109603" y="2825048"/>
                      <a:pt x="5136819" y="2813861"/>
                      <a:pt x="5165090" y="2814306"/>
                    </a:cubicBezTo>
                    <a:close/>
                    <a:moveTo>
                      <a:pt x="176868" y="2618374"/>
                    </a:moveTo>
                    <a:lnTo>
                      <a:pt x="176868" y="2682319"/>
                    </a:lnTo>
                    <a:cubicBezTo>
                      <a:pt x="175377" y="2693167"/>
                      <a:pt x="177940" y="2704188"/>
                      <a:pt x="184089" y="2713251"/>
                    </a:cubicBezTo>
                    <a:cubicBezTo>
                      <a:pt x="190466" y="2720819"/>
                      <a:pt x="199983" y="2725010"/>
                      <a:pt x="209868" y="2724599"/>
                    </a:cubicBezTo>
                    <a:cubicBezTo>
                      <a:pt x="218703" y="2725281"/>
                      <a:pt x="227266" y="2721391"/>
                      <a:pt x="232550" y="2714281"/>
                    </a:cubicBezTo>
                    <a:cubicBezTo>
                      <a:pt x="238097" y="2704167"/>
                      <a:pt x="240944" y="2692811"/>
                      <a:pt x="240800" y="2681281"/>
                    </a:cubicBezTo>
                    <a:lnTo>
                      <a:pt x="240813" y="2619413"/>
                    </a:lnTo>
                    <a:close/>
                    <a:moveTo>
                      <a:pt x="50021" y="2618374"/>
                    </a:moveTo>
                    <a:lnTo>
                      <a:pt x="50021" y="2686442"/>
                    </a:lnTo>
                    <a:cubicBezTo>
                      <a:pt x="49352" y="2698171"/>
                      <a:pt x="52619" y="2709785"/>
                      <a:pt x="59309" y="2719446"/>
                    </a:cubicBezTo>
                    <a:cubicBezTo>
                      <a:pt x="67886" y="2726883"/>
                      <a:pt x="78885" y="2730921"/>
                      <a:pt x="90241" y="2730781"/>
                    </a:cubicBezTo>
                    <a:cubicBezTo>
                      <a:pt x="100758" y="2731374"/>
                      <a:pt x="110979" y="2727217"/>
                      <a:pt x="118089" y="2719446"/>
                    </a:cubicBezTo>
                    <a:cubicBezTo>
                      <a:pt x="124932" y="2709861"/>
                      <a:pt x="128212" y="2698192"/>
                      <a:pt x="127368" y="2686442"/>
                    </a:cubicBezTo>
                    <a:lnTo>
                      <a:pt x="127368" y="2619413"/>
                    </a:lnTo>
                    <a:close/>
                    <a:moveTo>
                      <a:pt x="521" y="2563722"/>
                    </a:moveTo>
                    <a:lnTo>
                      <a:pt x="291342" y="2568875"/>
                    </a:lnTo>
                    <a:lnTo>
                      <a:pt x="291342" y="2595692"/>
                    </a:lnTo>
                    <a:lnTo>
                      <a:pt x="291342" y="2698819"/>
                    </a:lnTo>
                    <a:cubicBezTo>
                      <a:pt x="292465" y="2720667"/>
                      <a:pt x="285071" y="2742116"/>
                      <a:pt x="270715" y="2758628"/>
                    </a:cubicBezTo>
                    <a:cubicBezTo>
                      <a:pt x="256694" y="2773632"/>
                      <a:pt x="236491" y="2781255"/>
                      <a:pt x="216050" y="2779251"/>
                    </a:cubicBezTo>
                    <a:cubicBezTo>
                      <a:pt x="194898" y="2780421"/>
                      <a:pt x="174487" y="2771175"/>
                      <a:pt x="161398" y="2754501"/>
                    </a:cubicBezTo>
                    <a:cubicBezTo>
                      <a:pt x="159296" y="2751645"/>
                      <a:pt x="157563" y="2748527"/>
                      <a:pt x="156245" y="2745222"/>
                    </a:cubicBezTo>
                    <a:cubicBezTo>
                      <a:pt x="153419" y="2751090"/>
                      <a:pt x="149966" y="2756624"/>
                      <a:pt x="145928" y="2761721"/>
                    </a:cubicBezTo>
                    <a:cubicBezTo>
                      <a:pt x="132512" y="2778569"/>
                      <a:pt x="111733" y="2787806"/>
                      <a:pt x="90241" y="2786476"/>
                    </a:cubicBezTo>
                    <a:cubicBezTo>
                      <a:pt x="64780" y="2787611"/>
                      <a:pt x="40030" y="2777865"/>
                      <a:pt x="22174" y="2759654"/>
                    </a:cubicBezTo>
                    <a:cubicBezTo>
                      <a:pt x="5598" y="2738650"/>
                      <a:pt x="-2165" y="2712027"/>
                      <a:pt x="521" y="2685404"/>
                    </a:cubicBezTo>
                    <a:lnTo>
                      <a:pt x="521" y="2590540"/>
                    </a:lnTo>
                    <a:close/>
                    <a:moveTo>
                      <a:pt x="5076221" y="2512595"/>
                    </a:moveTo>
                    <a:lnTo>
                      <a:pt x="5259793" y="2594069"/>
                    </a:lnTo>
                    <a:lnTo>
                      <a:pt x="5370131" y="2589942"/>
                    </a:lnTo>
                    <a:lnTo>
                      <a:pt x="5371170" y="2618819"/>
                    </a:lnTo>
                    <a:lnTo>
                      <a:pt x="5372199" y="2646654"/>
                    </a:lnTo>
                    <a:lnTo>
                      <a:pt x="5262878" y="2649751"/>
                    </a:lnTo>
                    <a:lnTo>
                      <a:pt x="5084471" y="2749781"/>
                    </a:lnTo>
                    <a:lnTo>
                      <a:pt x="5083442" y="2716781"/>
                    </a:lnTo>
                    <a:lnTo>
                      <a:pt x="5082416" y="2683781"/>
                    </a:lnTo>
                    <a:lnTo>
                      <a:pt x="5206166" y="2622942"/>
                    </a:lnTo>
                    <a:lnTo>
                      <a:pt x="5207196" y="2622942"/>
                    </a:lnTo>
                    <a:lnTo>
                      <a:pt x="5078289" y="2575502"/>
                    </a:lnTo>
                    <a:lnTo>
                      <a:pt x="5077251" y="2543527"/>
                    </a:lnTo>
                    <a:close/>
                    <a:moveTo>
                      <a:pt x="605887" y="985886"/>
                    </a:moveTo>
                    <a:cubicBezTo>
                      <a:pt x="604415" y="988441"/>
                      <a:pt x="604415" y="991581"/>
                      <a:pt x="605887" y="994136"/>
                    </a:cubicBezTo>
                    <a:lnTo>
                      <a:pt x="605887" y="998261"/>
                    </a:lnTo>
                    <a:lnTo>
                      <a:pt x="601762" y="998261"/>
                    </a:lnTo>
                    <a:close/>
                    <a:moveTo>
                      <a:pt x="667763" y="958039"/>
                    </a:moveTo>
                    <a:cubicBezTo>
                      <a:pt x="671888" y="958039"/>
                      <a:pt x="685292" y="958039"/>
                      <a:pt x="690446" y="958039"/>
                    </a:cubicBezTo>
                    <a:lnTo>
                      <a:pt x="699735" y="967329"/>
                    </a:lnTo>
                    <a:cubicBezTo>
                      <a:pt x="704705" y="971638"/>
                      <a:pt x="709198" y="976478"/>
                      <a:pt x="713139" y="981761"/>
                    </a:cubicBezTo>
                    <a:cubicBezTo>
                      <a:pt x="713139" y="981761"/>
                      <a:pt x="713139" y="994136"/>
                      <a:pt x="721389" y="1003414"/>
                    </a:cubicBezTo>
                    <a:lnTo>
                      <a:pt x="735821" y="1020943"/>
                    </a:lnTo>
                    <a:lnTo>
                      <a:pt x="763668" y="1049818"/>
                    </a:lnTo>
                    <a:cubicBezTo>
                      <a:pt x="769276" y="1055621"/>
                      <a:pt x="774452" y="1061825"/>
                      <a:pt x="779140" y="1068386"/>
                    </a:cubicBezTo>
                    <a:lnTo>
                      <a:pt x="793572" y="1083858"/>
                    </a:lnTo>
                    <a:cubicBezTo>
                      <a:pt x="799765" y="1090040"/>
                      <a:pt x="804919" y="1083858"/>
                      <a:pt x="806987" y="1090040"/>
                    </a:cubicBezTo>
                    <a:lnTo>
                      <a:pt x="813169" y="1090040"/>
                    </a:lnTo>
                    <a:cubicBezTo>
                      <a:pt x="813169" y="1090040"/>
                      <a:pt x="822447" y="1090040"/>
                      <a:pt x="824515" y="1097261"/>
                    </a:cubicBezTo>
                    <a:cubicBezTo>
                      <a:pt x="826572" y="1104483"/>
                      <a:pt x="831737" y="1110665"/>
                      <a:pt x="838948" y="1120983"/>
                    </a:cubicBezTo>
                    <a:cubicBezTo>
                      <a:pt x="842672" y="1126039"/>
                      <a:pt x="844491" y="1132243"/>
                      <a:pt x="844112" y="1138512"/>
                    </a:cubicBezTo>
                    <a:cubicBezTo>
                      <a:pt x="843527" y="1149837"/>
                      <a:pt x="841091" y="1160989"/>
                      <a:pt x="836890" y="1171512"/>
                    </a:cubicBezTo>
                    <a:cubicBezTo>
                      <a:pt x="831737" y="1182859"/>
                      <a:pt x="836890" y="1198320"/>
                      <a:pt x="836890" y="1206570"/>
                    </a:cubicBezTo>
                    <a:cubicBezTo>
                      <a:pt x="834877" y="1215848"/>
                      <a:pt x="831758" y="1224856"/>
                      <a:pt x="827612" y="1233388"/>
                    </a:cubicBezTo>
                    <a:cubicBezTo>
                      <a:pt x="823389" y="1246099"/>
                      <a:pt x="820618" y="1259243"/>
                      <a:pt x="819362" y="1272570"/>
                    </a:cubicBezTo>
                    <a:cubicBezTo>
                      <a:pt x="819362" y="1279792"/>
                      <a:pt x="813169" y="1287014"/>
                      <a:pt x="811112" y="1294235"/>
                    </a:cubicBezTo>
                    <a:cubicBezTo>
                      <a:pt x="812238" y="1307271"/>
                      <a:pt x="812238" y="1320382"/>
                      <a:pt x="811112" y="1333418"/>
                    </a:cubicBezTo>
                    <a:cubicBezTo>
                      <a:pt x="811112" y="1340639"/>
                      <a:pt x="791515" y="1333418"/>
                      <a:pt x="782236" y="1333418"/>
                    </a:cubicBezTo>
                    <a:lnTo>
                      <a:pt x="765736" y="1333418"/>
                    </a:lnTo>
                    <a:cubicBezTo>
                      <a:pt x="765736" y="1333418"/>
                      <a:pt x="755418" y="1327235"/>
                      <a:pt x="751293" y="1325168"/>
                    </a:cubicBezTo>
                    <a:lnTo>
                      <a:pt x="736861" y="1317946"/>
                    </a:lnTo>
                    <a:cubicBezTo>
                      <a:pt x="733937" y="1313962"/>
                      <a:pt x="733937" y="1308537"/>
                      <a:pt x="736861" y="1304542"/>
                    </a:cubicBezTo>
                    <a:cubicBezTo>
                      <a:pt x="736861" y="1304542"/>
                      <a:pt x="743043" y="1298360"/>
                      <a:pt x="744071" y="1294235"/>
                    </a:cubicBezTo>
                    <a:cubicBezTo>
                      <a:pt x="746388" y="1287165"/>
                      <a:pt x="748121" y="1279922"/>
                      <a:pt x="749225" y="1272570"/>
                    </a:cubicBezTo>
                    <a:cubicBezTo>
                      <a:pt x="750589" y="1265219"/>
                      <a:pt x="753393" y="1258214"/>
                      <a:pt x="757475" y="1251945"/>
                    </a:cubicBezTo>
                    <a:cubicBezTo>
                      <a:pt x="761633" y="1238736"/>
                      <a:pt x="765076" y="1225311"/>
                      <a:pt x="767793" y="1211723"/>
                    </a:cubicBezTo>
                    <a:cubicBezTo>
                      <a:pt x="767793" y="1205541"/>
                      <a:pt x="772958" y="1194195"/>
                      <a:pt x="767793" y="1188012"/>
                    </a:cubicBezTo>
                    <a:cubicBezTo>
                      <a:pt x="758807" y="1179048"/>
                      <a:pt x="749149" y="1170776"/>
                      <a:pt x="738918" y="1163262"/>
                    </a:cubicBezTo>
                    <a:cubicBezTo>
                      <a:pt x="735540" y="1162342"/>
                      <a:pt x="731978" y="1162342"/>
                      <a:pt x="728610" y="1163262"/>
                    </a:cubicBezTo>
                    <a:cubicBezTo>
                      <a:pt x="726510" y="1168643"/>
                      <a:pt x="723349" y="1173559"/>
                      <a:pt x="719321" y="1177705"/>
                    </a:cubicBezTo>
                    <a:cubicBezTo>
                      <a:pt x="719321" y="1177694"/>
                      <a:pt x="719321" y="1189041"/>
                      <a:pt x="712110" y="1193166"/>
                    </a:cubicBezTo>
                    <a:cubicBezTo>
                      <a:pt x="704889" y="1197291"/>
                      <a:pt x="712110" y="1202456"/>
                      <a:pt x="704889" y="1203484"/>
                    </a:cubicBezTo>
                    <a:cubicBezTo>
                      <a:pt x="701890" y="1204588"/>
                      <a:pt x="698609" y="1204588"/>
                      <a:pt x="695610" y="1203484"/>
                    </a:cubicBezTo>
                    <a:cubicBezTo>
                      <a:pt x="687360" y="1203484"/>
                      <a:pt x="684263" y="1196263"/>
                      <a:pt x="678070" y="1192138"/>
                    </a:cubicBezTo>
                    <a:cubicBezTo>
                      <a:pt x="671888" y="1188012"/>
                      <a:pt x="670860" y="1192138"/>
                      <a:pt x="665695" y="1185945"/>
                    </a:cubicBezTo>
                    <a:cubicBezTo>
                      <a:pt x="660336" y="1178377"/>
                      <a:pt x="654100" y="1171458"/>
                      <a:pt x="647138" y="1165319"/>
                    </a:cubicBezTo>
                    <a:cubicBezTo>
                      <a:pt x="637859" y="1158109"/>
                      <a:pt x="647138" y="1147791"/>
                      <a:pt x="647138" y="1142637"/>
                    </a:cubicBezTo>
                    <a:cubicBezTo>
                      <a:pt x="647138" y="1137483"/>
                      <a:pt x="652292" y="1127165"/>
                      <a:pt x="657445" y="1120983"/>
                    </a:cubicBezTo>
                    <a:cubicBezTo>
                      <a:pt x="661473" y="1117389"/>
                      <a:pt x="664959" y="1113220"/>
                      <a:pt x="667763" y="1108608"/>
                    </a:cubicBezTo>
                    <a:cubicBezTo>
                      <a:pt x="671574" y="1101105"/>
                      <a:pt x="674346" y="1093126"/>
                      <a:pt x="676013" y="1084886"/>
                    </a:cubicBezTo>
                    <a:cubicBezTo>
                      <a:pt x="676013" y="1077665"/>
                      <a:pt x="676013" y="1070454"/>
                      <a:pt x="667763" y="1063233"/>
                    </a:cubicBezTo>
                    <a:cubicBezTo>
                      <a:pt x="659513" y="1056011"/>
                      <a:pt x="652292" y="1039511"/>
                      <a:pt x="639916" y="1027136"/>
                    </a:cubicBezTo>
                    <a:cubicBezTo>
                      <a:pt x="632511" y="1019806"/>
                      <a:pt x="622496" y="1015724"/>
                      <a:pt x="612080" y="1015789"/>
                    </a:cubicBezTo>
                    <a:cubicBezTo>
                      <a:pt x="609255" y="1015269"/>
                      <a:pt x="606916" y="1013310"/>
                      <a:pt x="605887" y="1010636"/>
                    </a:cubicBezTo>
                    <a:lnTo>
                      <a:pt x="605887" y="998261"/>
                    </a:lnTo>
                    <a:lnTo>
                      <a:pt x="607303" y="998261"/>
                    </a:lnTo>
                    <a:cubicBezTo>
                      <a:pt x="610267" y="998261"/>
                      <a:pt x="613618" y="998261"/>
                      <a:pt x="615166" y="998261"/>
                    </a:cubicBezTo>
                    <a:cubicBezTo>
                      <a:pt x="620569" y="994093"/>
                      <a:pt x="625733" y="989610"/>
                      <a:pt x="630638" y="984858"/>
                    </a:cubicBezTo>
                    <a:cubicBezTo>
                      <a:pt x="635358" y="980289"/>
                      <a:pt x="639830" y="975460"/>
                      <a:pt x="644041" y="970415"/>
                    </a:cubicBezTo>
                    <a:cubicBezTo>
                      <a:pt x="647051" y="966961"/>
                      <a:pt x="650992" y="964460"/>
                      <a:pt x="655388" y="963193"/>
                    </a:cubicBezTo>
                    <a:cubicBezTo>
                      <a:pt x="655388" y="963193"/>
                      <a:pt x="663638" y="958039"/>
                      <a:pt x="667763" y="958039"/>
                    </a:cubicBezTo>
                    <a:close/>
                    <a:moveTo>
                      <a:pt x="4670338" y="809159"/>
                    </a:moveTo>
                    <a:cubicBezTo>
                      <a:pt x="4673689" y="808515"/>
                      <a:pt x="4677814" y="809029"/>
                      <a:pt x="4680391" y="812634"/>
                    </a:cubicBezTo>
                    <a:cubicBezTo>
                      <a:pt x="4685545" y="819856"/>
                      <a:pt x="4686584" y="818827"/>
                      <a:pt x="4688641" y="820884"/>
                    </a:cubicBezTo>
                    <a:cubicBezTo>
                      <a:pt x="4690709" y="822952"/>
                      <a:pt x="4694834" y="820884"/>
                      <a:pt x="4695863" y="820884"/>
                    </a:cubicBezTo>
                    <a:cubicBezTo>
                      <a:pt x="4697768" y="823689"/>
                      <a:pt x="4697768" y="827370"/>
                      <a:pt x="4695863" y="830174"/>
                    </a:cubicBezTo>
                    <a:cubicBezTo>
                      <a:pt x="4695863" y="835327"/>
                      <a:pt x="4689670" y="836356"/>
                      <a:pt x="4687613" y="841510"/>
                    </a:cubicBezTo>
                    <a:cubicBezTo>
                      <a:pt x="4685545" y="846674"/>
                      <a:pt x="4676266" y="849760"/>
                      <a:pt x="4675238" y="853885"/>
                    </a:cubicBezTo>
                    <a:cubicBezTo>
                      <a:pt x="4674209" y="858021"/>
                      <a:pt x="4675238" y="861106"/>
                      <a:pt x="4668016" y="861106"/>
                    </a:cubicBezTo>
                    <a:cubicBezTo>
                      <a:pt x="4660794" y="861106"/>
                      <a:pt x="4660794" y="867299"/>
                      <a:pt x="4658737" y="868328"/>
                    </a:cubicBezTo>
                    <a:cubicBezTo>
                      <a:pt x="4655197" y="872020"/>
                      <a:pt x="4651408" y="875463"/>
                      <a:pt x="4647391" y="878635"/>
                    </a:cubicBezTo>
                    <a:lnTo>
                      <a:pt x="4627794" y="899260"/>
                    </a:lnTo>
                    <a:cubicBezTo>
                      <a:pt x="4627794" y="899260"/>
                      <a:pt x="4627794" y="909579"/>
                      <a:pt x="4616459" y="914732"/>
                    </a:cubicBezTo>
                    <a:lnTo>
                      <a:pt x="4606141" y="924011"/>
                    </a:lnTo>
                    <a:cubicBezTo>
                      <a:pt x="4599958" y="929164"/>
                      <a:pt x="4591708" y="924011"/>
                      <a:pt x="4589640" y="932261"/>
                    </a:cubicBezTo>
                    <a:cubicBezTo>
                      <a:pt x="4588092" y="935888"/>
                      <a:pt x="4588092" y="939981"/>
                      <a:pt x="4589640" y="943608"/>
                    </a:cubicBezTo>
                    <a:cubicBezTo>
                      <a:pt x="4589640" y="943608"/>
                      <a:pt x="4600987" y="949800"/>
                      <a:pt x="4604083" y="951858"/>
                    </a:cubicBezTo>
                    <a:cubicBezTo>
                      <a:pt x="4606985" y="955799"/>
                      <a:pt x="4610460" y="959274"/>
                      <a:pt x="4614391" y="962176"/>
                    </a:cubicBezTo>
                    <a:lnTo>
                      <a:pt x="4632959" y="975579"/>
                    </a:lnTo>
                    <a:lnTo>
                      <a:pt x="4644294" y="981762"/>
                    </a:lnTo>
                    <a:lnTo>
                      <a:pt x="4655641" y="981762"/>
                    </a:lnTo>
                    <a:cubicBezTo>
                      <a:pt x="4657601" y="982693"/>
                      <a:pt x="4659874" y="982693"/>
                      <a:pt x="4661834" y="981762"/>
                    </a:cubicBezTo>
                    <a:cubicBezTo>
                      <a:pt x="4661834" y="975579"/>
                      <a:pt x="4661834" y="973511"/>
                      <a:pt x="4653584" y="970426"/>
                    </a:cubicBezTo>
                    <a:cubicBezTo>
                      <a:pt x="4645334" y="967329"/>
                      <a:pt x="4641209" y="970426"/>
                      <a:pt x="4641209" y="965261"/>
                    </a:cubicBezTo>
                    <a:cubicBezTo>
                      <a:pt x="4641209" y="960108"/>
                      <a:pt x="4641209" y="957011"/>
                      <a:pt x="4647391" y="954954"/>
                    </a:cubicBezTo>
                    <a:cubicBezTo>
                      <a:pt x="4653584" y="952886"/>
                      <a:pt x="4654612" y="945675"/>
                      <a:pt x="4647391" y="942579"/>
                    </a:cubicBezTo>
                    <a:cubicBezTo>
                      <a:pt x="4640180" y="939482"/>
                      <a:pt x="4637084" y="942579"/>
                      <a:pt x="4633987" y="948761"/>
                    </a:cubicBezTo>
                    <a:cubicBezTo>
                      <a:pt x="4631724" y="951327"/>
                      <a:pt x="4627816" y="951576"/>
                      <a:pt x="4625250" y="949313"/>
                    </a:cubicBezTo>
                    <a:cubicBezTo>
                      <a:pt x="4625055" y="949140"/>
                      <a:pt x="4624871" y="948956"/>
                      <a:pt x="4624709" y="948761"/>
                    </a:cubicBezTo>
                    <a:cubicBezTo>
                      <a:pt x="4624709" y="948761"/>
                      <a:pt x="4616459" y="948761"/>
                      <a:pt x="4615419" y="948761"/>
                    </a:cubicBezTo>
                    <a:cubicBezTo>
                      <a:pt x="4613503" y="942503"/>
                      <a:pt x="4616036" y="935726"/>
                      <a:pt x="4621612" y="932261"/>
                    </a:cubicBezTo>
                    <a:cubicBezTo>
                      <a:pt x="4629375" y="924509"/>
                      <a:pt x="4637647" y="917266"/>
                      <a:pt x="4646362" y="910607"/>
                    </a:cubicBezTo>
                    <a:cubicBezTo>
                      <a:pt x="4651516" y="910607"/>
                      <a:pt x="4655641" y="896175"/>
                      <a:pt x="4659766" y="893078"/>
                    </a:cubicBezTo>
                    <a:cubicBezTo>
                      <a:pt x="4667854" y="886062"/>
                      <a:pt x="4675443" y="878484"/>
                      <a:pt x="4682459" y="870385"/>
                    </a:cubicBezTo>
                    <a:cubicBezTo>
                      <a:pt x="4684689" y="867776"/>
                      <a:pt x="4686757" y="865015"/>
                      <a:pt x="4688641" y="862146"/>
                    </a:cubicBezTo>
                    <a:cubicBezTo>
                      <a:pt x="4693199" y="858129"/>
                      <a:pt x="4699067" y="855920"/>
                      <a:pt x="4705141" y="855953"/>
                    </a:cubicBezTo>
                    <a:cubicBezTo>
                      <a:pt x="4708855" y="854946"/>
                      <a:pt x="4712774" y="854946"/>
                      <a:pt x="4716488" y="855953"/>
                    </a:cubicBezTo>
                    <a:cubicBezTo>
                      <a:pt x="4716488" y="855953"/>
                      <a:pt x="4716488" y="866260"/>
                      <a:pt x="4707209" y="871424"/>
                    </a:cubicBezTo>
                    <a:cubicBezTo>
                      <a:pt x="4704134" y="873990"/>
                      <a:pt x="4702261" y="877726"/>
                      <a:pt x="4702056" y="881732"/>
                    </a:cubicBezTo>
                    <a:cubicBezTo>
                      <a:pt x="4695440" y="891747"/>
                      <a:pt x="4687840" y="901079"/>
                      <a:pt x="4679363" y="909579"/>
                    </a:cubicBezTo>
                    <a:cubicBezTo>
                      <a:pt x="4674209" y="909579"/>
                      <a:pt x="4679363" y="914732"/>
                      <a:pt x="4679363" y="918857"/>
                    </a:cubicBezTo>
                    <a:cubicBezTo>
                      <a:pt x="4679363" y="922982"/>
                      <a:pt x="4690709" y="927107"/>
                      <a:pt x="4691738" y="932261"/>
                    </a:cubicBezTo>
                    <a:cubicBezTo>
                      <a:pt x="4692766" y="937425"/>
                      <a:pt x="4691738" y="941550"/>
                      <a:pt x="4691738" y="943608"/>
                    </a:cubicBezTo>
                    <a:cubicBezTo>
                      <a:pt x="4691738" y="945675"/>
                      <a:pt x="4710306" y="943608"/>
                      <a:pt x="4714420" y="943608"/>
                    </a:cubicBezTo>
                    <a:cubicBezTo>
                      <a:pt x="4718545" y="943608"/>
                      <a:pt x="4725766" y="926079"/>
                      <a:pt x="4723709" y="922982"/>
                    </a:cubicBezTo>
                    <a:cubicBezTo>
                      <a:pt x="4721641" y="919886"/>
                      <a:pt x="4714420" y="922982"/>
                      <a:pt x="4709266" y="915761"/>
                    </a:cubicBezTo>
                    <a:cubicBezTo>
                      <a:pt x="4704113" y="908550"/>
                      <a:pt x="4701016" y="915761"/>
                      <a:pt x="4698959" y="915761"/>
                    </a:cubicBezTo>
                    <a:cubicBezTo>
                      <a:pt x="4696891" y="915761"/>
                      <a:pt x="4707209" y="902357"/>
                      <a:pt x="4714420" y="901328"/>
                    </a:cubicBezTo>
                    <a:cubicBezTo>
                      <a:pt x="4720862" y="900083"/>
                      <a:pt x="4726892" y="897247"/>
                      <a:pt x="4731959" y="893078"/>
                    </a:cubicBezTo>
                    <a:cubicBezTo>
                      <a:pt x="4737113" y="887925"/>
                      <a:pt x="4738142" y="877606"/>
                      <a:pt x="4740209" y="875549"/>
                    </a:cubicBezTo>
                    <a:cubicBezTo>
                      <a:pt x="4745872" y="873492"/>
                      <a:pt x="4752076" y="873492"/>
                      <a:pt x="4757738" y="875549"/>
                    </a:cubicBezTo>
                    <a:cubicBezTo>
                      <a:pt x="4757738" y="875549"/>
                      <a:pt x="4757738" y="888953"/>
                      <a:pt x="4757738" y="893078"/>
                    </a:cubicBezTo>
                    <a:cubicBezTo>
                      <a:pt x="4766183" y="895309"/>
                      <a:pt x="4775072" y="895309"/>
                      <a:pt x="4783517" y="893078"/>
                    </a:cubicBezTo>
                    <a:cubicBezTo>
                      <a:pt x="4788670" y="893078"/>
                      <a:pt x="4800017" y="883800"/>
                      <a:pt x="4807239" y="886885"/>
                    </a:cubicBezTo>
                    <a:cubicBezTo>
                      <a:pt x="4814460" y="889982"/>
                      <a:pt x="4807239" y="893078"/>
                      <a:pt x="4814460" y="893078"/>
                    </a:cubicBezTo>
                    <a:lnTo>
                      <a:pt x="4822710" y="899260"/>
                    </a:lnTo>
                    <a:lnTo>
                      <a:pt x="4815489" y="903386"/>
                    </a:lnTo>
                    <a:cubicBezTo>
                      <a:pt x="4818000" y="910748"/>
                      <a:pt x="4818000" y="918716"/>
                      <a:pt x="4815489" y="926079"/>
                    </a:cubicBezTo>
                    <a:cubicBezTo>
                      <a:pt x="4815489" y="933300"/>
                      <a:pt x="4802085" y="936386"/>
                      <a:pt x="4793835" y="935357"/>
                    </a:cubicBezTo>
                    <a:cubicBezTo>
                      <a:pt x="4786018" y="933625"/>
                      <a:pt x="4777919" y="933625"/>
                      <a:pt x="4770113" y="935357"/>
                    </a:cubicBezTo>
                    <a:cubicBezTo>
                      <a:pt x="4770113" y="935357"/>
                      <a:pt x="4756710" y="943608"/>
                      <a:pt x="4756710" y="946704"/>
                    </a:cubicBezTo>
                    <a:cubicBezTo>
                      <a:pt x="4758442" y="952063"/>
                      <a:pt x="4758442" y="957845"/>
                      <a:pt x="4756710" y="963204"/>
                    </a:cubicBezTo>
                    <a:cubicBezTo>
                      <a:pt x="4751556" y="968358"/>
                      <a:pt x="4741238" y="963204"/>
                      <a:pt x="4713391" y="976608"/>
                    </a:cubicBezTo>
                    <a:lnTo>
                      <a:pt x="4686584" y="976608"/>
                    </a:lnTo>
                    <a:cubicBezTo>
                      <a:pt x="4681430" y="976608"/>
                      <a:pt x="4686584" y="991051"/>
                      <a:pt x="4692766" y="997233"/>
                    </a:cubicBezTo>
                    <a:cubicBezTo>
                      <a:pt x="4698959" y="1003415"/>
                      <a:pt x="4679363" y="1004455"/>
                      <a:pt x="4687613" y="1013733"/>
                    </a:cubicBezTo>
                    <a:cubicBezTo>
                      <a:pt x="4695863" y="1023012"/>
                      <a:pt x="4707209" y="1021983"/>
                      <a:pt x="4711334" y="1013733"/>
                    </a:cubicBezTo>
                    <a:cubicBezTo>
                      <a:pt x="4715459" y="1005483"/>
                      <a:pt x="4705141" y="1003415"/>
                      <a:pt x="4705141" y="999301"/>
                    </a:cubicBezTo>
                    <a:cubicBezTo>
                      <a:pt x="4705141" y="995176"/>
                      <a:pt x="4712363" y="984858"/>
                      <a:pt x="4714420" y="985887"/>
                    </a:cubicBezTo>
                    <a:cubicBezTo>
                      <a:pt x="4718426" y="987305"/>
                      <a:pt x="4722800" y="987305"/>
                      <a:pt x="4726795" y="985887"/>
                    </a:cubicBezTo>
                    <a:cubicBezTo>
                      <a:pt x="4726806" y="985887"/>
                      <a:pt x="4735045" y="985887"/>
                      <a:pt x="4739181" y="985887"/>
                    </a:cubicBezTo>
                    <a:cubicBezTo>
                      <a:pt x="4743306" y="985887"/>
                      <a:pt x="4739181" y="976608"/>
                      <a:pt x="4749488" y="974551"/>
                    </a:cubicBezTo>
                    <a:cubicBezTo>
                      <a:pt x="4759795" y="972483"/>
                      <a:pt x="4760835" y="974551"/>
                      <a:pt x="4763920" y="979704"/>
                    </a:cubicBezTo>
                    <a:cubicBezTo>
                      <a:pt x="4767017" y="984858"/>
                      <a:pt x="4774238" y="979704"/>
                      <a:pt x="4778363" y="979704"/>
                    </a:cubicBezTo>
                    <a:lnTo>
                      <a:pt x="4789710" y="973511"/>
                    </a:lnTo>
                    <a:cubicBezTo>
                      <a:pt x="4797960" y="966301"/>
                      <a:pt x="4789710" y="953926"/>
                      <a:pt x="4800017" y="949800"/>
                    </a:cubicBezTo>
                    <a:cubicBezTo>
                      <a:pt x="4810335" y="945675"/>
                      <a:pt x="4847460" y="967329"/>
                      <a:pt x="4852614" y="968358"/>
                    </a:cubicBezTo>
                    <a:cubicBezTo>
                      <a:pt x="4857767" y="969386"/>
                      <a:pt x="4857767" y="968358"/>
                      <a:pt x="4860864" y="968358"/>
                    </a:cubicBezTo>
                    <a:cubicBezTo>
                      <a:pt x="4866050" y="969159"/>
                      <a:pt x="4870392" y="972710"/>
                      <a:pt x="4872210" y="977637"/>
                    </a:cubicBezTo>
                    <a:cubicBezTo>
                      <a:pt x="4872633" y="983819"/>
                      <a:pt x="4872633" y="990023"/>
                      <a:pt x="4872210" y="996205"/>
                    </a:cubicBezTo>
                    <a:cubicBezTo>
                      <a:pt x="4872286" y="1000535"/>
                      <a:pt x="4869883" y="1004541"/>
                      <a:pt x="4866017" y="1006512"/>
                    </a:cubicBezTo>
                    <a:cubicBezTo>
                      <a:pt x="4866017" y="1006512"/>
                      <a:pt x="4850546" y="1013733"/>
                      <a:pt x="4850546" y="1019926"/>
                    </a:cubicBezTo>
                    <a:cubicBezTo>
                      <a:pt x="4850546" y="1026108"/>
                      <a:pt x="4833017" y="1019926"/>
                      <a:pt x="4822710" y="1019926"/>
                    </a:cubicBezTo>
                    <a:cubicBezTo>
                      <a:pt x="4807747" y="1020966"/>
                      <a:pt x="4793413" y="1026347"/>
                      <a:pt x="4781460" y="1035387"/>
                    </a:cubicBezTo>
                    <a:lnTo>
                      <a:pt x="4767017" y="1041580"/>
                    </a:lnTo>
                    <a:lnTo>
                      <a:pt x="4752585" y="1049830"/>
                    </a:lnTo>
                    <a:cubicBezTo>
                      <a:pt x="4745515" y="1052450"/>
                      <a:pt x="4739159" y="1056695"/>
                      <a:pt x="4734016" y="1062205"/>
                    </a:cubicBezTo>
                    <a:cubicBezTo>
                      <a:pt x="4734016" y="1062205"/>
                      <a:pt x="4734016" y="1068388"/>
                      <a:pt x="4739181" y="1071484"/>
                    </a:cubicBezTo>
                    <a:cubicBezTo>
                      <a:pt x="4745363" y="1075382"/>
                      <a:pt x="4752487" y="1077526"/>
                      <a:pt x="4759806" y="1077677"/>
                    </a:cubicBezTo>
                    <a:lnTo>
                      <a:pt x="4769085" y="1086956"/>
                    </a:lnTo>
                    <a:cubicBezTo>
                      <a:pt x="4769085" y="1086956"/>
                      <a:pt x="4769085" y="1097263"/>
                      <a:pt x="4769085" y="1100359"/>
                    </a:cubicBezTo>
                    <a:cubicBezTo>
                      <a:pt x="4769085" y="1103456"/>
                      <a:pt x="4774238" y="1100359"/>
                      <a:pt x="4775267" y="1111706"/>
                    </a:cubicBezTo>
                    <a:cubicBezTo>
                      <a:pt x="4776295" y="1123053"/>
                      <a:pt x="4781460" y="1118928"/>
                      <a:pt x="4775267" y="1125110"/>
                    </a:cubicBezTo>
                    <a:cubicBezTo>
                      <a:pt x="4772300" y="1135623"/>
                      <a:pt x="4766183" y="1144988"/>
                      <a:pt x="4757738" y="1151928"/>
                    </a:cubicBezTo>
                    <a:cubicBezTo>
                      <a:pt x="4750073" y="1157980"/>
                      <a:pt x="4741325" y="1162528"/>
                      <a:pt x="4731959" y="1165332"/>
                    </a:cubicBezTo>
                    <a:cubicBezTo>
                      <a:pt x="4717700" y="1160850"/>
                      <a:pt x="4704892" y="1152664"/>
                      <a:pt x="4694834" y="1141610"/>
                    </a:cubicBezTo>
                    <a:cubicBezTo>
                      <a:pt x="4691175" y="1138113"/>
                      <a:pt x="4686465" y="1135937"/>
                      <a:pt x="4681430" y="1135428"/>
                    </a:cubicBezTo>
                    <a:cubicBezTo>
                      <a:pt x="4681430" y="1135417"/>
                      <a:pt x="4672141" y="1127178"/>
                      <a:pt x="4671112" y="1123053"/>
                    </a:cubicBezTo>
                    <a:cubicBezTo>
                      <a:pt x="4667767" y="1116697"/>
                      <a:pt x="4662787" y="1111349"/>
                      <a:pt x="4656669" y="1107581"/>
                    </a:cubicBezTo>
                    <a:cubicBezTo>
                      <a:pt x="4643385" y="1099515"/>
                      <a:pt x="4627740" y="1096234"/>
                      <a:pt x="4612333" y="1098302"/>
                    </a:cubicBezTo>
                    <a:cubicBezTo>
                      <a:pt x="4605892" y="1099829"/>
                      <a:pt x="4599179" y="1099829"/>
                      <a:pt x="4592737" y="1098302"/>
                    </a:cubicBezTo>
                    <a:cubicBezTo>
                      <a:pt x="4584519" y="1097198"/>
                      <a:pt x="4576193" y="1097198"/>
                      <a:pt x="4567987" y="1098302"/>
                    </a:cubicBezTo>
                    <a:cubicBezTo>
                      <a:pt x="4561003" y="1099937"/>
                      <a:pt x="4554810" y="1103943"/>
                      <a:pt x="4550458" y="1109638"/>
                    </a:cubicBezTo>
                    <a:cubicBezTo>
                      <a:pt x="4550458" y="1109638"/>
                      <a:pt x="4550458" y="1115831"/>
                      <a:pt x="4550458" y="1118928"/>
                    </a:cubicBezTo>
                    <a:cubicBezTo>
                      <a:pt x="4556922" y="1120996"/>
                      <a:pt x="4563147" y="1123767"/>
                      <a:pt x="4569015" y="1127178"/>
                    </a:cubicBezTo>
                    <a:cubicBezTo>
                      <a:pt x="4569015" y="1127178"/>
                      <a:pt x="4579333" y="1127178"/>
                      <a:pt x="4581390" y="1127178"/>
                    </a:cubicBezTo>
                    <a:cubicBezTo>
                      <a:pt x="4583458" y="1127178"/>
                      <a:pt x="4581390" y="1139553"/>
                      <a:pt x="4587583" y="1149860"/>
                    </a:cubicBezTo>
                    <a:cubicBezTo>
                      <a:pt x="4593765" y="1160178"/>
                      <a:pt x="4587583" y="1161207"/>
                      <a:pt x="4595833" y="1170485"/>
                    </a:cubicBezTo>
                    <a:cubicBezTo>
                      <a:pt x="4604083" y="1179764"/>
                      <a:pt x="4600987" y="1178736"/>
                      <a:pt x="4595833" y="1181832"/>
                    </a:cubicBezTo>
                    <a:cubicBezTo>
                      <a:pt x="4590680" y="1184929"/>
                      <a:pt x="4583458" y="1192139"/>
                      <a:pt x="4577265" y="1192139"/>
                    </a:cubicBezTo>
                    <a:cubicBezTo>
                      <a:pt x="4571874" y="1193688"/>
                      <a:pt x="4566157" y="1193688"/>
                      <a:pt x="4560765" y="1192139"/>
                    </a:cubicBezTo>
                    <a:cubicBezTo>
                      <a:pt x="4555308" y="1187191"/>
                      <a:pt x="4549451" y="1182698"/>
                      <a:pt x="4543237" y="1178736"/>
                    </a:cubicBezTo>
                    <a:lnTo>
                      <a:pt x="4529833" y="1171514"/>
                    </a:lnTo>
                    <a:cubicBezTo>
                      <a:pt x="4524668" y="1171514"/>
                      <a:pt x="4503015" y="1151928"/>
                      <a:pt x="4495793" y="1157082"/>
                    </a:cubicBezTo>
                    <a:cubicBezTo>
                      <a:pt x="4490975" y="1163210"/>
                      <a:pt x="4485811" y="1169067"/>
                      <a:pt x="4480332" y="1174611"/>
                    </a:cubicBezTo>
                    <a:cubicBezTo>
                      <a:pt x="4480332" y="1174611"/>
                      <a:pt x="4470015" y="1182861"/>
                      <a:pt x="4463832" y="1185957"/>
                    </a:cubicBezTo>
                    <a:cubicBezTo>
                      <a:pt x="4456394" y="1189075"/>
                      <a:pt x="4449454" y="1193244"/>
                      <a:pt x="4443207" y="1198332"/>
                    </a:cubicBezTo>
                    <a:cubicBezTo>
                      <a:pt x="4443207" y="1203486"/>
                      <a:pt x="4427736" y="1198332"/>
                      <a:pt x="4426707" y="1198332"/>
                    </a:cubicBezTo>
                    <a:cubicBezTo>
                      <a:pt x="4425668" y="1198332"/>
                      <a:pt x="4401957" y="1214833"/>
                      <a:pt x="4390610" y="1208640"/>
                    </a:cubicBezTo>
                    <a:cubicBezTo>
                      <a:pt x="4379264" y="1202457"/>
                      <a:pt x="4373082" y="1200389"/>
                      <a:pt x="4367928" y="1196264"/>
                    </a:cubicBezTo>
                    <a:cubicBezTo>
                      <a:pt x="4362439" y="1191966"/>
                      <a:pt x="4356571" y="1188166"/>
                      <a:pt x="4350389" y="1184929"/>
                    </a:cubicBezTo>
                    <a:cubicBezTo>
                      <a:pt x="4341532" y="1179905"/>
                      <a:pt x="4334354" y="1172369"/>
                      <a:pt x="4329763" y="1163275"/>
                    </a:cubicBezTo>
                    <a:cubicBezTo>
                      <a:pt x="4329763" y="1163264"/>
                      <a:pt x="4338014" y="1153985"/>
                      <a:pt x="4342139" y="1149860"/>
                    </a:cubicBezTo>
                    <a:cubicBezTo>
                      <a:pt x="4346264" y="1145735"/>
                      <a:pt x="4342139" y="1114803"/>
                      <a:pt x="4342139" y="1110678"/>
                    </a:cubicBezTo>
                    <a:cubicBezTo>
                      <a:pt x="4342139" y="1106542"/>
                      <a:pt x="4351417" y="1110678"/>
                      <a:pt x="4358639" y="1116860"/>
                    </a:cubicBezTo>
                    <a:cubicBezTo>
                      <a:pt x="4368188" y="1124655"/>
                      <a:pt x="4378170" y="1131877"/>
                      <a:pt x="4388553" y="1138514"/>
                    </a:cubicBezTo>
                    <a:cubicBezTo>
                      <a:pt x="4402985" y="1146764"/>
                      <a:pt x="4429804" y="1130263"/>
                      <a:pt x="4445264" y="1126138"/>
                    </a:cubicBezTo>
                    <a:cubicBezTo>
                      <a:pt x="4460736" y="1122013"/>
                      <a:pt x="4454543" y="1119956"/>
                      <a:pt x="4445264" y="1112735"/>
                    </a:cubicBezTo>
                    <a:cubicBezTo>
                      <a:pt x="4438249" y="1106217"/>
                      <a:pt x="4430659" y="1100349"/>
                      <a:pt x="4422582" y="1095206"/>
                    </a:cubicBezTo>
                    <a:lnTo>
                      <a:pt x="4399889" y="1078706"/>
                    </a:lnTo>
                    <a:cubicBezTo>
                      <a:pt x="4399889" y="1073552"/>
                      <a:pt x="4380292" y="1069427"/>
                      <a:pt x="4378235" y="1067359"/>
                    </a:cubicBezTo>
                    <a:cubicBezTo>
                      <a:pt x="4376167" y="1065302"/>
                      <a:pt x="4366889" y="1060137"/>
                      <a:pt x="4367928" y="1048802"/>
                    </a:cubicBezTo>
                    <a:cubicBezTo>
                      <a:pt x="4368957" y="1037455"/>
                      <a:pt x="4367928" y="1041580"/>
                      <a:pt x="4367928" y="1038484"/>
                    </a:cubicBezTo>
                    <a:cubicBezTo>
                      <a:pt x="4367928" y="1035387"/>
                      <a:pt x="4375139" y="1029205"/>
                      <a:pt x="4378235" y="1026108"/>
                    </a:cubicBezTo>
                    <a:cubicBezTo>
                      <a:pt x="4383497" y="1021767"/>
                      <a:pt x="4389419" y="1018291"/>
                      <a:pt x="4395764" y="1015790"/>
                    </a:cubicBezTo>
                    <a:cubicBezTo>
                      <a:pt x="4405984" y="1013939"/>
                      <a:pt x="4416508" y="1016570"/>
                      <a:pt x="4424639" y="1023012"/>
                    </a:cubicBezTo>
                    <a:cubicBezTo>
                      <a:pt x="4424639" y="1023012"/>
                      <a:pt x="4431861" y="1037455"/>
                      <a:pt x="4433929" y="1039512"/>
                    </a:cubicBezTo>
                    <a:cubicBezTo>
                      <a:pt x="4435986" y="1041580"/>
                      <a:pt x="4448361" y="1039512"/>
                      <a:pt x="4454543" y="1045705"/>
                    </a:cubicBezTo>
                    <a:cubicBezTo>
                      <a:pt x="4461418" y="1048867"/>
                      <a:pt x="4467979" y="1052667"/>
                      <a:pt x="4474140" y="1057041"/>
                    </a:cubicBezTo>
                    <a:cubicBezTo>
                      <a:pt x="4478427" y="1059986"/>
                      <a:pt x="4483396" y="1061762"/>
                      <a:pt x="4488583" y="1062205"/>
                    </a:cubicBezTo>
                    <a:cubicBezTo>
                      <a:pt x="4491062" y="1063927"/>
                      <a:pt x="4494353" y="1063927"/>
                      <a:pt x="4496833" y="1062205"/>
                    </a:cubicBezTo>
                    <a:cubicBezTo>
                      <a:pt x="4496833" y="1062205"/>
                      <a:pt x="4507140" y="1053955"/>
                      <a:pt x="4510236" y="1052927"/>
                    </a:cubicBezTo>
                    <a:lnTo>
                      <a:pt x="4526736" y="1045705"/>
                    </a:lnTo>
                    <a:cubicBezTo>
                      <a:pt x="4526736" y="1045705"/>
                      <a:pt x="4526736" y="1038484"/>
                      <a:pt x="4518486" y="1035387"/>
                    </a:cubicBezTo>
                    <a:cubicBezTo>
                      <a:pt x="4513084" y="1033947"/>
                      <a:pt x="4507389" y="1033947"/>
                      <a:pt x="4501986" y="1035387"/>
                    </a:cubicBezTo>
                    <a:cubicBezTo>
                      <a:pt x="4496172" y="1034922"/>
                      <a:pt x="4490531" y="1033157"/>
                      <a:pt x="4485486" y="1030234"/>
                    </a:cubicBezTo>
                    <a:cubicBezTo>
                      <a:pt x="4481394" y="1027852"/>
                      <a:pt x="4478145" y="1024246"/>
                      <a:pt x="4476207" y="1019926"/>
                    </a:cubicBezTo>
                    <a:cubicBezTo>
                      <a:pt x="4476207" y="1013733"/>
                      <a:pt x="4476207" y="1011676"/>
                      <a:pt x="4476207" y="1007551"/>
                    </a:cubicBezTo>
                    <a:cubicBezTo>
                      <a:pt x="4480549" y="1002744"/>
                      <a:pt x="4486341" y="999485"/>
                      <a:pt x="4492708" y="998262"/>
                    </a:cubicBezTo>
                    <a:cubicBezTo>
                      <a:pt x="4492708" y="998262"/>
                      <a:pt x="4510236" y="983830"/>
                      <a:pt x="4526736" y="984858"/>
                    </a:cubicBezTo>
                    <a:cubicBezTo>
                      <a:pt x="4543237" y="985887"/>
                      <a:pt x="4536015" y="997233"/>
                      <a:pt x="4541169" y="999301"/>
                    </a:cubicBezTo>
                    <a:lnTo>
                      <a:pt x="4550458" y="999301"/>
                    </a:lnTo>
                    <a:lnTo>
                      <a:pt x="4563862" y="1011676"/>
                    </a:lnTo>
                    <a:cubicBezTo>
                      <a:pt x="4569762" y="1015910"/>
                      <a:pt x="4575966" y="1019699"/>
                      <a:pt x="4582419" y="1023012"/>
                    </a:cubicBezTo>
                    <a:cubicBezTo>
                      <a:pt x="4582419" y="1023012"/>
                      <a:pt x="4589640" y="1031262"/>
                      <a:pt x="4594805" y="1032291"/>
                    </a:cubicBezTo>
                    <a:lnTo>
                      <a:pt x="4607180" y="1039512"/>
                    </a:lnTo>
                    <a:cubicBezTo>
                      <a:pt x="4607180" y="1039512"/>
                      <a:pt x="4613362" y="1039512"/>
                      <a:pt x="4616459" y="1039512"/>
                    </a:cubicBezTo>
                    <a:cubicBezTo>
                      <a:pt x="4619555" y="1039512"/>
                      <a:pt x="4626766" y="1049830"/>
                      <a:pt x="4628834" y="1052927"/>
                    </a:cubicBezTo>
                    <a:cubicBezTo>
                      <a:pt x="4632818" y="1056121"/>
                      <a:pt x="4636607" y="1059564"/>
                      <a:pt x="4640169" y="1063234"/>
                    </a:cubicBezTo>
                    <a:cubicBezTo>
                      <a:pt x="4641534" y="1068193"/>
                      <a:pt x="4644002" y="1072773"/>
                      <a:pt x="4647391" y="1076638"/>
                    </a:cubicBezTo>
                    <a:cubicBezTo>
                      <a:pt x="4647391" y="1076638"/>
                      <a:pt x="4662862" y="1081802"/>
                      <a:pt x="4665959" y="1083859"/>
                    </a:cubicBezTo>
                    <a:cubicBezTo>
                      <a:pt x="4669055" y="1085927"/>
                      <a:pt x="4683488" y="1083859"/>
                      <a:pt x="4685545" y="1078706"/>
                    </a:cubicBezTo>
                    <a:cubicBezTo>
                      <a:pt x="4680553" y="1072946"/>
                      <a:pt x="4674631" y="1068063"/>
                      <a:pt x="4668016" y="1064263"/>
                    </a:cubicBezTo>
                    <a:cubicBezTo>
                      <a:pt x="4662862" y="1064273"/>
                      <a:pt x="4652555" y="1049830"/>
                      <a:pt x="4649459" y="1048802"/>
                    </a:cubicBezTo>
                    <a:cubicBezTo>
                      <a:pt x="4638101" y="1042814"/>
                      <a:pt x="4628227" y="1034359"/>
                      <a:pt x="4620584" y="1024051"/>
                    </a:cubicBezTo>
                    <a:cubicBezTo>
                      <a:pt x="4616383" y="1019352"/>
                      <a:pt x="4611067" y="1015801"/>
                      <a:pt x="4605112" y="1013733"/>
                    </a:cubicBezTo>
                    <a:cubicBezTo>
                      <a:pt x="4599493" y="1010637"/>
                      <a:pt x="4594285" y="1006826"/>
                      <a:pt x="4589640" y="1002387"/>
                    </a:cubicBezTo>
                    <a:lnTo>
                      <a:pt x="4565930" y="982801"/>
                    </a:lnTo>
                    <a:cubicBezTo>
                      <a:pt x="4551746" y="971790"/>
                      <a:pt x="4536134" y="962760"/>
                      <a:pt x="4519515" y="955983"/>
                    </a:cubicBezTo>
                    <a:lnTo>
                      <a:pt x="4496833" y="955983"/>
                    </a:lnTo>
                    <a:cubicBezTo>
                      <a:pt x="4479293" y="955983"/>
                      <a:pt x="4463832" y="955983"/>
                      <a:pt x="4453514" y="947732"/>
                    </a:cubicBezTo>
                    <a:cubicBezTo>
                      <a:pt x="4448458" y="945394"/>
                      <a:pt x="4446174" y="939461"/>
                      <a:pt x="4448361" y="934329"/>
                    </a:cubicBezTo>
                    <a:cubicBezTo>
                      <a:pt x="4451652" y="923296"/>
                      <a:pt x="4457282" y="913097"/>
                      <a:pt x="4464861" y="904425"/>
                    </a:cubicBezTo>
                    <a:cubicBezTo>
                      <a:pt x="4472082" y="897203"/>
                      <a:pt x="4478265" y="904425"/>
                      <a:pt x="4488583" y="882760"/>
                    </a:cubicBezTo>
                    <a:cubicBezTo>
                      <a:pt x="4492729" y="880367"/>
                      <a:pt x="4497840" y="880367"/>
                      <a:pt x="4501986" y="882760"/>
                    </a:cubicBezTo>
                    <a:cubicBezTo>
                      <a:pt x="4505375" y="883637"/>
                      <a:pt x="4508915" y="883637"/>
                      <a:pt x="4512304" y="882760"/>
                    </a:cubicBezTo>
                    <a:cubicBezTo>
                      <a:pt x="4525708" y="882760"/>
                      <a:pt x="4539111" y="876578"/>
                      <a:pt x="4555612" y="873482"/>
                    </a:cubicBezTo>
                    <a:cubicBezTo>
                      <a:pt x="4555612" y="873482"/>
                      <a:pt x="4555612" y="873482"/>
                      <a:pt x="4560765" y="873482"/>
                    </a:cubicBezTo>
                    <a:cubicBezTo>
                      <a:pt x="4555373" y="881981"/>
                      <a:pt x="4549159" y="889928"/>
                      <a:pt x="4542208" y="897203"/>
                    </a:cubicBezTo>
                    <a:cubicBezTo>
                      <a:pt x="4538787" y="900224"/>
                      <a:pt x="4538462" y="905432"/>
                      <a:pt x="4541472" y="908853"/>
                    </a:cubicBezTo>
                    <a:cubicBezTo>
                      <a:pt x="4541699" y="909102"/>
                      <a:pt x="4541948" y="909351"/>
                      <a:pt x="4542208" y="909579"/>
                    </a:cubicBezTo>
                    <a:cubicBezTo>
                      <a:pt x="4548390" y="913097"/>
                      <a:pt x="4554962" y="915858"/>
                      <a:pt x="4561805" y="917829"/>
                    </a:cubicBezTo>
                    <a:cubicBezTo>
                      <a:pt x="4564674" y="919485"/>
                      <a:pt x="4568214" y="919485"/>
                      <a:pt x="4571083" y="917829"/>
                    </a:cubicBezTo>
                    <a:cubicBezTo>
                      <a:pt x="4571083" y="917829"/>
                      <a:pt x="4571083" y="907511"/>
                      <a:pt x="4577265" y="904425"/>
                    </a:cubicBezTo>
                    <a:cubicBezTo>
                      <a:pt x="4580286" y="898470"/>
                      <a:pt x="4584498" y="893197"/>
                      <a:pt x="4589640" y="888953"/>
                    </a:cubicBezTo>
                    <a:cubicBezTo>
                      <a:pt x="4599320" y="879620"/>
                      <a:pt x="4609659" y="871002"/>
                      <a:pt x="4620584" y="863174"/>
                    </a:cubicBezTo>
                    <a:cubicBezTo>
                      <a:pt x="4628834" y="858021"/>
                      <a:pt x="4631919" y="847703"/>
                      <a:pt x="4649459" y="832231"/>
                    </a:cubicBezTo>
                    <a:cubicBezTo>
                      <a:pt x="4666987" y="816759"/>
                      <a:pt x="4665959" y="814702"/>
                      <a:pt x="4664930" y="812634"/>
                    </a:cubicBezTo>
                    <a:cubicBezTo>
                      <a:pt x="4664411" y="811606"/>
                      <a:pt x="4666987" y="809803"/>
                      <a:pt x="4670338" y="809159"/>
                    </a:cubicBezTo>
                    <a:close/>
                    <a:moveTo>
                      <a:pt x="770888" y="804383"/>
                    </a:moveTo>
                    <a:cubicBezTo>
                      <a:pt x="770888" y="804383"/>
                      <a:pt x="778109" y="804383"/>
                      <a:pt x="782234" y="804383"/>
                    </a:cubicBezTo>
                    <a:cubicBezTo>
                      <a:pt x="790419" y="807242"/>
                      <a:pt x="798085" y="811420"/>
                      <a:pt x="804917" y="816759"/>
                    </a:cubicBezTo>
                    <a:cubicBezTo>
                      <a:pt x="818320" y="830162"/>
                      <a:pt x="812138" y="842537"/>
                      <a:pt x="817292" y="853884"/>
                    </a:cubicBezTo>
                    <a:cubicBezTo>
                      <a:pt x="820172" y="859070"/>
                      <a:pt x="823636" y="863920"/>
                      <a:pt x="827610" y="868327"/>
                    </a:cubicBezTo>
                    <a:cubicBezTo>
                      <a:pt x="835860" y="873481"/>
                      <a:pt x="844110" y="868316"/>
                      <a:pt x="842042" y="861105"/>
                    </a:cubicBezTo>
                    <a:cubicBezTo>
                      <a:pt x="843265" y="855324"/>
                      <a:pt x="843265" y="849358"/>
                      <a:pt x="842042" y="843576"/>
                    </a:cubicBezTo>
                    <a:cubicBezTo>
                      <a:pt x="842042" y="843576"/>
                      <a:pt x="855446" y="843576"/>
                      <a:pt x="864735" y="832230"/>
                    </a:cubicBezTo>
                    <a:cubicBezTo>
                      <a:pt x="874014" y="820884"/>
                      <a:pt x="884321" y="832230"/>
                      <a:pt x="893610" y="839441"/>
                    </a:cubicBezTo>
                    <a:cubicBezTo>
                      <a:pt x="899143" y="842278"/>
                      <a:pt x="904340" y="845731"/>
                      <a:pt x="909071" y="849759"/>
                    </a:cubicBezTo>
                    <a:cubicBezTo>
                      <a:pt x="909071" y="849759"/>
                      <a:pt x="909071" y="858009"/>
                      <a:pt x="909071" y="862134"/>
                    </a:cubicBezTo>
                    <a:lnTo>
                      <a:pt x="899793" y="877606"/>
                    </a:lnTo>
                    <a:cubicBezTo>
                      <a:pt x="899793" y="883788"/>
                      <a:pt x="899793" y="889981"/>
                      <a:pt x="899793" y="895134"/>
                    </a:cubicBezTo>
                    <a:cubicBezTo>
                      <a:pt x="899208" y="903027"/>
                      <a:pt x="899208" y="910963"/>
                      <a:pt x="899793" y="918856"/>
                    </a:cubicBezTo>
                    <a:cubicBezTo>
                      <a:pt x="898212" y="930820"/>
                      <a:pt x="894357" y="942372"/>
                      <a:pt x="888457" y="952885"/>
                    </a:cubicBezTo>
                    <a:cubicBezTo>
                      <a:pt x="892549" y="964935"/>
                      <a:pt x="898840" y="976119"/>
                      <a:pt x="907014" y="985885"/>
                    </a:cubicBezTo>
                    <a:cubicBezTo>
                      <a:pt x="910836" y="990368"/>
                      <a:pt x="915372" y="994201"/>
                      <a:pt x="920418" y="997232"/>
                    </a:cubicBezTo>
                    <a:cubicBezTo>
                      <a:pt x="929696" y="1002386"/>
                      <a:pt x="935889" y="1010636"/>
                      <a:pt x="949293" y="1010636"/>
                    </a:cubicBezTo>
                    <a:cubicBezTo>
                      <a:pt x="958604" y="1010733"/>
                      <a:pt x="967558" y="1007009"/>
                      <a:pt x="974043" y="1000318"/>
                    </a:cubicBezTo>
                    <a:cubicBezTo>
                      <a:pt x="978266" y="995846"/>
                      <a:pt x="983138" y="992024"/>
                      <a:pt x="988486" y="988982"/>
                    </a:cubicBezTo>
                    <a:cubicBezTo>
                      <a:pt x="988486" y="988982"/>
                      <a:pt x="997765" y="981760"/>
                      <a:pt x="998794" y="981760"/>
                    </a:cubicBezTo>
                    <a:cubicBezTo>
                      <a:pt x="1003287" y="980537"/>
                      <a:pt x="1007498" y="978436"/>
                      <a:pt x="1011169" y="975578"/>
                    </a:cubicBezTo>
                    <a:cubicBezTo>
                      <a:pt x="1015489" y="970598"/>
                      <a:pt x="1020328" y="966105"/>
                      <a:pt x="1025612" y="962164"/>
                    </a:cubicBezTo>
                    <a:cubicBezTo>
                      <a:pt x="1035302" y="959479"/>
                      <a:pt x="1045631" y="963203"/>
                      <a:pt x="1051391" y="971442"/>
                    </a:cubicBezTo>
                    <a:cubicBezTo>
                      <a:pt x="1057021" y="979919"/>
                      <a:pt x="1061860" y="988895"/>
                      <a:pt x="1065834" y="998260"/>
                    </a:cubicBezTo>
                    <a:cubicBezTo>
                      <a:pt x="1070446" y="1003349"/>
                      <a:pt x="1073012" y="1009964"/>
                      <a:pt x="1073044" y="1016828"/>
                    </a:cubicBezTo>
                    <a:cubicBezTo>
                      <a:pt x="1073044" y="1021981"/>
                      <a:pt x="1063766" y="1028164"/>
                      <a:pt x="1061698" y="1034357"/>
                    </a:cubicBezTo>
                    <a:cubicBezTo>
                      <a:pt x="1059424" y="1041123"/>
                      <a:pt x="1055927" y="1047403"/>
                      <a:pt x="1051391" y="1052914"/>
                    </a:cubicBezTo>
                    <a:cubicBezTo>
                      <a:pt x="1046551" y="1055686"/>
                      <a:pt x="1041343" y="1057775"/>
                      <a:pt x="1035919" y="1059107"/>
                    </a:cubicBezTo>
                    <a:cubicBezTo>
                      <a:pt x="1029509" y="1063189"/>
                      <a:pt x="1023901" y="1068429"/>
                      <a:pt x="1019419" y="1074568"/>
                    </a:cubicBezTo>
                    <a:lnTo>
                      <a:pt x="1003947" y="1090039"/>
                    </a:lnTo>
                    <a:lnTo>
                      <a:pt x="987447" y="1100357"/>
                    </a:lnTo>
                    <a:cubicBezTo>
                      <a:pt x="981265" y="1105511"/>
                      <a:pt x="973015" y="1115829"/>
                      <a:pt x="967861" y="1118915"/>
                    </a:cubicBezTo>
                    <a:cubicBezTo>
                      <a:pt x="962989" y="1121405"/>
                      <a:pt x="957770" y="1123137"/>
                      <a:pt x="952390" y="1124079"/>
                    </a:cubicBezTo>
                    <a:cubicBezTo>
                      <a:pt x="944508" y="1124989"/>
                      <a:pt x="936550" y="1124989"/>
                      <a:pt x="928668" y="1124079"/>
                    </a:cubicBezTo>
                    <a:cubicBezTo>
                      <a:pt x="922107" y="1119380"/>
                      <a:pt x="915903" y="1114216"/>
                      <a:pt x="910111" y="1108607"/>
                    </a:cubicBezTo>
                    <a:lnTo>
                      <a:pt x="885360" y="1093136"/>
                    </a:lnTo>
                    <a:lnTo>
                      <a:pt x="870917" y="1081789"/>
                    </a:lnTo>
                    <a:cubicBezTo>
                      <a:pt x="866543" y="1077783"/>
                      <a:pt x="861693" y="1074319"/>
                      <a:pt x="856485" y="1071482"/>
                    </a:cubicBezTo>
                    <a:cubicBezTo>
                      <a:pt x="848885" y="1067357"/>
                      <a:pt x="841944" y="1062149"/>
                      <a:pt x="835849" y="1056010"/>
                    </a:cubicBezTo>
                    <a:cubicBezTo>
                      <a:pt x="825542" y="1046732"/>
                      <a:pt x="826570" y="1041578"/>
                      <a:pt x="809042" y="1020953"/>
                    </a:cubicBezTo>
                    <a:lnTo>
                      <a:pt x="803888" y="1007539"/>
                    </a:lnTo>
                    <a:cubicBezTo>
                      <a:pt x="794609" y="998260"/>
                      <a:pt x="797695" y="997232"/>
                      <a:pt x="790484" y="988982"/>
                    </a:cubicBezTo>
                    <a:lnTo>
                      <a:pt x="778109" y="970414"/>
                    </a:lnTo>
                    <a:lnTo>
                      <a:pt x="753359" y="944635"/>
                    </a:lnTo>
                    <a:cubicBezTo>
                      <a:pt x="748422" y="939406"/>
                      <a:pt x="744264" y="933505"/>
                      <a:pt x="740984" y="927106"/>
                    </a:cubicBezTo>
                    <a:cubicBezTo>
                      <a:pt x="735202" y="916994"/>
                      <a:pt x="728652" y="907336"/>
                      <a:pt x="721387" y="898231"/>
                    </a:cubicBezTo>
                    <a:cubicBezTo>
                      <a:pt x="715367" y="893272"/>
                      <a:pt x="709846" y="887750"/>
                      <a:pt x="704887" y="881731"/>
                    </a:cubicBezTo>
                    <a:cubicBezTo>
                      <a:pt x="700686" y="877032"/>
                      <a:pt x="700686" y="869930"/>
                      <a:pt x="704887" y="865230"/>
                    </a:cubicBezTo>
                    <a:cubicBezTo>
                      <a:pt x="704887" y="865230"/>
                      <a:pt x="715194" y="859037"/>
                      <a:pt x="719319" y="854912"/>
                    </a:cubicBezTo>
                    <a:cubicBezTo>
                      <a:pt x="723444" y="850787"/>
                      <a:pt x="725512" y="843576"/>
                      <a:pt x="727580" y="841508"/>
                    </a:cubicBezTo>
                    <a:cubicBezTo>
                      <a:pt x="729637" y="839441"/>
                      <a:pt x="735819" y="841508"/>
                      <a:pt x="738916" y="833259"/>
                    </a:cubicBezTo>
                    <a:cubicBezTo>
                      <a:pt x="741742" y="828278"/>
                      <a:pt x="744838" y="823460"/>
                      <a:pt x="748194" y="818815"/>
                    </a:cubicBezTo>
                    <a:lnTo>
                      <a:pt x="748194" y="810576"/>
                    </a:lnTo>
                    <a:cubicBezTo>
                      <a:pt x="753359" y="805412"/>
                      <a:pt x="757484" y="810576"/>
                      <a:pt x="761609" y="810576"/>
                    </a:cubicBezTo>
                    <a:cubicBezTo>
                      <a:pt x="764922" y="808877"/>
                      <a:pt x="768040" y="806798"/>
                      <a:pt x="770888" y="804383"/>
                    </a:cubicBezTo>
                    <a:close/>
                    <a:moveTo>
                      <a:pt x="1449455" y="662074"/>
                    </a:moveTo>
                    <a:cubicBezTo>
                      <a:pt x="1449455" y="662074"/>
                      <a:pt x="1455637" y="662074"/>
                      <a:pt x="1457705" y="662074"/>
                    </a:cubicBezTo>
                    <a:cubicBezTo>
                      <a:pt x="1459762" y="662074"/>
                      <a:pt x="1457705" y="673421"/>
                      <a:pt x="1457705" y="673421"/>
                    </a:cubicBezTo>
                    <a:cubicBezTo>
                      <a:pt x="1457705" y="673421"/>
                      <a:pt x="1463888" y="682699"/>
                      <a:pt x="1462859" y="685795"/>
                    </a:cubicBezTo>
                    <a:cubicBezTo>
                      <a:pt x="1461830" y="688892"/>
                      <a:pt x="1462859" y="693017"/>
                      <a:pt x="1462859" y="698171"/>
                    </a:cubicBezTo>
                    <a:cubicBezTo>
                      <a:pt x="1462859" y="703324"/>
                      <a:pt x="1457705" y="706421"/>
                      <a:pt x="1457705" y="709517"/>
                    </a:cubicBezTo>
                    <a:cubicBezTo>
                      <a:pt x="1457705" y="712603"/>
                      <a:pt x="1462859" y="721892"/>
                      <a:pt x="1457705" y="729114"/>
                    </a:cubicBezTo>
                    <a:cubicBezTo>
                      <a:pt x="1456146" y="734127"/>
                      <a:pt x="1454078" y="738966"/>
                      <a:pt x="1451512" y="743546"/>
                    </a:cubicBezTo>
                    <a:cubicBezTo>
                      <a:pt x="1451512" y="748699"/>
                      <a:pt x="1441205" y="749728"/>
                      <a:pt x="1439137" y="752825"/>
                    </a:cubicBezTo>
                    <a:cubicBezTo>
                      <a:pt x="1437080" y="755921"/>
                      <a:pt x="1430887" y="767268"/>
                      <a:pt x="1425733" y="770353"/>
                    </a:cubicBezTo>
                    <a:cubicBezTo>
                      <a:pt x="1418197" y="778906"/>
                      <a:pt x="1405161" y="779718"/>
                      <a:pt x="1396619" y="772182"/>
                    </a:cubicBezTo>
                    <a:cubicBezTo>
                      <a:pt x="1395980" y="771609"/>
                      <a:pt x="1395363" y="771002"/>
                      <a:pt x="1394800" y="770353"/>
                    </a:cubicBezTo>
                    <a:cubicBezTo>
                      <a:pt x="1393544" y="765394"/>
                      <a:pt x="1391812" y="760555"/>
                      <a:pt x="1389646" y="755921"/>
                    </a:cubicBezTo>
                    <a:cubicBezTo>
                      <a:pt x="1386301" y="753463"/>
                      <a:pt x="1383193" y="750702"/>
                      <a:pt x="1380357" y="747671"/>
                    </a:cubicBezTo>
                    <a:cubicBezTo>
                      <a:pt x="1380357" y="747671"/>
                      <a:pt x="1380357" y="736324"/>
                      <a:pt x="1380357" y="732199"/>
                    </a:cubicBezTo>
                    <a:cubicBezTo>
                      <a:pt x="1375712" y="720626"/>
                      <a:pt x="1375712" y="707688"/>
                      <a:pt x="1380357" y="696103"/>
                    </a:cubicBezTo>
                    <a:cubicBezTo>
                      <a:pt x="1382089" y="691306"/>
                      <a:pt x="1384525" y="686792"/>
                      <a:pt x="1387578" y="682699"/>
                    </a:cubicBezTo>
                    <a:lnTo>
                      <a:pt x="1392732" y="676517"/>
                    </a:lnTo>
                    <a:cubicBezTo>
                      <a:pt x="1404079" y="670325"/>
                      <a:pt x="1415415" y="687853"/>
                      <a:pt x="1418511" y="685795"/>
                    </a:cubicBezTo>
                    <a:cubicBezTo>
                      <a:pt x="1423730" y="682136"/>
                      <a:pt x="1428266" y="677600"/>
                      <a:pt x="1431926" y="672392"/>
                    </a:cubicBezTo>
                    <a:close/>
                    <a:moveTo>
                      <a:pt x="1646166" y="509318"/>
                    </a:moveTo>
                    <a:cubicBezTo>
                      <a:pt x="1653642" y="510735"/>
                      <a:pt x="1661375" y="513570"/>
                      <a:pt x="1664986" y="516660"/>
                    </a:cubicBezTo>
                    <a:lnTo>
                      <a:pt x="1677361" y="521825"/>
                    </a:lnTo>
                    <a:cubicBezTo>
                      <a:pt x="1680035" y="525614"/>
                      <a:pt x="1682114" y="529794"/>
                      <a:pt x="1683554" y="534200"/>
                    </a:cubicBezTo>
                    <a:cubicBezTo>
                      <a:pt x="1683554" y="542450"/>
                      <a:pt x="1683554" y="544507"/>
                      <a:pt x="1683554" y="550701"/>
                    </a:cubicBezTo>
                    <a:cubicBezTo>
                      <a:pt x="1683099" y="556536"/>
                      <a:pt x="1683099" y="562393"/>
                      <a:pt x="1683554" y="568229"/>
                    </a:cubicBezTo>
                    <a:cubicBezTo>
                      <a:pt x="1683814" y="572701"/>
                      <a:pt x="1683814" y="577172"/>
                      <a:pt x="1683554" y="581633"/>
                    </a:cubicBezTo>
                    <a:cubicBezTo>
                      <a:pt x="1683554" y="586797"/>
                      <a:pt x="1678400" y="589883"/>
                      <a:pt x="1674265" y="595036"/>
                    </a:cubicBezTo>
                    <a:cubicBezTo>
                      <a:pt x="1670139" y="600201"/>
                      <a:pt x="1664986" y="595036"/>
                      <a:pt x="1662929" y="602258"/>
                    </a:cubicBezTo>
                    <a:cubicBezTo>
                      <a:pt x="1660861" y="609480"/>
                      <a:pt x="1656735" y="613605"/>
                      <a:pt x="1654678" y="614633"/>
                    </a:cubicBezTo>
                    <a:cubicBezTo>
                      <a:pt x="1650044" y="617914"/>
                      <a:pt x="1643840" y="617914"/>
                      <a:pt x="1639206" y="614633"/>
                    </a:cubicBezTo>
                    <a:cubicBezTo>
                      <a:pt x="1639206" y="614633"/>
                      <a:pt x="1639206" y="605355"/>
                      <a:pt x="1630956" y="602258"/>
                    </a:cubicBezTo>
                    <a:cubicBezTo>
                      <a:pt x="1622706" y="599173"/>
                      <a:pt x="1612388" y="592980"/>
                      <a:pt x="1610331" y="589883"/>
                    </a:cubicBezTo>
                    <a:cubicBezTo>
                      <a:pt x="1608263" y="586797"/>
                      <a:pt x="1596927" y="583701"/>
                      <a:pt x="1593830" y="579576"/>
                    </a:cubicBezTo>
                    <a:cubicBezTo>
                      <a:pt x="1590235" y="573675"/>
                      <a:pt x="1585288" y="568727"/>
                      <a:pt x="1579387" y="565133"/>
                    </a:cubicBezTo>
                    <a:cubicBezTo>
                      <a:pt x="1575662" y="562534"/>
                      <a:pt x="1573367" y="558333"/>
                      <a:pt x="1573204" y="553797"/>
                    </a:cubicBezTo>
                    <a:cubicBezTo>
                      <a:pt x="1573204" y="553797"/>
                      <a:pt x="1565983" y="542450"/>
                      <a:pt x="1568051" y="536257"/>
                    </a:cubicBezTo>
                    <a:lnTo>
                      <a:pt x="1564954" y="523882"/>
                    </a:lnTo>
                    <a:cubicBezTo>
                      <a:pt x="1564954" y="523882"/>
                      <a:pt x="1573204" y="523882"/>
                      <a:pt x="1578358" y="523882"/>
                    </a:cubicBezTo>
                    <a:lnTo>
                      <a:pt x="1593830" y="523882"/>
                    </a:lnTo>
                    <a:lnTo>
                      <a:pt x="1606205" y="517700"/>
                    </a:lnTo>
                    <a:cubicBezTo>
                      <a:pt x="1606205" y="517700"/>
                      <a:pt x="1617552" y="517700"/>
                      <a:pt x="1619609" y="517700"/>
                    </a:cubicBezTo>
                    <a:lnTo>
                      <a:pt x="1628888" y="510479"/>
                    </a:lnTo>
                    <a:cubicBezTo>
                      <a:pt x="1631470" y="507902"/>
                      <a:pt x="1638689" y="507902"/>
                      <a:pt x="1646166" y="509318"/>
                    </a:cubicBezTo>
                    <a:close/>
                    <a:moveTo>
                      <a:pt x="1473177" y="465101"/>
                    </a:moveTo>
                    <a:cubicBezTo>
                      <a:pt x="1469572" y="466757"/>
                      <a:pt x="1466388" y="469225"/>
                      <a:pt x="1463898" y="472322"/>
                    </a:cubicBezTo>
                    <a:lnTo>
                      <a:pt x="1460802" y="476447"/>
                    </a:lnTo>
                    <a:cubicBezTo>
                      <a:pt x="1457705" y="481601"/>
                      <a:pt x="1451523" y="486753"/>
                      <a:pt x="1451512" y="486753"/>
                    </a:cubicBezTo>
                    <a:cubicBezTo>
                      <a:pt x="1450667" y="490564"/>
                      <a:pt x="1448903" y="494105"/>
                      <a:pt x="1446358" y="497071"/>
                    </a:cubicBezTo>
                    <a:cubicBezTo>
                      <a:pt x="1440750" y="504304"/>
                      <a:pt x="1435574" y="511883"/>
                      <a:pt x="1430897" y="519754"/>
                    </a:cubicBezTo>
                    <a:cubicBezTo>
                      <a:pt x="1427800" y="524074"/>
                      <a:pt x="1427800" y="529877"/>
                      <a:pt x="1430897" y="534197"/>
                    </a:cubicBezTo>
                    <a:cubicBezTo>
                      <a:pt x="1434903" y="538128"/>
                      <a:pt x="1441324" y="538128"/>
                      <a:pt x="1445330" y="534197"/>
                    </a:cubicBezTo>
                    <a:cubicBezTo>
                      <a:pt x="1450851" y="530050"/>
                      <a:pt x="1455421" y="524777"/>
                      <a:pt x="1458734" y="518725"/>
                    </a:cubicBezTo>
                    <a:cubicBezTo>
                      <a:pt x="1461841" y="512002"/>
                      <a:pt x="1464602" y="505116"/>
                      <a:pt x="1466984" y="498100"/>
                    </a:cubicBezTo>
                    <a:cubicBezTo>
                      <a:pt x="1469875" y="491864"/>
                      <a:pt x="1471954" y="485282"/>
                      <a:pt x="1473177" y="478503"/>
                    </a:cubicBezTo>
                    <a:cubicBezTo>
                      <a:pt x="1473177" y="472322"/>
                      <a:pt x="1473177" y="465101"/>
                      <a:pt x="1473177" y="465101"/>
                    </a:cubicBezTo>
                    <a:close/>
                    <a:moveTo>
                      <a:pt x="1498954" y="383631"/>
                    </a:moveTo>
                    <a:cubicBezTo>
                      <a:pt x="1508569" y="383078"/>
                      <a:pt x="1518205" y="383078"/>
                      <a:pt x="1527830" y="383631"/>
                    </a:cubicBezTo>
                    <a:cubicBezTo>
                      <a:pt x="1532983" y="383631"/>
                      <a:pt x="1540205" y="396005"/>
                      <a:pt x="1543291" y="398073"/>
                    </a:cubicBezTo>
                    <a:cubicBezTo>
                      <a:pt x="1547654" y="400866"/>
                      <a:pt x="1550642" y="405349"/>
                      <a:pt x="1551541" y="410449"/>
                    </a:cubicBezTo>
                    <a:cubicBezTo>
                      <a:pt x="1551552" y="423852"/>
                      <a:pt x="1545359" y="432102"/>
                      <a:pt x="1545359" y="438295"/>
                    </a:cubicBezTo>
                    <a:cubicBezTo>
                      <a:pt x="1545922" y="444466"/>
                      <a:pt x="1545922" y="450681"/>
                      <a:pt x="1545359" y="456852"/>
                    </a:cubicBezTo>
                    <a:cubicBezTo>
                      <a:pt x="1545359" y="478506"/>
                      <a:pt x="1545359" y="499132"/>
                      <a:pt x="1545359" y="520796"/>
                    </a:cubicBezTo>
                    <a:cubicBezTo>
                      <a:pt x="1545359" y="526978"/>
                      <a:pt x="1545359" y="535229"/>
                      <a:pt x="1545359" y="543478"/>
                    </a:cubicBezTo>
                    <a:cubicBezTo>
                      <a:pt x="1544276" y="546716"/>
                      <a:pt x="1541504" y="549087"/>
                      <a:pt x="1538137" y="549671"/>
                    </a:cubicBezTo>
                    <a:cubicBezTo>
                      <a:pt x="1538137" y="549671"/>
                      <a:pt x="1531955" y="557922"/>
                      <a:pt x="1538137" y="564104"/>
                    </a:cubicBezTo>
                    <a:cubicBezTo>
                      <a:pt x="1541234" y="570307"/>
                      <a:pt x="1545846" y="575623"/>
                      <a:pt x="1551552" y="579576"/>
                    </a:cubicBezTo>
                    <a:cubicBezTo>
                      <a:pt x="1568767" y="604067"/>
                      <a:pt x="1583946" y="629942"/>
                      <a:pt x="1596927" y="656923"/>
                    </a:cubicBezTo>
                    <a:cubicBezTo>
                      <a:pt x="1601702" y="666320"/>
                      <a:pt x="1601702" y="677429"/>
                      <a:pt x="1596927" y="686827"/>
                    </a:cubicBezTo>
                    <a:cubicBezTo>
                      <a:pt x="1596927" y="691980"/>
                      <a:pt x="1596927" y="704355"/>
                      <a:pt x="1590734" y="711577"/>
                    </a:cubicBezTo>
                    <a:cubicBezTo>
                      <a:pt x="1584552" y="718798"/>
                      <a:pt x="1583513" y="726010"/>
                      <a:pt x="1580427" y="728078"/>
                    </a:cubicBezTo>
                    <a:cubicBezTo>
                      <a:pt x="1577504" y="729550"/>
                      <a:pt x="1574061" y="729550"/>
                      <a:pt x="1571138" y="728078"/>
                    </a:cubicBezTo>
                    <a:cubicBezTo>
                      <a:pt x="1571138" y="728078"/>
                      <a:pt x="1561859" y="728078"/>
                      <a:pt x="1558762" y="728078"/>
                    </a:cubicBezTo>
                    <a:lnTo>
                      <a:pt x="1547427" y="728078"/>
                    </a:lnTo>
                    <a:cubicBezTo>
                      <a:pt x="1541623" y="729138"/>
                      <a:pt x="1535690" y="729138"/>
                      <a:pt x="1529887" y="728078"/>
                    </a:cubicBezTo>
                    <a:cubicBezTo>
                      <a:pt x="1524733" y="728078"/>
                      <a:pt x="1520608" y="721885"/>
                      <a:pt x="1514415" y="718798"/>
                    </a:cubicBezTo>
                    <a:cubicBezTo>
                      <a:pt x="1503697" y="715043"/>
                      <a:pt x="1492653" y="712282"/>
                      <a:pt x="1481415" y="710548"/>
                    </a:cubicBezTo>
                    <a:cubicBezTo>
                      <a:pt x="1481425" y="705384"/>
                      <a:pt x="1489676" y="698173"/>
                      <a:pt x="1490704" y="697135"/>
                    </a:cubicBezTo>
                    <a:cubicBezTo>
                      <a:pt x="1495371" y="693551"/>
                      <a:pt x="1500600" y="690769"/>
                      <a:pt x="1506176" y="688884"/>
                    </a:cubicBezTo>
                    <a:cubicBezTo>
                      <a:pt x="1516483" y="682702"/>
                      <a:pt x="1518551" y="676509"/>
                      <a:pt x="1506176" y="661048"/>
                    </a:cubicBezTo>
                    <a:cubicBezTo>
                      <a:pt x="1504151" y="656706"/>
                      <a:pt x="1501737" y="652560"/>
                      <a:pt x="1498954" y="648674"/>
                    </a:cubicBezTo>
                    <a:cubicBezTo>
                      <a:pt x="1498954" y="648662"/>
                      <a:pt x="1491733" y="637327"/>
                      <a:pt x="1488636" y="631133"/>
                    </a:cubicBezTo>
                    <a:cubicBezTo>
                      <a:pt x="1485540" y="624952"/>
                      <a:pt x="1481425" y="616702"/>
                      <a:pt x="1477300" y="606383"/>
                    </a:cubicBezTo>
                    <a:cubicBezTo>
                      <a:pt x="1473175" y="596076"/>
                      <a:pt x="1471107" y="600202"/>
                      <a:pt x="1469050" y="601230"/>
                    </a:cubicBezTo>
                    <a:cubicBezTo>
                      <a:pt x="1466982" y="602258"/>
                      <a:pt x="1458732" y="601230"/>
                      <a:pt x="1454607" y="601230"/>
                    </a:cubicBezTo>
                    <a:cubicBezTo>
                      <a:pt x="1450482" y="601230"/>
                      <a:pt x="1448425" y="607411"/>
                      <a:pt x="1445328" y="608451"/>
                    </a:cubicBezTo>
                    <a:cubicBezTo>
                      <a:pt x="1440283" y="612025"/>
                      <a:pt x="1434718" y="614806"/>
                      <a:pt x="1428828" y="616702"/>
                    </a:cubicBezTo>
                    <a:cubicBezTo>
                      <a:pt x="1426143" y="617568"/>
                      <a:pt x="1423263" y="617568"/>
                      <a:pt x="1420578" y="616702"/>
                    </a:cubicBezTo>
                    <a:cubicBezTo>
                      <a:pt x="1415424" y="616702"/>
                      <a:pt x="1414385" y="616702"/>
                      <a:pt x="1410260" y="607411"/>
                    </a:cubicBezTo>
                    <a:lnTo>
                      <a:pt x="1404078" y="607411"/>
                    </a:lnTo>
                    <a:lnTo>
                      <a:pt x="1394799" y="596076"/>
                    </a:lnTo>
                    <a:lnTo>
                      <a:pt x="1380356" y="580605"/>
                    </a:lnTo>
                    <a:cubicBezTo>
                      <a:pt x="1373968" y="574217"/>
                      <a:pt x="1368100" y="567319"/>
                      <a:pt x="1362827" y="559979"/>
                    </a:cubicBezTo>
                    <a:lnTo>
                      <a:pt x="1347355" y="537296"/>
                    </a:lnTo>
                    <a:cubicBezTo>
                      <a:pt x="1338076" y="520796"/>
                      <a:pt x="1347355" y="511507"/>
                      <a:pt x="1347355" y="502228"/>
                    </a:cubicBezTo>
                    <a:lnTo>
                      <a:pt x="1357673" y="488825"/>
                    </a:lnTo>
                    <a:cubicBezTo>
                      <a:pt x="1357673" y="488825"/>
                      <a:pt x="1365924" y="488825"/>
                      <a:pt x="1373134" y="488825"/>
                    </a:cubicBezTo>
                    <a:cubicBezTo>
                      <a:pt x="1380356" y="488825"/>
                      <a:pt x="1381384" y="488825"/>
                      <a:pt x="1383452" y="488825"/>
                    </a:cubicBezTo>
                    <a:cubicBezTo>
                      <a:pt x="1391573" y="482903"/>
                      <a:pt x="1398556" y="475561"/>
                      <a:pt x="1404078" y="467171"/>
                    </a:cubicBezTo>
                    <a:cubicBezTo>
                      <a:pt x="1404078" y="462007"/>
                      <a:pt x="1414385" y="457881"/>
                      <a:pt x="1418510" y="450670"/>
                    </a:cubicBezTo>
                    <a:cubicBezTo>
                      <a:pt x="1421477" y="446167"/>
                      <a:pt x="1424930" y="442009"/>
                      <a:pt x="1428828" y="438295"/>
                    </a:cubicBezTo>
                    <a:lnTo>
                      <a:pt x="1438107" y="429006"/>
                    </a:lnTo>
                    <a:cubicBezTo>
                      <a:pt x="1442665" y="425098"/>
                      <a:pt x="1446195" y="420149"/>
                      <a:pt x="1448425" y="414573"/>
                    </a:cubicBezTo>
                    <a:lnTo>
                      <a:pt x="1448425" y="404255"/>
                    </a:lnTo>
                    <a:cubicBezTo>
                      <a:pt x="1449908" y="401364"/>
                      <a:pt x="1451630" y="398605"/>
                      <a:pt x="1453579" y="396005"/>
                    </a:cubicBezTo>
                    <a:cubicBezTo>
                      <a:pt x="1453579" y="396005"/>
                      <a:pt x="1453579" y="396005"/>
                      <a:pt x="1459761" y="388795"/>
                    </a:cubicBezTo>
                    <a:lnTo>
                      <a:pt x="1469050" y="391881"/>
                    </a:lnTo>
                    <a:cubicBezTo>
                      <a:pt x="1474171" y="391090"/>
                      <a:pt x="1479390" y="391090"/>
                      <a:pt x="1484511" y="391881"/>
                    </a:cubicBezTo>
                    <a:cubicBezTo>
                      <a:pt x="1484511" y="391881"/>
                      <a:pt x="1494829" y="383631"/>
                      <a:pt x="1498954" y="383631"/>
                    </a:cubicBezTo>
                    <a:close/>
                    <a:moveTo>
                      <a:pt x="4049260" y="354753"/>
                    </a:moveTo>
                    <a:cubicBezTo>
                      <a:pt x="4049260" y="354753"/>
                      <a:pt x="4069885" y="364031"/>
                      <a:pt x="4069885" y="368156"/>
                    </a:cubicBezTo>
                    <a:cubicBezTo>
                      <a:pt x="4070318" y="376558"/>
                      <a:pt x="4073588" y="384548"/>
                      <a:pt x="4079164" y="390849"/>
                    </a:cubicBezTo>
                    <a:cubicBezTo>
                      <a:pt x="4079164" y="398060"/>
                      <a:pt x="4079164" y="399100"/>
                      <a:pt x="4079164" y="405282"/>
                    </a:cubicBezTo>
                    <a:cubicBezTo>
                      <a:pt x="4079164" y="411475"/>
                      <a:pt x="4079164" y="415600"/>
                      <a:pt x="4074010" y="418685"/>
                    </a:cubicBezTo>
                    <a:lnTo>
                      <a:pt x="4053385" y="435196"/>
                    </a:lnTo>
                    <a:cubicBezTo>
                      <a:pt x="4053385" y="435196"/>
                      <a:pt x="4043067" y="445504"/>
                      <a:pt x="4045135" y="447561"/>
                    </a:cubicBezTo>
                    <a:cubicBezTo>
                      <a:pt x="4048545" y="448167"/>
                      <a:pt x="4052031" y="448167"/>
                      <a:pt x="4055442" y="447561"/>
                    </a:cubicBezTo>
                    <a:lnTo>
                      <a:pt x="4068856" y="447561"/>
                    </a:lnTo>
                    <a:lnTo>
                      <a:pt x="4084317" y="447561"/>
                    </a:lnTo>
                    <a:cubicBezTo>
                      <a:pt x="4091539" y="447561"/>
                      <a:pt x="4102885" y="447561"/>
                      <a:pt x="4105971" y="447561"/>
                    </a:cubicBezTo>
                    <a:cubicBezTo>
                      <a:pt x="4109068" y="447561"/>
                      <a:pt x="4128664" y="454782"/>
                      <a:pt x="4128664" y="460975"/>
                    </a:cubicBezTo>
                    <a:cubicBezTo>
                      <a:pt x="4128664" y="467157"/>
                      <a:pt x="4135886" y="471282"/>
                      <a:pt x="4145164" y="478504"/>
                    </a:cubicBezTo>
                    <a:cubicBezTo>
                      <a:pt x="4154443" y="485725"/>
                      <a:pt x="4145164" y="501186"/>
                      <a:pt x="4145164" y="512533"/>
                    </a:cubicBezTo>
                    <a:cubicBezTo>
                      <a:pt x="4145164" y="523879"/>
                      <a:pt x="4145164" y="519754"/>
                      <a:pt x="4135886" y="512533"/>
                    </a:cubicBezTo>
                    <a:cubicBezTo>
                      <a:pt x="4126607" y="505311"/>
                      <a:pt x="4127636" y="512533"/>
                      <a:pt x="4120414" y="512533"/>
                    </a:cubicBezTo>
                    <a:cubicBezTo>
                      <a:pt x="4109804" y="513886"/>
                      <a:pt x="4099063" y="513886"/>
                      <a:pt x="4088442" y="512533"/>
                    </a:cubicBezTo>
                    <a:cubicBezTo>
                      <a:pt x="4082271" y="513042"/>
                      <a:pt x="4076067" y="513042"/>
                      <a:pt x="4069885" y="512533"/>
                    </a:cubicBezTo>
                    <a:lnTo>
                      <a:pt x="4052356" y="504283"/>
                    </a:lnTo>
                    <a:cubicBezTo>
                      <a:pt x="4041887" y="501565"/>
                      <a:pt x="4031179" y="499833"/>
                      <a:pt x="4020384" y="499129"/>
                    </a:cubicBezTo>
                    <a:cubicBezTo>
                      <a:pt x="4014830" y="501056"/>
                      <a:pt x="4009612" y="503839"/>
                      <a:pt x="4004913" y="507379"/>
                    </a:cubicBezTo>
                    <a:cubicBezTo>
                      <a:pt x="3997691" y="507379"/>
                      <a:pt x="3995634" y="524908"/>
                      <a:pt x="3995634" y="529033"/>
                    </a:cubicBezTo>
                    <a:cubicBezTo>
                      <a:pt x="3998341" y="552755"/>
                      <a:pt x="4004242" y="576000"/>
                      <a:pt x="4013163" y="598130"/>
                    </a:cubicBezTo>
                    <a:cubicBezTo>
                      <a:pt x="4013163" y="608437"/>
                      <a:pt x="4013163" y="638352"/>
                      <a:pt x="4024509" y="651756"/>
                    </a:cubicBezTo>
                    <a:cubicBezTo>
                      <a:pt x="4032337" y="664856"/>
                      <a:pt x="4038898" y="678661"/>
                      <a:pt x="4044106" y="693006"/>
                    </a:cubicBezTo>
                    <a:cubicBezTo>
                      <a:pt x="4044095" y="700228"/>
                      <a:pt x="4055442" y="706410"/>
                      <a:pt x="4058538" y="711564"/>
                    </a:cubicBezTo>
                    <a:cubicBezTo>
                      <a:pt x="4061635" y="716728"/>
                      <a:pt x="4064731" y="726007"/>
                      <a:pt x="4067817" y="729103"/>
                    </a:cubicBezTo>
                    <a:cubicBezTo>
                      <a:pt x="4076641" y="738945"/>
                      <a:pt x="4084902" y="749273"/>
                      <a:pt x="4092567" y="760036"/>
                    </a:cubicBezTo>
                    <a:cubicBezTo>
                      <a:pt x="4092567" y="760036"/>
                      <a:pt x="4100817" y="767257"/>
                      <a:pt x="4100817" y="771382"/>
                    </a:cubicBezTo>
                    <a:cubicBezTo>
                      <a:pt x="4100817" y="775507"/>
                      <a:pt x="4094635" y="771382"/>
                      <a:pt x="4092567" y="777564"/>
                    </a:cubicBezTo>
                    <a:cubicBezTo>
                      <a:pt x="4090510" y="783757"/>
                      <a:pt x="4092567" y="786854"/>
                      <a:pt x="4084317" y="788911"/>
                    </a:cubicBezTo>
                    <a:cubicBezTo>
                      <a:pt x="4076359" y="792018"/>
                      <a:pt x="4067525" y="792018"/>
                      <a:pt x="4059567" y="788911"/>
                    </a:cubicBezTo>
                    <a:cubicBezTo>
                      <a:pt x="4059567" y="788911"/>
                      <a:pt x="4052356" y="788911"/>
                      <a:pt x="4049260" y="788911"/>
                    </a:cubicBezTo>
                    <a:cubicBezTo>
                      <a:pt x="4046196" y="789496"/>
                      <a:pt x="4043045" y="789496"/>
                      <a:pt x="4039981" y="788911"/>
                    </a:cubicBezTo>
                    <a:lnTo>
                      <a:pt x="4023481" y="777564"/>
                    </a:lnTo>
                    <a:cubicBezTo>
                      <a:pt x="4017234" y="775280"/>
                      <a:pt x="4011344" y="772162"/>
                      <a:pt x="4005941" y="768286"/>
                    </a:cubicBezTo>
                    <a:cubicBezTo>
                      <a:pt x="4005941" y="768286"/>
                      <a:pt x="3994606" y="761075"/>
                      <a:pt x="3991509" y="755910"/>
                    </a:cubicBezTo>
                    <a:cubicBezTo>
                      <a:pt x="3988413" y="750757"/>
                      <a:pt x="3976037" y="744575"/>
                      <a:pt x="3969855" y="738382"/>
                    </a:cubicBezTo>
                    <a:cubicBezTo>
                      <a:pt x="3964734" y="733975"/>
                      <a:pt x="3961735" y="727598"/>
                      <a:pt x="3961605" y="720853"/>
                    </a:cubicBezTo>
                    <a:cubicBezTo>
                      <a:pt x="3961605" y="705381"/>
                      <a:pt x="3972941" y="705381"/>
                      <a:pt x="3961605" y="671352"/>
                    </a:cubicBezTo>
                    <a:cubicBezTo>
                      <a:pt x="3958595" y="656715"/>
                      <a:pt x="3956527" y="641903"/>
                      <a:pt x="3955412" y="627006"/>
                    </a:cubicBezTo>
                    <a:cubicBezTo>
                      <a:pt x="3954373" y="618192"/>
                      <a:pt x="3952294" y="609542"/>
                      <a:pt x="3949230" y="601227"/>
                    </a:cubicBezTo>
                    <a:cubicBezTo>
                      <a:pt x="3940969" y="582658"/>
                      <a:pt x="3936855" y="558937"/>
                      <a:pt x="3933758" y="553783"/>
                    </a:cubicBezTo>
                    <a:cubicBezTo>
                      <a:pt x="3930662" y="548630"/>
                      <a:pt x="3906940" y="570283"/>
                      <a:pt x="3890440" y="575437"/>
                    </a:cubicBezTo>
                    <a:cubicBezTo>
                      <a:pt x="3873940" y="580602"/>
                      <a:pt x="3860536" y="580602"/>
                      <a:pt x="3837843" y="587812"/>
                    </a:cubicBezTo>
                    <a:cubicBezTo>
                      <a:pt x="3822469" y="590227"/>
                      <a:pt x="3806813" y="590227"/>
                      <a:pt x="3791439" y="587812"/>
                    </a:cubicBezTo>
                    <a:lnTo>
                      <a:pt x="3758439" y="587812"/>
                    </a:lnTo>
                    <a:cubicBezTo>
                      <a:pt x="3749160" y="587812"/>
                      <a:pt x="3738853" y="580602"/>
                      <a:pt x="3731631" y="579562"/>
                    </a:cubicBezTo>
                    <a:lnTo>
                      <a:pt x="3718228" y="579562"/>
                    </a:lnTo>
                    <a:cubicBezTo>
                      <a:pt x="3718228" y="579562"/>
                      <a:pt x="3718228" y="571312"/>
                      <a:pt x="3718228" y="567198"/>
                    </a:cubicBezTo>
                    <a:cubicBezTo>
                      <a:pt x="3718228" y="563062"/>
                      <a:pt x="3718228" y="553783"/>
                      <a:pt x="3718228" y="549658"/>
                    </a:cubicBezTo>
                    <a:cubicBezTo>
                      <a:pt x="3718228" y="545533"/>
                      <a:pt x="3711006" y="542437"/>
                      <a:pt x="3709977" y="539351"/>
                    </a:cubicBezTo>
                    <a:cubicBezTo>
                      <a:pt x="3708938" y="536254"/>
                      <a:pt x="3709977" y="533158"/>
                      <a:pt x="3721313" y="539351"/>
                    </a:cubicBezTo>
                    <a:cubicBezTo>
                      <a:pt x="3728805" y="540899"/>
                      <a:pt x="3736525" y="540899"/>
                      <a:pt x="3744006" y="539351"/>
                    </a:cubicBezTo>
                    <a:cubicBezTo>
                      <a:pt x="3749127" y="540174"/>
                      <a:pt x="3754346" y="540174"/>
                      <a:pt x="3759478" y="539351"/>
                    </a:cubicBezTo>
                    <a:cubicBezTo>
                      <a:pt x="3759478" y="539351"/>
                      <a:pt x="3766689" y="539351"/>
                      <a:pt x="3769785" y="539351"/>
                    </a:cubicBezTo>
                    <a:cubicBezTo>
                      <a:pt x="3797329" y="534544"/>
                      <a:pt x="3824537" y="527994"/>
                      <a:pt x="3851258" y="519754"/>
                    </a:cubicBezTo>
                    <a:cubicBezTo>
                      <a:pt x="3866762" y="514871"/>
                      <a:pt x="3880902" y="506394"/>
                      <a:pt x="3892508" y="495004"/>
                    </a:cubicBezTo>
                    <a:cubicBezTo>
                      <a:pt x="3897911" y="492027"/>
                      <a:pt x="3902512" y="487772"/>
                      <a:pt x="3905912" y="482629"/>
                    </a:cubicBezTo>
                    <a:cubicBezTo>
                      <a:pt x="3905912" y="482629"/>
                      <a:pt x="3897662" y="482629"/>
                      <a:pt x="3894565" y="477476"/>
                    </a:cubicBezTo>
                    <a:lnTo>
                      <a:pt x="3886315" y="477476"/>
                    </a:lnTo>
                    <a:lnTo>
                      <a:pt x="3873940" y="477476"/>
                    </a:lnTo>
                    <a:cubicBezTo>
                      <a:pt x="3869717" y="477151"/>
                      <a:pt x="3865895" y="474866"/>
                      <a:pt x="3863633" y="471282"/>
                    </a:cubicBezTo>
                    <a:cubicBezTo>
                      <a:pt x="3863633" y="466129"/>
                      <a:pt x="3863633" y="459936"/>
                      <a:pt x="3852286" y="454782"/>
                    </a:cubicBezTo>
                    <a:cubicBezTo>
                      <a:pt x="3843830" y="445536"/>
                      <a:pt x="3841795" y="432089"/>
                      <a:pt x="3847132" y="420753"/>
                    </a:cubicBezTo>
                    <a:cubicBezTo>
                      <a:pt x="3849049" y="414712"/>
                      <a:pt x="3854257" y="410305"/>
                      <a:pt x="3860536" y="409418"/>
                    </a:cubicBezTo>
                    <a:cubicBezTo>
                      <a:pt x="3864975" y="410143"/>
                      <a:pt x="3869501" y="410143"/>
                      <a:pt x="3873951" y="409418"/>
                    </a:cubicBezTo>
                    <a:cubicBezTo>
                      <a:pt x="3873940" y="409407"/>
                      <a:pt x="3882190" y="409407"/>
                      <a:pt x="3887354" y="409407"/>
                    </a:cubicBezTo>
                    <a:cubicBezTo>
                      <a:pt x="3891750" y="408357"/>
                      <a:pt x="3896352" y="408357"/>
                      <a:pt x="3900758" y="409407"/>
                    </a:cubicBezTo>
                    <a:cubicBezTo>
                      <a:pt x="3900758" y="409407"/>
                      <a:pt x="3915190" y="418685"/>
                      <a:pt x="3923440" y="422821"/>
                    </a:cubicBezTo>
                    <a:cubicBezTo>
                      <a:pt x="3937829" y="428700"/>
                      <a:pt x="3953290" y="431515"/>
                      <a:pt x="3968816" y="431061"/>
                    </a:cubicBezTo>
                    <a:cubicBezTo>
                      <a:pt x="3974836" y="418826"/>
                      <a:pt x="3984114" y="408476"/>
                      <a:pt x="3995634" y="401157"/>
                    </a:cubicBezTo>
                    <a:cubicBezTo>
                      <a:pt x="4001275" y="394660"/>
                      <a:pt x="4006450" y="387775"/>
                      <a:pt x="4011106" y="380532"/>
                    </a:cubicBezTo>
                    <a:cubicBezTo>
                      <a:pt x="4015664" y="374804"/>
                      <a:pt x="4018847" y="368102"/>
                      <a:pt x="4020384" y="360935"/>
                    </a:cubicBezTo>
                    <a:cubicBezTo>
                      <a:pt x="4020384" y="355781"/>
                      <a:pt x="4026567" y="360946"/>
                      <a:pt x="4030692" y="360946"/>
                    </a:cubicBezTo>
                    <a:cubicBezTo>
                      <a:pt x="4034817" y="360946"/>
                      <a:pt x="4041010" y="369185"/>
                      <a:pt x="4045135" y="371253"/>
                    </a:cubicBezTo>
                    <a:cubicBezTo>
                      <a:pt x="4049260" y="373310"/>
                      <a:pt x="4055442" y="371253"/>
                      <a:pt x="4058538" y="371253"/>
                    </a:cubicBezTo>
                    <a:close/>
                    <a:moveTo>
                      <a:pt x="1383200" y="242484"/>
                    </a:moveTo>
                    <a:cubicBezTo>
                      <a:pt x="1385778" y="241841"/>
                      <a:pt x="1388098" y="241841"/>
                      <a:pt x="1389646" y="244417"/>
                    </a:cubicBezTo>
                    <a:cubicBezTo>
                      <a:pt x="1392742" y="249571"/>
                      <a:pt x="1399953" y="254724"/>
                      <a:pt x="1403049" y="256792"/>
                    </a:cubicBezTo>
                    <a:cubicBezTo>
                      <a:pt x="1406146" y="258850"/>
                      <a:pt x="1416453" y="256792"/>
                      <a:pt x="1425742" y="272253"/>
                    </a:cubicBezTo>
                    <a:cubicBezTo>
                      <a:pt x="1435021" y="287725"/>
                      <a:pt x="1431925" y="288753"/>
                      <a:pt x="1425742" y="302168"/>
                    </a:cubicBezTo>
                    <a:cubicBezTo>
                      <a:pt x="1419549" y="315572"/>
                      <a:pt x="1425742" y="311447"/>
                      <a:pt x="1432953" y="308350"/>
                    </a:cubicBezTo>
                    <a:lnTo>
                      <a:pt x="1470078" y="272253"/>
                    </a:lnTo>
                    <a:cubicBezTo>
                      <a:pt x="1476488" y="264566"/>
                      <a:pt x="1483753" y="257647"/>
                      <a:pt x="1491732" y="251628"/>
                    </a:cubicBezTo>
                    <a:cubicBezTo>
                      <a:pt x="1491732" y="251628"/>
                      <a:pt x="1499993" y="251628"/>
                      <a:pt x="1505146" y="251628"/>
                    </a:cubicBezTo>
                    <a:cubicBezTo>
                      <a:pt x="1510300" y="251628"/>
                      <a:pt x="1514425" y="246474"/>
                      <a:pt x="1517522" y="251628"/>
                    </a:cubicBezTo>
                    <a:cubicBezTo>
                      <a:pt x="1524115" y="254389"/>
                      <a:pt x="1531542" y="254389"/>
                      <a:pt x="1538147" y="251628"/>
                    </a:cubicBezTo>
                    <a:cubicBezTo>
                      <a:pt x="1538147" y="251628"/>
                      <a:pt x="1546397" y="251628"/>
                      <a:pt x="1547425" y="251628"/>
                    </a:cubicBezTo>
                    <a:lnTo>
                      <a:pt x="1555675" y="266071"/>
                    </a:lnTo>
                    <a:cubicBezTo>
                      <a:pt x="1555675" y="275350"/>
                      <a:pt x="1547425" y="291850"/>
                      <a:pt x="1543300" y="300100"/>
                    </a:cubicBezTo>
                    <a:cubicBezTo>
                      <a:pt x="1539175" y="308350"/>
                      <a:pt x="1536079" y="300100"/>
                      <a:pt x="1528868" y="300100"/>
                    </a:cubicBezTo>
                    <a:lnTo>
                      <a:pt x="1507204" y="314543"/>
                    </a:lnTo>
                    <a:lnTo>
                      <a:pt x="1491732" y="326918"/>
                    </a:lnTo>
                    <a:lnTo>
                      <a:pt x="1478328" y="341350"/>
                    </a:lnTo>
                    <a:lnTo>
                      <a:pt x="1465953" y="356822"/>
                    </a:lnTo>
                    <a:cubicBezTo>
                      <a:pt x="1460616" y="359204"/>
                      <a:pt x="1455440" y="361965"/>
                      <a:pt x="1450493" y="365072"/>
                    </a:cubicBezTo>
                    <a:cubicBezTo>
                      <a:pt x="1445577" y="373040"/>
                      <a:pt x="1440056" y="380631"/>
                      <a:pt x="1433982" y="387754"/>
                    </a:cubicBezTo>
                    <a:cubicBezTo>
                      <a:pt x="1418467" y="401061"/>
                      <a:pt x="1403980" y="415547"/>
                      <a:pt x="1390674" y="431072"/>
                    </a:cubicBezTo>
                    <a:cubicBezTo>
                      <a:pt x="1390674" y="437255"/>
                      <a:pt x="1381396" y="438294"/>
                      <a:pt x="1378299" y="443448"/>
                    </a:cubicBezTo>
                    <a:cubicBezTo>
                      <a:pt x="1375203" y="448601"/>
                      <a:pt x="1369021" y="450669"/>
                      <a:pt x="1366953" y="455823"/>
                    </a:cubicBezTo>
                    <a:cubicBezTo>
                      <a:pt x="1364896" y="460977"/>
                      <a:pt x="1358703" y="463044"/>
                      <a:pt x="1355617" y="466130"/>
                    </a:cubicBezTo>
                    <a:cubicBezTo>
                      <a:pt x="1352521" y="469227"/>
                      <a:pt x="1350453" y="471295"/>
                      <a:pt x="1345299" y="474391"/>
                    </a:cubicBezTo>
                    <a:cubicBezTo>
                      <a:pt x="1340145" y="477477"/>
                      <a:pt x="1340145" y="481602"/>
                      <a:pt x="1336020" y="484698"/>
                    </a:cubicBezTo>
                    <a:cubicBezTo>
                      <a:pt x="1332826" y="487438"/>
                      <a:pt x="1329373" y="489863"/>
                      <a:pt x="1325702" y="491920"/>
                    </a:cubicBezTo>
                    <a:cubicBezTo>
                      <a:pt x="1325702" y="491920"/>
                      <a:pt x="1317452" y="497073"/>
                      <a:pt x="1317452" y="497073"/>
                    </a:cubicBezTo>
                    <a:cubicBezTo>
                      <a:pt x="1317452" y="497073"/>
                      <a:pt x="1311270" y="505323"/>
                      <a:pt x="1306117" y="508420"/>
                    </a:cubicBezTo>
                    <a:cubicBezTo>
                      <a:pt x="1302425" y="511668"/>
                      <a:pt x="1299285" y="515501"/>
                      <a:pt x="1296827" y="519756"/>
                    </a:cubicBezTo>
                    <a:cubicBezTo>
                      <a:pt x="1296827" y="519756"/>
                      <a:pt x="1296827" y="526977"/>
                      <a:pt x="1290645" y="531102"/>
                    </a:cubicBezTo>
                    <a:cubicBezTo>
                      <a:pt x="1284452" y="535227"/>
                      <a:pt x="1290645" y="531102"/>
                      <a:pt x="1279299" y="531102"/>
                    </a:cubicBezTo>
                    <a:cubicBezTo>
                      <a:pt x="1267952" y="531102"/>
                      <a:pt x="1268991" y="538324"/>
                      <a:pt x="1263827" y="539352"/>
                    </a:cubicBezTo>
                    <a:cubicBezTo>
                      <a:pt x="1258673" y="540381"/>
                      <a:pt x="1253520" y="532131"/>
                      <a:pt x="1251452" y="525949"/>
                    </a:cubicBezTo>
                    <a:lnTo>
                      <a:pt x="1242173" y="513574"/>
                    </a:lnTo>
                    <a:cubicBezTo>
                      <a:pt x="1240755" y="509568"/>
                      <a:pt x="1240755" y="505204"/>
                      <a:pt x="1242173" y="501198"/>
                    </a:cubicBezTo>
                    <a:cubicBezTo>
                      <a:pt x="1247316" y="489516"/>
                      <a:pt x="1254278" y="478722"/>
                      <a:pt x="1262798" y="469227"/>
                    </a:cubicBezTo>
                    <a:cubicBezTo>
                      <a:pt x="1262798" y="469227"/>
                      <a:pt x="1270020" y="469227"/>
                      <a:pt x="1273106" y="469227"/>
                    </a:cubicBezTo>
                    <a:cubicBezTo>
                      <a:pt x="1276202" y="469227"/>
                      <a:pt x="1282395" y="456852"/>
                      <a:pt x="1286520" y="453755"/>
                    </a:cubicBezTo>
                    <a:lnTo>
                      <a:pt x="1321577" y="421794"/>
                    </a:lnTo>
                    <a:cubicBezTo>
                      <a:pt x="1326742" y="415601"/>
                      <a:pt x="1334992" y="414573"/>
                      <a:pt x="1337049" y="408380"/>
                    </a:cubicBezTo>
                    <a:cubicBezTo>
                      <a:pt x="1345028" y="398560"/>
                      <a:pt x="1353647" y="389259"/>
                      <a:pt x="1362828" y="380543"/>
                    </a:cubicBezTo>
                    <a:cubicBezTo>
                      <a:pt x="1367375" y="376559"/>
                      <a:pt x="1370309" y="371059"/>
                      <a:pt x="1371078" y="365072"/>
                    </a:cubicBezTo>
                    <a:lnTo>
                      <a:pt x="1363867" y="357851"/>
                    </a:lnTo>
                    <a:cubicBezTo>
                      <a:pt x="1363867" y="357851"/>
                      <a:pt x="1357674" y="357851"/>
                      <a:pt x="1353549" y="357851"/>
                    </a:cubicBezTo>
                    <a:cubicBezTo>
                      <a:pt x="1349424" y="357851"/>
                      <a:pt x="1342203" y="357851"/>
                      <a:pt x="1341174" y="357851"/>
                    </a:cubicBezTo>
                    <a:cubicBezTo>
                      <a:pt x="1340145" y="357851"/>
                      <a:pt x="1341174" y="350629"/>
                      <a:pt x="1341174" y="347543"/>
                    </a:cubicBezTo>
                    <a:cubicBezTo>
                      <a:pt x="1341683" y="344122"/>
                      <a:pt x="1341683" y="340646"/>
                      <a:pt x="1341174" y="337225"/>
                    </a:cubicBezTo>
                    <a:lnTo>
                      <a:pt x="1341174" y="323822"/>
                    </a:lnTo>
                    <a:cubicBezTo>
                      <a:pt x="1341174" y="316600"/>
                      <a:pt x="1318492" y="307321"/>
                      <a:pt x="1313327" y="304225"/>
                    </a:cubicBezTo>
                    <a:cubicBezTo>
                      <a:pt x="1311779" y="300598"/>
                      <a:pt x="1311779" y="296506"/>
                      <a:pt x="1313327" y="292878"/>
                    </a:cubicBezTo>
                    <a:cubicBezTo>
                      <a:pt x="1313327" y="284628"/>
                      <a:pt x="1322617" y="283599"/>
                      <a:pt x="1328799" y="280503"/>
                    </a:cubicBezTo>
                    <a:cubicBezTo>
                      <a:pt x="1334992" y="277418"/>
                      <a:pt x="1328799" y="272253"/>
                      <a:pt x="1336020" y="270196"/>
                    </a:cubicBezTo>
                    <a:cubicBezTo>
                      <a:pt x="1343242" y="268128"/>
                      <a:pt x="1342203" y="270196"/>
                      <a:pt x="1344270" y="264003"/>
                    </a:cubicBezTo>
                    <a:cubicBezTo>
                      <a:pt x="1346328" y="257821"/>
                      <a:pt x="1344270" y="257821"/>
                      <a:pt x="1351492" y="254724"/>
                    </a:cubicBezTo>
                    <a:lnTo>
                      <a:pt x="1339117" y="257821"/>
                    </a:lnTo>
                    <a:lnTo>
                      <a:pt x="1350453" y="252667"/>
                    </a:lnTo>
                    <a:cubicBezTo>
                      <a:pt x="1355325" y="250632"/>
                      <a:pt x="1359850" y="247849"/>
                      <a:pt x="1363867" y="244417"/>
                    </a:cubicBezTo>
                    <a:cubicBezTo>
                      <a:pt x="1363867" y="244417"/>
                      <a:pt x="1370049" y="244417"/>
                      <a:pt x="1375203" y="244417"/>
                    </a:cubicBezTo>
                    <a:cubicBezTo>
                      <a:pt x="1377785" y="244417"/>
                      <a:pt x="1380622" y="243129"/>
                      <a:pt x="1383200" y="242484"/>
                    </a:cubicBezTo>
                    <a:close/>
                    <a:moveTo>
                      <a:pt x="2319836" y="154694"/>
                    </a:moveTo>
                    <a:lnTo>
                      <a:pt x="2301267" y="159847"/>
                    </a:lnTo>
                    <a:cubicBezTo>
                      <a:pt x="2299589" y="163441"/>
                      <a:pt x="2299589" y="167599"/>
                      <a:pt x="2301267" y="171193"/>
                    </a:cubicBezTo>
                    <a:cubicBezTo>
                      <a:pt x="2301267" y="175318"/>
                      <a:pt x="2301267" y="180472"/>
                      <a:pt x="2301267" y="180472"/>
                    </a:cubicBezTo>
                    <a:cubicBezTo>
                      <a:pt x="2307006" y="182052"/>
                      <a:pt x="2313069" y="182052"/>
                      <a:pt x="2318808" y="180472"/>
                    </a:cubicBezTo>
                    <a:cubicBezTo>
                      <a:pt x="2324968" y="175069"/>
                      <a:pt x="2328054" y="166960"/>
                      <a:pt x="2327047" y="158819"/>
                    </a:cubicBezTo>
                    <a:lnTo>
                      <a:pt x="2320865" y="158819"/>
                    </a:lnTo>
                    <a:close/>
                    <a:moveTo>
                      <a:pt x="2375531" y="130974"/>
                    </a:moveTo>
                    <a:cubicBezTo>
                      <a:pt x="2370378" y="133031"/>
                      <a:pt x="2361089" y="133031"/>
                      <a:pt x="2361089" y="138195"/>
                    </a:cubicBezTo>
                    <a:cubicBezTo>
                      <a:pt x="2361089" y="143348"/>
                      <a:pt x="2360061" y="146444"/>
                      <a:pt x="2361089" y="153665"/>
                    </a:cubicBezTo>
                    <a:cubicBezTo>
                      <a:pt x="2362118" y="160876"/>
                      <a:pt x="2371407" y="160876"/>
                      <a:pt x="2371407" y="160876"/>
                    </a:cubicBezTo>
                    <a:cubicBezTo>
                      <a:pt x="2378541" y="158754"/>
                      <a:pt x="2384268" y="153416"/>
                      <a:pt x="2386877" y="146444"/>
                    </a:cubicBezTo>
                    <a:cubicBezTo>
                      <a:pt x="2387212" y="141984"/>
                      <a:pt x="2387212" y="137502"/>
                      <a:pt x="2386877" y="133031"/>
                    </a:cubicBezTo>
                    <a:cubicBezTo>
                      <a:pt x="2384809" y="133031"/>
                      <a:pt x="2376560" y="133031"/>
                      <a:pt x="2376560" y="133031"/>
                    </a:cubicBezTo>
                    <a:close/>
                    <a:moveTo>
                      <a:pt x="2306432" y="95915"/>
                    </a:moveTo>
                    <a:lnTo>
                      <a:pt x="2310546" y="100039"/>
                    </a:lnTo>
                    <a:cubicBezTo>
                      <a:pt x="2307460" y="104164"/>
                      <a:pt x="2296113" y="108289"/>
                      <a:pt x="2296113" y="113442"/>
                    </a:cubicBezTo>
                    <a:cubicBezTo>
                      <a:pt x="2296113" y="118607"/>
                      <a:pt x="2296113" y="128913"/>
                      <a:pt x="2296113" y="128913"/>
                    </a:cubicBezTo>
                    <a:cubicBezTo>
                      <a:pt x="2296113" y="128913"/>
                      <a:pt x="2297142" y="136134"/>
                      <a:pt x="2304364" y="128913"/>
                    </a:cubicBezTo>
                    <a:cubicBezTo>
                      <a:pt x="2311586" y="121692"/>
                      <a:pt x="2320865" y="120664"/>
                      <a:pt x="2320865" y="108289"/>
                    </a:cubicBezTo>
                    <a:cubicBezTo>
                      <a:pt x="2320865" y="95915"/>
                      <a:pt x="2316740" y="95915"/>
                      <a:pt x="2306432" y="95915"/>
                    </a:cubicBezTo>
                    <a:close/>
                    <a:moveTo>
                      <a:pt x="3341817" y="93847"/>
                    </a:moveTo>
                    <a:cubicBezTo>
                      <a:pt x="3346224" y="95276"/>
                      <a:pt x="3349678" y="98730"/>
                      <a:pt x="3351096" y="103125"/>
                    </a:cubicBezTo>
                    <a:cubicBezTo>
                      <a:pt x="3355578" y="109069"/>
                      <a:pt x="3359714" y="115273"/>
                      <a:pt x="3363471" y="121693"/>
                    </a:cubicBezTo>
                    <a:cubicBezTo>
                      <a:pt x="3364532" y="127139"/>
                      <a:pt x="3364532" y="132737"/>
                      <a:pt x="3363471" y="138193"/>
                    </a:cubicBezTo>
                    <a:cubicBezTo>
                      <a:pt x="3363482" y="138193"/>
                      <a:pt x="3368636" y="148501"/>
                      <a:pt x="3363482" y="150569"/>
                    </a:cubicBezTo>
                    <a:cubicBezTo>
                      <a:pt x="3358318" y="152626"/>
                      <a:pt x="3348010" y="160876"/>
                      <a:pt x="3332539" y="167069"/>
                    </a:cubicBezTo>
                    <a:cubicBezTo>
                      <a:pt x="3323542" y="169505"/>
                      <a:pt x="3315129" y="173716"/>
                      <a:pt x="3307789" y="179444"/>
                    </a:cubicBezTo>
                    <a:cubicBezTo>
                      <a:pt x="3302581" y="182995"/>
                      <a:pt x="3296540" y="185128"/>
                      <a:pt x="3290260" y="185626"/>
                    </a:cubicBezTo>
                    <a:cubicBezTo>
                      <a:pt x="3272731" y="185626"/>
                      <a:pt x="3258288" y="185626"/>
                      <a:pt x="3254163" y="200069"/>
                    </a:cubicBezTo>
                    <a:cubicBezTo>
                      <a:pt x="3250038" y="214501"/>
                      <a:pt x="3254163" y="210376"/>
                      <a:pt x="3254163" y="226877"/>
                    </a:cubicBezTo>
                    <a:cubicBezTo>
                      <a:pt x="3252290" y="231229"/>
                      <a:pt x="3249464" y="235094"/>
                      <a:pt x="3245913" y="238223"/>
                    </a:cubicBezTo>
                    <a:cubicBezTo>
                      <a:pt x="3240760" y="238223"/>
                      <a:pt x="3240760" y="244405"/>
                      <a:pt x="3238692" y="247502"/>
                    </a:cubicBezTo>
                    <a:cubicBezTo>
                      <a:pt x="3238378" y="251724"/>
                      <a:pt x="3236082" y="255546"/>
                      <a:pt x="3232510" y="257820"/>
                    </a:cubicBezTo>
                    <a:cubicBezTo>
                      <a:pt x="3232510" y="257820"/>
                      <a:pt x="3232510" y="266070"/>
                      <a:pt x="3227356" y="270195"/>
                    </a:cubicBezTo>
                    <a:cubicBezTo>
                      <a:pt x="3222192" y="274320"/>
                      <a:pt x="3218067" y="297002"/>
                      <a:pt x="3221163" y="302156"/>
                    </a:cubicBezTo>
                    <a:cubicBezTo>
                      <a:pt x="3224259" y="307320"/>
                      <a:pt x="3261385" y="310406"/>
                      <a:pt x="3278913" y="314531"/>
                    </a:cubicBezTo>
                    <a:cubicBezTo>
                      <a:pt x="3296442" y="318656"/>
                      <a:pt x="3289231" y="314531"/>
                      <a:pt x="3294385" y="314531"/>
                    </a:cubicBezTo>
                    <a:lnTo>
                      <a:pt x="3309846" y="314531"/>
                    </a:lnTo>
                    <a:lnTo>
                      <a:pt x="3323260" y="322792"/>
                    </a:lnTo>
                    <a:cubicBezTo>
                      <a:pt x="3328219" y="326332"/>
                      <a:pt x="3332723" y="330490"/>
                      <a:pt x="3336664" y="335156"/>
                    </a:cubicBezTo>
                    <a:cubicBezTo>
                      <a:pt x="3344665" y="339346"/>
                      <a:pt x="3350360" y="346925"/>
                      <a:pt x="3352135" y="355792"/>
                    </a:cubicBezTo>
                    <a:cubicBezTo>
                      <a:pt x="3353142" y="360198"/>
                      <a:pt x="3353142" y="364778"/>
                      <a:pt x="3352135" y="369196"/>
                    </a:cubicBezTo>
                    <a:cubicBezTo>
                      <a:pt x="3352135" y="369196"/>
                      <a:pt x="3352135" y="374349"/>
                      <a:pt x="3352135" y="374349"/>
                    </a:cubicBezTo>
                    <a:cubicBezTo>
                      <a:pt x="3352579" y="377078"/>
                      <a:pt x="3352579" y="379871"/>
                      <a:pt x="3352135" y="382599"/>
                    </a:cubicBezTo>
                    <a:cubicBezTo>
                      <a:pt x="3350078" y="386270"/>
                      <a:pt x="3347653" y="389723"/>
                      <a:pt x="3344914" y="392907"/>
                    </a:cubicBezTo>
                    <a:cubicBezTo>
                      <a:pt x="3344914" y="392907"/>
                      <a:pt x="3335635" y="401157"/>
                      <a:pt x="3332539" y="400128"/>
                    </a:cubicBezTo>
                    <a:lnTo>
                      <a:pt x="3312942" y="400128"/>
                    </a:lnTo>
                    <a:lnTo>
                      <a:pt x="3292317" y="390849"/>
                    </a:lnTo>
                    <a:lnTo>
                      <a:pt x="3270663" y="390849"/>
                    </a:lnTo>
                    <a:lnTo>
                      <a:pt x="3236635" y="378474"/>
                    </a:lnTo>
                    <a:lnTo>
                      <a:pt x="3203634" y="371253"/>
                    </a:lnTo>
                    <a:cubicBezTo>
                      <a:pt x="3193002" y="367572"/>
                      <a:pt x="3181872" y="365482"/>
                      <a:pt x="3170634" y="365070"/>
                    </a:cubicBezTo>
                    <a:lnTo>
                      <a:pt x="3138662" y="365070"/>
                    </a:lnTo>
                    <a:cubicBezTo>
                      <a:pt x="3126287" y="365070"/>
                      <a:pt x="3112884" y="356821"/>
                      <a:pt x="3102566" y="355781"/>
                    </a:cubicBezTo>
                    <a:cubicBezTo>
                      <a:pt x="3080630" y="353432"/>
                      <a:pt x="3058511" y="353432"/>
                      <a:pt x="3036565" y="355781"/>
                    </a:cubicBezTo>
                    <a:cubicBezTo>
                      <a:pt x="3007690" y="355781"/>
                      <a:pt x="2955093" y="367128"/>
                      <a:pt x="2952008" y="366099"/>
                    </a:cubicBezTo>
                    <a:cubicBezTo>
                      <a:pt x="2948911" y="365070"/>
                      <a:pt x="2937564" y="344446"/>
                      <a:pt x="2929314" y="331031"/>
                    </a:cubicBezTo>
                    <a:cubicBezTo>
                      <a:pt x="2928145" y="325596"/>
                      <a:pt x="2928145" y="319977"/>
                      <a:pt x="2929314" y="314531"/>
                    </a:cubicBezTo>
                    <a:cubicBezTo>
                      <a:pt x="2931155" y="307786"/>
                      <a:pt x="2931155" y="300662"/>
                      <a:pt x="2929314" y="293906"/>
                    </a:cubicBezTo>
                    <a:cubicBezTo>
                      <a:pt x="2929314" y="286695"/>
                      <a:pt x="2961286" y="283598"/>
                      <a:pt x="2965411" y="283598"/>
                    </a:cubicBezTo>
                    <a:cubicBezTo>
                      <a:pt x="2969536" y="283598"/>
                      <a:pt x="2977786" y="290820"/>
                      <a:pt x="2983968" y="290820"/>
                    </a:cubicBezTo>
                    <a:lnTo>
                      <a:pt x="3027287" y="290820"/>
                    </a:lnTo>
                    <a:cubicBezTo>
                      <a:pt x="3032440" y="290820"/>
                      <a:pt x="3039662" y="290820"/>
                      <a:pt x="3043787" y="290820"/>
                    </a:cubicBezTo>
                    <a:cubicBezTo>
                      <a:pt x="3060070" y="289348"/>
                      <a:pt x="3076256" y="286933"/>
                      <a:pt x="3092259" y="283598"/>
                    </a:cubicBezTo>
                    <a:cubicBezTo>
                      <a:pt x="3122162" y="283598"/>
                      <a:pt x="3132469" y="246473"/>
                      <a:pt x="3139691" y="234098"/>
                    </a:cubicBezTo>
                    <a:cubicBezTo>
                      <a:pt x="3143448" y="228782"/>
                      <a:pt x="3146241" y="222849"/>
                      <a:pt x="3147941" y="216569"/>
                    </a:cubicBezTo>
                    <a:cubicBezTo>
                      <a:pt x="3147941" y="209348"/>
                      <a:pt x="3147941" y="202126"/>
                      <a:pt x="3147941" y="200069"/>
                    </a:cubicBezTo>
                    <a:cubicBezTo>
                      <a:pt x="3142105" y="199733"/>
                      <a:pt x="3136248" y="199733"/>
                      <a:pt x="3130412" y="200069"/>
                    </a:cubicBezTo>
                    <a:cubicBezTo>
                      <a:pt x="3123277" y="201661"/>
                      <a:pt x="3115883" y="201661"/>
                      <a:pt x="3108759" y="200069"/>
                    </a:cubicBezTo>
                    <a:cubicBezTo>
                      <a:pt x="3102566" y="200069"/>
                      <a:pt x="3108759" y="187694"/>
                      <a:pt x="3108759" y="178405"/>
                    </a:cubicBezTo>
                    <a:cubicBezTo>
                      <a:pt x="3109073" y="168953"/>
                      <a:pt x="3106561" y="159609"/>
                      <a:pt x="3101537" y="151597"/>
                    </a:cubicBezTo>
                    <a:cubicBezTo>
                      <a:pt x="3101537" y="151597"/>
                      <a:pt x="3101537" y="135097"/>
                      <a:pt x="3101537" y="132001"/>
                    </a:cubicBezTo>
                    <a:cubicBezTo>
                      <a:pt x="3102046" y="125829"/>
                      <a:pt x="3102046" y="119615"/>
                      <a:pt x="3101537" y="113443"/>
                    </a:cubicBezTo>
                    <a:cubicBezTo>
                      <a:pt x="3101537" y="104154"/>
                      <a:pt x="3112884" y="106222"/>
                      <a:pt x="3121134" y="104154"/>
                    </a:cubicBezTo>
                    <a:cubicBezTo>
                      <a:pt x="3129384" y="102097"/>
                      <a:pt x="3139691" y="114472"/>
                      <a:pt x="3147941" y="117569"/>
                    </a:cubicBezTo>
                    <a:cubicBezTo>
                      <a:pt x="3171858" y="121076"/>
                      <a:pt x="3195969" y="123144"/>
                      <a:pt x="3220134" y="123750"/>
                    </a:cubicBezTo>
                    <a:lnTo>
                      <a:pt x="3259317" y="123750"/>
                    </a:lnTo>
                    <a:cubicBezTo>
                      <a:pt x="3278480" y="122516"/>
                      <a:pt x="3297481" y="119398"/>
                      <a:pt x="3316039" y="114472"/>
                    </a:cubicBezTo>
                    <a:cubicBezTo>
                      <a:pt x="3321095" y="113064"/>
                      <a:pt x="3326443" y="113064"/>
                      <a:pt x="3331510" y="114472"/>
                    </a:cubicBezTo>
                    <a:lnTo>
                      <a:pt x="3343885" y="114472"/>
                    </a:lnTo>
                    <a:close/>
                    <a:moveTo>
                      <a:pt x="2198081" y="79112"/>
                    </a:moveTo>
                    <a:cubicBezTo>
                      <a:pt x="2202917" y="81869"/>
                      <a:pt x="2209495" y="92309"/>
                      <a:pt x="2212588" y="96946"/>
                    </a:cubicBezTo>
                    <a:lnTo>
                      <a:pt x="2218770" y="79417"/>
                    </a:lnTo>
                    <a:cubicBezTo>
                      <a:pt x="2218770" y="79417"/>
                      <a:pt x="2218770" y="94889"/>
                      <a:pt x="2218770" y="100042"/>
                    </a:cubicBezTo>
                    <a:cubicBezTo>
                      <a:pt x="2216995" y="107848"/>
                      <a:pt x="2216995" y="115957"/>
                      <a:pt x="2218770" y="123764"/>
                    </a:cubicBezTo>
                    <a:cubicBezTo>
                      <a:pt x="2218770" y="128917"/>
                      <a:pt x="2218770" y="134071"/>
                      <a:pt x="2208463" y="142321"/>
                    </a:cubicBezTo>
                    <a:cubicBezTo>
                      <a:pt x="2202108" y="150344"/>
                      <a:pt x="2196575" y="158984"/>
                      <a:pt x="2191952" y="168100"/>
                    </a:cubicBezTo>
                    <a:cubicBezTo>
                      <a:pt x="2188509" y="175992"/>
                      <a:pt x="2188509" y="184968"/>
                      <a:pt x="2191952" y="192850"/>
                    </a:cubicBezTo>
                    <a:cubicBezTo>
                      <a:pt x="2191952" y="192850"/>
                      <a:pt x="2191952" y="207293"/>
                      <a:pt x="2191952" y="210379"/>
                    </a:cubicBezTo>
                    <a:cubicBezTo>
                      <a:pt x="2191952" y="213475"/>
                      <a:pt x="2200213" y="210379"/>
                      <a:pt x="2205367" y="210379"/>
                    </a:cubicBezTo>
                    <a:cubicBezTo>
                      <a:pt x="2210520" y="210379"/>
                      <a:pt x="2205367" y="216572"/>
                      <a:pt x="2211549" y="221725"/>
                    </a:cubicBezTo>
                    <a:cubicBezTo>
                      <a:pt x="2217742" y="226879"/>
                      <a:pt x="2221867" y="234100"/>
                      <a:pt x="2221867" y="240293"/>
                    </a:cubicBezTo>
                    <a:cubicBezTo>
                      <a:pt x="2223339" y="242848"/>
                      <a:pt x="2223339" y="245988"/>
                      <a:pt x="2221867" y="248543"/>
                    </a:cubicBezTo>
                    <a:cubicBezTo>
                      <a:pt x="2206872" y="259954"/>
                      <a:pt x="2194854" y="274809"/>
                      <a:pt x="2186798" y="291851"/>
                    </a:cubicBezTo>
                    <a:cubicBezTo>
                      <a:pt x="2186798" y="291851"/>
                      <a:pt x="2186798" y="305265"/>
                      <a:pt x="2186798" y="306293"/>
                    </a:cubicBezTo>
                    <a:lnTo>
                      <a:pt x="2202270" y="306293"/>
                    </a:lnTo>
                    <a:cubicBezTo>
                      <a:pt x="2207694" y="307224"/>
                      <a:pt x="2212718" y="309736"/>
                      <a:pt x="2216713" y="313515"/>
                    </a:cubicBezTo>
                    <a:cubicBezTo>
                      <a:pt x="2219788" y="317434"/>
                      <a:pt x="2221910" y="322025"/>
                      <a:pt x="2222895" y="326919"/>
                    </a:cubicBezTo>
                    <a:cubicBezTo>
                      <a:pt x="2220611" y="347793"/>
                      <a:pt x="2208810" y="366436"/>
                      <a:pt x="2190923" y="377448"/>
                    </a:cubicBezTo>
                    <a:cubicBezTo>
                      <a:pt x="2175452" y="390851"/>
                      <a:pt x="2147615" y="406323"/>
                      <a:pt x="2134201" y="416630"/>
                    </a:cubicBezTo>
                    <a:cubicBezTo>
                      <a:pt x="2120797" y="426948"/>
                      <a:pt x="2114615" y="444476"/>
                      <a:pt x="2107393" y="447573"/>
                    </a:cubicBezTo>
                    <a:cubicBezTo>
                      <a:pt x="2100172" y="450669"/>
                      <a:pt x="2100172" y="447573"/>
                      <a:pt x="2096047" y="447573"/>
                    </a:cubicBezTo>
                    <a:lnTo>
                      <a:pt x="2078518" y="447573"/>
                    </a:lnTo>
                    <a:cubicBezTo>
                      <a:pt x="2072325" y="447573"/>
                      <a:pt x="2073364" y="438294"/>
                      <a:pt x="2069239" y="434169"/>
                    </a:cubicBezTo>
                    <a:cubicBezTo>
                      <a:pt x="2064085" y="430769"/>
                      <a:pt x="2059841" y="426168"/>
                      <a:pt x="2056864" y="420765"/>
                    </a:cubicBezTo>
                    <a:cubicBezTo>
                      <a:pt x="2052100" y="412494"/>
                      <a:pt x="2048949" y="403388"/>
                      <a:pt x="2047585" y="393948"/>
                    </a:cubicBezTo>
                    <a:cubicBezTo>
                      <a:pt x="2051504" y="381648"/>
                      <a:pt x="2059993" y="371308"/>
                      <a:pt x="2071296" y="365072"/>
                    </a:cubicBezTo>
                    <a:cubicBezTo>
                      <a:pt x="2071296" y="365072"/>
                      <a:pt x="2081614" y="353726"/>
                      <a:pt x="2084700" y="351669"/>
                    </a:cubicBezTo>
                    <a:cubicBezTo>
                      <a:pt x="2088836" y="348020"/>
                      <a:pt x="2092030" y="343419"/>
                      <a:pt x="2093989" y="338265"/>
                    </a:cubicBezTo>
                    <a:cubicBezTo>
                      <a:pt x="2094552" y="334497"/>
                      <a:pt x="2094552" y="330676"/>
                      <a:pt x="2093989" y="326919"/>
                    </a:cubicBezTo>
                    <a:cubicBezTo>
                      <a:pt x="2094455" y="322122"/>
                      <a:pt x="2094455" y="317283"/>
                      <a:pt x="2093989" y="312475"/>
                    </a:cubicBezTo>
                    <a:cubicBezTo>
                      <a:pt x="2092885" y="308546"/>
                      <a:pt x="2090752" y="304983"/>
                      <a:pt x="2087796" y="302169"/>
                    </a:cubicBezTo>
                    <a:cubicBezTo>
                      <a:pt x="2084624" y="299765"/>
                      <a:pt x="2082123" y="296560"/>
                      <a:pt x="2080575" y="292890"/>
                    </a:cubicBezTo>
                    <a:cubicBezTo>
                      <a:pt x="2080586" y="292890"/>
                      <a:pt x="2066142" y="280515"/>
                      <a:pt x="2065114" y="274322"/>
                    </a:cubicBezTo>
                    <a:cubicBezTo>
                      <a:pt x="2064313" y="263744"/>
                      <a:pt x="2071296" y="254130"/>
                      <a:pt x="2081614" y="251639"/>
                    </a:cubicBezTo>
                    <a:lnTo>
                      <a:pt x="2095018" y="251639"/>
                    </a:lnTo>
                    <a:cubicBezTo>
                      <a:pt x="2103268" y="251639"/>
                      <a:pt x="2107393" y="241322"/>
                      <a:pt x="2110490" y="234100"/>
                    </a:cubicBezTo>
                    <a:cubicBezTo>
                      <a:pt x="2113586" y="226879"/>
                      <a:pt x="2110490" y="213475"/>
                      <a:pt x="2110490" y="206264"/>
                    </a:cubicBezTo>
                    <a:cubicBezTo>
                      <a:pt x="2110490" y="199043"/>
                      <a:pt x="2100172" y="195946"/>
                      <a:pt x="2093989" y="194918"/>
                    </a:cubicBezTo>
                    <a:cubicBezTo>
                      <a:pt x="2088154" y="194420"/>
                      <a:pt x="2082285" y="194420"/>
                      <a:pt x="2076461" y="194918"/>
                    </a:cubicBezTo>
                    <a:cubicBezTo>
                      <a:pt x="2076461" y="194918"/>
                      <a:pt x="2066142" y="189764"/>
                      <a:pt x="2065114" y="184599"/>
                    </a:cubicBezTo>
                    <a:cubicBezTo>
                      <a:pt x="2064085" y="179446"/>
                      <a:pt x="2059949" y="184599"/>
                      <a:pt x="2054796" y="184599"/>
                    </a:cubicBezTo>
                    <a:cubicBezTo>
                      <a:pt x="2049642" y="184599"/>
                      <a:pt x="2048614" y="169139"/>
                      <a:pt x="2047585" y="166043"/>
                    </a:cubicBezTo>
                    <a:cubicBezTo>
                      <a:pt x="2046546" y="162946"/>
                      <a:pt x="2047585" y="166043"/>
                      <a:pt x="2055824" y="158821"/>
                    </a:cubicBezTo>
                    <a:cubicBezTo>
                      <a:pt x="2064085" y="151600"/>
                      <a:pt x="2055824" y="151600"/>
                      <a:pt x="2060989" y="147475"/>
                    </a:cubicBezTo>
                    <a:cubicBezTo>
                      <a:pt x="2066142" y="143350"/>
                      <a:pt x="2069239" y="139225"/>
                      <a:pt x="2074393" y="136139"/>
                    </a:cubicBezTo>
                    <a:lnTo>
                      <a:pt x="2093989" y="136139"/>
                    </a:lnTo>
                    <a:cubicBezTo>
                      <a:pt x="2118740" y="121696"/>
                      <a:pt x="2144519" y="86639"/>
                      <a:pt x="2171337" y="84571"/>
                    </a:cubicBezTo>
                    <a:cubicBezTo>
                      <a:pt x="2198145" y="82514"/>
                      <a:pt x="2189895" y="84571"/>
                      <a:pt x="2194020" y="79417"/>
                    </a:cubicBezTo>
                    <a:cubicBezTo>
                      <a:pt x="2195051" y="78129"/>
                      <a:pt x="2196469" y="78194"/>
                      <a:pt x="2198081" y="79112"/>
                    </a:cubicBezTo>
                    <a:close/>
                    <a:moveTo>
                      <a:pt x="2394088" y="55695"/>
                    </a:moveTo>
                    <a:cubicBezTo>
                      <a:pt x="2379656" y="62916"/>
                      <a:pt x="2355934" y="70138"/>
                      <a:pt x="2356963" y="76320"/>
                    </a:cubicBezTo>
                    <a:cubicBezTo>
                      <a:pt x="2357991" y="82513"/>
                      <a:pt x="2359020" y="93860"/>
                      <a:pt x="2365213" y="93860"/>
                    </a:cubicBezTo>
                    <a:cubicBezTo>
                      <a:pt x="2372001" y="95408"/>
                      <a:pt x="2379050" y="95408"/>
                      <a:pt x="2385838" y="93860"/>
                    </a:cubicBezTo>
                    <a:cubicBezTo>
                      <a:pt x="2390992" y="88695"/>
                      <a:pt x="2397185" y="73224"/>
                      <a:pt x="2397185" y="73224"/>
                    </a:cubicBezTo>
                    <a:cubicBezTo>
                      <a:pt x="2397867" y="68092"/>
                      <a:pt x="2397867" y="62895"/>
                      <a:pt x="2397185" y="57763"/>
                    </a:cubicBezTo>
                    <a:close/>
                    <a:moveTo>
                      <a:pt x="2409561" y="1039"/>
                    </a:moveTo>
                    <a:cubicBezTo>
                      <a:pt x="2416782" y="10"/>
                      <a:pt x="2421936" y="6193"/>
                      <a:pt x="2427090" y="1039"/>
                    </a:cubicBezTo>
                    <a:cubicBezTo>
                      <a:pt x="2438393" y="-347"/>
                      <a:pt x="2449815" y="-347"/>
                      <a:pt x="2461119" y="1039"/>
                    </a:cubicBezTo>
                    <a:cubicBezTo>
                      <a:pt x="2461130" y="1039"/>
                      <a:pt x="2461130" y="12386"/>
                      <a:pt x="2469369" y="14443"/>
                    </a:cubicBezTo>
                    <a:cubicBezTo>
                      <a:pt x="2476872" y="19466"/>
                      <a:pt x="2482058" y="27251"/>
                      <a:pt x="2483812" y="36096"/>
                    </a:cubicBezTo>
                    <a:cubicBezTo>
                      <a:pt x="2483812" y="43318"/>
                      <a:pt x="2477630" y="54664"/>
                      <a:pt x="2477630" y="57761"/>
                    </a:cubicBezTo>
                    <a:cubicBezTo>
                      <a:pt x="2479600" y="63791"/>
                      <a:pt x="2479600" y="70288"/>
                      <a:pt x="2477630" y="76318"/>
                    </a:cubicBezTo>
                    <a:cubicBezTo>
                      <a:pt x="2472747" y="86549"/>
                      <a:pt x="2468936" y="97268"/>
                      <a:pt x="2466283" y="108290"/>
                    </a:cubicBezTo>
                    <a:cubicBezTo>
                      <a:pt x="2462169" y="115057"/>
                      <a:pt x="2457697" y="121596"/>
                      <a:pt x="2452879" y="127886"/>
                    </a:cubicBezTo>
                    <a:cubicBezTo>
                      <a:pt x="2445658" y="155722"/>
                      <a:pt x="2435340" y="175319"/>
                      <a:pt x="2429158" y="203165"/>
                    </a:cubicBezTo>
                    <a:cubicBezTo>
                      <a:pt x="2429158" y="203165"/>
                      <a:pt x="2422965" y="216569"/>
                      <a:pt x="2419868" y="215541"/>
                    </a:cubicBezTo>
                    <a:cubicBezTo>
                      <a:pt x="2416782" y="214512"/>
                      <a:pt x="2408532" y="215541"/>
                      <a:pt x="2406464" y="215541"/>
                    </a:cubicBezTo>
                    <a:cubicBezTo>
                      <a:pt x="2404407" y="215541"/>
                      <a:pt x="2396157" y="215541"/>
                      <a:pt x="2392032" y="222762"/>
                    </a:cubicBezTo>
                    <a:cubicBezTo>
                      <a:pt x="2387907" y="229973"/>
                      <a:pt x="2374503" y="222762"/>
                      <a:pt x="2372435" y="232041"/>
                    </a:cubicBezTo>
                    <a:cubicBezTo>
                      <a:pt x="2369859" y="237238"/>
                      <a:pt x="2369859" y="243344"/>
                      <a:pt x="2372435" y="248541"/>
                    </a:cubicBezTo>
                    <a:cubicBezTo>
                      <a:pt x="2377589" y="253694"/>
                      <a:pt x="2386879" y="248541"/>
                      <a:pt x="2387907" y="243387"/>
                    </a:cubicBezTo>
                    <a:cubicBezTo>
                      <a:pt x="2390603" y="238937"/>
                      <a:pt x="2395129" y="235906"/>
                      <a:pt x="2400282" y="235137"/>
                    </a:cubicBezTo>
                    <a:cubicBezTo>
                      <a:pt x="2406432" y="236079"/>
                      <a:pt x="2412690" y="236079"/>
                      <a:pt x="2418840" y="235137"/>
                    </a:cubicBezTo>
                    <a:cubicBezTo>
                      <a:pt x="2422867" y="235484"/>
                      <a:pt x="2426213" y="238407"/>
                      <a:pt x="2427090" y="242348"/>
                    </a:cubicBezTo>
                    <a:cubicBezTo>
                      <a:pt x="2428486" y="250338"/>
                      <a:pt x="2431280" y="258014"/>
                      <a:pt x="2435340" y="265041"/>
                    </a:cubicBezTo>
                    <a:cubicBezTo>
                      <a:pt x="2436444" y="268040"/>
                      <a:pt x="2436444" y="271320"/>
                      <a:pt x="2435340" y="274319"/>
                    </a:cubicBezTo>
                    <a:cubicBezTo>
                      <a:pt x="2430663" y="279625"/>
                      <a:pt x="2425477" y="284453"/>
                      <a:pt x="2419868" y="288763"/>
                    </a:cubicBezTo>
                    <a:cubicBezTo>
                      <a:pt x="2419868" y="288763"/>
                      <a:pt x="2407493" y="288763"/>
                      <a:pt x="2402339" y="298041"/>
                    </a:cubicBezTo>
                    <a:cubicBezTo>
                      <a:pt x="2400791" y="301657"/>
                      <a:pt x="2400791" y="305761"/>
                      <a:pt x="2402339" y="309377"/>
                    </a:cubicBezTo>
                    <a:cubicBezTo>
                      <a:pt x="2402339" y="316609"/>
                      <a:pt x="2408532" y="316609"/>
                      <a:pt x="2412657" y="315570"/>
                    </a:cubicBezTo>
                    <a:cubicBezTo>
                      <a:pt x="2416782" y="314541"/>
                      <a:pt x="2430186" y="308348"/>
                      <a:pt x="2436368" y="307320"/>
                    </a:cubicBezTo>
                    <a:cubicBezTo>
                      <a:pt x="2442886" y="307883"/>
                      <a:pt x="2449447" y="307883"/>
                      <a:pt x="2455965" y="307320"/>
                    </a:cubicBezTo>
                    <a:cubicBezTo>
                      <a:pt x="2455965" y="307320"/>
                      <a:pt x="2471437" y="299070"/>
                      <a:pt x="2477630" y="300098"/>
                    </a:cubicBezTo>
                    <a:cubicBezTo>
                      <a:pt x="2483812" y="301138"/>
                      <a:pt x="2493091" y="291848"/>
                      <a:pt x="2498244" y="300098"/>
                    </a:cubicBezTo>
                    <a:cubicBezTo>
                      <a:pt x="2503409" y="308348"/>
                      <a:pt x="2516812" y="310416"/>
                      <a:pt x="2517841" y="323820"/>
                    </a:cubicBezTo>
                    <a:cubicBezTo>
                      <a:pt x="2518880" y="337223"/>
                      <a:pt x="2511659" y="367138"/>
                      <a:pt x="2494119" y="370224"/>
                    </a:cubicBezTo>
                    <a:cubicBezTo>
                      <a:pt x="2476590" y="373320"/>
                      <a:pt x="2494119" y="370224"/>
                      <a:pt x="2467312" y="370224"/>
                    </a:cubicBezTo>
                    <a:lnTo>
                      <a:pt x="2422965" y="377445"/>
                    </a:lnTo>
                    <a:cubicBezTo>
                      <a:pt x="2414725" y="377997"/>
                      <a:pt x="2406454" y="377997"/>
                      <a:pt x="2398214" y="377445"/>
                    </a:cubicBezTo>
                    <a:cubicBezTo>
                      <a:pt x="2391177" y="378398"/>
                      <a:pt x="2384258" y="380130"/>
                      <a:pt x="2377589" y="382599"/>
                    </a:cubicBezTo>
                    <a:cubicBezTo>
                      <a:pt x="2369934" y="385760"/>
                      <a:pt x="2361987" y="388185"/>
                      <a:pt x="2353878" y="389820"/>
                    </a:cubicBezTo>
                    <a:cubicBezTo>
                      <a:pt x="2343971" y="391260"/>
                      <a:pt x="2334487" y="394779"/>
                      <a:pt x="2326031" y="400138"/>
                    </a:cubicBezTo>
                    <a:cubicBezTo>
                      <a:pt x="2316244" y="403256"/>
                      <a:pt x="2306250" y="405671"/>
                      <a:pt x="2296127" y="407360"/>
                    </a:cubicBezTo>
                    <a:cubicBezTo>
                      <a:pt x="2286578" y="412708"/>
                      <a:pt x="2276563" y="417191"/>
                      <a:pt x="2266212" y="420763"/>
                    </a:cubicBezTo>
                    <a:cubicBezTo>
                      <a:pt x="2261059" y="420763"/>
                      <a:pt x="2246616" y="420763"/>
                      <a:pt x="2245587" y="413542"/>
                    </a:cubicBezTo>
                    <a:cubicBezTo>
                      <a:pt x="2241776" y="405324"/>
                      <a:pt x="2239004" y="396663"/>
                      <a:pt x="2237348" y="387752"/>
                    </a:cubicBezTo>
                    <a:lnTo>
                      <a:pt x="2237337" y="379513"/>
                    </a:lnTo>
                    <a:cubicBezTo>
                      <a:pt x="2237337" y="379513"/>
                      <a:pt x="2237337" y="368167"/>
                      <a:pt x="2237337" y="364042"/>
                    </a:cubicBezTo>
                    <a:cubicBezTo>
                      <a:pt x="2237337" y="359917"/>
                      <a:pt x="2237337" y="357849"/>
                      <a:pt x="2243530" y="357849"/>
                    </a:cubicBezTo>
                    <a:cubicBezTo>
                      <a:pt x="2249712" y="357849"/>
                      <a:pt x="2248684" y="357849"/>
                      <a:pt x="2253837" y="357849"/>
                    </a:cubicBezTo>
                    <a:cubicBezTo>
                      <a:pt x="2262585" y="354362"/>
                      <a:pt x="2270890" y="349869"/>
                      <a:pt x="2278588" y="344445"/>
                    </a:cubicBezTo>
                    <a:lnTo>
                      <a:pt x="2310560" y="324848"/>
                    </a:lnTo>
                    <a:cubicBezTo>
                      <a:pt x="2310560" y="318666"/>
                      <a:pt x="2310560" y="315570"/>
                      <a:pt x="2303338" y="316609"/>
                    </a:cubicBezTo>
                    <a:cubicBezTo>
                      <a:pt x="2296127" y="317638"/>
                      <a:pt x="2293031" y="316609"/>
                      <a:pt x="2289934" y="316609"/>
                    </a:cubicBezTo>
                    <a:cubicBezTo>
                      <a:pt x="2286838" y="316609"/>
                      <a:pt x="2278588" y="316609"/>
                      <a:pt x="2277559" y="316609"/>
                    </a:cubicBezTo>
                    <a:cubicBezTo>
                      <a:pt x="2276531" y="316609"/>
                      <a:pt x="2277559" y="308348"/>
                      <a:pt x="2277559" y="305263"/>
                    </a:cubicBezTo>
                    <a:lnTo>
                      <a:pt x="2277559" y="291848"/>
                    </a:lnTo>
                    <a:cubicBezTo>
                      <a:pt x="2277559" y="291848"/>
                      <a:pt x="2277559" y="281541"/>
                      <a:pt x="2283752" y="280512"/>
                    </a:cubicBezTo>
                    <a:cubicBezTo>
                      <a:pt x="2289934" y="279473"/>
                      <a:pt x="2283752" y="280512"/>
                      <a:pt x="2291991" y="280512"/>
                    </a:cubicBezTo>
                    <a:lnTo>
                      <a:pt x="2300252" y="280512"/>
                    </a:lnTo>
                    <a:lnTo>
                      <a:pt x="2307463" y="280512"/>
                    </a:lnTo>
                    <a:cubicBezTo>
                      <a:pt x="2310289" y="278867"/>
                      <a:pt x="2312465" y="276322"/>
                      <a:pt x="2313656" y="273291"/>
                    </a:cubicBezTo>
                    <a:cubicBezTo>
                      <a:pt x="2314706" y="267845"/>
                      <a:pt x="2314706" y="262237"/>
                      <a:pt x="2313656" y="256791"/>
                    </a:cubicBezTo>
                    <a:cubicBezTo>
                      <a:pt x="2313656" y="256791"/>
                      <a:pt x="2308492" y="256791"/>
                      <a:pt x="2303338" y="256791"/>
                    </a:cubicBezTo>
                    <a:lnTo>
                      <a:pt x="2290963" y="261944"/>
                    </a:lnTo>
                    <a:cubicBezTo>
                      <a:pt x="2287552" y="262518"/>
                      <a:pt x="2284066" y="262518"/>
                      <a:pt x="2280656" y="261944"/>
                    </a:cubicBezTo>
                    <a:cubicBezTo>
                      <a:pt x="2277288" y="262984"/>
                      <a:pt x="2273694" y="262984"/>
                      <a:pt x="2270338" y="261944"/>
                    </a:cubicBezTo>
                    <a:cubicBezTo>
                      <a:pt x="2270338" y="261944"/>
                      <a:pt x="2270338" y="261944"/>
                      <a:pt x="2265184" y="255751"/>
                    </a:cubicBezTo>
                    <a:cubicBezTo>
                      <a:pt x="2262672" y="252774"/>
                      <a:pt x="2260907" y="249245"/>
                      <a:pt x="2260030" y="245444"/>
                    </a:cubicBezTo>
                    <a:cubicBezTo>
                      <a:pt x="2260030" y="235137"/>
                      <a:pt x="2250752" y="233069"/>
                      <a:pt x="2248684" y="231012"/>
                    </a:cubicBezTo>
                    <a:cubicBezTo>
                      <a:pt x="2245576" y="225588"/>
                      <a:pt x="2243476" y="219644"/>
                      <a:pt x="2242502" y="213473"/>
                    </a:cubicBezTo>
                    <a:cubicBezTo>
                      <a:pt x="2242502" y="203165"/>
                      <a:pt x="2249712" y="192847"/>
                      <a:pt x="2247655" y="186665"/>
                    </a:cubicBezTo>
                    <a:cubicBezTo>
                      <a:pt x="2242631" y="173002"/>
                      <a:pt x="2239167" y="158819"/>
                      <a:pt x="2237337" y="144386"/>
                    </a:cubicBezTo>
                    <a:cubicBezTo>
                      <a:pt x="2237337" y="144386"/>
                      <a:pt x="2231154" y="135097"/>
                      <a:pt x="2229086" y="126847"/>
                    </a:cubicBezTo>
                    <a:cubicBezTo>
                      <a:pt x="2227029" y="118597"/>
                      <a:pt x="2229086" y="117568"/>
                      <a:pt x="2229086" y="113443"/>
                    </a:cubicBezTo>
                    <a:cubicBezTo>
                      <a:pt x="2230191" y="105237"/>
                      <a:pt x="2230191" y="96911"/>
                      <a:pt x="2229086" y="88693"/>
                    </a:cubicBezTo>
                    <a:lnTo>
                      <a:pt x="2228058" y="86636"/>
                    </a:lnTo>
                    <a:cubicBezTo>
                      <a:pt x="2228058" y="76318"/>
                      <a:pt x="2228058" y="61886"/>
                      <a:pt x="2236309" y="61886"/>
                    </a:cubicBezTo>
                    <a:cubicBezTo>
                      <a:pt x="2244559" y="61886"/>
                      <a:pt x="2244559" y="69097"/>
                      <a:pt x="2251780" y="68068"/>
                    </a:cubicBezTo>
                    <a:cubicBezTo>
                      <a:pt x="2256533" y="69140"/>
                      <a:pt x="2261459" y="69140"/>
                      <a:pt x="2266223" y="68068"/>
                    </a:cubicBezTo>
                    <a:lnTo>
                      <a:pt x="2283752" y="59818"/>
                    </a:lnTo>
                    <a:cubicBezTo>
                      <a:pt x="2293204" y="53149"/>
                      <a:pt x="2303208" y="47280"/>
                      <a:pt x="2313656" y="42289"/>
                    </a:cubicBezTo>
                    <a:cubicBezTo>
                      <a:pt x="2320867" y="42289"/>
                      <a:pt x="2331185" y="42289"/>
                      <a:pt x="2337367" y="36096"/>
                    </a:cubicBezTo>
                    <a:cubicBezTo>
                      <a:pt x="2343560" y="29914"/>
                      <a:pt x="2402339" y="2068"/>
                      <a:pt x="2409561" y="10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3223821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2598B5BD-9CE3-4414-BCF1-860652297EE0}"/>
              </a:ext>
            </a:extLst>
          </p:cNvPr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250671E-B242-4E46-809E-218D29833258}"/>
              </a:ext>
            </a:extLst>
          </p:cNvPr>
          <p:cNvSpPr/>
          <p:nvPr userDrawn="1"/>
        </p:nvSpPr>
        <p:spPr>
          <a:xfrm rot="2885786">
            <a:off x="1389454" y="-3104147"/>
            <a:ext cx="10240698" cy="11614001"/>
          </a:xfrm>
          <a:custGeom>
            <a:avLst/>
            <a:gdLst>
              <a:gd name="connsiteX0" fmla="*/ 6051751 w 10240698"/>
              <a:gd name="connsiteY0" fmla="*/ 1433305 h 11614001"/>
              <a:gd name="connsiteX1" fmla="*/ 6837805 w 10240698"/>
              <a:gd name="connsiteY1" fmla="*/ 587393 h 11614001"/>
              <a:gd name="connsiteX2" fmla="*/ 7410328 w 10240698"/>
              <a:gd name="connsiteY2" fmla="*/ 0 h 11614001"/>
              <a:gd name="connsiteX3" fmla="*/ 10240698 w 10240698"/>
              <a:gd name="connsiteY3" fmla="*/ 2539861 h 11614001"/>
              <a:gd name="connsiteX4" fmla="*/ 2097918 w 10240698"/>
              <a:gd name="connsiteY4" fmla="*/ 11614001 h 11614001"/>
              <a:gd name="connsiteX5" fmla="*/ 0 w 10240698"/>
              <a:gd name="connsiteY5" fmla="*/ 9731411 h 11614001"/>
              <a:gd name="connsiteX6" fmla="*/ 261077 w 10240698"/>
              <a:gd name="connsiteY6" fmla="*/ 9278934 h 11614001"/>
              <a:gd name="connsiteX7" fmla="*/ 6051751 w 10240698"/>
              <a:gd name="connsiteY7" fmla="*/ 1433305 h 1161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40698" h="11614001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240698" y="2539861"/>
                </a:lnTo>
                <a:lnTo>
                  <a:pt x="2097918" y="11614001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74B958D9-D342-40D9-98E5-F3F3A57A7EFC}"/>
              </a:ext>
            </a:extLst>
          </p:cNvPr>
          <p:cNvSpPr/>
          <p:nvPr userDrawn="1"/>
        </p:nvSpPr>
        <p:spPr>
          <a:xfrm rot="1846855">
            <a:off x="713178" y="-661517"/>
            <a:ext cx="11127408" cy="8042323"/>
          </a:xfrm>
          <a:custGeom>
            <a:avLst/>
            <a:gdLst>
              <a:gd name="connsiteX0" fmla="*/ 7928069 w 11127408"/>
              <a:gd name="connsiteY0" fmla="*/ 1186500 h 8042323"/>
              <a:gd name="connsiteX1" fmla="*/ 9950212 w 11127408"/>
              <a:gd name="connsiteY1" fmla="*/ 53263 h 8042323"/>
              <a:gd name="connsiteX2" fmla="*/ 10053427 w 11127408"/>
              <a:gd name="connsiteY2" fmla="*/ 0 h 8042323"/>
              <a:gd name="connsiteX3" fmla="*/ 11127408 w 11127408"/>
              <a:gd name="connsiteY3" fmla="*/ 1802985 h 8042323"/>
              <a:gd name="connsiteX4" fmla="*/ 652892 w 11127408"/>
              <a:gd name="connsiteY4" fmla="*/ 8042323 h 8042323"/>
              <a:gd name="connsiteX5" fmla="*/ 0 w 11127408"/>
              <a:gd name="connsiteY5" fmla="*/ 6946257 h 8042323"/>
              <a:gd name="connsiteX6" fmla="*/ 555484 w 11127408"/>
              <a:gd name="connsiteY6" fmla="*/ 6462535 h 8042323"/>
              <a:gd name="connsiteX7" fmla="*/ 4689797 w 11127408"/>
              <a:gd name="connsiteY7" fmla="*/ 3264251 h 8042323"/>
              <a:gd name="connsiteX8" fmla="*/ 7928069 w 11127408"/>
              <a:gd name="connsiteY8" fmla="*/ 1186500 h 8042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27408" h="8042323">
                <a:moveTo>
                  <a:pt x="7928069" y="1186500"/>
                </a:moveTo>
                <a:cubicBezTo>
                  <a:pt x="8592467" y="794335"/>
                  <a:pt x="9266662" y="416446"/>
                  <a:pt x="9950212" y="53263"/>
                </a:cubicBezTo>
                <a:lnTo>
                  <a:pt x="10053427" y="0"/>
                </a:lnTo>
                <a:lnTo>
                  <a:pt x="11127408" y="1802985"/>
                </a:lnTo>
                <a:lnTo>
                  <a:pt x="652892" y="8042323"/>
                </a:lnTo>
                <a:lnTo>
                  <a:pt x="0" y="6946257"/>
                </a:lnTo>
                <a:lnTo>
                  <a:pt x="555484" y="6462535"/>
                </a:lnTo>
                <a:cubicBezTo>
                  <a:pt x="1875560" y="5329720"/>
                  <a:pt x="3255407" y="4261921"/>
                  <a:pt x="4689797" y="3264251"/>
                </a:cubicBezTo>
                <a:cubicBezTo>
                  <a:pt x="5740634" y="2533357"/>
                  <a:pt x="6820742" y="1840104"/>
                  <a:pt x="7928069" y="118650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9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50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0EDC3667-87B7-4232-9F74-2F0E9CE7574F}"/>
              </a:ext>
            </a:extLst>
          </p:cNvPr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1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41362" y="5528219"/>
            <a:ext cx="7909277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98AF966-7C79-45DC-9C70-AB081DBECE7D}"/>
              </a:ext>
            </a:extLst>
          </p:cNvPr>
          <p:cNvCxnSpPr>
            <a:cxnSpLocks/>
          </p:cNvCxnSpPr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CD790BF4-1F5C-4F9C-AD21-7992B909352A}"/>
              </a:ext>
            </a:extLst>
          </p:cNvPr>
          <p:cNvSpPr txBox="1"/>
          <p:nvPr userDrawn="1"/>
        </p:nvSpPr>
        <p:spPr>
          <a:xfrm>
            <a:off x="346663" y="6328722"/>
            <a:ext cx="1660787" cy="195379"/>
          </a:xfrm>
          <a:custGeom>
            <a:avLst/>
            <a:gdLst/>
            <a:ahLst/>
            <a:cxnLst/>
            <a:rect l="l" t="t" r="r" b="b"/>
            <a:pathLst>
              <a:path w="1660787" h="195379">
                <a:moveTo>
                  <a:pt x="29161" y="90222"/>
                </a:moveTo>
                <a:lnTo>
                  <a:pt x="29161" y="127778"/>
                </a:lnTo>
                <a:lnTo>
                  <a:pt x="46481" y="127778"/>
                </a:lnTo>
                <a:cubicBezTo>
                  <a:pt x="53844" y="127778"/>
                  <a:pt x="59603" y="126070"/>
                  <a:pt x="63756" y="122653"/>
                </a:cubicBezTo>
                <a:cubicBezTo>
                  <a:pt x="67910" y="119236"/>
                  <a:pt x="69986" y="114494"/>
                  <a:pt x="69986" y="108426"/>
                </a:cubicBezTo>
                <a:cubicBezTo>
                  <a:pt x="69986" y="102652"/>
                  <a:pt x="67924" y="98175"/>
                  <a:pt x="63800" y="94994"/>
                </a:cubicBezTo>
                <a:cubicBezTo>
                  <a:pt x="59677" y="91813"/>
                  <a:pt x="53815" y="90222"/>
                  <a:pt x="46216" y="90222"/>
                </a:cubicBezTo>
                <a:close/>
                <a:moveTo>
                  <a:pt x="1496048" y="49397"/>
                </a:moveTo>
                <a:cubicBezTo>
                  <a:pt x="1493220" y="54699"/>
                  <a:pt x="1489170" y="61120"/>
                  <a:pt x="1483898" y="68661"/>
                </a:cubicBezTo>
                <a:cubicBezTo>
                  <a:pt x="1478625" y="76201"/>
                  <a:pt x="1470716" y="86511"/>
                  <a:pt x="1460171" y="99589"/>
                </a:cubicBezTo>
                <a:lnTo>
                  <a:pt x="1496048" y="99589"/>
                </a:lnTo>
                <a:close/>
                <a:moveTo>
                  <a:pt x="29161" y="34374"/>
                </a:moveTo>
                <a:lnTo>
                  <a:pt x="29161" y="68219"/>
                </a:lnTo>
                <a:lnTo>
                  <a:pt x="43034" y="68219"/>
                </a:lnTo>
                <a:cubicBezTo>
                  <a:pt x="49691" y="68219"/>
                  <a:pt x="54934" y="66628"/>
                  <a:pt x="58764" y="63447"/>
                </a:cubicBezTo>
                <a:cubicBezTo>
                  <a:pt x="62593" y="60266"/>
                  <a:pt x="64507" y="55818"/>
                  <a:pt x="64507" y="50104"/>
                </a:cubicBezTo>
                <a:cubicBezTo>
                  <a:pt x="64507" y="39618"/>
                  <a:pt x="56849" y="34374"/>
                  <a:pt x="41532" y="34374"/>
                </a:cubicBezTo>
                <a:close/>
                <a:moveTo>
                  <a:pt x="1612362" y="32254"/>
                </a:moveTo>
                <a:cubicBezTo>
                  <a:pt x="1598518" y="32254"/>
                  <a:pt x="1591596" y="49043"/>
                  <a:pt x="1591596" y="82623"/>
                </a:cubicBezTo>
                <a:cubicBezTo>
                  <a:pt x="1591596" y="114199"/>
                  <a:pt x="1598341" y="129987"/>
                  <a:pt x="1611832" y="129987"/>
                </a:cubicBezTo>
                <a:cubicBezTo>
                  <a:pt x="1625087" y="129987"/>
                  <a:pt x="1631714" y="113728"/>
                  <a:pt x="1631714" y="81209"/>
                </a:cubicBezTo>
                <a:cubicBezTo>
                  <a:pt x="1631714" y="48572"/>
                  <a:pt x="1625263" y="32254"/>
                  <a:pt x="1612362" y="32254"/>
                </a:cubicBezTo>
                <a:close/>
                <a:moveTo>
                  <a:pt x="1362679" y="32254"/>
                </a:moveTo>
                <a:cubicBezTo>
                  <a:pt x="1356965" y="32254"/>
                  <a:pt x="1352385" y="34522"/>
                  <a:pt x="1348938" y="39058"/>
                </a:cubicBezTo>
                <a:cubicBezTo>
                  <a:pt x="1345492" y="43594"/>
                  <a:pt x="1343769" y="49191"/>
                  <a:pt x="1343769" y="55848"/>
                </a:cubicBezTo>
                <a:cubicBezTo>
                  <a:pt x="1343769" y="63094"/>
                  <a:pt x="1345521" y="68779"/>
                  <a:pt x="1349027" y="72902"/>
                </a:cubicBezTo>
                <a:cubicBezTo>
                  <a:pt x="1352532" y="77026"/>
                  <a:pt x="1357318" y="79088"/>
                  <a:pt x="1363386" y="79088"/>
                </a:cubicBezTo>
                <a:cubicBezTo>
                  <a:pt x="1368806" y="79088"/>
                  <a:pt x="1373269" y="77114"/>
                  <a:pt x="1376774" y="73167"/>
                </a:cubicBezTo>
                <a:cubicBezTo>
                  <a:pt x="1380279" y="69220"/>
                  <a:pt x="1382032" y="64331"/>
                  <a:pt x="1382032" y="58499"/>
                </a:cubicBezTo>
                <a:cubicBezTo>
                  <a:pt x="1382032" y="51488"/>
                  <a:pt x="1380279" y="45361"/>
                  <a:pt x="1376774" y="40118"/>
                </a:cubicBezTo>
                <a:cubicBezTo>
                  <a:pt x="1373269" y="34875"/>
                  <a:pt x="1368570" y="32254"/>
                  <a:pt x="1362679" y="32254"/>
                </a:cubicBezTo>
                <a:close/>
                <a:moveTo>
                  <a:pt x="1495606" y="12636"/>
                </a:moveTo>
                <a:lnTo>
                  <a:pt x="1522028" y="12636"/>
                </a:lnTo>
                <a:lnTo>
                  <a:pt x="1522028" y="99589"/>
                </a:lnTo>
                <a:lnTo>
                  <a:pt x="1541380" y="99589"/>
                </a:lnTo>
                <a:lnTo>
                  <a:pt x="1541380" y="120355"/>
                </a:lnTo>
                <a:lnTo>
                  <a:pt x="1522028" y="120355"/>
                </a:lnTo>
                <a:lnTo>
                  <a:pt x="1522028" y="149516"/>
                </a:lnTo>
                <a:lnTo>
                  <a:pt x="1496048" y="149516"/>
                </a:lnTo>
                <a:lnTo>
                  <a:pt x="1496048" y="120355"/>
                </a:lnTo>
                <a:lnTo>
                  <a:pt x="1434898" y="120355"/>
                </a:lnTo>
                <a:lnTo>
                  <a:pt x="1434898" y="99412"/>
                </a:lnTo>
                <a:cubicBezTo>
                  <a:pt x="1447564" y="85274"/>
                  <a:pt x="1459435" y="70310"/>
                  <a:pt x="1470510" y="54522"/>
                </a:cubicBezTo>
                <a:cubicBezTo>
                  <a:pt x="1481585" y="38734"/>
                  <a:pt x="1489951" y="24772"/>
                  <a:pt x="1495606" y="12636"/>
                </a:cubicBezTo>
                <a:close/>
                <a:moveTo>
                  <a:pt x="1009650" y="12636"/>
                </a:moveTo>
                <a:lnTo>
                  <a:pt x="1087501" y="12636"/>
                </a:lnTo>
                <a:lnTo>
                  <a:pt x="1087501" y="36495"/>
                </a:lnTo>
                <a:lnTo>
                  <a:pt x="1038811" y="36495"/>
                </a:lnTo>
                <a:lnTo>
                  <a:pt x="1038811" y="68749"/>
                </a:lnTo>
                <a:lnTo>
                  <a:pt x="1084055" y="68749"/>
                </a:lnTo>
                <a:lnTo>
                  <a:pt x="1084055" y="92520"/>
                </a:lnTo>
                <a:lnTo>
                  <a:pt x="1038811" y="92520"/>
                </a:lnTo>
                <a:lnTo>
                  <a:pt x="1038811" y="125657"/>
                </a:lnTo>
                <a:lnTo>
                  <a:pt x="1090682" y="125657"/>
                </a:lnTo>
                <a:lnTo>
                  <a:pt x="1090682" y="149516"/>
                </a:lnTo>
                <a:lnTo>
                  <a:pt x="1009650" y="149516"/>
                </a:lnTo>
                <a:close/>
                <a:moveTo>
                  <a:pt x="714375" y="12636"/>
                </a:moveTo>
                <a:lnTo>
                  <a:pt x="746187" y="12636"/>
                </a:lnTo>
                <a:lnTo>
                  <a:pt x="802034" y="98705"/>
                </a:lnTo>
                <a:cubicBezTo>
                  <a:pt x="805746" y="104420"/>
                  <a:pt x="808014" y="108043"/>
                  <a:pt x="808839" y="109574"/>
                </a:cubicBezTo>
                <a:lnTo>
                  <a:pt x="809281" y="109574"/>
                </a:lnTo>
                <a:cubicBezTo>
                  <a:pt x="808691" y="106275"/>
                  <a:pt x="808397" y="99972"/>
                  <a:pt x="808397" y="90664"/>
                </a:cubicBezTo>
                <a:lnTo>
                  <a:pt x="808397" y="12636"/>
                </a:lnTo>
                <a:lnTo>
                  <a:pt x="836056" y="12636"/>
                </a:lnTo>
                <a:lnTo>
                  <a:pt x="836056" y="149516"/>
                </a:lnTo>
                <a:lnTo>
                  <a:pt x="806188" y="149516"/>
                </a:lnTo>
                <a:lnTo>
                  <a:pt x="748219" y="60973"/>
                </a:lnTo>
                <a:cubicBezTo>
                  <a:pt x="745215" y="56378"/>
                  <a:pt x="743035" y="52666"/>
                  <a:pt x="741680" y="49839"/>
                </a:cubicBezTo>
                <a:lnTo>
                  <a:pt x="741238" y="49839"/>
                </a:lnTo>
                <a:cubicBezTo>
                  <a:pt x="741768" y="54551"/>
                  <a:pt x="742033" y="61827"/>
                  <a:pt x="742033" y="71665"/>
                </a:cubicBezTo>
                <a:lnTo>
                  <a:pt x="742033" y="149516"/>
                </a:lnTo>
                <a:lnTo>
                  <a:pt x="714375" y="149516"/>
                </a:lnTo>
                <a:close/>
                <a:moveTo>
                  <a:pt x="647611" y="12636"/>
                </a:moveTo>
                <a:lnTo>
                  <a:pt x="676772" y="12636"/>
                </a:lnTo>
                <a:lnTo>
                  <a:pt x="676772" y="149516"/>
                </a:lnTo>
                <a:lnTo>
                  <a:pt x="647611" y="149516"/>
                </a:lnTo>
                <a:close/>
                <a:moveTo>
                  <a:pt x="187212" y="12636"/>
                </a:moveTo>
                <a:lnTo>
                  <a:pt x="294489" y="12636"/>
                </a:lnTo>
                <a:lnTo>
                  <a:pt x="294489" y="36495"/>
                </a:lnTo>
                <a:lnTo>
                  <a:pt x="255431" y="36495"/>
                </a:lnTo>
                <a:lnTo>
                  <a:pt x="255431" y="149516"/>
                </a:lnTo>
                <a:lnTo>
                  <a:pt x="226181" y="149516"/>
                </a:lnTo>
                <a:lnTo>
                  <a:pt x="226181" y="36495"/>
                </a:lnTo>
                <a:lnTo>
                  <a:pt x="187212" y="36495"/>
                </a:lnTo>
                <a:close/>
                <a:moveTo>
                  <a:pt x="133261" y="12636"/>
                </a:moveTo>
                <a:lnTo>
                  <a:pt x="162422" y="12636"/>
                </a:lnTo>
                <a:lnTo>
                  <a:pt x="162422" y="149516"/>
                </a:lnTo>
                <a:lnTo>
                  <a:pt x="133261" y="149516"/>
                </a:lnTo>
                <a:close/>
                <a:moveTo>
                  <a:pt x="0" y="12636"/>
                </a:moveTo>
                <a:lnTo>
                  <a:pt x="48601" y="12636"/>
                </a:lnTo>
                <a:cubicBezTo>
                  <a:pt x="63506" y="12636"/>
                  <a:pt x="74994" y="15464"/>
                  <a:pt x="83064" y="21119"/>
                </a:cubicBezTo>
                <a:cubicBezTo>
                  <a:pt x="91135" y="26775"/>
                  <a:pt x="95171" y="34610"/>
                  <a:pt x="95171" y="44625"/>
                </a:cubicBezTo>
                <a:cubicBezTo>
                  <a:pt x="95171" y="52048"/>
                  <a:pt x="92667" y="58557"/>
                  <a:pt x="87659" y="64154"/>
                </a:cubicBezTo>
                <a:cubicBezTo>
                  <a:pt x="82652" y="69751"/>
                  <a:pt x="76349" y="73609"/>
                  <a:pt x="68749" y="75730"/>
                </a:cubicBezTo>
                <a:lnTo>
                  <a:pt x="68749" y="76083"/>
                </a:lnTo>
                <a:cubicBezTo>
                  <a:pt x="78293" y="77262"/>
                  <a:pt x="85995" y="80796"/>
                  <a:pt x="91857" y="86687"/>
                </a:cubicBezTo>
                <a:cubicBezTo>
                  <a:pt x="97719" y="92579"/>
                  <a:pt x="100649" y="99972"/>
                  <a:pt x="100649" y="108868"/>
                </a:cubicBezTo>
                <a:cubicBezTo>
                  <a:pt x="100649" y="121298"/>
                  <a:pt x="96231" y="131180"/>
                  <a:pt x="87394" y="138515"/>
                </a:cubicBezTo>
                <a:cubicBezTo>
                  <a:pt x="78558" y="145849"/>
                  <a:pt x="66481" y="149516"/>
                  <a:pt x="51164" y="149516"/>
                </a:cubicBezTo>
                <a:lnTo>
                  <a:pt x="0" y="149516"/>
                </a:lnTo>
                <a:close/>
                <a:moveTo>
                  <a:pt x="1613599" y="10339"/>
                </a:moveTo>
                <a:cubicBezTo>
                  <a:pt x="1645057" y="10339"/>
                  <a:pt x="1660787" y="33609"/>
                  <a:pt x="1660787" y="80148"/>
                </a:cubicBezTo>
                <a:cubicBezTo>
                  <a:pt x="1660787" y="103065"/>
                  <a:pt x="1656516" y="120753"/>
                  <a:pt x="1647974" y="133213"/>
                </a:cubicBezTo>
                <a:cubicBezTo>
                  <a:pt x="1639431" y="145672"/>
                  <a:pt x="1627090" y="151902"/>
                  <a:pt x="1610948" y="151902"/>
                </a:cubicBezTo>
                <a:cubicBezTo>
                  <a:pt x="1578782" y="151902"/>
                  <a:pt x="1562700" y="129045"/>
                  <a:pt x="1562700" y="83330"/>
                </a:cubicBezTo>
                <a:cubicBezTo>
                  <a:pt x="1562700" y="59647"/>
                  <a:pt x="1567059" y="41562"/>
                  <a:pt x="1575778" y="29072"/>
                </a:cubicBezTo>
                <a:cubicBezTo>
                  <a:pt x="1584497" y="16583"/>
                  <a:pt x="1597104" y="10339"/>
                  <a:pt x="1613599" y="10339"/>
                </a:cubicBezTo>
                <a:close/>
                <a:moveTo>
                  <a:pt x="1363563" y="10339"/>
                </a:moveTo>
                <a:cubicBezTo>
                  <a:pt x="1378350" y="10339"/>
                  <a:pt x="1389955" y="15965"/>
                  <a:pt x="1398380" y="27217"/>
                </a:cubicBezTo>
                <a:cubicBezTo>
                  <a:pt x="1406804" y="38469"/>
                  <a:pt x="1411016" y="54169"/>
                  <a:pt x="1411016" y="74316"/>
                </a:cubicBezTo>
                <a:cubicBezTo>
                  <a:pt x="1411016" y="98234"/>
                  <a:pt x="1405935" y="117145"/>
                  <a:pt x="1395773" y="131048"/>
                </a:cubicBezTo>
                <a:cubicBezTo>
                  <a:pt x="1385611" y="144951"/>
                  <a:pt x="1370986" y="151902"/>
                  <a:pt x="1351899" y="151902"/>
                </a:cubicBezTo>
                <a:cubicBezTo>
                  <a:pt x="1341118" y="151902"/>
                  <a:pt x="1331663" y="150164"/>
                  <a:pt x="1323533" y="146688"/>
                </a:cubicBezTo>
                <a:lnTo>
                  <a:pt x="1323533" y="122918"/>
                </a:lnTo>
                <a:cubicBezTo>
                  <a:pt x="1330838" y="127631"/>
                  <a:pt x="1339439" y="129987"/>
                  <a:pt x="1349336" y="129987"/>
                </a:cubicBezTo>
                <a:cubicBezTo>
                  <a:pt x="1371428" y="129987"/>
                  <a:pt x="1382709" y="115613"/>
                  <a:pt x="1383180" y="86864"/>
                </a:cubicBezTo>
                <a:lnTo>
                  <a:pt x="1382650" y="86687"/>
                </a:lnTo>
                <a:cubicBezTo>
                  <a:pt x="1376641" y="95937"/>
                  <a:pt x="1367363" y="100561"/>
                  <a:pt x="1354815" y="100561"/>
                </a:cubicBezTo>
                <a:cubicBezTo>
                  <a:pt x="1343445" y="100561"/>
                  <a:pt x="1334093" y="96570"/>
                  <a:pt x="1326758" y="88587"/>
                </a:cubicBezTo>
                <a:cubicBezTo>
                  <a:pt x="1319424" y="80605"/>
                  <a:pt x="1315757" y="70546"/>
                  <a:pt x="1315757" y="58410"/>
                </a:cubicBezTo>
                <a:cubicBezTo>
                  <a:pt x="1315757" y="44154"/>
                  <a:pt x="1320175" y="32578"/>
                  <a:pt x="1329012" y="23682"/>
                </a:cubicBezTo>
                <a:cubicBezTo>
                  <a:pt x="1337848" y="14786"/>
                  <a:pt x="1349365" y="10339"/>
                  <a:pt x="1363563" y="10339"/>
                </a:cubicBezTo>
                <a:close/>
                <a:moveTo>
                  <a:pt x="940366" y="10339"/>
                </a:moveTo>
                <a:cubicBezTo>
                  <a:pt x="953738" y="10339"/>
                  <a:pt x="964932" y="12077"/>
                  <a:pt x="973945" y="15552"/>
                </a:cubicBezTo>
                <a:lnTo>
                  <a:pt x="973945" y="43741"/>
                </a:lnTo>
                <a:cubicBezTo>
                  <a:pt x="964696" y="38321"/>
                  <a:pt x="954210" y="35612"/>
                  <a:pt x="942486" y="35612"/>
                </a:cubicBezTo>
                <a:cubicBezTo>
                  <a:pt x="929114" y="35612"/>
                  <a:pt x="918421" y="39883"/>
                  <a:pt x="910409" y="48425"/>
                </a:cubicBezTo>
                <a:cubicBezTo>
                  <a:pt x="902397" y="56967"/>
                  <a:pt x="898391" y="68130"/>
                  <a:pt x="898391" y="81916"/>
                </a:cubicBezTo>
                <a:cubicBezTo>
                  <a:pt x="898391" y="95347"/>
                  <a:pt x="902191" y="106158"/>
                  <a:pt x="909791" y="114346"/>
                </a:cubicBezTo>
                <a:cubicBezTo>
                  <a:pt x="917390" y="122535"/>
                  <a:pt x="927670" y="126629"/>
                  <a:pt x="940631" y="126629"/>
                </a:cubicBezTo>
                <a:cubicBezTo>
                  <a:pt x="952825" y="126629"/>
                  <a:pt x="963930" y="123684"/>
                  <a:pt x="973945" y="117793"/>
                </a:cubicBezTo>
                <a:lnTo>
                  <a:pt x="973945" y="144568"/>
                </a:lnTo>
                <a:cubicBezTo>
                  <a:pt x="963989" y="149457"/>
                  <a:pt x="950999" y="151902"/>
                  <a:pt x="934975" y="151902"/>
                </a:cubicBezTo>
                <a:cubicBezTo>
                  <a:pt x="914356" y="151902"/>
                  <a:pt x="897994" y="145731"/>
                  <a:pt x="885887" y="133389"/>
                </a:cubicBezTo>
                <a:cubicBezTo>
                  <a:pt x="873781" y="121047"/>
                  <a:pt x="867728" y="104597"/>
                  <a:pt x="867728" y="84036"/>
                </a:cubicBezTo>
                <a:cubicBezTo>
                  <a:pt x="867728" y="62416"/>
                  <a:pt x="874488" y="44728"/>
                  <a:pt x="888008" y="30972"/>
                </a:cubicBezTo>
                <a:cubicBezTo>
                  <a:pt x="901528" y="17217"/>
                  <a:pt x="918981" y="10339"/>
                  <a:pt x="940366" y="10339"/>
                </a:cubicBezTo>
                <a:close/>
                <a:moveTo>
                  <a:pt x="579616" y="10339"/>
                </a:moveTo>
                <a:cubicBezTo>
                  <a:pt x="592988" y="10339"/>
                  <a:pt x="604211" y="12077"/>
                  <a:pt x="613283" y="15552"/>
                </a:cubicBezTo>
                <a:lnTo>
                  <a:pt x="613283" y="42946"/>
                </a:lnTo>
                <a:cubicBezTo>
                  <a:pt x="604093" y="36701"/>
                  <a:pt x="593342" y="33579"/>
                  <a:pt x="581029" y="33579"/>
                </a:cubicBezTo>
                <a:cubicBezTo>
                  <a:pt x="573842" y="33579"/>
                  <a:pt x="568098" y="34890"/>
                  <a:pt x="563798" y="37511"/>
                </a:cubicBezTo>
                <a:cubicBezTo>
                  <a:pt x="559497" y="40133"/>
                  <a:pt x="557347" y="43653"/>
                  <a:pt x="557347" y="48071"/>
                </a:cubicBezTo>
                <a:cubicBezTo>
                  <a:pt x="557347" y="51606"/>
                  <a:pt x="558820" y="54861"/>
                  <a:pt x="561765" y="57836"/>
                </a:cubicBezTo>
                <a:cubicBezTo>
                  <a:pt x="564711" y="60811"/>
                  <a:pt x="571986" y="64831"/>
                  <a:pt x="583592" y="69898"/>
                </a:cubicBezTo>
                <a:cubicBezTo>
                  <a:pt x="597200" y="75730"/>
                  <a:pt x="606553" y="81886"/>
                  <a:pt x="611648" y="88366"/>
                </a:cubicBezTo>
                <a:cubicBezTo>
                  <a:pt x="616744" y="94847"/>
                  <a:pt x="619292" y="102564"/>
                  <a:pt x="619292" y="111519"/>
                </a:cubicBezTo>
                <a:cubicBezTo>
                  <a:pt x="619292" y="124656"/>
                  <a:pt x="614638" y="134671"/>
                  <a:pt x="605330" y="141563"/>
                </a:cubicBezTo>
                <a:cubicBezTo>
                  <a:pt x="596022" y="148456"/>
                  <a:pt x="582797" y="151902"/>
                  <a:pt x="565654" y="151902"/>
                </a:cubicBezTo>
                <a:cubicBezTo>
                  <a:pt x="549983" y="151902"/>
                  <a:pt x="537141" y="149369"/>
                  <a:pt x="527126" y="144303"/>
                </a:cubicBezTo>
                <a:lnTo>
                  <a:pt x="527126" y="115053"/>
                </a:lnTo>
                <a:cubicBezTo>
                  <a:pt x="538142" y="124184"/>
                  <a:pt x="550661" y="128750"/>
                  <a:pt x="564682" y="128750"/>
                </a:cubicBezTo>
                <a:cubicBezTo>
                  <a:pt x="572634" y="128750"/>
                  <a:pt x="578614" y="127380"/>
                  <a:pt x="582620" y="124641"/>
                </a:cubicBezTo>
                <a:cubicBezTo>
                  <a:pt x="586626" y="121902"/>
                  <a:pt x="588629" y="118382"/>
                  <a:pt x="588629" y="114081"/>
                </a:cubicBezTo>
                <a:cubicBezTo>
                  <a:pt x="588629" y="110370"/>
                  <a:pt x="587038" y="106865"/>
                  <a:pt x="583857" y="103566"/>
                </a:cubicBezTo>
                <a:cubicBezTo>
                  <a:pt x="580676" y="100267"/>
                  <a:pt x="572281" y="95789"/>
                  <a:pt x="558673" y="90134"/>
                </a:cubicBezTo>
                <a:cubicBezTo>
                  <a:pt x="537288" y="81061"/>
                  <a:pt x="526595" y="67865"/>
                  <a:pt x="526595" y="50546"/>
                </a:cubicBezTo>
                <a:cubicBezTo>
                  <a:pt x="526595" y="37821"/>
                  <a:pt x="531441" y="27938"/>
                  <a:pt x="541132" y="20899"/>
                </a:cubicBezTo>
                <a:cubicBezTo>
                  <a:pt x="550823" y="13859"/>
                  <a:pt x="563651" y="10339"/>
                  <a:pt x="579616" y="10339"/>
                </a:cubicBezTo>
                <a:close/>
                <a:moveTo>
                  <a:pt x="1242919" y="9632"/>
                </a:moveTo>
                <a:lnTo>
                  <a:pt x="1261123" y="9632"/>
                </a:lnTo>
                <a:lnTo>
                  <a:pt x="1261123" y="149516"/>
                </a:lnTo>
                <a:lnTo>
                  <a:pt x="1232404" y="149516"/>
                </a:lnTo>
                <a:lnTo>
                  <a:pt x="1232404" y="41797"/>
                </a:lnTo>
                <a:cubicBezTo>
                  <a:pt x="1228869" y="44861"/>
                  <a:pt x="1224038" y="47615"/>
                  <a:pt x="1217911" y="50060"/>
                </a:cubicBezTo>
                <a:cubicBezTo>
                  <a:pt x="1211785" y="52504"/>
                  <a:pt x="1206159" y="54021"/>
                  <a:pt x="1201033" y="54610"/>
                </a:cubicBezTo>
                <a:lnTo>
                  <a:pt x="1201033" y="30133"/>
                </a:lnTo>
                <a:cubicBezTo>
                  <a:pt x="1217175" y="25420"/>
                  <a:pt x="1231137" y="18586"/>
                  <a:pt x="1242919" y="9632"/>
                </a:cubicBezTo>
                <a:close/>
                <a:moveTo>
                  <a:pt x="403761" y="0"/>
                </a:moveTo>
                <a:lnTo>
                  <a:pt x="426648" y="0"/>
                </a:lnTo>
                <a:lnTo>
                  <a:pt x="426648" y="195379"/>
                </a:lnTo>
                <a:lnTo>
                  <a:pt x="403761" y="195379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6FB143DB-8BCF-440E-AB05-1FC426B6E890}"/>
              </a:ext>
            </a:extLst>
          </p:cNvPr>
          <p:cNvSpPr/>
          <p:nvPr/>
        </p:nvSpPr>
        <p:spPr>
          <a:xfrm>
            <a:off x="4192544" y="1172575"/>
            <a:ext cx="3805936" cy="856262"/>
          </a:xfrm>
          <a:custGeom>
            <a:avLst/>
            <a:gdLst>
              <a:gd name="connsiteX0" fmla="*/ 500865 w 3805936"/>
              <a:gd name="connsiteY0" fmla="*/ 773446 h 856262"/>
              <a:gd name="connsiteX1" fmla="*/ 505632 w 3805936"/>
              <a:gd name="connsiteY1" fmla="*/ 783571 h 856262"/>
              <a:gd name="connsiteX2" fmla="*/ 504957 w 3805936"/>
              <a:gd name="connsiteY2" fmla="*/ 794456 h 856262"/>
              <a:gd name="connsiteX3" fmla="*/ 503480 w 3805936"/>
              <a:gd name="connsiteY3" fmla="*/ 796658 h 856262"/>
              <a:gd name="connsiteX4" fmla="*/ 489895 w 3805936"/>
              <a:gd name="connsiteY4" fmla="*/ 797409 h 856262"/>
              <a:gd name="connsiteX5" fmla="*/ 485170 w 3805936"/>
              <a:gd name="connsiteY5" fmla="*/ 787537 h 856262"/>
              <a:gd name="connsiteX6" fmla="*/ 485846 w 3805936"/>
              <a:gd name="connsiteY6" fmla="*/ 776357 h 856262"/>
              <a:gd name="connsiteX7" fmla="*/ 487508 w 3805936"/>
              <a:gd name="connsiteY7" fmla="*/ 773897 h 856262"/>
              <a:gd name="connsiteX8" fmla="*/ 500865 w 3805936"/>
              <a:gd name="connsiteY8" fmla="*/ 773446 h 856262"/>
              <a:gd name="connsiteX9" fmla="*/ 443488 w 3805936"/>
              <a:gd name="connsiteY9" fmla="*/ 770703 h 856262"/>
              <a:gd name="connsiteX10" fmla="*/ 415264 w 3805936"/>
              <a:gd name="connsiteY10" fmla="*/ 771209 h 856262"/>
              <a:gd name="connsiteX11" fmla="*/ 416023 w 3805936"/>
              <a:gd name="connsiteY11" fmla="*/ 812892 h 856262"/>
              <a:gd name="connsiteX12" fmla="*/ 444374 w 3805936"/>
              <a:gd name="connsiteY12" fmla="*/ 812343 h 856262"/>
              <a:gd name="connsiteX13" fmla="*/ 444374 w 3805936"/>
              <a:gd name="connsiteY13" fmla="*/ 808631 h 856262"/>
              <a:gd name="connsiteX14" fmla="*/ 444374 w 3805936"/>
              <a:gd name="connsiteY14" fmla="*/ 804960 h 856262"/>
              <a:gd name="connsiteX15" fmla="*/ 423280 w 3805936"/>
              <a:gd name="connsiteY15" fmla="*/ 805340 h 856262"/>
              <a:gd name="connsiteX16" fmla="*/ 423280 w 3805936"/>
              <a:gd name="connsiteY16" fmla="*/ 794497 h 856262"/>
              <a:gd name="connsiteX17" fmla="*/ 442012 w 3805936"/>
              <a:gd name="connsiteY17" fmla="*/ 794160 h 856262"/>
              <a:gd name="connsiteX18" fmla="*/ 442012 w 3805936"/>
              <a:gd name="connsiteY18" fmla="*/ 790574 h 856262"/>
              <a:gd name="connsiteX19" fmla="*/ 442012 w 3805936"/>
              <a:gd name="connsiteY19" fmla="*/ 786988 h 856262"/>
              <a:gd name="connsiteX20" fmla="*/ 423280 w 3805936"/>
              <a:gd name="connsiteY20" fmla="*/ 787325 h 856262"/>
              <a:gd name="connsiteX21" fmla="*/ 423280 w 3805936"/>
              <a:gd name="connsiteY21" fmla="*/ 778466 h 856262"/>
              <a:gd name="connsiteX22" fmla="*/ 443488 w 3805936"/>
              <a:gd name="connsiteY22" fmla="*/ 778128 h 856262"/>
              <a:gd name="connsiteX23" fmla="*/ 443488 w 3805936"/>
              <a:gd name="connsiteY23" fmla="*/ 774416 h 856262"/>
              <a:gd name="connsiteX24" fmla="*/ 374299 w 3805936"/>
              <a:gd name="connsiteY24" fmla="*/ 767497 h 856262"/>
              <a:gd name="connsiteX25" fmla="*/ 373834 w 3805936"/>
              <a:gd name="connsiteY25" fmla="*/ 771167 h 856262"/>
              <a:gd name="connsiteX26" fmla="*/ 373413 w 3805936"/>
              <a:gd name="connsiteY26" fmla="*/ 774838 h 856262"/>
              <a:gd name="connsiteX27" fmla="*/ 384888 w 3805936"/>
              <a:gd name="connsiteY27" fmla="*/ 776230 h 856262"/>
              <a:gd name="connsiteX28" fmla="*/ 380669 w 3805936"/>
              <a:gd name="connsiteY28" fmla="*/ 810234 h 856262"/>
              <a:gd name="connsiteX29" fmla="*/ 384888 w 3805936"/>
              <a:gd name="connsiteY29" fmla="*/ 810740 h 856262"/>
              <a:gd name="connsiteX30" fmla="*/ 388812 w 3805936"/>
              <a:gd name="connsiteY30" fmla="*/ 811204 h 856262"/>
              <a:gd name="connsiteX31" fmla="*/ 393030 w 3805936"/>
              <a:gd name="connsiteY31" fmla="*/ 777200 h 856262"/>
              <a:gd name="connsiteX32" fmla="*/ 404548 w 3805936"/>
              <a:gd name="connsiteY32" fmla="*/ 778635 h 856262"/>
              <a:gd name="connsiteX33" fmla="*/ 404970 w 3805936"/>
              <a:gd name="connsiteY33" fmla="*/ 774922 h 856262"/>
              <a:gd name="connsiteX34" fmla="*/ 405223 w 3805936"/>
              <a:gd name="connsiteY34" fmla="*/ 771294 h 856262"/>
              <a:gd name="connsiteX35" fmla="*/ 490436 w 3805936"/>
              <a:gd name="connsiteY35" fmla="*/ 764143 h 856262"/>
              <a:gd name="connsiteX36" fmla="*/ 479306 w 3805936"/>
              <a:gd name="connsiteY36" fmla="*/ 772391 h 856262"/>
              <a:gd name="connsiteX37" fmla="*/ 477492 w 3805936"/>
              <a:gd name="connsiteY37" fmla="*/ 789266 h 856262"/>
              <a:gd name="connsiteX38" fmla="*/ 485424 w 3805936"/>
              <a:gd name="connsiteY38" fmla="*/ 803906 h 856262"/>
              <a:gd name="connsiteX39" fmla="*/ 486634 w 3805936"/>
              <a:gd name="connsiteY39" fmla="*/ 804724 h 856262"/>
              <a:gd name="connsiteX40" fmla="*/ 511834 w 3805936"/>
              <a:gd name="connsiteY40" fmla="*/ 798759 h 856262"/>
              <a:gd name="connsiteX41" fmla="*/ 513648 w 3805936"/>
              <a:gd name="connsiteY41" fmla="*/ 782221 h 856262"/>
              <a:gd name="connsiteX42" fmla="*/ 505716 w 3805936"/>
              <a:gd name="connsiteY42" fmla="*/ 767244 h 856262"/>
              <a:gd name="connsiteX43" fmla="*/ 504139 w 3805936"/>
              <a:gd name="connsiteY43" fmla="*/ 766181 h 856262"/>
              <a:gd name="connsiteX44" fmla="*/ 490436 w 3805936"/>
              <a:gd name="connsiteY44" fmla="*/ 764143 h 856262"/>
              <a:gd name="connsiteX45" fmla="*/ 335316 w 3805936"/>
              <a:gd name="connsiteY45" fmla="*/ 758553 h 856262"/>
              <a:gd name="connsiteX46" fmla="*/ 329030 w 3805936"/>
              <a:gd name="connsiteY46" fmla="*/ 783866 h 856262"/>
              <a:gd name="connsiteX47" fmla="*/ 329663 w 3805936"/>
              <a:gd name="connsiteY47" fmla="*/ 797113 h 856262"/>
              <a:gd name="connsiteX48" fmla="*/ 339999 w 3805936"/>
              <a:gd name="connsiteY48" fmla="*/ 803948 h 856262"/>
              <a:gd name="connsiteX49" fmla="*/ 352445 w 3805936"/>
              <a:gd name="connsiteY49" fmla="*/ 802977 h 856262"/>
              <a:gd name="connsiteX50" fmla="*/ 359068 w 3805936"/>
              <a:gd name="connsiteY50" fmla="*/ 791333 h 856262"/>
              <a:gd name="connsiteX51" fmla="*/ 365186 w 3805936"/>
              <a:gd name="connsiteY51" fmla="*/ 766020 h 856262"/>
              <a:gd name="connsiteX52" fmla="*/ 361304 w 3805936"/>
              <a:gd name="connsiteY52" fmla="*/ 765050 h 856262"/>
              <a:gd name="connsiteX53" fmla="*/ 357423 w 3805936"/>
              <a:gd name="connsiteY53" fmla="*/ 764122 h 856262"/>
              <a:gd name="connsiteX54" fmla="*/ 351053 w 3805936"/>
              <a:gd name="connsiteY54" fmla="*/ 789435 h 856262"/>
              <a:gd name="connsiteX55" fmla="*/ 347720 w 3805936"/>
              <a:gd name="connsiteY55" fmla="*/ 795721 h 856262"/>
              <a:gd name="connsiteX56" fmla="*/ 341644 w 3805936"/>
              <a:gd name="connsiteY56" fmla="*/ 796312 h 856262"/>
              <a:gd name="connsiteX57" fmla="*/ 336751 w 3805936"/>
              <a:gd name="connsiteY57" fmla="*/ 792810 h 856262"/>
              <a:gd name="connsiteX58" fmla="*/ 336751 w 3805936"/>
              <a:gd name="connsiteY58" fmla="*/ 785807 h 856262"/>
              <a:gd name="connsiteX59" fmla="*/ 343079 w 3805936"/>
              <a:gd name="connsiteY59" fmla="*/ 760493 h 856262"/>
              <a:gd name="connsiteX60" fmla="*/ 339198 w 3805936"/>
              <a:gd name="connsiteY60" fmla="*/ 759523 h 856262"/>
              <a:gd name="connsiteX61" fmla="*/ 547019 w 3805936"/>
              <a:gd name="connsiteY61" fmla="*/ 750284 h 856262"/>
              <a:gd name="connsiteX62" fmla="*/ 521073 w 3805936"/>
              <a:gd name="connsiteY62" fmla="*/ 758722 h 856262"/>
              <a:gd name="connsiteX63" fmla="*/ 533730 w 3805936"/>
              <a:gd name="connsiteY63" fmla="*/ 798337 h 856262"/>
              <a:gd name="connsiteX64" fmla="*/ 537569 w 3805936"/>
              <a:gd name="connsiteY64" fmla="*/ 797071 h 856262"/>
              <a:gd name="connsiteX65" fmla="*/ 541366 w 3805936"/>
              <a:gd name="connsiteY65" fmla="*/ 795848 h 856262"/>
              <a:gd name="connsiteX66" fmla="*/ 536092 w 3805936"/>
              <a:gd name="connsiteY66" fmla="*/ 779099 h 856262"/>
              <a:gd name="connsiteX67" fmla="*/ 552082 w 3805936"/>
              <a:gd name="connsiteY67" fmla="*/ 773909 h 856262"/>
              <a:gd name="connsiteX68" fmla="*/ 550985 w 3805936"/>
              <a:gd name="connsiteY68" fmla="*/ 770492 h 856262"/>
              <a:gd name="connsiteX69" fmla="*/ 549846 w 3805936"/>
              <a:gd name="connsiteY69" fmla="*/ 767075 h 856262"/>
              <a:gd name="connsiteX70" fmla="*/ 533898 w 3805936"/>
              <a:gd name="connsiteY70" fmla="*/ 772264 h 856262"/>
              <a:gd name="connsiteX71" fmla="*/ 530987 w 3805936"/>
              <a:gd name="connsiteY71" fmla="*/ 763278 h 856262"/>
              <a:gd name="connsiteX72" fmla="*/ 549297 w 3805936"/>
              <a:gd name="connsiteY72" fmla="*/ 757329 h 856262"/>
              <a:gd name="connsiteX73" fmla="*/ 548158 w 3805936"/>
              <a:gd name="connsiteY73" fmla="*/ 753785 h 856262"/>
              <a:gd name="connsiteX74" fmla="*/ 297051 w 3805936"/>
              <a:gd name="connsiteY74" fmla="*/ 745516 h 856262"/>
              <a:gd name="connsiteX75" fmla="*/ 295827 w 3805936"/>
              <a:gd name="connsiteY75" fmla="*/ 749018 h 856262"/>
              <a:gd name="connsiteX76" fmla="*/ 294646 w 3805936"/>
              <a:gd name="connsiteY76" fmla="*/ 752520 h 856262"/>
              <a:gd name="connsiteX77" fmla="*/ 305573 w 3805936"/>
              <a:gd name="connsiteY77" fmla="*/ 756275 h 856262"/>
              <a:gd name="connsiteX78" fmla="*/ 294435 w 3805936"/>
              <a:gd name="connsiteY78" fmla="*/ 788675 h 856262"/>
              <a:gd name="connsiteX79" fmla="*/ 298232 w 3805936"/>
              <a:gd name="connsiteY79" fmla="*/ 789983 h 856262"/>
              <a:gd name="connsiteX80" fmla="*/ 301987 w 3805936"/>
              <a:gd name="connsiteY80" fmla="*/ 791291 h 856262"/>
              <a:gd name="connsiteX81" fmla="*/ 313125 w 3805936"/>
              <a:gd name="connsiteY81" fmla="*/ 758890 h 856262"/>
              <a:gd name="connsiteX82" fmla="*/ 324094 w 3805936"/>
              <a:gd name="connsiteY82" fmla="*/ 762645 h 856262"/>
              <a:gd name="connsiteX83" fmla="*/ 325317 w 3805936"/>
              <a:gd name="connsiteY83" fmla="*/ 759143 h 856262"/>
              <a:gd name="connsiteX84" fmla="*/ 326583 w 3805936"/>
              <a:gd name="connsiteY84" fmla="*/ 755684 h 856262"/>
              <a:gd name="connsiteX85" fmla="*/ 281905 w 3805936"/>
              <a:gd name="connsiteY85" fmla="*/ 738091 h 856262"/>
              <a:gd name="connsiteX86" fmla="*/ 264313 w 3805936"/>
              <a:gd name="connsiteY86" fmla="*/ 775850 h 856262"/>
              <a:gd name="connsiteX87" fmla="*/ 267941 w 3805936"/>
              <a:gd name="connsiteY87" fmla="*/ 777538 h 856262"/>
              <a:gd name="connsiteX88" fmla="*/ 271527 w 3805936"/>
              <a:gd name="connsiteY88" fmla="*/ 779225 h 856262"/>
              <a:gd name="connsiteX89" fmla="*/ 289162 w 3805936"/>
              <a:gd name="connsiteY89" fmla="*/ 741466 h 856262"/>
              <a:gd name="connsiteX90" fmla="*/ 285491 w 3805936"/>
              <a:gd name="connsiteY90" fmla="*/ 739779 h 856262"/>
              <a:gd name="connsiteX91" fmla="*/ 597941 w 3805936"/>
              <a:gd name="connsiteY91" fmla="*/ 725603 h 856262"/>
              <a:gd name="connsiteX92" fmla="*/ 570434 w 3805936"/>
              <a:gd name="connsiteY92" fmla="*/ 740201 h 856262"/>
              <a:gd name="connsiteX93" fmla="*/ 572164 w 3805936"/>
              <a:gd name="connsiteY93" fmla="*/ 743491 h 856262"/>
              <a:gd name="connsiteX94" fmla="*/ 573893 w 3805936"/>
              <a:gd name="connsiteY94" fmla="*/ 746740 h 856262"/>
              <a:gd name="connsiteX95" fmla="*/ 584103 w 3805936"/>
              <a:gd name="connsiteY95" fmla="*/ 741298 h 856262"/>
              <a:gd name="connsiteX96" fmla="*/ 600219 w 3805936"/>
              <a:gd name="connsiteY96" fmla="*/ 771547 h 856262"/>
              <a:gd name="connsiteX97" fmla="*/ 603763 w 3805936"/>
              <a:gd name="connsiteY97" fmla="*/ 769690 h 856262"/>
              <a:gd name="connsiteX98" fmla="*/ 607265 w 3805936"/>
              <a:gd name="connsiteY98" fmla="*/ 767792 h 856262"/>
              <a:gd name="connsiteX99" fmla="*/ 591191 w 3805936"/>
              <a:gd name="connsiteY99" fmla="*/ 737543 h 856262"/>
              <a:gd name="connsiteX100" fmla="*/ 601400 w 3805936"/>
              <a:gd name="connsiteY100" fmla="*/ 732100 h 856262"/>
              <a:gd name="connsiteX101" fmla="*/ 599671 w 3805936"/>
              <a:gd name="connsiteY101" fmla="*/ 728852 h 856262"/>
              <a:gd name="connsiteX102" fmla="*/ 246045 w 3805936"/>
              <a:gd name="connsiteY102" fmla="*/ 718600 h 856262"/>
              <a:gd name="connsiteX103" fmla="*/ 244399 w 3805936"/>
              <a:gd name="connsiteY103" fmla="*/ 722060 h 856262"/>
              <a:gd name="connsiteX104" fmla="*/ 242628 w 3805936"/>
              <a:gd name="connsiteY104" fmla="*/ 725308 h 856262"/>
              <a:gd name="connsiteX105" fmla="*/ 252753 w 3805936"/>
              <a:gd name="connsiteY105" fmla="*/ 730919 h 856262"/>
              <a:gd name="connsiteX106" fmla="*/ 236130 w 3805936"/>
              <a:gd name="connsiteY106" fmla="*/ 760873 h 856262"/>
              <a:gd name="connsiteX107" fmla="*/ 239632 w 3805936"/>
              <a:gd name="connsiteY107" fmla="*/ 762814 h 856262"/>
              <a:gd name="connsiteX108" fmla="*/ 243134 w 3805936"/>
              <a:gd name="connsiteY108" fmla="*/ 764754 h 856262"/>
              <a:gd name="connsiteX109" fmla="*/ 259588 w 3805936"/>
              <a:gd name="connsiteY109" fmla="*/ 734547 h 856262"/>
              <a:gd name="connsiteX110" fmla="*/ 269713 w 3805936"/>
              <a:gd name="connsiteY110" fmla="*/ 740158 h 856262"/>
              <a:gd name="connsiteX111" fmla="*/ 271485 w 3805936"/>
              <a:gd name="connsiteY111" fmla="*/ 736952 h 856262"/>
              <a:gd name="connsiteX112" fmla="*/ 273299 w 3805936"/>
              <a:gd name="connsiteY112" fmla="*/ 733704 h 856262"/>
              <a:gd name="connsiteX113" fmla="*/ 507994 w 3805936"/>
              <a:gd name="connsiteY113" fmla="*/ 712525 h 856262"/>
              <a:gd name="connsiteX114" fmla="*/ 507994 w 3805936"/>
              <a:gd name="connsiteY114" fmla="*/ 712652 h 856262"/>
              <a:gd name="connsiteX115" fmla="*/ 509639 w 3805936"/>
              <a:gd name="connsiteY115" fmla="*/ 716238 h 856262"/>
              <a:gd name="connsiteX116" fmla="*/ 507952 w 3805936"/>
              <a:gd name="connsiteY116" fmla="*/ 726869 h 856262"/>
              <a:gd name="connsiteX117" fmla="*/ 506939 w 3805936"/>
              <a:gd name="connsiteY117" fmla="*/ 716744 h 856262"/>
              <a:gd name="connsiteX118" fmla="*/ 507994 w 3805936"/>
              <a:gd name="connsiteY118" fmla="*/ 712525 h 856262"/>
              <a:gd name="connsiteX119" fmla="*/ 436738 w 3805936"/>
              <a:gd name="connsiteY119" fmla="*/ 712525 h 856262"/>
              <a:gd name="connsiteX120" fmla="*/ 436738 w 3805936"/>
              <a:gd name="connsiteY120" fmla="*/ 712652 h 856262"/>
              <a:gd name="connsiteX121" fmla="*/ 438383 w 3805936"/>
              <a:gd name="connsiteY121" fmla="*/ 716238 h 856262"/>
              <a:gd name="connsiteX122" fmla="*/ 436696 w 3805936"/>
              <a:gd name="connsiteY122" fmla="*/ 726869 h 856262"/>
              <a:gd name="connsiteX123" fmla="*/ 435683 w 3805936"/>
              <a:gd name="connsiteY123" fmla="*/ 716744 h 856262"/>
              <a:gd name="connsiteX124" fmla="*/ 436738 w 3805936"/>
              <a:gd name="connsiteY124" fmla="*/ 712525 h 856262"/>
              <a:gd name="connsiteX125" fmla="*/ 352191 w 3805936"/>
              <a:gd name="connsiteY125" fmla="*/ 712103 h 856262"/>
              <a:gd name="connsiteX126" fmla="*/ 354470 w 3805936"/>
              <a:gd name="connsiteY126" fmla="*/ 712441 h 856262"/>
              <a:gd name="connsiteX127" fmla="*/ 354765 w 3805936"/>
              <a:gd name="connsiteY127" fmla="*/ 726110 h 856262"/>
              <a:gd name="connsiteX128" fmla="*/ 352191 w 3805936"/>
              <a:gd name="connsiteY128" fmla="*/ 726110 h 856262"/>
              <a:gd name="connsiteX129" fmla="*/ 352191 w 3805936"/>
              <a:gd name="connsiteY129" fmla="*/ 712188 h 856262"/>
              <a:gd name="connsiteX130" fmla="*/ 496181 w 3805936"/>
              <a:gd name="connsiteY130" fmla="*/ 711892 h 856262"/>
              <a:gd name="connsiteX131" fmla="*/ 497742 w 3805936"/>
              <a:gd name="connsiteY131" fmla="*/ 716111 h 856262"/>
              <a:gd name="connsiteX132" fmla="*/ 496392 w 3805936"/>
              <a:gd name="connsiteY132" fmla="*/ 726532 h 856262"/>
              <a:gd name="connsiteX133" fmla="*/ 494409 w 3805936"/>
              <a:gd name="connsiteY133" fmla="*/ 716449 h 856262"/>
              <a:gd name="connsiteX134" fmla="*/ 496181 w 3805936"/>
              <a:gd name="connsiteY134" fmla="*/ 712019 h 856262"/>
              <a:gd name="connsiteX135" fmla="*/ 424924 w 3805936"/>
              <a:gd name="connsiteY135" fmla="*/ 711892 h 856262"/>
              <a:gd name="connsiteX136" fmla="*/ 426485 w 3805936"/>
              <a:gd name="connsiteY136" fmla="*/ 716111 h 856262"/>
              <a:gd name="connsiteX137" fmla="*/ 425178 w 3805936"/>
              <a:gd name="connsiteY137" fmla="*/ 726743 h 856262"/>
              <a:gd name="connsiteX138" fmla="*/ 423152 w 3805936"/>
              <a:gd name="connsiteY138" fmla="*/ 716449 h 856262"/>
              <a:gd name="connsiteX139" fmla="*/ 424924 w 3805936"/>
              <a:gd name="connsiteY139" fmla="*/ 712019 h 856262"/>
              <a:gd name="connsiteX140" fmla="*/ 364595 w 3805936"/>
              <a:gd name="connsiteY140" fmla="*/ 711134 h 856262"/>
              <a:gd name="connsiteX141" fmla="*/ 365776 w 3805936"/>
              <a:gd name="connsiteY141" fmla="*/ 716112 h 856262"/>
              <a:gd name="connsiteX142" fmla="*/ 364595 w 3805936"/>
              <a:gd name="connsiteY142" fmla="*/ 726026 h 856262"/>
              <a:gd name="connsiteX143" fmla="*/ 363329 w 3805936"/>
              <a:gd name="connsiteY143" fmla="*/ 716112 h 856262"/>
              <a:gd name="connsiteX144" fmla="*/ 364595 w 3805936"/>
              <a:gd name="connsiteY144" fmla="*/ 711134 h 856262"/>
              <a:gd name="connsiteX145" fmla="*/ 1056064 w 3805936"/>
              <a:gd name="connsiteY145" fmla="*/ 711050 h 856262"/>
              <a:gd name="connsiteX146" fmla="*/ 1056212 w 3805936"/>
              <a:gd name="connsiteY146" fmla="*/ 740318 h 856262"/>
              <a:gd name="connsiteX147" fmla="*/ 1081950 w 3805936"/>
              <a:gd name="connsiteY147" fmla="*/ 740318 h 856262"/>
              <a:gd name="connsiteX148" fmla="*/ 1094453 w 3805936"/>
              <a:gd name="connsiteY148" fmla="*/ 736495 h 856262"/>
              <a:gd name="connsiteX149" fmla="*/ 1098572 w 3805936"/>
              <a:gd name="connsiteY149" fmla="*/ 724728 h 856262"/>
              <a:gd name="connsiteX150" fmla="*/ 1094305 w 3805936"/>
              <a:gd name="connsiteY150" fmla="*/ 714432 h 856262"/>
              <a:gd name="connsiteX151" fmla="*/ 1081510 w 3805936"/>
              <a:gd name="connsiteY151" fmla="*/ 711050 h 856262"/>
              <a:gd name="connsiteX152" fmla="*/ 357676 w 3805936"/>
              <a:gd name="connsiteY152" fmla="*/ 710162 h 856262"/>
              <a:gd name="connsiteX153" fmla="*/ 357686 w 3805936"/>
              <a:gd name="connsiteY153" fmla="*/ 710447 h 856262"/>
              <a:gd name="connsiteX154" fmla="*/ 357676 w 3805936"/>
              <a:gd name="connsiteY154" fmla="*/ 710458 h 856262"/>
              <a:gd name="connsiteX155" fmla="*/ 358368 w 3805936"/>
              <a:gd name="connsiteY155" fmla="*/ 709610 h 856262"/>
              <a:gd name="connsiteX156" fmla="*/ 360629 w 3805936"/>
              <a:gd name="connsiteY156" fmla="*/ 710162 h 856262"/>
              <a:gd name="connsiteX157" fmla="*/ 361136 w 3805936"/>
              <a:gd name="connsiteY157" fmla="*/ 727038 h 856262"/>
              <a:gd name="connsiteX158" fmla="*/ 358225 w 3805936"/>
              <a:gd name="connsiteY158" fmla="*/ 727038 h 856262"/>
              <a:gd name="connsiteX159" fmla="*/ 357686 w 3805936"/>
              <a:gd name="connsiteY159" fmla="*/ 710447 h 856262"/>
              <a:gd name="connsiteX160" fmla="*/ 502594 w 3805936"/>
              <a:gd name="connsiteY160" fmla="*/ 708981 h 856262"/>
              <a:gd name="connsiteX161" fmla="*/ 504113 w 3805936"/>
              <a:gd name="connsiteY161" fmla="*/ 715310 h 856262"/>
              <a:gd name="connsiteX162" fmla="*/ 502341 w 3805936"/>
              <a:gd name="connsiteY162" fmla="*/ 727587 h 856262"/>
              <a:gd name="connsiteX163" fmla="*/ 500527 w 3805936"/>
              <a:gd name="connsiteY163" fmla="*/ 715141 h 856262"/>
              <a:gd name="connsiteX164" fmla="*/ 502594 w 3805936"/>
              <a:gd name="connsiteY164" fmla="*/ 708981 h 856262"/>
              <a:gd name="connsiteX165" fmla="*/ 431337 w 3805936"/>
              <a:gd name="connsiteY165" fmla="*/ 708981 h 856262"/>
              <a:gd name="connsiteX166" fmla="*/ 432856 w 3805936"/>
              <a:gd name="connsiteY166" fmla="*/ 715310 h 856262"/>
              <a:gd name="connsiteX167" fmla="*/ 431084 w 3805936"/>
              <a:gd name="connsiteY167" fmla="*/ 727587 h 856262"/>
              <a:gd name="connsiteX168" fmla="*/ 429270 w 3805936"/>
              <a:gd name="connsiteY168" fmla="*/ 715141 h 856262"/>
              <a:gd name="connsiteX169" fmla="*/ 431337 w 3805936"/>
              <a:gd name="connsiteY169" fmla="*/ 708981 h 856262"/>
              <a:gd name="connsiteX170" fmla="*/ 317470 w 3805936"/>
              <a:gd name="connsiteY170" fmla="*/ 707673 h 856262"/>
              <a:gd name="connsiteX171" fmla="*/ 317724 w 3805936"/>
              <a:gd name="connsiteY171" fmla="*/ 707907 h 856262"/>
              <a:gd name="connsiteX172" fmla="*/ 317343 w 3805936"/>
              <a:gd name="connsiteY172" fmla="*/ 707842 h 856262"/>
              <a:gd name="connsiteX173" fmla="*/ 630047 w 3805936"/>
              <a:gd name="connsiteY173" fmla="*/ 705395 h 856262"/>
              <a:gd name="connsiteX174" fmla="*/ 606379 w 3805936"/>
              <a:gd name="connsiteY174" fmla="*/ 720752 h 856262"/>
              <a:gd name="connsiteX175" fmla="*/ 629076 w 3805936"/>
              <a:gd name="connsiteY175" fmla="*/ 755684 h 856262"/>
              <a:gd name="connsiteX176" fmla="*/ 653377 w 3805936"/>
              <a:gd name="connsiteY176" fmla="*/ 739737 h 856262"/>
              <a:gd name="connsiteX177" fmla="*/ 651352 w 3805936"/>
              <a:gd name="connsiteY177" fmla="*/ 736615 h 856262"/>
              <a:gd name="connsiteX178" fmla="*/ 649369 w 3805936"/>
              <a:gd name="connsiteY178" fmla="*/ 733535 h 856262"/>
              <a:gd name="connsiteX179" fmla="*/ 631692 w 3805936"/>
              <a:gd name="connsiteY179" fmla="*/ 745010 h 856262"/>
              <a:gd name="connsiteX180" fmla="*/ 625743 w 3805936"/>
              <a:gd name="connsiteY180" fmla="*/ 735940 h 856262"/>
              <a:gd name="connsiteX181" fmla="*/ 641606 w 3805936"/>
              <a:gd name="connsiteY181" fmla="*/ 725814 h 856262"/>
              <a:gd name="connsiteX182" fmla="*/ 639666 w 3805936"/>
              <a:gd name="connsiteY182" fmla="*/ 722777 h 856262"/>
              <a:gd name="connsiteX183" fmla="*/ 637725 w 3805936"/>
              <a:gd name="connsiteY183" fmla="*/ 719781 h 856262"/>
              <a:gd name="connsiteX184" fmla="*/ 621988 w 3805936"/>
              <a:gd name="connsiteY184" fmla="*/ 729991 h 856262"/>
              <a:gd name="connsiteX185" fmla="*/ 617179 w 3805936"/>
              <a:gd name="connsiteY185" fmla="*/ 722566 h 856262"/>
              <a:gd name="connsiteX186" fmla="*/ 634054 w 3805936"/>
              <a:gd name="connsiteY186" fmla="*/ 711597 h 856262"/>
              <a:gd name="connsiteX187" fmla="*/ 632072 w 3805936"/>
              <a:gd name="connsiteY187" fmla="*/ 708475 h 856262"/>
              <a:gd name="connsiteX188" fmla="*/ 216724 w 3805936"/>
              <a:gd name="connsiteY188" fmla="*/ 701176 h 856262"/>
              <a:gd name="connsiteX189" fmla="*/ 207822 w 3805936"/>
              <a:gd name="connsiteY189" fmla="*/ 706576 h 856262"/>
              <a:gd name="connsiteX190" fmla="*/ 205586 w 3805936"/>
              <a:gd name="connsiteY190" fmla="*/ 714803 h 856262"/>
              <a:gd name="connsiteX191" fmla="*/ 212631 w 3805936"/>
              <a:gd name="connsiteY191" fmla="*/ 725857 h 856262"/>
              <a:gd name="connsiteX192" fmla="*/ 216513 w 3805936"/>
              <a:gd name="connsiteY192" fmla="*/ 731510 h 856262"/>
              <a:gd name="connsiteX193" fmla="*/ 215753 w 3805936"/>
              <a:gd name="connsiteY193" fmla="*/ 735222 h 856262"/>
              <a:gd name="connsiteX194" fmla="*/ 211830 w 3805936"/>
              <a:gd name="connsiteY194" fmla="*/ 736994 h 856262"/>
              <a:gd name="connsiteX195" fmla="*/ 206176 w 3805936"/>
              <a:gd name="connsiteY195" fmla="*/ 734547 h 856262"/>
              <a:gd name="connsiteX196" fmla="*/ 202548 w 3805936"/>
              <a:gd name="connsiteY196" fmla="*/ 729696 h 856262"/>
              <a:gd name="connsiteX197" fmla="*/ 203730 w 3805936"/>
              <a:gd name="connsiteY197" fmla="*/ 724253 h 856262"/>
              <a:gd name="connsiteX198" fmla="*/ 197486 w 3805936"/>
              <a:gd name="connsiteY198" fmla="*/ 719739 h 856262"/>
              <a:gd name="connsiteX199" fmla="*/ 194912 w 3805936"/>
              <a:gd name="connsiteY199" fmla="*/ 730708 h 856262"/>
              <a:gd name="connsiteX200" fmla="*/ 201958 w 3805936"/>
              <a:gd name="connsiteY200" fmla="*/ 740369 h 856262"/>
              <a:gd name="connsiteX201" fmla="*/ 213306 w 3805936"/>
              <a:gd name="connsiteY201" fmla="*/ 744335 h 856262"/>
              <a:gd name="connsiteX202" fmla="*/ 222208 w 3805936"/>
              <a:gd name="connsiteY202" fmla="*/ 739272 h 856262"/>
              <a:gd name="connsiteX203" fmla="*/ 224908 w 3805936"/>
              <a:gd name="connsiteY203" fmla="*/ 730835 h 856262"/>
              <a:gd name="connsiteX204" fmla="*/ 218622 w 3805936"/>
              <a:gd name="connsiteY204" fmla="*/ 720456 h 856262"/>
              <a:gd name="connsiteX205" fmla="*/ 213939 w 3805936"/>
              <a:gd name="connsiteY205" fmla="*/ 714044 h 856262"/>
              <a:gd name="connsiteX206" fmla="*/ 214192 w 3805936"/>
              <a:gd name="connsiteY206" fmla="*/ 710669 h 856262"/>
              <a:gd name="connsiteX207" fmla="*/ 217947 w 3805936"/>
              <a:gd name="connsiteY207" fmla="*/ 708390 h 856262"/>
              <a:gd name="connsiteX208" fmla="*/ 222672 w 3805936"/>
              <a:gd name="connsiteY208" fmla="*/ 709994 h 856262"/>
              <a:gd name="connsiteX209" fmla="*/ 226258 w 3805936"/>
              <a:gd name="connsiteY209" fmla="*/ 714761 h 856262"/>
              <a:gd name="connsiteX210" fmla="*/ 225457 w 3805936"/>
              <a:gd name="connsiteY210" fmla="*/ 719992 h 856262"/>
              <a:gd name="connsiteX211" fmla="*/ 231743 w 3805936"/>
              <a:gd name="connsiteY211" fmla="*/ 724591 h 856262"/>
              <a:gd name="connsiteX212" fmla="*/ 231743 w 3805936"/>
              <a:gd name="connsiteY212" fmla="*/ 724506 h 856262"/>
              <a:gd name="connsiteX213" fmla="*/ 233979 w 3805936"/>
              <a:gd name="connsiteY213" fmla="*/ 713875 h 856262"/>
              <a:gd name="connsiteX214" fmla="*/ 227651 w 3805936"/>
              <a:gd name="connsiteY214" fmla="*/ 704720 h 856262"/>
              <a:gd name="connsiteX215" fmla="*/ 216724 w 3805936"/>
              <a:gd name="connsiteY215" fmla="*/ 701176 h 856262"/>
              <a:gd name="connsiteX216" fmla="*/ 662152 w 3805936"/>
              <a:gd name="connsiteY216" fmla="*/ 682444 h 856262"/>
              <a:gd name="connsiteX217" fmla="*/ 650930 w 3805936"/>
              <a:gd name="connsiteY217" fmla="*/ 686663 h 856262"/>
              <a:gd name="connsiteX218" fmla="*/ 644939 w 3805936"/>
              <a:gd name="connsiteY218" fmla="*/ 699320 h 856262"/>
              <a:gd name="connsiteX219" fmla="*/ 651690 w 3805936"/>
              <a:gd name="connsiteY219" fmla="*/ 714803 h 856262"/>
              <a:gd name="connsiteX220" fmla="*/ 665569 w 3805936"/>
              <a:gd name="connsiteY220" fmla="*/ 723874 h 856262"/>
              <a:gd name="connsiteX221" fmla="*/ 685145 w 3805936"/>
              <a:gd name="connsiteY221" fmla="*/ 709572 h 856262"/>
              <a:gd name="connsiteX222" fmla="*/ 685061 w 3805936"/>
              <a:gd name="connsiteY222" fmla="*/ 709487 h 856262"/>
              <a:gd name="connsiteX223" fmla="*/ 681559 w 3805936"/>
              <a:gd name="connsiteY223" fmla="*/ 697590 h 856262"/>
              <a:gd name="connsiteX224" fmla="*/ 675400 w 3805936"/>
              <a:gd name="connsiteY224" fmla="*/ 702737 h 856262"/>
              <a:gd name="connsiteX225" fmla="*/ 677214 w 3805936"/>
              <a:gd name="connsiteY225" fmla="*/ 709065 h 856262"/>
              <a:gd name="connsiteX226" fmla="*/ 676910 w 3805936"/>
              <a:gd name="connsiteY226" fmla="*/ 710475 h 856262"/>
              <a:gd name="connsiteX227" fmla="*/ 666371 w 3805936"/>
              <a:gd name="connsiteY227" fmla="*/ 716069 h 856262"/>
              <a:gd name="connsiteX228" fmla="*/ 657933 w 3805936"/>
              <a:gd name="connsiteY228" fmla="*/ 709656 h 856262"/>
              <a:gd name="connsiteX229" fmla="*/ 652955 w 3805936"/>
              <a:gd name="connsiteY229" fmla="*/ 699826 h 856262"/>
              <a:gd name="connsiteX230" fmla="*/ 655824 w 3805936"/>
              <a:gd name="connsiteY230" fmla="*/ 692359 h 856262"/>
              <a:gd name="connsiteX231" fmla="*/ 661562 w 3805936"/>
              <a:gd name="connsiteY231" fmla="*/ 690165 h 856262"/>
              <a:gd name="connsiteX232" fmla="*/ 667046 w 3805936"/>
              <a:gd name="connsiteY232" fmla="*/ 692528 h 856262"/>
              <a:gd name="connsiteX233" fmla="*/ 673206 w 3805936"/>
              <a:gd name="connsiteY233" fmla="*/ 687380 h 856262"/>
              <a:gd name="connsiteX234" fmla="*/ 662152 w 3805936"/>
              <a:gd name="connsiteY234" fmla="*/ 682444 h 856262"/>
              <a:gd name="connsiteX235" fmla="*/ 442043 w 3805936"/>
              <a:gd name="connsiteY235" fmla="*/ 681127 h 856262"/>
              <a:gd name="connsiteX236" fmla="*/ 442128 w 3805936"/>
              <a:gd name="connsiteY236" fmla="*/ 681127 h 856262"/>
              <a:gd name="connsiteX237" fmla="*/ 442128 w 3805936"/>
              <a:gd name="connsiteY237" fmla="*/ 692391 h 856262"/>
              <a:gd name="connsiteX238" fmla="*/ 432551 w 3805936"/>
              <a:gd name="connsiteY238" fmla="*/ 692391 h 856262"/>
              <a:gd name="connsiteX239" fmla="*/ 465173 w 3805936"/>
              <a:gd name="connsiteY239" fmla="*/ 678858 h 856262"/>
              <a:gd name="connsiteX240" fmla="*/ 471417 w 3805936"/>
              <a:gd name="connsiteY240" fmla="*/ 688815 h 856262"/>
              <a:gd name="connsiteX241" fmla="*/ 465173 w 3805936"/>
              <a:gd name="connsiteY241" fmla="*/ 698771 h 856262"/>
              <a:gd name="connsiteX242" fmla="*/ 458929 w 3805936"/>
              <a:gd name="connsiteY242" fmla="*/ 688815 h 856262"/>
              <a:gd name="connsiteX243" fmla="*/ 465173 w 3805936"/>
              <a:gd name="connsiteY243" fmla="*/ 678858 h 856262"/>
              <a:gd name="connsiteX244" fmla="*/ 413238 w 3805936"/>
              <a:gd name="connsiteY244" fmla="*/ 678858 h 856262"/>
              <a:gd name="connsiteX245" fmla="*/ 419271 w 3805936"/>
              <a:gd name="connsiteY245" fmla="*/ 684174 h 856262"/>
              <a:gd name="connsiteX246" fmla="*/ 419263 w 3805936"/>
              <a:gd name="connsiteY246" fmla="*/ 685149 h 856262"/>
              <a:gd name="connsiteX247" fmla="*/ 413534 w 3805936"/>
              <a:gd name="connsiteY247" fmla="*/ 689827 h 856262"/>
              <a:gd name="connsiteX248" fmla="*/ 407501 w 3805936"/>
              <a:gd name="connsiteY248" fmla="*/ 684427 h 856262"/>
              <a:gd name="connsiteX249" fmla="*/ 407509 w 3805936"/>
              <a:gd name="connsiteY249" fmla="*/ 683820 h 856262"/>
              <a:gd name="connsiteX250" fmla="*/ 413238 w 3805936"/>
              <a:gd name="connsiteY250" fmla="*/ 678858 h 856262"/>
              <a:gd name="connsiteX251" fmla="*/ 412066 w 3805936"/>
              <a:gd name="connsiteY251" fmla="*/ 676294 h 856262"/>
              <a:gd name="connsiteX252" fmla="*/ 403704 w 3805936"/>
              <a:gd name="connsiteY252" fmla="*/ 684808 h 856262"/>
              <a:gd name="connsiteX253" fmla="*/ 403746 w 3805936"/>
              <a:gd name="connsiteY253" fmla="*/ 685373 h 856262"/>
              <a:gd name="connsiteX254" fmla="*/ 413070 w 3805936"/>
              <a:gd name="connsiteY254" fmla="*/ 692824 h 856262"/>
              <a:gd name="connsiteX255" fmla="*/ 419905 w 3805936"/>
              <a:gd name="connsiteY255" fmla="*/ 689870 h 856262"/>
              <a:gd name="connsiteX256" fmla="*/ 412733 w 3805936"/>
              <a:gd name="connsiteY256" fmla="*/ 699152 h 856262"/>
              <a:gd name="connsiteX257" fmla="*/ 411855 w 3805936"/>
              <a:gd name="connsiteY257" fmla="*/ 699228 h 856262"/>
              <a:gd name="connsiteX258" fmla="*/ 407712 w 3805936"/>
              <a:gd name="connsiteY258" fmla="*/ 694933 h 856262"/>
              <a:gd name="connsiteX259" fmla="*/ 403957 w 3805936"/>
              <a:gd name="connsiteY259" fmla="*/ 694933 h 856262"/>
              <a:gd name="connsiteX260" fmla="*/ 412817 w 3805936"/>
              <a:gd name="connsiteY260" fmla="*/ 701599 h 856262"/>
              <a:gd name="connsiteX261" fmla="*/ 412817 w 3805936"/>
              <a:gd name="connsiteY261" fmla="*/ 701725 h 856262"/>
              <a:gd name="connsiteX262" fmla="*/ 423744 w 3805936"/>
              <a:gd name="connsiteY262" fmla="*/ 687887 h 856262"/>
              <a:gd name="connsiteX263" fmla="*/ 413281 w 3805936"/>
              <a:gd name="connsiteY263" fmla="*/ 676370 h 856262"/>
              <a:gd name="connsiteX264" fmla="*/ 412066 w 3805936"/>
              <a:gd name="connsiteY264" fmla="*/ 676294 h 856262"/>
              <a:gd name="connsiteX265" fmla="*/ 465173 w 3805936"/>
              <a:gd name="connsiteY265" fmla="*/ 676243 h 856262"/>
              <a:gd name="connsiteX266" fmla="*/ 454964 w 3805936"/>
              <a:gd name="connsiteY266" fmla="*/ 688900 h 856262"/>
              <a:gd name="connsiteX267" fmla="*/ 465173 w 3805936"/>
              <a:gd name="connsiteY267" fmla="*/ 701557 h 856262"/>
              <a:gd name="connsiteX268" fmla="*/ 465173 w 3805936"/>
              <a:gd name="connsiteY268" fmla="*/ 701725 h 856262"/>
              <a:gd name="connsiteX269" fmla="*/ 475383 w 3805936"/>
              <a:gd name="connsiteY269" fmla="*/ 688900 h 856262"/>
              <a:gd name="connsiteX270" fmla="*/ 465173 w 3805936"/>
              <a:gd name="connsiteY270" fmla="*/ 676243 h 856262"/>
              <a:gd name="connsiteX271" fmla="*/ 442433 w 3805936"/>
              <a:gd name="connsiteY271" fmla="*/ 676075 h 856262"/>
              <a:gd name="connsiteX272" fmla="*/ 428807 w 3805936"/>
              <a:gd name="connsiteY272" fmla="*/ 691811 h 856262"/>
              <a:gd name="connsiteX273" fmla="*/ 428807 w 3805936"/>
              <a:gd name="connsiteY273" fmla="*/ 694849 h 856262"/>
              <a:gd name="connsiteX274" fmla="*/ 441801 w 3805936"/>
              <a:gd name="connsiteY274" fmla="*/ 694849 h 856262"/>
              <a:gd name="connsiteX275" fmla="*/ 441801 w 3805936"/>
              <a:gd name="connsiteY275" fmla="*/ 700924 h 856262"/>
              <a:gd name="connsiteX276" fmla="*/ 445555 w 3805936"/>
              <a:gd name="connsiteY276" fmla="*/ 700924 h 856262"/>
              <a:gd name="connsiteX277" fmla="*/ 445555 w 3805936"/>
              <a:gd name="connsiteY277" fmla="*/ 694849 h 856262"/>
              <a:gd name="connsiteX278" fmla="*/ 449774 w 3805936"/>
              <a:gd name="connsiteY278" fmla="*/ 694849 h 856262"/>
              <a:gd name="connsiteX279" fmla="*/ 449774 w 3805936"/>
              <a:gd name="connsiteY279" fmla="*/ 692191 h 856262"/>
              <a:gd name="connsiteX280" fmla="*/ 445555 w 3805936"/>
              <a:gd name="connsiteY280" fmla="*/ 692191 h 856262"/>
              <a:gd name="connsiteX281" fmla="*/ 445555 w 3805936"/>
              <a:gd name="connsiteY281" fmla="*/ 676075 h 856262"/>
              <a:gd name="connsiteX282" fmla="*/ 388390 w 3805936"/>
              <a:gd name="connsiteY282" fmla="*/ 675906 h 856262"/>
              <a:gd name="connsiteX283" fmla="*/ 380374 w 3805936"/>
              <a:gd name="connsiteY283" fmla="*/ 680631 h 856262"/>
              <a:gd name="connsiteX284" fmla="*/ 380374 w 3805936"/>
              <a:gd name="connsiteY284" fmla="*/ 683289 h 856262"/>
              <a:gd name="connsiteX285" fmla="*/ 387335 w 3805936"/>
              <a:gd name="connsiteY285" fmla="*/ 683289 h 856262"/>
              <a:gd name="connsiteX286" fmla="*/ 387335 w 3805936"/>
              <a:gd name="connsiteY286" fmla="*/ 700924 h 856262"/>
              <a:gd name="connsiteX287" fmla="*/ 391301 w 3805936"/>
              <a:gd name="connsiteY287" fmla="*/ 700924 h 856262"/>
              <a:gd name="connsiteX288" fmla="*/ 391301 w 3805936"/>
              <a:gd name="connsiteY288" fmla="*/ 675906 h 856262"/>
              <a:gd name="connsiteX289" fmla="*/ 183141 w 3805936"/>
              <a:gd name="connsiteY289" fmla="*/ 668691 h 856262"/>
              <a:gd name="connsiteX290" fmla="*/ 154706 w 3805936"/>
              <a:gd name="connsiteY290" fmla="*/ 699151 h 856262"/>
              <a:gd name="connsiteX291" fmla="*/ 157449 w 3805936"/>
              <a:gd name="connsiteY291" fmla="*/ 701725 h 856262"/>
              <a:gd name="connsiteX292" fmla="*/ 160191 w 3805936"/>
              <a:gd name="connsiteY292" fmla="*/ 704425 h 856262"/>
              <a:gd name="connsiteX293" fmla="*/ 180652 w 3805936"/>
              <a:gd name="connsiteY293" fmla="*/ 682444 h 856262"/>
              <a:gd name="connsiteX294" fmla="*/ 171751 w 3805936"/>
              <a:gd name="connsiteY294" fmla="*/ 715225 h 856262"/>
              <a:gd name="connsiteX295" fmla="*/ 174661 w 3805936"/>
              <a:gd name="connsiteY295" fmla="*/ 717925 h 856262"/>
              <a:gd name="connsiteX296" fmla="*/ 177573 w 3805936"/>
              <a:gd name="connsiteY296" fmla="*/ 720499 h 856262"/>
              <a:gd name="connsiteX297" fmla="*/ 205966 w 3805936"/>
              <a:gd name="connsiteY297" fmla="*/ 689996 h 856262"/>
              <a:gd name="connsiteX298" fmla="*/ 203223 w 3805936"/>
              <a:gd name="connsiteY298" fmla="*/ 687465 h 856262"/>
              <a:gd name="connsiteX299" fmla="*/ 200523 w 3805936"/>
              <a:gd name="connsiteY299" fmla="*/ 684933 h 856262"/>
              <a:gd name="connsiteX300" fmla="*/ 180568 w 3805936"/>
              <a:gd name="connsiteY300" fmla="*/ 706323 h 856262"/>
              <a:gd name="connsiteX301" fmla="*/ 189259 w 3805936"/>
              <a:gd name="connsiteY301" fmla="*/ 674429 h 856262"/>
              <a:gd name="connsiteX302" fmla="*/ 186179 w 3805936"/>
              <a:gd name="connsiteY302" fmla="*/ 671560 h 856262"/>
              <a:gd name="connsiteX303" fmla="*/ 1056064 w 3805936"/>
              <a:gd name="connsiteY303" fmla="*/ 668248 h 856262"/>
              <a:gd name="connsiteX304" fmla="*/ 1056212 w 3805936"/>
              <a:gd name="connsiteY304" fmla="*/ 692517 h 856262"/>
              <a:gd name="connsiteX305" fmla="*/ 1080480 w 3805936"/>
              <a:gd name="connsiteY305" fmla="*/ 692517 h 856262"/>
              <a:gd name="connsiteX306" fmla="*/ 1092394 w 3805936"/>
              <a:gd name="connsiteY306" fmla="*/ 689282 h 856262"/>
              <a:gd name="connsiteX307" fmla="*/ 1096218 w 3805936"/>
              <a:gd name="connsiteY307" fmla="*/ 679427 h 856262"/>
              <a:gd name="connsiteX308" fmla="*/ 1092100 w 3805936"/>
              <a:gd name="connsiteY308" fmla="*/ 671043 h 856262"/>
              <a:gd name="connsiteX309" fmla="*/ 1079597 w 3805936"/>
              <a:gd name="connsiteY309" fmla="*/ 668248 h 856262"/>
              <a:gd name="connsiteX310" fmla="*/ 3533537 w 3805936"/>
              <a:gd name="connsiteY310" fmla="*/ 665167 h 856262"/>
              <a:gd name="connsiteX311" fmla="*/ 3514930 w 3805936"/>
              <a:gd name="connsiteY311" fmla="*/ 669641 h 856262"/>
              <a:gd name="connsiteX312" fmla="*/ 3509410 w 3805936"/>
              <a:gd name="connsiteY312" fmla="*/ 675160 h 856262"/>
              <a:gd name="connsiteX313" fmla="*/ 3502055 w 3805936"/>
              <a:gd name="connsiteY313" fmla="*/ 704576 h 856262"/>
              <a:gd name="connsiteX314" fmla="*/ 3509263 w 3805936"/>
              <a:gd name="connsiteY314" fmla="*/ 732523 h 856262"/>
              <a:gd name="connsiteX315" fmla="*/ 3544661 w 3805936"/>
              <a:gd name="connsiteY315" fmla="*/ 737721 h 856262"/>
              <a:gd name="connsiteX316" fmla="*/ 3549857 w 3805936"/>
              <a:gd name="connsiteY316" fmla="*/ 732523 h 856262"/>
              <a:gd name="connsiteX317" fmla="*/ 3549858 w 3805936"/>
              <a:gd name="connsiteY317" fmla="*/ 732523 h 856262"/>
              <a:gd name="connsiteX318" fmla="*/ 3557212 w 3805936"/>
              <a:gd name="connsiteY318" fmla="*/ 704576 h 856262"/>
              <a:gd name="connsiteX319" fmla="*/ 3549858 w 3805936"/>
              <a:gd name="connsiteY319" fmla="*/ 675160 h 856262"/>
              <a:gd name="connsiteX320" fmla="*/ 3533537 w 3805936"/>
              <a:gd name="connsiteY320" fmla="*/ 665167 h 856262"/>
              <a:gd name="connsiteX321" fmla="*/ 3326023 w 3805936"/>
              <a:gd name="connsiteY321" fmla="*/ 665160 h 856262"/>
              <a:gd name="connsiteX322" fmla="*/ 3307320 w 3805936"/>
              <a:gd name="connsiteY322" fmla="*/ 669718 h 856262"/>
              <a:gd name="connsiteX323" fmla="*/ 3301876 w 3805936"/>
              <a:gd name="connsiteY323" fmla="*/ 675162 h 856262"/>
              <a:gd name="connsiteX324" fmla="*/ 3294669 w 3805936"/>
              <a:gd name="connsiteY324" fmla="*/ 704579 h 856262"/>
              <a:gd name="connsiteX325" fmla="*/ 3301876 w 3805936"/>
              <a:gd name="connsiteY325" fmla="*/ 732526 h 856262"/>
              <a:gd name="connsiteX326" fmla="*/ 3337273 w 3805936"/>
              <a:gd name="connsiteY326" fmla="*/ 737722 h 856262"/>
              <a:gd name="connsiteX327" fmla="*/ 3342471 w 3805936"/>
              <a:gd name="connsiteY327" fmla="*/ 732526 h 856262"/>
              <a:gd name="connsiteX328" fmla="*/ 3349677 w 3805936"/>
              <a:gd name="connsiteY328" fmla="*/ 704579 h 856262"/>
              <a:gd name="connsiteX329" fmla="*/ 3342471 w 3805936"/>
              <a:gd name="connsiteY329" fmla="*/ 675162 h 856262"/>
              <a:gd name="connsiteX330" fmla="*/ 3326023 w 3805936"/>
              <a:gd name="connsiteY330" fmla="*/ 665160 h 856262"/>
              <a:gd name="connsiteX331" fmla="*/ 2558985 w 3805936"/>
              <a:gd name="connsiteY331" fmla="*/ 665160 h 856262"/>
              <a:gd name="connsiteX332" fmla="*/ 2540281 w 3805936"/>
              <a:gd name="connsiteY332" fmla="*/ 669718 h 856262"/>
              <a:gd name="connsiteX333" fmla="*/ 2534837 w 3805936"/>
              <a:gd name="connsiteY333" fmla="*/ 675162 h 856262"/>
              <a:gd name="connsiteX334" fmla="*/ 2527630 w 3805936"/>
              <a:gd name="connsiteY334" fmla="*/ 704579 h 856262"/>
              <a:gd name="connsiteX335" fmla="*/ 2534837 w 3805936"/>
              <a:gd name="connsiteY335" fmla="*/ 732526 h 856262"/>
              <a:gd name="connsiteX336" fmla="*/ 2570234 w 3805936"/>
              <a:gd name="connsiteY336" fmla="*/ 737722 h 856262"/>
              <a:gd name="connsiteX337" fmla="*/ 2575432 w 3805936"/>
              <a:gd name="connsiteY337" fmla="*/ 732526 h 856262"/>
              <a:gd name="connsiteX338" fmla="*/ 2582638 w 3805936"/>
              <a:gd name="connsiteY338" fmla="*/ 704579 h 856262"/>
              <a:gd name="connsiteX339" fmla="*/ 2575432 w 3805936"/>
              <a:gd name="connsiteY339" fmla="*/ 675162 h 856262"/>
              <a:gd name="connsiteX340" fmla="*/ 2558985 w 3805936"/>
              <a:gd name="connsiteY340" fmla="*/ 665160 h 856262"/>
              <a:gd name="connsiteX341" fmla="*/ 169683 w 3805936"/>
              <a:gd name="connsiteY341" fmla="*/ 654009 h 856262"/>
              <a:gd name="connsiteX342" fmla="*/ 138717 w 3805936"/>
              <a:gd name="connsiteY342" fmla="*/ 681896 h 856262"/>
              <a:gd name="connsiteX343" fmla="*/ 141417 w 3805936"/>
              <a:gd name="connsiteY343" fmla="*/ 684849 h 856262"/>
              <a:gd name="connsiteX344" fmla="*/ 144075 w 3805936"/>
              <a:gd name="connsiteY344" fmla="*/ 687844 h 856262"/>
              <a:gd name="connsiteX345" fmla="*/ 175041 w 3805936"/>
              <a:gd name="connsiteY345" fmla="*/ 659958 h 856262"/>
              <a:gd name="connsiteX346" fmla="*/ 172383 w 3805936"/>
              <a:gd name="connsiteY346" fmla="*/ 656962 h 856262"/>
              <a:gd name="connsiteX347" fmla="*/ 3708388 w 3805936"/>
              <a:gd name="connsiteY347" fmla="*/ 649485 h 856262"/>
              <a:gd name="connsiteX348" fmla="*/ 3720890 w 3805936"/>
              <a:gd name="connsiteY348" fmla="*/ 649485 h 856262"/>
              <a:gd name="connsiteX349" fmla="*/ 3733540 w 3805936"/>
              <a:gd name="connsiteY349" fmla="*/ 649485 h 856262"/>
              <a:gd name="connsiteX350" fmla="*/ 3754644 w 3805936"/>
              <a:gd name="connsiteY350" fmla="*/ 697116 h 856262"/>
              <a:gd name="connsiteX351" fmla="*/ 3754573 w 3805936"/>
              <a:gd name="connsiteY351" fmla="*/ 697286 h 856262"/>
              <a:gd name="connsiteX352" fmla="*/ 3754720 w 3805936"/>
              <a:gd name="connsiteY352" fmla="*/ 697286 h 856262"/>
              <a:gd name="connsiteX353" fmla="*/ 3754644 w 3805936"/>
              <a:gd name="connsiteY353" fmla="*/ 697116 h 856262"/>
              <a:gd name="connsiteX354" fmla="*/ 3774428 w 3805936"/>
              <a:gd name="connsiteY354" fmla="*/ 649485 h 856262"/>
              <a:gd name="connsiteX355" fmla="*/ 3786490 w 3805936"/>
              <a:gd name="connsiteY355" fmla="*/ 649485 h 856262"/>
              <a:gd name="connsiteX356" fmla="*/ 3798403 w 3805936"/>
              <a:gd name="connsiteY356" fmla="*/ 649485 h 856262"/>
              <a:gd name="connsiteX357" fmla="*/ 3764868 w 3805936"/>
              <a:gd name="connsiteY357" fmla="*/ 717878 h 856262"/>
              <a:gd name="connsiteX358" fmla="*/ 3764868 w 3805936"/>
              <a:gd name="connsiteY358" fmla="*/ 759798 h 856262"/>
              <a:gd name="connsiteX359" fmla="*/ 3754425 w 3805936"/>
              <a:gd name="connsiteY359" fmla="*/ 759798 h 856262"/>
              <a:gd name="connsiteX360" fmla="*/ 3743688 w 3805936"/>
              <a:gd name="connsiteY360" fmla="*/ 759798 h 856262"/>
              <a:gd name="connsiteX361" fmla="*/ 3743688 w 3805936"/>
              <a:gd name="connsiteY361" fmla="*/ 718320 h 856262"/>
              <a:gd name="connsiteX362" fmla="*/ 3394072 w 3805936"/>
              <a:gd name="connsiteY362" fmla="*/ 649485 h 856262"/>
              <a:gd name="connsiteX363" fmla="*/ 3404662 w 3805936"/>
              <a:gd name="connsiteY363" fmla="*/ 649485 h 856262"/>
              <a:gd name="connsiteX364" fmla="*/ 3415252 w 3805936"/>
              <a:gd name="connsiteY364" fmla="*/ 649485 h 856262"/>
              <a:gd name="connsiteX365" fmla="*/ 3415252 w 3805936"/>
              <a:gd name="connsiteY365" fmla="*/ 740088 h 856262"/>
              <a:gd name="connsiteX366" fmla="*/ 3465555 w 3805936"/>
              <a:gd name="connsiteY366" fmla="*/ 740088 h 856262"/>
              <a:gd name="connsiteX367" fmla="*/ 3465555 w 3805936"/>
              <a:gd name="connsiteY367" fmla="*/ 749943 h 856262"/>
              <a:gd name="connsiteX368" fmla="*/ 3465555 w 3805936"/>
              <a:gd name="connsiteY368" fmla="*/ 759650 h 856262"/>
              <a:gd name="connsiteX369" fmla="*/ 3394072 w 3805936"/>
              <a:gd name="connsiteY369" fmla="*/ 759650 h 856262"/>
              <a:gd name="connsiteX370" fmla="*/ 3169917 w 3805936"/>
              <a:gd name="connsiteY370" fmla="*/ 649485 h 856262"/>
              <a:gd name="connsiteX371" fmla="*/ 3180949 w 3805936"/>
              <a:gd name="connsiteY371" fmla="*/ 649485 h 856262"/>
              <a:gd name="connsiteX372" fmla="*/ 3191981 w 3805936"/>
              <a:gd name="connsiteY372" fmla="*/ 649485 h 856262"/>
              <a:gd name="connsiteX373" fmla="*/ 3232722 w 3805936"/>
              <a:gd name="connsiteY373" fmla="*/ 726852 h 856262"/>
              <a:gd name="connsiteX374" fmla="*/ 3232722 w 3805936"/>
              <a:gd name="connsiteY374" fmla="*/ 649485 h 856262"/>
              <a:gd name="connsiteX375" fmla="*/ 3242577 w 3805936"/>
              <a:gd name="connsiteY375" fmla="*/ 649485 h 856262"/>
              <a:gd name="connsiteX376" fmla="*/ 3252577 w 3805936"/>
              <a:gd name="connsiteY376" fmla="*/ 649485 h 856262"/>
              <a:gd name="connsiteX377" fmla="*/ 3252577 w 3805936"/>
              <a:gd name="connsiteY377" fmla="*/ 759650 h 856262"/>
              <a:gd name="connsiteX378" fmla="*/ 3241987 w 3805936"/>
              <a:gd name="connsiteY378" fmla="*/ 759650 h 856262"/>
              <a:gd name="connsiteX379" fmla="*/ 3231397 w 3805936"/>
              <a:gd name="connsiteY379" fmla="*/ 759650 h 856262"/>
              <a:gd name="connsiteX380" fmla="*/ 3189626 w 3805936"/>
              <a:gd name="connsiteY380" fmla="*/ 680225 h 856262"/>
              <a:gd name="connsiteX381" fmla="*/ 3189626 w 3805936"/>
              <a:gd name="connsiteY381" fmla="*/ 759650 h 856262"/>
              <a:gd name="connsiteX382" fmla="*/ 3179772 w 3805936"/>
              <a:gd name="connsiteY382" fmla="*/ 759650 h 856262"/>
              <a:gd name="connsiteX383" fmla="*/ 3169917 w 3805936"/>
              <a:gd name="connsiteY383" fmla="*/ 759650 h 856262"/>
              <a:gd name="connsiteX384" fmla="*/ 3062546 w 3805936"/>
              <a:gd name="connsiteY384" fmla="*/ 649485 h 856262"/>
              <a:gd name="connsiteX385" fmla="*/ 3072990 w 3805936"/>
              <a:gd name="connsiteY385" fmla="*/ 649485 h 856262"/>
              <a:gd name="connsiteX386" fmla="*/ 3083580 w 3805936"/>
              <a:gd name="connsiteY386" fmla="*/ 649485 h 856262"/>
              <a:gd name="connsiteX387" fmla="*/ 3083580 w 3805936"/>
              <a:gd name="connsiteY387" fmla="*/ 690815 h 856262"/>
              <a:gd name="connsiteX388" fmla="*/ 3123291 w 3805936"/>
              <a:gd name="connsiteY388" fmla="*/ 690815 h 856262"/>
              <a:gd name="connsiteX389" fmla="*/ 3123291 w 3805936"/>
              <a:gd name="connsiteY389" fmla="*/ 649485 h 856262"/>
              <a:gd name="connsiteX390" fmla="*/ 3133881 w 3805936"/>
              <a:gd name="connsiteY390" fmla="*/ 649485 h 856262"/>
              <a:gd name="connsiteX391" fmla="*/ 3144471 w 3805936"/>
              <a:gd name="connsiteY391" fmla="*/ 649485 h 856262"/>
              <a:gd name="connsiteX392" fmla="*/ 3144471 w 3805936"/>
              <a:gd name="connsiteY392" fmla="*/ 759650 h 856262"/>
              <a:gd name="connsiteX393" fmla="*/ 3133881 w 3805936"/>
              <a:gd name="connsiteY393" fmla="*/ 759650 h 856262"/>
              <a:gd name="connsiteX394" fmla="*/ 3123291 w 3805936"/>
              <a:gd name="connsiteY394" fmla="*/ 759650 h 856262"/>
              <a:gd name="connsiteX395" fmla="*/ 3123291 w 3805936"/>
              <a:gd name="connsiteY395" fmla="*/ 709790 h 856262"/>
              <a:gd name="connsiteX396" fmla="*/ 3083580 w 3805936"/>
              <a:gd name="connsiteY396" fmla="*/ 709790 h 856262"/>
              <a:gd name="connsiteX397" fmla="*/ 3083580 w 3805936"/>
              <a:gd name="connsiteY397" fmla="*/ 759650 h 856262"/>
              <a:gd name="connsiteX398" fmla="*/ 3073136 w 3805936"/>
              <a:gd name="connsiteY398" fmla="*/ 759650 h 856262"/>
              <a:gd name="connsiteX399" fmla="*/ 3062546 w 3805936"/>
              <a:gd name="connsiteY399" fmla="*/ 759650 h 856262"/>
              <a:gd name="connsiteX400" fmla="*/ 2855748 w 3805936"/>
              <a:gd name="connsiteY400" fmla="*/ 649485 h 856262"/>
              <a:gd name="connsiteX401" fmla="*/ 2930319 w 3805936"/>
              <a:gd name="connsiteY401" fmla="*/ 649485 h 856262"/>
              <a:gd name="connsiteX402" fmla="*/ 2930319 w 3805936"/>
              <a:gd name="connsiteY402" fmla="*/ 659192 h 856262"/>
              <a:gd name="connsiteX403" fmla="*/ 2930319 w 3805936"/>
              <a:gd name="connsiteY403" fmla="*/ 669047 h 856262"/>
              <a:gd name="connsiteX404" fmla="*/ 2876928 w 3805936"/>
              <a:gd name="connsiteY404" fmla="*/ 669047 h 856262"/>
              <a:gd name="connsiteX405" fmla="*/ 2876928 w 3805936"/>
              <a:gd name="connsiteY405" fmla="*/ 692433 h 856262"/>
              <a:gd name="connsiteX406" fmla="*/ 2926495 w 3805936"/>
              <a:gd name="connsiteY406" fmla="*/ 692433 h 856262"/>
              <a:gd name="connsiteX407" fmla="*/ 2926495 w 3805936"/>
              <a:gd name="connsiteY407" fmla="*/ 701847 h 856262"/>
              <a:gd name="connsiteX408" fmla="*/ 2926495 w 3805936"/>
              <a:gd name="connsiteY408" fmla="*/ 711407 h 856262"/>
              <a:gd name="connsiteX409" fmla="*/ 2876928 w 3805936"/>
              <a:gd name="connsiteY409" fmla="*/ 711407 h 856262"/>
              <a:gd name="connsiteX410" fmla="*/ 2876928 w 3805936"/>
              <a:gd name="connsiteY410" fmla="*/ 740088 h 856262"/>
              <a:gd name="connsiteX411" fmla="*/ 2932673 w 3805936"/>
              <a:gd name="connsiteY411" fmla="*/ 740088 h 856262"/>
              <a:gd name="connsiteX412" fmla="*/ 2932673 w 3805936"/>
              <a:gd name="connsiteY412" fmla="*/ 749943 h 856262"/>
              <a:gd name="connsiteX413" fmla="*/ 2932673 w 3805936"/>
              <a:gd name="connsiteY413" fmla="*/ 759650 h 856262"/>
              <a:gd name="connsiteX414" fmla="*/ 2855748 w 3805936"/>
              <a:gd name="connsiteY414" fmla="*/ 759650 h 856262"/>
              <a:gd name="connsiteX415" fmla="*/ 2754995 w 3805936"/>
              <a:gd name="connsiteY415" fmla="*/ 649485 h 856262"/>
              <a:gd name="connsiteX416" fmla="*/ 2837508 w 3805936"/>
              <a:gd name="connsiteY416" fmla="*/ 649485 h 856262"/>
              <a:gd name="connsiteX417" fmla="*/ 2837508 w 3805936"/>
              <a:gd name="connsiteY417" fmla="*/ 659192 h 856262"/>
              <a:gd name="connsiteX418" fmla="*/ 2837508 w 3805936"/>
              <a:gd name="connsiteY418" fmla="*/ 669047 h 856262"/>
              <a:gd name="connsiteX419" fmla="*/ 2806768 w 3805936"/>
              <a:gd name="connsiteY419" fmla="*/ 669047 h 856262"/>
              <a:gd name="connsiteX420" fmla="*/ 2806768 w 3805936"/>
              <a:gd name="connsiteY420" fmla="*/ 759650 h 856262"/>
              <a:gd name="connsiteX421" fmla="*/ 2796325 w 3805936"/>
              <a:gd name="connsiteY421" fmla="*/ 759650 h 856262"/>
              <a:gd name="connsiteX422" fmla="*/ 2785735 w 3805936"/>
              <a:gd name="connsiteY422" fmla="*/ 759650 h 856262"/>
              <a:gd name="connsiteX423" fmla="*/ 2785735 w 3805936"/>
              <a:gd name="connsiteY423" fmla="*/ 669047 h 856262"/>
              <a:gd name="connsiteX424" fmla="*/ 2754995 w 3805936"/>
              <a:gd name="connsiteY424" fmla="*/ 669047 h 856262"/>
              <a:gd name="connsiteX425" fmla="*/ 2754995 w 3805936"/>
              <a:gd name="connsiteY425" fmla="*/ 659340 h 856262"/>
              <a:gd name="connsiteX426" fmla="*/ 2627033 w 3805936"/>
              <a:gd name="connsiteY426" fmla="*/ 649485 h 856262"/>
              <a:gd name="connsiteX427" fmla="*/ 2699103 w 3805936"/>
              <a:gd name="connsiteY427" fmla="*/ 649485 h 856262"/>
              <a:gd name="connsiteX428" fmla="*/ 2699103 w 3805936"/>
              <a:gd name="connsiteY428" fmla="*/ 659192 h 856262"/>
              <a:gd name="connsiteX429" fmla="*/ 2699103 w 3805936"/>
              <a:gd name="connsiteY429" fmla="*/ 669047 h 856262"/>
              <a:gd name="connsiteX430" fmla="*/ 2648213 w 3805936"/>
              <a:gd name="connsiteY430" fmla="*/ 669047 h 856262"/>
              <a:gd name="connsiteX431" fmla="*/ 2648213 w 3805936"/>
              <a:gd name="connsiteY431" fmla="*/ 694052 h 856262"/>
              <a:gd name="connsiteX432" fmla="*/ 2692633 w 3805936"/>
              <a:gd name="connsiteY432" fmla="*/ 694052 h 856262"/>
              <a:gd name="connsiteX433" fmla="*/ 2692633 w 3805936"/>
              <a:gd name="connsiteY433" fmla="*/ 703612 h 856262"/>
              <a:gd name="connsiteX434" fmla="*/ 2692633 w 3805936"/>
              <a:gd name="connsiteY434" fmla="*/ 713025 h 856262"/>
              <a:gd name="connsiteX435" fmla="*/ 2648213 w 3805936"/>
              <a:gd name="connsiteY435" fmla="*/ 713025 h 856262"/>
              <a:gd name="connsiteX436" fmla="*/ 2648213 w 3805936"/>
              <a:gd name="connsiteY436" fmla="*/ 759650 h 856262"/>
              <a:gd name="connsiteX437" fmla="*/ 2637623 w 3805936"/>
              <a:gd name="connsiteY437" fmla="*/ 759650 h 856262"/>
              <a:gd name="connsiteX438" fmla="*/ 2627033 w 3805936"/>
              <a:gd name="connsiteY438" fmla="*/ 759650 h 856262"/>
              <a:gd name="connsiteX439" fmla="*/ 2366697 w 3805936"/>
              <a:gd name="connsiteY439" fmla="*/ 649485 h 856262"/>
              <a:gd name="connsiteX440" fmla="*/ 2441416 w 3805936"/>
              <a:gd name="connsiteY440" fmla="*/ 649485 h 856262"/>
              <a:gd name="connsiteX441" fmla="*/ 2441416 w 3805936"/>
              <a:gd name="connsiteY441" fmla="*/ 659192 h 856262"/>
              <a:gd name="connsiteX442" fmla="*/ 2441416 w 3805936"/>
              <a:gd name="connsiteY442" fmla="*/ 669047 h 856262"/>
              <a:gd name="connsiteX443" fmla="*/ 2387877 w 3805936"/>
              <a:gd name="connsiteY443" fmla="*/ 669047 h 856262"/>
              <a:gd name="connsiteX444" fmla="*/ 2387877 w 3805936"/>
              <a:gd name="connsiteY444" fmla="*/ 692433 h 856262"/>
              <a:gd name="connsiteX445" fmla="*/ 2437444 w 3805936"/>
              <a:gd name="connsiteY445" fmla="*/ 692433 h 856262"/>
              <a:gd name="connsiteX446" fmla="*/ 2437444 w 3805936"/>
              <a:gd name="connsiteY446" fmla="*/ 701847 h 856262"/>
              <a:gd name="connsiteX447" fmla="*/ 2437444 w 3805936"/>
              <a:gd name="connsiteY447" fmla="*/ 711407 h 856262"/>
              <a:gd name="connsiteX448" fmla="*/ 2387877 w 3805936"/>
              <a:gd name="connsiteY448" fmla="*/ 711407 h 856262"/>
              <a:gd name="connsiteX449" fmla="*/ 2387877 w 3805936"/>
              <a:gd name="connsiteY449" fmla="*/ 740088 h 856262"/>
              <a:gd name="connsiteX450" fmla="*/ 2443769 w 3805936"/>
              <a:gd name="connsiteY450" fmla="*/ 740088 h 856262"/>
              <a:gd name="connsiteX451" fmla="*/ 2443769 w 3805936"/>
              <a:gd name="connsiteY451" fmla="*/ 749943 h 856262"/>
              <a:gd name="connsiteX452" fmla="*/ 2443769 w 3805936"/>
              <a:gd name="connsiteY452" fmla="*/ 759650 h 856262"/>
              <a:gd name="connsiteX453" fmla="*/ 2366697 w 3805936"/>
              <a:gd name="connsiteY453" fmla="*/ 759650 h 856262"/>
              <a:gd name="connsiteX454" fmla="*/ 2266092 w 3805936"/>
              <a:gd name="connsiteY454" fmla="*/ 649485 h 856262"/>
              <a:gd name="connsiteX455" fmla="*/ 2348459 w 3805936"/>
              <a:gd name="connsiteY455" fmla="*/ 649485 h 856262"/>
              <a:gd name="connsiteX456" fmla="*/ 2348459 w 3805936"/>
              <a:gd name="connsiteY456" fmla="*/ 659192 h 856262"/>
              <a:gd name="connsiteX457" fmla="*/ 2348459 w 3805936"/>
              <a:gd name="connsiteY457" fmla="*/ 669047 h 856262"/>
              <a:gd name="connsiteX458" fmla="*/ 2317866 w 3805936"/>
              <a:gd name="connsiteY458" fmla="*/ 669047 h 856262"/>
              <a:gd name="connsiteX459" fmla="*/ 2317866 w 3805936"/>
              <a:gd name="connsiteY459" fmla="*/ 759650 h 856262"/>
              <a:gd name="connsiteX460" fmla="*/ 2307276 w 3805936"/>
              <a:gd name="connsiteY460" fmla="*/ 759650 h 856262"/>
              <a:gd name="connsiteX461" fmla="*/ 2296686 w 3805936"/>
              <a:gd name="connsiteY461" fmla="*/ 759650 h 856262"/>
              <a:gd name="connsiteX462" fmla="*/ 2296686 w 3805936"/>
              <a:gd name="connsiteY462" fmla="*/ 669047 h 856262"/>
              <a:gd name="connsiteX463" fmla="*/ 2266092 w 3805936"/>
              <a:gd name="connsiteY463" fmla="*/ 669047 h 856262"/>
              <a:gd name="connsiteX464" fmla="*/ 2266092 w 3805936"/>
              <a:gd name="connsiteY464" fmla="*/ 659340 h 856262"/>
              <a:gd name="connsiteX465" fmla="*/ 2066499 w 3805936"/>
              <a:gd name="connsiteY465" fmla="*/ 649485 h 856262"/>
              <a:gd name="connsiteX466" fmla="*/ 2148866 w 3805936"/>
              <a:gd name="connsiteY466" fmla="*/ 649485 h 856262"/>
              <a:gd name="connsiteX467" fmla="*/ 2148866 w 3805936"/>
              <a:gd name="connsiteY467" fmla="*/ 659192 h 856262"/>
              <a:gd name="connsiteX468" fmla="*/ 2148866 w 3805936"/>
              <a:gd name="connsiteY468" fmla="*/ 669047 h 856262"/>
              <a:gd name="connsiteX469" fmla="*/ 2118273 w 3805936"/>
              <a:gd name="connsiteY469" fmla="*/ 669047 h 856262"/>
              <a:gd name="connsiteX470" fmla="*/ 2118273 w 3805936"/>
              <a:gd name="connsiteY470" fmla="*/ 759650 h 856262"/>
              <a:gd name="connsiteX471" fmla="*/ 2107683 w 3805936"/>
              <a:gd name="connsiteY471" fmla="*/ 759650 h 856262"/>
              <a:gd name="connsiteX472" fmla="*/ 2097093 w 3805936"/>
              <a:gd name="connsiteY472" fmla="*/ 759650 h 856262"/>
              <a:gd name="connsiteX473" fmla="*/ 2097093 w 3805936"/>
              <a:gd name="connsiteY473" fmla="*/ 669047 h 856262"/>
              <a:gd name="connsiteX474" fmla="*/ 2066499 w 3805936"/>
              <a:gd name="connsiteY474" fmla="*/ 669047 h 856262"/>
              <a:gd name="connsiteX475" fmla="*/ 2066499 w 3805936"/>
              <a:gd name="connsiteY475" fmla="*/ 659340 h 856262"/>
              <a:gd name="connsiteX476" fmla="*/ 2028553 w 3805936"/>
              <a:gd name="connsiteY476" fmla="*/ 649485 h 856262"/>
              <a:gd name="connsiteX477" fmla="*/ 2039143 w 3805936"/>
              <a:gd name="connsiteY477" fmla="*/ 649485 h 856262"/>
              <a:gd name="connsiteX478" fmla="*/ 2049733 w 3805936"/>
              <a:gd name="connsiteY478" fmla="*/ 649485 h 856262"/>
              <a:gd name="connsiteX479" fmla="*/ 2049733 w 3805936"/>
              <a:gd name="connsiteY479" fmla="*/ 759650 h 856262"/>
              <a:gd name="connsiteX480" fmla="*/ 2039290 w 3805936"/>
              <a:gd name="connsiteY480" fmla="*/ 759650 h 856262"/>
              <a:gd name="connsiteX481" fmla="*/ 2028553 w 3805936"/>
              <a:gd name="connsiteY481" fmla="*/ 759650 h 856262"/>
              <a:gd name="connsiteX482" fmla="*/ 1929713 w 3805936"/>
              <a:gd name="connsiteY482" fmla="*/ 649485 h 856262"/>
              <a:gd name="connsiteX483" fmla="*/ 2012080 w 3805936"/>
              <a:gd name="connsiteY483" fmla="*/ 649485 h 856262"/>
              <a:gd name="connsiteX484" fmla="*/ 2012080 w 3805936"/>
              <a:gd name="connsiteY484" fmla="*/ 659192 h 856262"/>
              <a:gd name="connsiteX485" fmla="*/ 2012080 w 3805936"/>
              <a:gd name="connsiteY485" fmla="*/ 669047 h 856262"/>
              <a:gd name="connsiteX486" fmla="*/ 1981487 w 3805936"/>
              <a:gd name="connsiteY486" fmla="*/ 669047 h 856262"/>
              <a:gd name="connsiteX487" fmla="*/ 1981487 w 3805936"/>
              <a:gd name="connsiteY487" fmla="*/ 759650 h 856262"/>
              <a:gd name="connsiteX488" fmla="*/ 1970897 w 3805936"/>
              <a:gd name="connsiteY488" fmla="*/ 759650 h 856262"/>
              <a:gd name="connsiteX489" fmla="*/ 1960307 w 3805936"/>
              <a:gd name="connsiteY489" fmla="*/ 759650 h 856262"/>
              <a:gd name="connsiteX490" fmla="*/ 1960307 w 3805936"/>
              <a:gd name="connsiteY490" fmla="*/ 669047 h 856262"/>
              <a:gd name="connsiteX491" fmla="*/ 1929713 w 3805936"/>
              <a:gd name="connsiteY491" fmla="*/ 669047 h 856262"/>
              <a:gd name="connsiteX492" fmla="*/ 1929713 w 3805936"/>
              <a:gd name="connsiteY492" fmla="*/ 659340 h 856262"/>
              <a:gd name="connsiteX493" fmla="*/ 1729826 w 3805936"/>
              <a:gd name="connsiteY493" fmla="*/ 649485 h 856262"/>
              <a:gd name="connsiteX494" fmla="*/ 1741005 w 3805936"/>
              <a:gd name="connsiteY494" fmla="*/ 649485 h 856262"/>
              <a:gd name="connsiteX495" fmla="*/ 1752036 w 3805936"/>
              <a:gd name="connsiteY495" fmla="*/ 649485 h 856262"/>
              <a:gd name="connsiteX496" fmla="*/ 1792778 w 3805936"/>
              <a:gd name="connsiteY496" fmla="*/ 726852 h 856262"/>
              <a:gd name="connsiteX497" fmla="*/ 1792778 w 3805936"/>
              <a:gd name="connsiteY497" fmla="*/ 649485 h 856262"/>
              <a:gd name="connsiteX498" fmla="*/ 1802633 w 3805936"/>
              <a:gd name="connsiteY498" fmla="*/ 649485 h 856262"/>
              <a:gd name="connsiteX499" fmla="*/ 1812635 w 3805936"/>
              <a:gd name="connsiteY499" fmla="*/ 649485 h 856262"/>
              <a:gd name="connsiteX500" fmla="*/ 1812635 w 3805936"/>
              <a:gd name="connsiteY500" fmla="*/ 759650 h 856262"/>
              <a:gd name="connsiteX501" fmla="*/ 1802045 w 3805936"/>
              <a:gd name="connsiteY501" fmla="*/ 759650 h 856262"/>
              <a:gd name="connsiteX502" fmla="*/ 1791455 w 3805936"/>
              <a:gd name="connsiteY502" fmla="*/ 759650 h 856262"/>
              <a:gd name="connsiteX503" fmla="*/ 1749683 w 3805936"/>
              <a:gd name="connsiteY503" fmla="*/ 680225 h 856262"/>
              <a:gd name="connsiteX504" fmla="*/ 1749683 w 3805936"/>
              <a:gd name="connsiteY504" fmla="*/ 759650 h 856262"/>
              <a:gd name="connsiteX505" fmla="*/ 1739828 w 3805936"/>
              <a:gd name="connsiteY505" fmla="*/ 759650 h 856262"/>
              <a:gd name="connsiteX506" fmla="*/ 1729826 w 3805936"/>
              <a:gd name="connsiteY506" fmla="*/ 759650 h 856262"/>
              <a:gd name="connsiteX507" fmla="*/ 1684378 w 3805936"/>
              <a:gd name="connsiteY507" fmla="*/ 649485 h 856262"/>
              <a:gd name="connsiteX508" fmla="*/ 1694821 w 3805936"/>
              <a:gd name="connsiteY508" fmla="*/ 649485 h 856262"/>
              <a:gd name="connsiteX509" fmla="*/ 1705558 w 3805936"/>
              <a:gd name="connsiteY509" fmla="*/ 649485 h 856262"/>
              <a:gd name="connsiteX510" fmla="*/ 1705558 w 3805936"/>
              <a:gd name="connsiteY510" fmla="*/ 759650 h 856262"/>
              <a:gd name="connsiteX511" fmla="*/ 1694968 w 3805936"/>
              <a:gd name="connsiteY511" fmla="*/ 759650 h 856262"/>
              <a:gd name="connsiteX512" fmla="*/ 1684378 w 3805936"/>
              <a:gd name="connsiteY512" fmla="*/ 759650 h 856262"/>
              <a:gd name="connsiteX513" fmla="*/ 1416980 w 3805936"/>
              <a:gd name="connsiteY513" fmla="*/ 649485 h 856262"/>
              <a:gd name="connsiteX514" fmla="*/ 1428012 w 3805936"/>
              <a:gd name="connsiteY514" fmla="*/ 649485 h 856262"/>
              <a:gd name="connsiteX515" fmla="*/ 1439190 w 3805936"/>
              <a:gd name="connsiteY515" fmla="*/ 649485 h 856262"/>
              <a:gd name="connsiteX516" fmla="*/ 1479785 w 3805936"/>
              <a:gd name="connsiteY516" fmla="*/ 726852 h 856262"/>
              <a:gd name="connsiteX517" fmla="*/ 1479785 w 3805936"/>
              <a:gd name="connsiteY517" fmla="*/ 649485 h 856262"/>
              <a:gd name="connsiteX518" fmla="*/ 1489639 w 3805936"/>
              <a:gd name="connsiteY518" fmla="*/ 649485 h 856262"/>
              <a:gd name="connsiteX519" fmla="*/ 1499640 w 3805936"/>
              <a:gd name="connsiteY519" fmla="*/ 649485 h 856262"/>
              <a:gd name="connsiteX520" fmla="*/ 1499640 w 3805936"/>
              <a:gd name="connsiteY520" fmla="*/ 759650 h 856262"/>
              <a:gd name="connsiteX521" fmla="*/ 1489052 w 3805936"/>
              <a:gd name="connsiteY521" fmla="*/ 759650 h 856262"/>
              <a:gd name="connsiteX522" fmla="*/ 1478462 w 3805936"/>
              <a:gd name="connsiteY522" fmla="*/ 759650 h 856262"/>
              <a:gd name="connsiteX523" fmla="*/ 1436689 w 3805936"/>
              <a:gd name="connsiteY523" fmla="*/ 680225 h 856262"/>
              <a:gd name="connsiteX524" fmla="*/ 1436689 w 3805936"/>
              <a:gd name="connsiteY524" fmla="*/ 759650 h 856262"/>
              <a:gd name="connsiteX525" fmla="*/ 1426835 w 3805936"/>
              <a:gd name="connsiteY525" fmla="*/ 759650 h 856262"/>
              <a:gd name="connsiteX526" fmla="*/ 1416980 w 3805936"/>
              <a:gd name="connsiteY526" fmla="*/ 759650 h 856262"/>
              <a:gd name="connsiteX527" fmla="*/ 1371385 w 3805936"/>
              <a:gd name="connsiteY527" fmla="*/ 649485 h 856262"/>
              <a:gd name="connsiteX528" fmla="*/ 1381975 w 3805936"/>
              <a:gd name="connsiteY528" fmla="*/ 649485 h 856262"/>
              <a:gd name="connsiteX529" fmla="*/ 1392565 w 3805936"/>
              <a:gd name="connsiteY529" fmla="*/ 649485 h 856262"/>
              <a:gd name="connsiteX530" fmla="*/ 1392565 w 3805936"/>
              <a:gd name="connsiteY530" fmla="*/ 759650 h 856262"/>
              <a:gd name="connsiteX531" fmla="*/ 1381975 w 3805936"/>
              <a:gd name="connsiteY531" fmla="*/ 759650 h 856262"/>
              <a:gd name="connsiteX532" fmla="*/ 1371385 w 3805936"/>
              <a:gd name="connsiteY532" fmla="*/ 759650 h 856262"/>
              <a:gd name="connsiteX533" fmla="*/ 1242246 w 3805936"/>
              <a:gd name="connsiteY533" fmla="*/ 649485 h 856262"/>
              <a:gd name="connsiteX534" fmla="*/ 1252836 w 3805936"/>
              <a:gd name="connsiteY534" fmla="*/ 649485 h 856262"/>
              <a:gd name="connsiteX535" fmla="*/ 1263426 w 3805936"/>
              <a:gd name="connsiteY535" fmla="*/ 649485 h 856262"/>
              <a:gd name="connsiteX536" fmla="*/ 1263426 w 3805936"/>
              <a:gd name="connsiteY536" fmla="*/ 759650 h 856262"/>
              <a:gd name="connsiteX537" fmla="*/ 1252983 w 3805936"/>
              <a:gd name="connsiteY537" fmla="*/ 759650 h 856262"/>
              <a:gd name="connsiteX538" fmla="*/ 1242246 w 3805936"/>
              <a:gd name="connsiteY538" fmla="*/ 759650 h 856262"/>
              <a:gd name="connsiteX539" fmla="*/ 1144141 w 3805936"/>
              <a:gd name="connsiteY539" fmla="*/ 649485 h 856262"/>
              <a:gd name="connsiteX540" fmla="*/ 1218712 w 3805936"/>
              <a:gd name="connsiteY540" fmla="*/ 649485 h 856262"/>
              <a:gd name="connsiteX541" fmla="*/ 1218712 w 3805936"/>
              <a:gd name="connsiteY541" fmla="*/ 659192 h 856262"/>
              <a:gd name="connsiteX542" fmla="*/ 1218712 w 3805936"/>
              <a:gd name="connsiteY542" fmla="*/ 669047 h 856262"/>
              <a:gd name="connsiteX543" fmla="*/ 1165321 w 3805936"/>
              <a:gd name="connsiteY543" fmla="*/ 669047 h 856262"/>
              <a:gd name="connsiteX544" fmla="*/ 1165321 w 3805936"/>
              <a:gd name="connsiteY544" fmla="*/ 692433 h 856262"/>
              <a:gd name="connsiteX545" fmla="*/ 1214888 w 3805936"/>
              <a:gd name="connsiteY545" fmla="*/ 692433 h 856262"/>
              <a:gd name="connsiteX546" fmla="*/ 1214888 w 3805936"/>
              <a:gd name="connsiteY546" fmla="*/ 701847 h 856262"/>
              <a:gd name="connsiteX547" fmla="*/ 1214888 w 3805936"/>
              <a:gd name="connsiteY547" fmla="*/ 711407 h 856262"/>
              <a:gd name="connsiteX548" fmla="*/ 1165321 w 3805936"/>
              <a:gd name="connsiteY548" fmla="*/ 711407 h 856262"/>
              <a:gd name="connsiteX549" fmla="*/ 1165321 w 3805936"/>
              <a:gd name="connsiteY549" fmla="*/ 740088 h 856262"/>
              <a:gd name="connsiteX550" fmla="*/ 1221066 w 3805936"/>
              <a:gd name="connsiteY550" fmla="*/ 740088 h 856262"/>
              <a:gd name="connsiteX551" fmla="*/ 1221066 w 3805936"/>
              <a:gd name="connsiteY551" fmla="*/ 749943 h 856262"/>
              <a:gd name="connsiteX552" fmla="*/ 1221066 w 3805936"/>
              <a:gd name="connsiteY552" fmla="*/ 759650 h 856262"/>
              <a:gd name="connsiteX553" fmla="*/ 1144141 w 3805936"/>
              <a:gd name="connsiteY553" fmla="*/ 759650 h 856262"/>
              <a:gd name="connsiteX554" fmla="*/ 1324932 w 3805936"/>
              <a:gd name="connsiteY554" fmla="*/ 649275 h 856262"/>
              <a:gd name="connsiteX555" fmla="*/ 1345965 w 3805936"/>
              <a:gd name="connsiteY555" fmla="*/ 649275 h 856262"/>
              <a:gd name="connsiteX556" fmla="*/ 1345965 w 3805936"/>
              <a:gd name="connsiteY556" fmla="*/ 728553 h 856262"/>
              <a:gd name="connsiteX557" fmla="*/ 1337728 w 3805936"/>
              <a:gd name="connsiteY557" fmla="*/ 753852 h 856262"/>
              <a:gd name="connsiteX558" fmla="*/ 1313312 w 3805936"/>
              <a:gd name="connsiteY558" fmla="*/ 762530 h 856262"/>
              <a:gd name="connsiteX559" fmla="*/ 1288162 w 3805936"/>
              <a:gd name="connsiteY559" fmla="*/ 752968 h 856262"/>
              <a:gd name="connsiteX560" fmla="*/ 1280661 w 3805936"/>
              <a:gd name="connsiteY560" fmla="*/ 723552 h 856262"/>
              <a:gd name="connsiteX561" fmla="*/ 1280661 w 3805936"/>
              <a:gd name="connsiteY561" fmla="*/ 717817 h 856262"/>
              <a:gd name="connsiteX562" fmla="*/ 1300810 w 3805936"/>
              <a:gd name="connsiteY562" fmla="*/ 717817 h 856262"/>
              <a:gd name="connsiteX563" fmla="*/ 1300810 w 3805936"/>
              <a:gd name="connsiteY563" fmla="*/ 724435 h 856262"/>
              <a:gd name="connsiteX564" fmla="*/ 1303605 w 3805936"/>
              <a:gd name="connsiteY564" fmla="*/ 739143 h 856262"/>
              <a:gd name="connsiteX565" fmla="*/ 1313165 w 3805936"/>
              <a:gd name="connsiteY565" fmla="*/ 743997 h 856262"/>
              <a:gd name="connsiteX566" fmla="*/ 1322137 w 3805936"/>
              <a:gd name="connsiteY566" fmla="*/ 740467 h 856262"/>
              <a:gd name="connsiteX567" fmla="*/ 1324932 w 3805936"/>
              <a:gd name="connsiteY567" fmla="*/ 728995 h 856262"/>
              <a:gd name="connsiteX568" fmla="*/ 1035913 w 3805936"/>
              <a:gd name="connsiteY568" fmla="*/ 649275 h 856262"/>
              <a:gd name="connsiteX569" fmla="*/ 1085480 w 3805936"/>
              <a:gd name="connsiteY569" fmla="*/ 649275 h 856262"/>
              <a:gd name="connsiteX570" fmla="*/ 1108425 w 3805936"/>
              <a:gd name="connsiteY570" fmla="*/ 656628 h 856262"/>
              <a:gd name="connsiteX571" fmla="*/ 1116810 w 3805936"/>
              <a:gd name="connsiteY571" fmla="*/ 677220 h 856262"/>
              <a:gd name="connsiteX572" fmla="*/ 1107395 w 3805936"/>
              <a:gd name="connsiteY572" fmla="*/ 697958 h 856262"/>
              <a:gd name="connsiteX573" fmla="*/ 1104013 w 3805936"/>
              <a:gd name="connsiteY573" fmla="*/ 700165 h 856262"/>
              <a:gd name="connsiteX574" fmla="*/ 1110485 w 3805936"/>
              <a:gd name="connsiteY574" fmla="*/ 703842 h 856262"/>
              <a:gd name="connsiteX575" fmla="*/ 1120192 w 3805936"/>
              <a:gd name="connsiteY575" fmla="*/ 725022 h 856262"/>
              <a:gd name="connsiteX576" fmla="*/ 1110485 w 3805936"/>
              <a:gd name="connsiteY576" fmla="*/ 750615 h 856262"/>
              <a:gd name="connsiteX577" fmla="*/ 1082392 w 3805936"/>
              <a:gd name="connsiteY577" fmla="*/ 759440 h 856262"/>
              <a:gd name="connsiteX578" fmla="*/ 1036355 w 3805936"/>
              <a:gd name="connsiteY578" fmla="*/ 759440 h 856262"/>
              <a:gd name="connsiteX579" fmla="*/ 2165513 w 3805936"/>
              <a:gd name="connsiteY579" fmla="*/ 649128 h 856262"/>
              <a:gd name="connsiteX580" fmla="*/ 2186693 w 3805936"/>
              <a:gd name="connsiteY580" fmla="*/ 649128 h 856262"/>
              <a:gd name="connsiteX581" fmla="*/ 2186693 w 3805936"/>
              <a:gd name="connsiteY581" fmla="*/ 718551 h 856262"/>
              <a:gd name="connsiteX582" fmla="*/ 2191693 w 3805936"/>
              <a:gd name="connsiteY582" fmla="*/ 736348 h 856262"/>
              <a:gd name="connsiteX583" fmla="*/ 2206401 w 3805936"/>
              <a:gd name="connsiteY583" fmla="*/ 742231 h 856262"/>
              <a:gd name="connsiteX584" fmla="*/ 2221109 w 3805936"/>
              <a:gd name="connsiteY584" fmla="*/ 736790 h 856262"/>
              <a:gd name="connsiteX585" fmla="*/ 2225669 w 3805936"/>
              <a:gd name="connsiteY585" fmla="*/ 718551 h 856262"/>
              <a:gd name="connsiteX586" fmla="*/ 2225669 w 3805936"/>
              <a:gd name="connsiteY586" fmla="*/ 649128 h 856262"/>
              <a:gd name="connsiteX587" fmla="*/ 2247438 w 3805936"/>
              <a:gd name="connsiteY587" fmla="*/ 649128 h 856262"/>
              <a:gd name="connsiteX588" fmla="*/ 2247438 w 3805936"/>
              <a:gd name="connsiteY588" fmla="*/ 717816 h 856262"/>
              <a:gd name="connsiteX589" fmla="*/ 2237876 w 3805936"/>
              <a:gd name="connsiteY589" fmla="*/ 751939 h 856262"/>
              <a:gd name="connsiteX590" fmla="*/ 2206548 w 3805936"/>
              <a:gd name="connsiteY590" fmla="*/ 762383 h 856262"/>
              <a:gd name="connsiteX591" fmla="*/ 2175661 w 3805936"/>
              <a:gd name="connsiteY591" fmla="*/ 751498 h 856262"/>
              <a:gd name="connsiteX592" fmla="*/ 2165513 w 3805936"/>
              <a:gd name="connsiteY592" fmla="*/ 717816 h 856262"/>
              <a:gd name="connsiteX593" fmla="*/ 3526982 w 3805936"/>
              <a:gd name="connsiteY593" fmla="*/ 646699 h 856262"/>
              <a:gd name="connsiteX594" fmla="*/ 3561404 w 3805936"/>
              <a:gd name="connsiteY594" fmla="*/ 658759 h 856262"/>
              <a:gd name="connsiteX595" fmla="*/ 3565155 w 3805936"/>
              <a:gd name="connsiteY595" fmla="*/ 662512 h 856262"/>
              <a:gd name="connsiteX596" fmla="*/ 3578393 w 3805936"/>
              <a:gd name="connsiteY596" fmla="*/ 705313 h 856262"/>
              <a:gd name="connsiteX597" fmla="*/ 3565155 w 3805936"/>
              <a:gd name="connsiteY597" fmla="*/ 747231 h 856262"/>
              <a:gd name="connsiteX598" fmla="*/ 3496989 w 3805936"/>
              <a:gd name="connsiteY598" fmla="*/ 750107 h 856262"/>
              <a:gd name="connsiteX599" fmla="*/ 3494113 w 3805936"/>
              <a:gd name="connsiteY599" fmla="*/ 747231 h 856262"/>
              <a:gd name="connsiteX600" fmla="*/ 3480875 w 3805936"/>
              <a:gd name="connsiteY600" fmla="*/ 705313 h 856262"/>
              <a:gd name="connsiteX601" fmla="*/ 3494113 w 3805936"/>
              <a:gd name="connsiteY601" fmla="*/ 662512 h 856262"/>
              <a:gd name="connsiteX602" fmla="*/ 3526982 w 3805936"/>
              <a:gd name="connsiteY602" fmla="*/ 646699 h 856262"/>
              <a:gd name="connsiteX603" fmla="*/ 3319566 w 3805936"/>
              <a:gd name="connsiteY603" fmla="*/ 646689 h 856262"/>
              <a:gd name="connsiteX604" fmla="*/ 3354081 w 3805936"/>
              <a:gd name="connsiteY604" fmla="*/ 658826 h 856262"/>
              <a:gd name="connsiteX605" fmla="*/ 3357767 w 3805936"/>
              <a:gd name="connsiteY605" fmla="*/ 662512 h 856262"/>
              <a:gd name="connsiteX606" fmla="*/ 3370859 w 3805936"/>
              <a:gd name="connsiteY606" fmla="*/ 705314 h 856262"/>
              <a:gd name="connsiteX607" fmla="*/ 3357767 w 3805936"/>
              <a:gd name="connsiteY607" fmla="*/ 747234 h 856262"/>
              <a:gd name="connsiteX608" fmla="*/ 3289392 w 3805936"/>
              <a:gd name="connsiteY608" fmla="*/ 750044 h 856262"/>
              <a:gd name="connsiteX609" fmla="*/ 3286580 w 3805936"/>
              <a:gd name="connsiteY609" fmla="*/ 747234 h 856262"/>
              <a:gd name="connsiteX610" fmla="*/ 3286579 w 3805936"/>
              <a:gd name="connsiteY610" fmla="*/ 747234 h 856262"/>
              <a:gd name="connsiteX611" fmla="*/ 3273489 w 3805936"/>
              <a:gd name="connsiteY611" fmla="*/ 705314 h 856262"/>
              <a:gd name="connsiteX612" fmla="*/ 3286579 w 3805936"/>
              <a:gd name="connsiteY612" fmla="*/ 662512 h 856262"/>
              <a:gd name="connsiteX613" fmla="*/ 3319566 w 3805936"/>
              <a:gd name="connsiteY613" fmla="*/ 646689 h 856262"/>
              <a:gd name="connsiteX614" fmla="*/ 2552527 w 3805936"/>
              <a:gd name="connsiteY614" fmla="*/ 646689 h 856262"/>
              <a:gd name="connsiteX615" fmla="*/ 2587042 w 3805936"/>
              <a:gd name="connsiteY615" fmla="*/ 658826 h 856262"/>
              <a:gd name="connsiteX616" fmla="*/ 2590728 w 3805936"/>
              <a:gd name="connsiteY616" fmla="*/ 662512 h 856262"/>
              <a:gd name="connsiteX617" fmla="*/ 2603820 w 3805936"/>
              <a:gd name="connsiteY617" fmla="*/ 705314 h 856262"/>
              <a:gd name="connsiteX618" fmla="*/ 2590728 w 3805936"/>
              <a:gd name="connsiteY618" fmla="*/ 747234 h 856262"/>
              <a:gd name="connsiteX619" fmla="*/ 2522353 w 3805936"/>
              <a:gd name="connsiteY619" fmla="*/ 750044 h 856262"/>
              <a:gd name="connsiteX620" fmla="*/ 2519541 w 3805936"/>
              <a:gd name="connsiteY620" fmla="*/ 747234 h 856262"/>
              <a:gd name="connsiteX621" fmla="*/ 2519540 w 3805936"/>
              <a:gd name="connsiteY621" fmla="*/ 747234 h 856262"/>
              <a:gd name="connsiteX622" fmla="*/ 2506450 w 3805936"/>
              <a:gd name="connsiteY622" fmla="*/ 705314 h 856262"/>
              <a:gd name="connsiteX623" fmla="*/ 2519540 w 3805936"/>
              <a:gd name="connsiteY623" fmla="*/ 662512 h 856262"/>
              <a:gd name="connsiteX624" fmla="*/ 2552527 w 3805936"/>
              <a:gd name="connsiteY624" fmla="*/ 646689 h 856262"/>
              <a:gd name="connsiteX625" fmla="*/ 3646050 w 3805936"/>
              <a:gd name="connsiteY625" fmla="*/ 646626 h 856262"/>
              <a:gd name="connsiteX626" fmla="*/ 3676497 w 3805936"/>
              <a:gd name="connsiteY626" fmla="*/ 656628 h 856262"/>
              <a:gd name="connsiteX627" fmla="*/ 3690470 w 3805936"/>
              <a:gd name="connsiteY627" fmla="*/ 683691 h 856262"/>
              <a:gd name="connsiteX628" fmla="*/ 3669732 w 3805936"/>
              <a:gd name="connsiteY628" fmla="*/ 683691 h 856262"/>
              <a:gd name="connsiteX629" fmla="*/ 3662230 w 3805936"/>
              <a:gd name="connsiteY629" fmla="*/ 671190 h 856262"/>
              <a:gd name="connsiteX630" fmla="*/ 3647522 w 3805936"/>
              <a:gd name="connsiteY630" fmla="*/ 665748 h 856262"/>
              <a:gd name="connsiteX631" fmla="*/ 3625900 w 3805936"/>
              <a:gd name="connsiteY631" fmla="*/ 676043 h 856262"/>
              <a:gd name="connsiteX632" fmla="*/ 3625900 w 3805936"/>
              <a:gd name="connsiteY632" fmla="*/ 733405 h 856262"/>
              <a:gd name="connsiteX633" fmla="*/ 3647817 w 3805936"/>
              <a:gd name="connsiteY633" fmla="*/ 743259 h 856262"/>
              <a:gd name="connsiteX634" fmla="*/ 3666937 w 3805936"/>
              <a:gd name="connsiteY634" fmla="*/ 732964 h 856262"/>
              <a:gd name="connsiteX635" fmla="*/ 3672525 w 3805936"/>
              <a:gd name="connsiteY635" fmla="*/ 719433 h 856262"/>
              <a:gd name="connsiteX636" fmla="*/ 3648698 w 3805936"/>
              <a:gd name="connsiteY636" fmla="*/ 719433 h 856262"/>
              <a:gd name="connsiteX637" fmla="*/ 3648698 w 3805936"/>
              <a:gd name="connsiteY637" fmla="*/ 700459 h 856262"/>
              <a:gd name="connsiteX638" fmla="*/ 3691205 w 3805936"/>
              <a:gd name="connsiteY638" fmla="*/ 700459 h 856262"/>
              <a:gd name="connsiteX639" fmla="*/ 3691205 w 3805936"/>
              <a:gd name="connsiteY639" fmla="*/ 759293 h 856262"/>
              <a:gd name="connsiteX640" fmla="*/ 3676497 w 3805936"/>
              <a:gd name="connsiteY640" fmla="*/ 759293 h 856262"/>
              <a:gd name="connsiteX641" fmla="*/ 3674438 w 3805936"/>
              <a:gd name="connsiteY641" fmla="*/ 744584 h 856262"/>
              <a:gd name="connsiteX642" fmla="*/ 3674143 w 3805936"/>
              <a:gd name="connsiteY642" fmla="*/ 747231 h 856262"/>
              <a:gd name="connsiteX643" fmla="*/ 3644727 w 3805936"/>
              <a:gd name="connsiteY643" fmla="*/ 762823 h 856262"/>
              <a:gd name="connsiteX644" fmla="*/ 3644727 w 3805936"/>
              <a:gd name="connsiteY644" fmla="*/ 761939 h 856262"/>
              <a:gd name="connsiteX645" fmla="*/ 3609427 w 3805936"/>
              <a:gd name="connsiteY645" fmla="*/ 747231 h 856262"/>
              <a:gd name="connsiteX646" fmla="*/ 3609427 w 3805936"/>
              <a:gd name="connsiteY646" fmla="*/ 662511 h 856262"/>
              <a:gd name="connsiteX647" fmla="*/ 3646050 w 3805936"/>
              <a:gd name="connsiteY647" fmla="*/ 646626 h 856262"/>
              <a:gd name="connsiteX648" fmla="*/ 2998443 w 3805936"/>
              <a:gd name="connsiteY648" fmla="*/ 646333 h 856262"/>
              <a:gd name="connsiteX649" fmla="*/ 3027859 w 3805936"/>
              <a:gd name="connsiteY649" fmla="*/ 656923 h 856262"/>
              <a:gd name="connsiteX650" fmla="*/ 3042568 w 3805936"/>
              <a:gd name="connsiteY650" fmla="*/ 685603 h 856262"/>
              <a:gd name="connsiteX651" fmla="*/ 3021388 w 3805936"/>
              <a:gd name="connsiteY651" fmla="*/ 685603 h 856262"/>
              <a:gd name="connsiteX652" fmla="*/ 3014328 w 3805936"/>
              <a:gd name="connsiteY652" fmla="*/ 670895 h 856262"/>
              <a:gd name="connsiteX653" fmla="*/ 2999619 w 3805936"/>
              <a:gd name="connsiteY653" fmla="*/ 665600 h 856262"/>
              <a:gd name="connsiteX654" fmla="*/ 2981088 w 3805936"/>
              <a:gd name="connsiteY654" fmla="*/ 675897 h 856262"/>
              <a:gd name="connsiteX655" fmla="*/ 2974468 w 3805936"/>
              <a:gd name="connsiteY655" fmla="*/ 704283 h 856262"/>
              <a:gd name="connsiteX656" fmla="*/ 2981088 w 3805936"/>
              <a:gd name="connsiteY656" fmla="*/ 731935 h 856262"/>
              <a:gd name="connsiteX657" fmla="*/ 3012533 w 3805936"/>
              <a:gd name="connsiteY657" fmla="*/ 738036 h 856262"/>
              <a:gd name="connsiteX658" fmla="*/ 3015063 w 3805936"/>
              <a:gd name="connsiteY658" fmla="*/ 736053 h 856262"/>
              <a:gd name="connsiteX659" fmla="*/ 3022123 w 3805936"/>
              <a:gd name="connsiteY659" fmla="*/ 720315 h 856262"/>
              <a:gd name="connsiteX660" fmla="*/ 3041686 w 3805936"/>
              <a:gd name="connsiteY660" fmla="*/ 720903 h 856262"/>
              <a:gd name="connsiteX661" fmla="*/ 3027859 w 3805936"/>
              <a:gd name="connsiteY661" fmla="*/ 751203 h 856262"/>
              <a:gd name="connsiteX662" fmla="*/ 2998443 w 3805936"/>
              <a:gd name="connsiteY662" fmla="*/ 762528 h 856262"/>
              <a:gd name="connsiteX663" fmla="*/ 2964466 w 3805936"/>
              <a:gd name="connsiteY663" fmla="*/ 746938 h 856262"/>
              <a:gd name="connsiteX664" fmla="*/ 2951818 w 3805936"/>
              <a:gd name="connsiteY664" fmla="*/ 705018 h 856262"/>
              <a:gd name="connsiteX665" fmla="*/ 2964466 w 3805936"/>
              <a:gd name="connsiteY665" fmla="*/ 662218 h 856262"/>
              <a:gd name="connsiteX666" fmla="*/ 2998443 w 3805936"/>
              <a:gd name="connsiteY666" fmla="*/ 646333 h 856262"/>
              <a:gd name="connsiteX667" fmla="*/ 1874874 w 3805936"/>
              <a:gd name="connsiteY667" fmla="*/ 646332 h 856262"/>
              <a:gd name="connsiteX668" fmla="*/ 1902674 w 3805936"/>
              <a:gd name="connsiteY668" fmla="*/ 656040 h 856262"/>
              <a:gd name="connsiteX669" fmla="*/ 1914441 w 3805936"/>
              <a:gd name="connsiteY669" fmla="*/ 682369 h 856262"/>
              <a:gd name="connsiteX670" fmla="*/ 1892966 w 3805936"/>
              <a:gd name="connsiteY670" fmla="*/ 682369 h 856262"/>
              <a:gd name="connsiteX671" fmla="*/ 1886641 w 3805936"/>
              <a:gd name="connsiteY671" fmla="*/ 669865 h 856262"/>
              <a:gd name="connsiteX672" fmla="*/ 1871933 w 3805936"/>
              <a:gd name="connsiteY672" fmla="*/ 665307 h 856262"/>
              <a:gd name="connsiteX673" fmla="*/ 1859431 w 3805936"/>
              <a:gd name="connsiteY673" fmla="*/ 669130 h 856262"/>
              <a:gd name="connsiteX674" fmla="*/ 1854871 w 3805936"/>
              <a:gd name="connsiteY674" fmla="*/ 679867 h 856262"/>
              <a:gd name="connsiteX675" fmla="*/ 1859578 w 3805936"/>
              <a:gd name="connsiteY675" fmla="*/ 687515 h 856262"/>
              <a:gd name="connsiteX676" fmla="*/ 1879581 w 3805936"/>
              <a:gd name="connsiteY676" fmla="*/ 693840 h 856262"/>
              <a:gd name="connsiteX677" fmla="*/ 1908998 w 3805936"/>
              <a:gd name="connsiteY677" fmla="*/ 706342 h 856262"/>
              <a:gd name="connsiteX678" fmla="*/ 1916352 w 3805936"/>
              <a:gd name="connsiteY678" fmla="*/ 728699 h 856262"/>
              <a:gd name="connsiteX679" fmla="*/ 1905173 w 3805936"/>
              <a:gd name="connsiteY679" fmla="*/ 753409 h 856262"/>
              <a:gd name="connsiteX680" fmla="*/ 1874728 w 3805936"/>
              <a:gd name="connsiteY680" fmla="*/ 762529 h 856262"/>
              <a:gd name="connsiteX681" fmla="*/ 1845311 w 3805936"/>
              <a:gd name="connsiteY681" fmla="*/ 752820 h 856262"/>
              <a:gd name="connsiteX682" fmla="*/ 1833691 w 3805936"/>
              <a:gd name="connsiteY682" fmla="*/ 725315 h 856262"/>
              <a:gd name="connsiteX683" fmla="*/ 1854136 w 3805936"/>
              <a:gd name="connsiteY683" fmla="*/ 725317 h 856262"/>
              <a:gd name="connsiteX684" fmla="*/ 1860019 w 3805936"/>
              <a:gd name="connsiteY684" fmla="*/ 738849 h 856262"/>
              <a:gd name="connsiteX685" fmla="*/ 1874728 w 3805936"/>
              <a:gd name="connsiteY685" fmla="*/ 743555 h 856262"/>
              <a:gd name="connsiteX686" fmla="*/ 1890613 w 3805936"/>
              <a:gd name="connsiteY686" fmla="*/ 740025 h 856262"/>
              <a:gd name="connsiteX687" fmla="*/ 1896349 w 3805936"/>
              <a:gd name="connsiteY687" fmla="*/ 730170 h 856262"/>
              <a:gd name="connsiteX688" fmla="*/ 1892231 w 3805936"/>
              <a:gd name="connsiteY688" fmla="*/ 720904 h 856262"/>
              <a:gd name="connsiteX689" fmla="*/ 1875021 w 3805936"/>
              <a:gd name="connsiteY689" fmla="*/ 714874 h 856262"/>
              <a:gd name="connsiteX690" fmla="*/ 1842811 w 3805936"/>
              <a:gd name="connsiteY690" fmla="*/ 702224 h 856262"/>
              <a:gd name="connsiteX691" fmla="*/ 1834721 w 3805936"/>
              <a:gd name="connsiteY691" fmla="*/ 681192 h 856262"/>
              <a:gd name="connsiteX692" fmla="*/ 1845458 w 3805936"/>
              <a:gd name="connsiteY692" fmla="*/ 655745 h 856262"/>
              <a:gd name="connsiteX693" fmla="*/ 1874874 w 3805936"/>
              <a:gd name="connsiteY693" fmla="*/ 646332 h 856262"/>
              <a:gd name="connsiteX694" fmla="*/ 1565835 w 3805936"/>
              <a:gd name="connsiteY694" fmla="*/ 645928 h 856262"/>
              <a:gd name="connsiteX695" fmla="*/ 1600418 w 3805936"/>
              <a:gd name="connsiteY695" fmla="*/ 655746 h 856262"/>
              <a:gd name="connsiteX696" fmla="*/ 1614391 w 3805936"/>
              <a:gd name="connsiteY696" fmla="*/ 682810 h 856262"/>
              <a:gd name="connsiteX697" fmla="*/ 1593211 w 3805936"/>
              <a:gd name="connsiteY697" fmla="*/ 682810 h 856262"/>
              <a:gd name="connsiteX698" fmla="*/ 1585857 w 3805936"/>
              <a:gd name="connsiteY698" fmla="*/ 670308 h 856262"/>
              <a:gd name="connsiteX699" fmla="*/ 1571148 w 3805936"/>
              <a:gd name="connsiteY699" fmla="*/ 664865 h 856262"/>
              <a:gd name="connsiteX700" fmla="*/ 1549528 w 3805936"/>
              <a:gd name="connsiteY700" fmla="*/ 675161 h 856262"/>
              <a:gd name="connsiteX701" fmla="*/ 1541732 w 3805936"/>
              <a:gd name="connsiteY701" fmla="*/ 704578 h 856262"/>
              <a:gd name="connsiteX702" fmla="*/ 1549233 w 3805936"/>
              <a:gd name="connsiteY702" fmla="*/ 733111 h 856262"/>
              <a:gd name="connsiteX703" fmla="*/ 1571148 w 3805936"/>
              <a:gd name="connsiteY703" fmla="*/ 742966 h 856262"/>
              <a:gd name="connsiteX704" fmla="*/ 1590270 w 3805936"/>
              <a:gd name="connsiteY704" fmla="*/ 732671 h 856262"/>
              <a:gd name="connsiteX705" fmla="*/ 1595858 w 3805936"/>
              <a:gd name="connsiteY705" fmla="*/ 719139 h 856262"/>
              <a:gd name="connsiteX706" fmla="*/ 1572032 w 3805936"/>
              <a:gd name="connsiteY706" fmla="*/ 719139 h 856262"/>
              <a:gd name="connsiteX707" fmla="*/ 1572032 w 3805936"/>
              <a:gd name="connsiteY707" fmla="*/ 700165 h 856262"/>
              <a:gd name="connsiteX708" fmla="*/ 1614980 w 3805936"/>
              <a:gd name="connsiteY708" fmla="*/ 700165 h 856262"/>
              <a:gd name="connsiteX709" fmla="*/ 1614980 w 3805936"/>
              <a:gd name="connsiteY709" fmla="*/ 758998 h 856262"/>
              <a:gd name="connsiteX710" fmla="*/ 1600271 w 3805936"/>
              <a:gd name="connsiteY710" fmla="*/ 758998 h 856262"/>
              <a:gd name="connsiteX711" fmla="*/ 1598211 w 3805936"/>
              <a:gd name="connsiteY711" fmla="*/ 744289 h 856262"/>
              <a:gd name="connsiteX712" fmla="*/ 1597036 w 3805936"/>
              <a:gd name="connsiteY712" fmla="*/ 746054 h 856262"/>
              <a:gd name="connsiteX713" fmla="*/ 1567620 w 3805936"/>
              <a:gd name="connsiteY713" fmla="*/ 761646 h 856262"/>
              <a:gd name="connsiteX714" fmla="*/ 1568648 w 3805936"/>
              <a:gd name="connsiteY714" fmla="*/ 761939 h 856262"/>
              <a:gd name="connsiteX715" fmla="*/ 1533495 w 3805936"/>
              <a:gd name="connsiteY715" fmla="*/ 746349 h 856262"/>
              <a:gd name="connsiteX716" fmla="*/ 1533495 w 3805936"/>
              <a:gd name="connsiteY716" fmla="*/ 661630 h 856262"/>
              <a:gd name="connsiteX717" fmla="*/ 1565835 w 3805936"/>
              <a:gd name="connsiteY717" fmla="*/ 645928 h 856262"/>
              <a:gd name="connsiteX718" fmla="*/ 692865 w 3805936"/>
              <a:gd name="connsiteY718" fmla="*/ 645867 h 856262"/>
              <a:gd name="connsiteX719" fmla="*/ 690208 w 3805936"/>
              <a:gd name="connsiteY719" fmla="*/ 648862 h 856262"/>
              <a:gd name="connsiteX720" fmla="*/ 687508 w 3805936"/>
              <a:gd name="connsiteY720" fmla="*/ 651815 h 856262"/>
              <a:gd name="connsiteX721" fmla="*/ 699110 w 3805936"/>
              <a:gd name="connsiteY721" fmla="*/ 662278 h 856262"/>
              <a:gd name="connsiteX722" fmla="*/ 689111 w 3805936"/>
              <a:gd name="connsiteY722" fmla="*/ 673416 h 856262"/>
              <a:gd name="connsiteX723" fmla="*/ 677509 w 3805936"/>
              <a:gd name="connsiteY723" fmla="*/ 662953 h 856262"/>
              <a:gd name="connsiteX724" fmla="*/ 674809 w 3805936"/>
              <a:gd name="connsiteY724" fmla="*/ 665949 h 856262"/>
              <a:gd name="connsiteX725" fmla="*/ 672151 w 3805936"/>
              <a:gd name="connsiteY725" fmla="*/ 668902 h 856262"/>
              <a:gd name="connsiteX726" fmla="*/ 703033 w 3805936"/>
              <a:gd name="connsiteY726" fmla="*/ 696873 h 856262"/>
              <a:gd name="connsiteX727" fmla="*/ 705691 w 3805936"/>
              <a:gd name="connsiteY727" fmla="*/ 693878 h 856262"/>
              <a:gd name="connsiteX728" fmla="*/ 708391 w 3805936"/>
              <a:gd name="connsiteY728" fmla="*/ 690924 h 856262"/>
              <a:gd name="connsiteX729" fmla="*/ 694342 w 3805936"/>
              <a:gd name="connsiteY729" fmla="*/ 678268 h 856262"/>
              <a:gd name="connsiteX730" fmla="*/ 704383 w 3805936"/>
              <a:gd name="connsiteY730" fmla="*/ 667130 h 856262"/>
              <a:gd name="connsiteX731" fmla="*/ 718390 w 3805936"/>
              <a:gd name="connsiteY731" fmla="*/ 679786 h 856262"/>
              <a:gd name="connsiteX732" fmla="*/ 721090 w 3805936"/>
              <a:gd name="connsiteY732" fmla="*/ 676791 h 856262"/>
              <a:gd name="connsiteX733" fmla="*/ 723832 w 3805936"/>
              <a:gd name="connsiteY733" fmla="*/ 673753 h 856262"/>
              <a:gd name="connsiteX734" fmla="*/ 427625 w 3805936"/>
              <a:gd name="connsiteY734" fmla="*/ 625026 h 856262"/>
              <a:gd name="connsiteX735" fmla="*/ 430705 w 3805936"/>
              <a:gd name="connsiteY735" fmla="*/ 628908 h 856262"/>
              <a:gd name="connsiteX736" fmla="*/ 434080 w 3805936"/>
              <a:gd name="connsiteY736" fmla="*/ 632156 h 856262"/>
              <a:gd name="connsiteX737" fmla="*/ 433152 w 3805936"/>
              <a:gd name="connsiteY737" fmla="*/ 633169 h 856262"/>
              <a:gd name="connsiteX738" fmla="*/ 433152 w 3805936"/>
              <a:gd name="connsiteY738" fmla="*/ 659157 h 856262"/>
              <a:gd name="connsiteX739" fmla="*/ 446231 w 3805936"/>
              <a:gd name="connsiteY739" fmla="*/ 661435 h 856262"/>
              <a:gd name="connsiteX740" fmla="*/ 456398 w 3805936"/>
              <a:gd name="connsiteY740" fmla="*/ 667637 h 856262"/>
              <a:gd name="connsiteX741" fmla="*/ 466270 w 3805936"/>
              <a:gd name="connsiteY741" fmla="*/ 670379 h 856262"/>
              <a:gd name="connsiteX742" fmla="*/ 471291 w 3805936"/>
              <a:gd name="connsiteY742" fmla="*/ 675273 h 856262"/>
              <a:gd name="connsiteX743" fmla="*/ 476902 w 3805936"/>
              <a:gd name="connsiteY743" fmla="*/ 675779 h 856262"/>
              <a:gd name="connsiteX744" fmla="*/ 484749 w 3805936"/>
              <a:gd name="connsiteY744" fmla="*/ 681643 h 856262"/>
              <a:gd name="connsiteX745" fmla="*/ 490824 w 3805936"/>
              <a:gd name="connsiteY745" fmla="*/ 685398 h 856262"/>
              <a:gd name="connsiteX746" fmla="*/ 493861 w 3805936"/>
              <a:gd name="connsiteY746" fmla="*/ 689195 h 856262"/>
              <a:gd name="connsiteX747" fmla="*/ 499515 w 3805936"/>
              <a:gd name="connsiteY747" fmla="*/ 691473 h 856262"/>
              <a:gd name="connsiteX748" fmla="*/ 505927 w 3805936"/>
              <a:gd name="connsiteY748" fmla="*/ 692233 h 856262"/>
              <a:gd name="connsiteX749" fmla="*/ 514365 w 3805936"/>
              <a:gd name="connsiteY749" fmla="*/ 695608 h 856262"/>
              <a:gd name="connsiteX750" fmla="*/ 526558 w 3805936"/>
              <a:gd name="connsiteY750" fmla="*/ 702400 h 856262"/>
              <a:gd name="connsiteX751" fmla="*/ 550226 w 3805936"/>
              <a:gd name="connsiteY751" fmla="*/ 706408 h 856262"/>
              <a:gd name="connsiteX752" fmla="*/ 308273 w 3805936"/>
              <a:gd name="connsiteY752" fmla="*/ 706661 h 856262"/>
              <a:gd name="connsiteX753" fmla="*/ 337173 w 3805936"/>
              <a:gd name="connsiteY753" fmla="*/ 703286 h 856262"/>
              <a:gd name="connsiteX754" fmla="*/ 349829 w 3805936"/>
              <a:gd name="connsiteY754" fmla="*/ 696494 h 856262"/>
              <a:gd name="connsiteX755" fmla="*/ 356622 w 3805936"/>
              <a:gd name="connsiteY755" fmla="*/ 690081 h 856262"/>
              <a:gd name="connsiteX756" fmla="*/ 363414 w 3805936"/>
              <a:gd name="connsiteY756" fmla="*/ 686664 h 856262"/>
              <a:gd name="connsiteX757" fmla="*/ 369489 w 3805936"/>
              <a:gd name="connsiteY757" fmla="*/ 683247 h 856262"/>
              <a:gd name="connsiteX758" fmla="*/ 374763 w 3805936"/>
              <a:gd name="connsiteY758" fmla="*/ 676454 h 856262"/>
              <a:gd name="connsiteX759" fmla="*/ 382694 w 3805936"/>
              <a:gd name="connsiteY759" fmla="*/ 673417 h 856262"/>
              <a:gd name="connsiteX760" fmla="*/ 390246 w 3805936"/>
              <a:gd name="connsiteY760" fmla="*/ 668143 h 856262"/>
              <a:gd name="connsiteX761" fmla="*/ 400076 w 3805936"/>
              <a:gd name="connsiteY761" fmla="*/ 665485 h 856262"/>
              <a:gd name="connsiteX762" fmla="*/ 408767 w 3805936"/>
              <a:gd name="connsiteY762" fmla="*/ 660212 h 856262"/>
              <a:gd name="connsiteX763" fmla="*/ 422563 w 3805936"/>
              <a:gd name="connsiteY763" fmla="*/ 659537 h 856262"/>
              <a:gd name="connsiteX764" fmla="*/ 422563 w 3805936"/>
              <a:gd name="connsiteY764" fmla="*/ 633717 h 856262"/>
              <a:gd name="connsiteX765" fmla="*/ 421297 w 3805936"/>
              <a:gd name="connsiteY765" fmla="*/ 632536 h 856262"/>
              <a:gd name="connsiteX766" fmla="*/ 424630 w 3805936"/>
              <a:gd name="connsiteY766" fmla="*/ 628908 h 856262"/>
              <a:gd name="connsiteX767" fmla="*/ 427625 w 3805936"/>
              <a:gd name="connsiteY767" fmla="*/ 625026 h 856262"/>
              <a:gd name="connsiteX768" fmla="*/ 718348 w 3805936"/>
              <a:gd name="connsiteY768" fmla="*/ 611019 h 856262"/>
              <a:gd name="connsiteX769" fmla="*/ 716196 w 3805936"/>
              <a:gd name="connsiteY769" fmla="*/ 614099 h 856262"/>
              <a:gd name="connsiteX770" fmla="*/ 714044 w 3805936"/>
              <a:gd name="connsiteY770" fmla="*/ 617178 h 856262"/>
              <a:gd name="connsiteX771" fmla="*/ 738007 w 3805936"/>
              <a:gd name="connsiteY771" fmla="*/ 634054 h 856262"/>
              <a:gd name="connsiteX772" fmla="*/ 705227 w 3805936"/>
              <a:gd name="connsiteY772" fmla="*/ 629835 h 856262"/>
              <a:gd name="connsiteX773" fmla="*/ 702822 w 3805936"/>
              <a:gd name="connsiteY773" fmla="*/ 633295 h 856262"/>
              <a:gd name="connsiteX774" fmla="*/ 700417 w 3805936"/>
              <a:gd name="connsiteY774" fmla="*/ 636712 h 856262"/>
              <a:gd name="connsiteX775" fmla="*/ 734548 w 3805936"/>
              <a:gd name="connsiteY775" fmla="*/ 660633 h 856262"/>
              <a:gd name="connsiteX776" fmla="*/ 736700 w 3805936"/>
              <a:gd name="connsiteY776" fmla="*/ 657553 h 856262"/>
              <a:gd name="connsiteX777" fmla="*/ 738809 w 3805936"/>
              <a:gd name="connsiteY777" fmla="*/ 654473 h 856262"/>
              <a:gd name="connsiteX778" fmla="*/ 714213 w 3805936"/>
              <a:gd name="connsiteY778" fmla="*/ 637260 h 856262"/>
              <a:gd name="connsiteX779" fmla="*/ 747964 w 3805936"/>
              <a:gd name="connsiteY779" fmla="*/ 641479 h 856262"/>
              <a:gd name="connsiteX780" fmla="*/ 750285 w 3805936"/>
              <a:gd name="connsiteY780" fmla="*/ 638188 h 856262"/>
              <a:gd name="connsiteX781" fmla="*/ 752478 w 3805936"/>
              <a:gd name="connsiteY781" fmla="*/ 634940 h 856262"/>
              <a:gd name="connsiteX782" fmla="*/ 129688 w 3805936"/>
              <a:gd name="connsiteY782" fmla="*/ 607349 h 856262"/>
              <a:gd name="connsiteX783" fmla="*/ 102688 w 3805936"/>
              <a:gd name="connsiteY783" fmla="*/ 624646 h 856262"/>
              <a:gd name="connsiteX784" fmla="*/ 105008 w 3805936"/>
              <a:gd name="connsiteY784" fmla="*/ 638948 h 856262"/>
              <a:gd name="connsiteX785" fmla="*/ 115893 w 3805936"/>
              <a:gd name="connsiteY785" fmla="*/ 644939 h 856262"/>
              <a:gd name="connsiteX786" fmla="*/ 116694 w 3805936"/>
              <a:gd name="connsiteY786" fmla="*/ 644939 h 856262"/>
              <a:gd name="connsiteX787" fmla="*/ 112475 w 3805936"/>
              <a:gd name="connsiteY787" fmla="*/ 648525 h 856262"/>
              <a:gd name="connsiteX788" fmla="*/ 115386 w 3805936"/>
              <a:gd name="connsiteY788" fmla="*/ 653039 h 856262"/>
              <a:gd name="connsiteX789" fmla="*/ 134245 w 3805936"/>
              <a:gd name="connsiteY789" fmla="*/ 640804 h 856262"/>
              <a:gd name="connsiteX790" fmla="*/ 125512 w 3805936"/>
              <a:gd name="connsiteY790" fmla="*/ 627304 h 856262"/>
              <a:gd name="connsiteX791" fmla="*/ 119479 w 3805936"/>
              <a:gd name="connsiteY791" fmla="*/ 631227 h 856262"/>
              <a:gd name="connsiteX792" fmla="*/ 124162 w 3805936"/>
              <a:gd name="connsiteY792" fmla="*/ 638948 h 856262"/>
              <a:gd name="connsiteX793" fmla="*/ 118719 w 3805936"/>
              <a:gd name="connsiteY793" fmla="*/ 640003 h 856262"/>
              <a:gd name="connsiteX794" fmla="*/ 111547 w 3805936"/>
              <a:gd name="connsiteY794" fmla="*/ 636037 h 856262"/>
              <a:gd name="connsiteX795" fmla="*/ 110155 w 3805936"/>
              <a:gd name="connsiteY795" fmla="*/ 627051 h 856262"/>
              <a:gd name="connsiteX796" fmla="*/ 117665 w 3805936"/>
              <a:gd name="connsiteY796" fmla="*/ 618824 h 856262"/>
              <a:gd name="connsiteX797" fmla="*/ 128380 w 3805936"/>
              <a:gd name="connsiteY797" fmla="*/ 615364 h 856262"/>
              <a:gd name="connsiteX798" fmla="*/ 136143 w 3805936"/>
              <a:gd name="connsiteY798" fmla="*/ 620090 h 856262"/>
              <a:gd name="connsiteX799" fmla="*/ 137409 w 3805936"/>
              <a:gd name="connsiteY799" fmla="*/ 625827 h 856262"/>
              <a:gd name="connsiteX800" fmla="*/ 134962 w 3805936"/>
              <a:gd name="connsiteY800" fmla="*/ 630805 h 856262"/>
              <a:gd name="connsiteX801" fmla="*/ 139687 w 3805936"/>
              <a:gd name="connsiteY801" fmla="*/ 637513 h 856262"/>
              <a:gd name="connsiteX802" fmla="*/ 145425 w 3805936"/>
              <a:gd name="connsiteY802" fmla="*/ 627515 h 856262"/>
              <a:gd name="connsiteX803" fmla="*/ 142345 w 3805936"/>
              <a:gd name="connsiteY803" fmla="*/ 615786 h 856262"/>
              <a:gd name="connsiteX804" fmla="*/ 129688 w 3805936"/>
              <a:gd name="connsiteY804" fmla="*/ 607349 h 856262"/>
              <a:gd name="connsiteX805" fmla="*/ 745053 w 3805936"/>
              <a:gd name="connsiteY805" fmla="*/ 583090 h 856262"/>
              <a:gd name="connsiteX806" fmla="*/ 755895 w 3805936"/>
              <a:gd name="connsiteY806" fmla="*/ 585748 h 856262"/>
              <a:gd name="connsiteX807" fmla="*/ 764291 w 3805936"/>
              <a:gd name="connsiteY807" fmla="*/ 593005 h 856262"/>
              <a:gd name="connsiteX808" fmla="*/ 765038 w 3805936"/>
              <a:gd name="connsiteY808" fmla="*/ 595443 h 856262"/>
              <a:gd name="connsiteX809" fmla="*/ 757119 w 3805936"/>
              <a:gd name="connsiteY809" fmla="*/ 606505 h 856262"/>
              <a:gd name="connsiteX810" fmla="*/ 746445 w 3805936"/>
              <a:gd name="connsiteY810" fmla="*/ 603974 h 856262"/>
              <a:gd name="connsiteX811" fmla="*/ 738007 w 3805936"/>
              <a:gd name="connsiteY811" fmla="*/ 596464 h 856262"/>
              <a:gd name="connsiteX812" fmla="*/ 738007 w 3805936"/>
              <a:gd name="connsiteY812" fmla="*/ 588026 h 856262"/>
              <a:gd name="connsiteX813" fmla="*/ 745053 w 3805936"/>
              <a:gd name="connsiteY813" fmla="*/ 583090 h 856262"/>
              <a:gd name="connsiteX814" fmla="*/ 743197 w 3805936"/>
              <a:gd name="connsiteY814" fmla="*/ 575581 h 856262"/>
              <a:gd name="connsiteX815" fmla="*/ 741366 w 3805936"/>
              <a:gd name="connsiteY815" fmla="*/ 576137 h 856262"/>
              <a:gd name="connsiteX816" fmla="*/ 730540 w 3805936"/>
              <a:gd name="connsiteY816" fmla="*/ 599333 h 856262"/>
              <a:gd name="connsiteX817" fmla="*/ 742479 w 3805936"/>
              <a:gd name="connsiteY817" fmla="*/ 611314 h 856262"/>
              <a:gd name="connsiteX818" fmla="*/ 758849 w 3805936"/>
              <a:gd name="connsiteY818" fmla="*/ 614352 h 856262"/>
              <a:gd name="connsiteX819" fmla="*/ 770324 w 3805936"/>
              <a:gd name="connsiteY819" fmla="*/ 605281 h 856262"/>
              <a:gd name="connsiteX820" fmla="*/ 770240 w 3805936"/>
              <a:gd name="connsiteY820" fmla="*/ 605197 h 856262"/>
              <a:gd name="connsiteX821" fmla="*/ 771505 w 3805936"/>
              <a:gd name="connsiteY821" fmla="*/ 590642 h 856262"/>
              <a:gd name="connsiteX822" fmla="*/ 759819 w 3805936"/>
              <a:gd name="connsiteY822" fmla="*/ 578787 h 856262"/>
              <a:gd name="connsiteX823" fmla="*/ 743197 w 3805936"/>
              <a:gd name="connsiteY823" fmla="*/ 575581 h 856262"/>
              <a:gd name="connsiteX824" fmla="*/ 112560 w 3805936"/>
              <a:gd name="connsiteY824" fmla="*/ 562375 h 856262"/>
              <a:gd name="connsiteX825" fmla="*/ 74801 w 3805936"/>
              <a:gd name="connsiteY825" fmla="*/ 580010 h 856262"/>
              <a:gd name="connsiteX826" fmla="*/ 76362 w 3805936"/>
              <a:gd name="connsiteY826" fmla="*/ 583385 h 856262"/>
              <a:gd name="connsiteX827" fmla="*/ 77965 w 3805936"/>
              <a:gd name="connsiteY827" fmla="*/ 586760 h 856262"/>
              <a:gd name="connsiteX828" fmla="*/ 105177 w 3805936"/>
              <a:gd name="connsiteY828" fmla="*/ 574104 h 856262"/>
              <a:gd name="connsiteX829" fmla="*/ 84631 w 3805936"/>
              <a:gd name="connsiteY829" fmla="*/ 601147 h 856262"/>
              <a:gd name="connsiteX830" fmla="*/ 86318 w 3805936"/>
              <a:gd name="connsiteY830" fmla="*/ 604733 h 856262"/>
              <a:gd name="connsiteX831" fmla="*/ 88006 w 3805936"/>
              <a:gd name="connsiteY831" fmla="*/ 608277 h 856262"/>
              <a:gd name="connsiteX832" fmla="*/ 125765 w 3805936"/>
              <a:gd name="connsiteY832" fmla="*/ 590684 h 856262"/>
              <a:gd name="connsiteX833" fmla="*/ 124162 w 3805936"/>
              <a:gd name="connsiteY833" fmla="*/ 587267 h 856262"/>
              <a:gd name="connsiteX834" fmla="*/ 122601 w 3805936"/>
              <a:gd name="connsiteY834" fmla="*/ 583892 h 856262"/>
              <a:gd name="connsiteX835" fmla="*/ 96106 w 3805936"/>
              <a:gd name="connsiteY835" fmla="*/ 596253 h 856262"/>
              <a:gd name="connsiteX836" fmla="*/ 116104 w 3805936"/>
              <a:gd name="connsiteY836" fmla="*/ 570012 h 856262"/>
              <a:gd name="connsiteX837" fmla="*/ 114332 w 3805936"/>
              <a:gd name="connsiteY837" fmla="*/ 566215 h 856262"/>
              <a:gd name="connsiteX838" fmla="*/ 786440 w 3805936"/>
              <a:gd name="connsiteY838" fmla="*/ 545289 h 856262"/>
              <a:gd name="connsiteX839" fmla="*/ 779605 w 3805936"/>
              <a:gd name="connsiteY839" fmla="*/ 563093 h 856262"/>
              <a:gd name="connsiteX840" fmla="*/ 747627 w 3805936"/>
              <a:gd name="connsiteY840" fmla="*/ 550816 h 856262"/>
              <a:gd name="connsiteX841" fmla="*/ 746192 w 3805936"/>
              <a:gd name="connsiteY841" fmla="*/ 554571 h 856262"/>
              <a:gd name="connsiteX842" fmla="*/ 744758 w 3805936"/>
              <a:gd name="connsiteY842" fmla="*/ 558283 h 856262"/>
              <a:gd name="connsiteX843" fmla="*/ 783740 w 3805936"/>
              <a:gd name="connsiteY843" fmla="*/ 573260 h 856262"/>
              <a:gd name="connsiteX844" fmla="*/ 793359 w 3805936"/>
              <a:gd name="connsiteY844" fmla="*/ 547947 h 856262"/>
              <a:gd name="connsiteX845" fmla="*/ 789900 w 3805936"/>
              <a:gd name="connsiteY845" fmla="*/ 546639 h 856262"/>
              <a:gd name="connsiteX846" fmla="*/ 105219 w 3805936"/>
              <a:gd name="connsiteY846" fmla="*/ 543855 h 856262"/>
              <a:gd name="connsiteX847" fmla="*/ 66321 w 3805936"/>
              <a:gd name="connsiteY847" fmla="*/ 558789 h 856262"/>
              <a:gd name="connsiteX848" fmla="*/ 67755 w 3805936"/>
              <a:gd name="connsiteY848" fmla="*/ 562544 h 856262"/>
              <a:gd name="connsiteX849" fmla="*/ 69190 w 3805936"/>
              <a:gd name="connsiteY849" fmla="*/ 566257 h 856262"/>
              <a:gd name="connsiteX850" fmla="*/ 108088 w 3805936"/>
              <a:gd name="connsiteY850" fmla="*/ 551322 h 856262"/>
              <a:gd name="connsiteX851" fmla="*/ 106653 w 3805936"/>
              <a:gd name="connsiteY851" fmla="*/ 547609 h 856262"/>
              <a:gd name="connsiteX852" fmla="*/ 69569 w 3805936"/>
              <a:gd name="connsiteY852" fmla="*/ 515462 h 856262"/>
              <a:gd name="connsiteX853" fmla="*/ 67165 w 3805936"/>
              <a:gd name="connsiteY853" fmla="*/ 516094 h 856262"/>
              <a:gd name="connsiteX854" fmla="*/ 57208 w 3805936"/>
              <a:gd name="connsiteY854" fmla="*/ 521748 h 856262"/>
              <a:gd name="connsiteX855" fmla="*/ 56238 w 3805936"/>
              <a:gd name="connsiteY855" fmla="*/ 531873 h 856262"/>
              <a:gd name="connsiteX856" fmla="*/ 61765 w 3805936"/>
              <a:gd name="connsiteY856" fmla="*/ 539931 h 856262"/>
              <a:gd name="connsiteX857" fmla="*/ 61765 w 3805936"/>
              <a:gd name="connsiteY857" fmla="*/ 539847 h 856262"/>
              <a:gd name="connsiteX858" fmla="*/ 71848 w 3805936"/>
              <a:gd name="connsiteY858" fmla="*/ 540522 h 856262"/>
              <a:gd name="connsiteX859" fmla="*/ 100789 w 3805936"/>
              <a:gd name="connsiteY859" fmla="*/ 532759 h 856262"/>
              <a:gd name="connsiteX860" fmla="*/ 99734 w 3805936"/>
              <a:gd name="connsiteY860" fmla="*/ 528878 h 856262"/>
              <a:gd name="connsiteX861" fmla="*/ 98722 w 3805936"/>
              <a:gd name="connsiteY861" fmla="*/ 525038 h 856262"/>
              <a:gd name="connsiteX862" fmla="*/ 69780 w 3805936"/>
              <a:gd name="connsiteY862" fmla="*/ 532801 h 856262"/>
              <a:gd name="connsiteX863" fmla="*/ 65266 w 3805936"/>
              <a:gd name="connsiteY863" fmla="*/ 532801 h 856262"/>
              <a:gd name="connsiteX864" fmla="*/ 64836 w 3805936"/>
              <a:gd name="connsiteY864" fmla="*/ 532506 h 856262"/>
              <a:gd name="connsiteX865" fmla="*/ 63958 w 3805936"/>
              <a:gd name="connsiteY865" fmla="*/ 525882 h 856262"/>
              <a:gd name="connsiteX866" fmla="*/ 69105 w 3805936"/>
              <a:gd name="connsiteY866" fmla="*/ 523435 h 856262"/>
              <a:gd name="connsiteX867" fmla="*/ 71510 w 3805936"/>
              <a:gd name="connsiteY867" fmla="*/ 522802 h 856262"/>
              <a:gd name="connsiteX868" fmla="*/ 1640278 w 3805936"/>
              <a:gd name="connsiteY868" fmla="*/ 506603 h 856262"/>
              <a:gd name="connsiteX869" fmla="*/ 1640130 w 3805936"/>
              <a:gd name="connsiteY869" fmla="*/ 506898 h 856262"/>
              <a:gd name="connsiteX870" fmla="*/ 1640155 w 3805936"/>
              <a:gd name="connsiteY870" fmla="*/ 506738 h 856262"/>
              <a:gd name="connsiteX871" fmla="*/ 773235 w 3805936"/>
              <a:gd name="connsiteY871" fmla="*/ 502046 h 856262"/>
              <a:gd name="connsiteX872" fmla="*/ 784415 w 3805936"/>
              <a:gd name="connsiteY872" fmla="*/ 502046 h 856262"/>
              <a:gd name="connsiteX873" fmla="*/ 794034 w 3805936"/>
              <a:gd name="connsiteY873" fmla="*/ 507320 h 856262"/>
              <a:gd name="connsiteX874" fmla="*/ 795350 w 3805936"/>
              <a:gd name="connsiteY874" fmla="*/ 509509 h 856262"/>
              <a:gd name="connsiteX875" fmla="*/ 790321 w 3805936"/>
              <a:gd name="connsiteY875" fmla="*/ 522213 h 856262"/>
              <a:gd name="connsiteX876" fmla="*/ 779352 w 3805936"/>
              <a:gd name="connsiteY876" fmla="*/ 522213 h 856262"/>
              <a:gd name="connsiteX877" fmla="*/ 769522 w 3805936"/>
              <a:gd name="connsiteY877" fmla="*/ 516897 h 856262"/>
              <a:gd name="connsiteX878" fmla="*/ 767986 w 3805936"/>
              <a:gd name="connsiteY878" fmla="*/ 514336 h 856262"/>
              <a:gd name="connsiteX879" fmla="*/ 773235 w 3805936"/>
              <a:gd name="connsiteY879" fmla="*/ 502046 h 856262"/>
              <a:gd name="connsiteX880" fmla="*/ 786271 w 3805936"/>
              <a:gd name="connsiteY880" fmla="*/ 494283 h 856262"/>
              <a:gd name="connsiteX881" fmla="*/ 769396 w 3805936"/>
              <a:gd name="connsiteY881" fmla="*/ 495211 h 856262"/>
              <a:gd name="connsiteX882" fmla="*/ 767734 w 3805936"/>
              <a:gd name="connsiteY882" fmla="*/ 496211 h 856262"/>
              <a:gd name="connsiteX883" fmla="*/ 762899 w 3805936"/>
              <a:gd name="connsiteY883" fmla="*/ 521284 h 856262"/>
              <a:gd name="connsiteX884" fmla="*/ 777412 w 3805936"/>
              <a:gd name="connsiteY884" fmla="*/ 530059 h 856262"/>
              <a:gd name="connsiteX885" fmla="*/ 794034 w 3805936"/>
              <a:gd name="connsiteY885" fmla="*/ 529046 h 856262"/>
              <a:gd name="connsiteX886" fmla="*/ 802936 w 3805936"/>
              <a:gd name="connsiteY886" fmla="*/ 517445 h 856262"/>
              <a:gd name="connsiteX887" fmla="*/ 800489 w 3805936"/>
              <a:gd name="connsiteY887" fmla="*/ 502974 h 856262"/>
              <a:gd name="connsiteX888" fmla="*/ 786271 w 3805936"/>
              <a:gd name="connsiteY888" fmla="*/ 494283 h 856262"/>
              <a:gd name="connsiteX889" fmla="*/ 90833 w 3805936"/>
              <a:gd name="connsiteY889" fmla="*/ 491541 h 856262"/>
              <a:gd name="connsiteX890" fmla="*/ 49952 w 3805936"/>
              <a:gd name="connsiteY890" fmla="*/ 499514 h 856262"/>
              <a:gd name="connsiteX891" fmla="*/ 50711 w 3805936"/>
              <a:gd name="connsiteY891" fmla="*/ 503438 h 856262"/>
              <a:gd name="connsiteX892" fmla="*/ 51470 w 3805936"/>
              <a:gd name="connsiteY892" fmla="*/ 507361 h 856262"/>
              <a:gd name="connsiteX893" fmla="*/ 92351 w 3805936"/>
              <a:gd name="connsiteY893" fmla="*/ 499430 h 856262"/>
              <a:gd name="connsiteX894" fmla="*/ 91592 w 3805936"/>
              <a:gd name="connsiteY894" fmla="*/ 495464 h 856262"/>
              <a:gd name="connsiteX895" fmla="*/ 179597 w 3805936"/>
              <a:gd name="connsiteY895" fmla="*/ 491119 h 856262"/>
              <a:gd name="connsiteX896" fmla="*/ 227228 w 3805936"/>
              <a:gd name="connsiteY896" fmla="*/ 498671 h 856262"/>
              <a:gd name="connsiteX897" fmla="*/ 341560 w 3805936"/>
              <a:gd name="connsiteY897" fmla="*/ 497743 h 856262"/>
              <a:gd name="connsiteX898" fmla="*/ 358140 w 3805936"/>
              <a:gd name="connsiteY898" fmla="*/ 500443 h 856262"/>
              <a:gd name="connsiteX899" fmla="*/ 394549 w 3805936"/>
              <a:gd name="connsiteY899" fmla="*/ 504662 h 856262"/>
              <a:gd name="connsiteX900" fmla="*/ 383369 w 3805936"/>
              <a:gd name="connsiteY900" fmla="*/ 549846 h 856262"/>
              <a:gd name="connsiteX901" fmla="*/ 428131 w 3805936"/>
              <a:gd name="connsiteY901" fmla="*/ 557440 h 856262"/>
              <a:gd name="connsiteX902" fmla="*/ 472851 w 3805936"/>
              <a:gd name="connsiteY902" fmla="*/ 549846 h 856262"/>
              <a:gd name="connsiteX903" fmla="*/ 461671 w 3805936"/>
              <a:gd name="connsiteY903" fmla="*/ 504704 h 856262"/>
              <a:gd name="connsiteX904" fmla="*/ 498080 w 3805936"/>
              <a:gd name="connsiteY904" fmla="*/ 500485 h 856262"/>
              <a:gd name="connsiteX905" fmla="*/ 514702 w 3805936"/>
              <a:gd name="connsiteY905" fmla="*/ 497785 h 856262"/>
              <a:gd name="connsiteX906" fmla="*/ 629034 w 3805936"/>
              <a:gd name="connsiteY906" fmla="*/ 498713 h 856262"/>
              <a:gd name="connsiteX907" fmla="*/ 629203 w 3805936"/>
              <a:gd name="connsiteY907" fmla="*/ 498671 h 856262"/>
              <a:gd name="connsiteX908" fmla="*/ 676791 w 3805936"/>
              <a:gd name="connsiteY908" fmla="*/ 491119 h 856262"/>
              <a:gd name="connsiteX909" fmla="*/ 646837 w 3805936"/>
              <a:gd name="connsiteY909" fmla="*/ 524533 h 856262"/>
              <a:gd name="connsiteX910" fmla="*/ 458085 w 3805936"/>
              <a:gd name="connsiteY910" fmla="*/ 559128 h 856262"/>
              <a:gd name="connsiteX911" fmla="*/ 470193 w 3805936"/>
              <a:gd name="connsiteY911" fmla="*/ 607560 h 856262"/>
              <a:gd name="connsiteX912" fmla="*/ 428005 w 3805936"/>
              <a:gd name="connsiteY912" fmla="*/ 616673 h 856262"/>
              <a:gd name="connsiteX913" fmla="*/ 385816 w 3805936"/>
              <a:gd name="connsiteY913" fmla="*/ 607560 h 856262"/>
              <a:gd name="connsiteX914" fmla="*/ 397924 w 3805936"/>
              <a:gd name="connsiteY914" fmla="*/ 559128 h 856262"/>
              <a:gd name="connsiteX915" fmla="*/ 209551 w 3805936"/>
              <a:gd name="connsiteY915" fmla="*/ 524533 h 856262"/>
              <a:gd name="connsiteX916" fmla="*/ 179597 w 3805936"/>
              <a:gd name="connsiteY916" fmla="*/ 491119 h 856262"/>
              <a:gd name="connsiteX917" fmla="*/ 1588652 w 3805936"/>
              <a:gd name="connsiteY917" fmla="*/ 467627 h 856262"/>
              <a:gd name="connsiteX918" fmla="*/ 1603360 w 3805936"/>
              <a:gd name="connsiteY918" fmla="*/ 486012 h 856262"/>
              <a:gd name="connsiteX919" fmla="*/ 1618950 w 3805936"/>
              <a:gd name="connsiteY919" fmla="*/ 482188 h 856262"/>
              <a:gd name="connsiteX920" fmla="*/ 1637042 w 3805936"/>
              <a:gd name="connsiteY920" fmla="*/ 482188 h 856262"/>
              <a:gd name="connsiteX921" fmla="*/ 1643367 w 3805936"/>
              <a:gd name="connsiteY921" fmla="*/ 485130 h 856262"/>
              <a:gd name="connsiteX922" fmla="*/ 1641895 w 3805936"/>
              <a:gd name="connsiteY922" fmla="*/ 495425 h 856262"/>
              <a:gd name="connsiteX923" fmla="*/ 1640155 w 3805936"/>
              <a:gd name="connsiteY923" fmla="*/ 506738 h 856262"/>
              <a:gd name="connsiteX924" fmla="*/ 1632335 w 3805936"/>
              <a:gd name="connsiteY924" fmla="*/ 515282 h 856262"/>
              <a:gd name="connsiteX925" fmla="*/ 1624245 w 3805936"/>
              <a:gd name="connsiteY925" fmla="*/ 521311 h 856262"/>
              <a:gd name="connsiteX926" fmla="*/ 1618510 w 3805936"/>
              <a:gd name="connsiteY926" fmla="*/ 537638 h 856262"/>
              <a:gd name="connsiteX927" fmla="*/ 1607037 w 3805936"/>
              <a:gd name="connsiteY927" fmla="*/ 545433 h 856262"/>
              <a:gd name="connsiteX928" fmla="*/ 1593800 w 3805936"/>
              <a:gd name="connsiteY928" fmla="*/ 546610 h 856262"/>
              <a:gd name="connsiteX929" fmla="*/ 1576297 w 3805936"/>
              <a:gd name="connsiteY929" fmla="*/ 553964 h 856262"/>
              <a:gd name="connsiteX930" fmla="*/ 1555410 w 3805936"/>
              <a:gd name="connsiteY930" fmla="*/ 536756 h 856262"/>
              <a:gd name="connsiteX931" fmla="*/ 1557617 w 3805936"/>
              <a:gd name="connsiteY931" fmla="*/ 523811 h 856262"/>
              <a:gd name="connsiteX932" fmla="*/ 1554529 w 3805936"/>
              <a:gd name="connsiteY932" fmla="*/ 513517 h 856262"/>
              <a:gd name="connsiteX933" fmla="*/ 1560854 w 3805936"/>
              <a:gd name="connsiteY933" fmla="*/ 501455 h 856262"/>
              <a:gd name="connsiteX934" fmla="*/ 1576885 w 3805936"/>
              <a:gd name="connsiteY934" fmla="*/ 473952 h 856262"/>
              <a:gd name="connsiteX935" fmla="*/ 1588652 w 3805936"/>
              <a:gd name="connsiteY935" fmla="*/ 467627 h 856262"/>
              <a:gd name="connsiteX936" fmla="*/ 85981 w 3805936"/>
              <a:gd name="connsiteY936" fmla="*/ 452094 h 856262"/>
              <a:gd name="connsiteX937" fmla="*/ 44636 w 3805936"/>
              <a:gd name="connsiteY937" fmla="*/ 457199 h 856262"/>
              <a:gd name="connsiteX938" fmla="*/ 48180 w 3805936"/>
              <a:gd name="connsiteY938" fmla="*/ 486225 h 856262"/>
              <a:gd name="connsiteX939" fmla="*/ 51850 w 3805936"/>
              <a:gd name="connsiteY939" fmla="*/ 485803 h 856262"/>
              <a:gd name="connsiteX940" fmla="*/ 55521 w 3805936"/>
              <a:gd name="connsiteY940" fmla="*/ 485339 h 856262"/>
              <a:gd name="connsiteX941" fmla="*/ 52947 w 3805936"/>
              <a:gd name="connsiteY941" fmla="*/ 464245 h 856262"/>
              <a:gd name="connsiteX942" fmla="*/ 63705 w 3805936"/>
              <a:gd name="connsiteY942" fmla="*/ 462895 h 856262"/>
              <a:gd name="connsiteX943" fmla="*/ 65983 w 3805936"/>
              <a:gd name="connsiteY943" fmla="*/ 481500 h 856262"/>
              <a:gd name="connsiteX944" fmla="*/ 69569 w 3805936"/>
              <a:gd name="connsiteY944" fmla="*/ 481078 h 856262"/>
              <a:gd name="connsiteX945" fmla="*/ 73113 w 3805936"/>
              <a:gd name="connsiteY945" fmla="*/ 480656 h 856262"/>
              <a:gd name="connsiteX946" fmla="*/ 70835 w 3805936"/>
              <a:gd name="connsiteY946" fmla="*/ 462051 h 856262"/>
              <a:gd name="connsiteX947" fmla="*/ 79610 w 3805936"/>
              <a:gd name="connsiteY947" fmla="*/ 460954 h 856262"/>
              <a:gd name="connsiteX948" fmla="*/ 82057 w 3805936"/>
              <a:gd name="connsiteY948" fmla="*/ 480993 h 856262"/>
              <a:gd name="connsiteX949" fmla="*/ 85770 w 3805936"/>
              <a:gd name="connsiteY949" fmla="*/ 480572 h 856262"/>
              <a:gd name="connsiteX950" fmla="*/ 89398 w 3805936"/>
              <a:gd name="connsiteY950" fmla="*/ 480108 h 856262"/>
              <a:gd name="connsiteX951" fmla="*/ 783234 w 3805936"/>
              <a:gd name="connsiteY951" fmla="*/ 445049 h 856262"/>
              <a:gd name="connsiteX952" fmla="*/ 772560 w 3805936"/>
              <a:gd name="connsiteY952" fmla="*/ 449268 h 856262"/>
              <a:gd name="connsiteX953" fmla="*/ 772560 w 3805936"/>
              <a:gd name="connsiteY953" fmla="*/ 474581 h 856262"/>
              <a:gd name="connsiteX954" fmla="*/ 804455 w 3805936"/>
              <a:gd name="connsiteY954" fmla="*/ 477576 h 856262"/>
              <a:gd name="connsiteX955" fmla="*/ 811458 w 3805936"/>
              <a:gd name="connsiteY955" fmla="*/ 464920 h 856262"/>
              <a:gd name="connsiteX956" fmla="*/ 806564 w 3805936"/>
              <a:gd name="connsiteY956" fmla="*/ 453486 h 856262"/>
              <a:gd name="connsiteX957" fmla="*/ 805931 w 3805936"/>
              <a:gd name="connsiteY957" fmla="*/ 453149 h 856262"/>
              <a:gd name="connsiteX958" fmla="*/ 811374 w 3805936"/>
              <a:gd name="connsiteY958" fmla="*/ 452811 h 856262"/>
              <a:gd name="connsiteX959" fmla="*/ 811754 w 3805936"/>
              <a:gd name="connsiteY959" fmla="*/ 447538 h 856262"/>
              <a:gd name="connsiteX960" fmla="*/ 789351 w 3805936"/>
              <a:gd name="connsiteY960" fmla="*/ 445597 h 856262"/>
              <a:gd name="connsiteX961" fmla="*/ 787959 w 3805936"/>
              <a:gd name="connsiteY961" fmla="*/ 461587 h 856262"/>
              <a:gd name="connsiteX962" fmla="*/ 795131 w 3805936"/>
              <a:gd name="connsiteY962" fmla="*/ 462220 h 856262"/>
              <a:gd name="connsiteX963" fmla="*/ 795891 w 3805936"/>
              <a:gd name="connsiteY963" fmla="*/ 453191 h 856262"/>
              <a:gd name="connsiteX964" fmla="*/ 800827 w 3805936"/>
              <a:gd name="connsiteY964" fmla="*/ 455722 h 856262"/>
              <a:gd name="connsiteX965" fmla="*/ 804033 w 3805936"/>
              <a:gd name="connsiteY965" fmla="*/ 463274 h 856262"/>
              <a:gd name="connsiteX966" fmla="*/ 799814 w 3805936"/>
              <a:gd name="connsiteY966" fmla="*/ 471206 h 856262"/>
              <a:gd name="connsiteX967" fmla="*/ 788803 w 3805936"/>
              <a:gd name="connsiteY967" fmla="*/ 473062 h 856262"/>
              <a:gd name="connsiteX968" fmla="*/ 778213 w 3805936"/>
              <a:gd name="connsiteY968" fmla="*/ 469181 h 856262"/>
              <a:gd name="connsiteX969" fmla="*/ 775007 w 3805936"/>
              <a:gd name="connsiteY969" fmla="*/ 460743 h 856262"/>
              <a:gd name="connsiteX970" fmla="*/ 777538 w 3805936"/>
              <a:gd name="connsiteY970" fmla="*/ 455385 h 856262"/>
              <a:gd name="connsiteX971" fmla="*/ 782559 w 3805936"/>
              <a:gd name="connsiteY971" fmla="*/ 453022 h 856262"/>
              <a:gd name="connsiteX972" fmla="*/ 206978 w 3805936"/>
              <a:gd name="connsiteY972" fmla="*/ 432097 h 856262"/>
              <a:gd name="connsiteX973" fmla="*/ 233389 w 3805936"/>
              <a:gd name="connsiteY973" fmla="*/ 434966 h 856262"/>
              <a:gd name="connsiteX974" fmla="*/ 256297 w 3805936"/>
              <a:gd name="connsiteY974" fmla="*/ 434966 h 856262"/>
              <a:gd name="connsiteX975" fmla="*/ 282538 w 3805936"/>
              <a:gd name="connsiteY975" fmla="*/ 434713 h 856262"/>
              <a:gd name="connsiteX976" fmla="*/ 322153 w 3805936"/>
              <a:gd name="connsiteY976" fmla="*/ 435726 h 856262"/>
              <a:gd name="connsiteX977" fmla="*/ 364975 w 3805936"/>
              <a:gd name="connsiteY977" fmla="*/ 445682 h 856262"/>
              <a:gd name="connsiteX978" fmla="*/ 395224 w 3805936"/>
              <a:gd name="connsiteY978" fmla="*/ 447749 h 856262"/>
              <a:gd name="connsiteX979" fmla="*/ 385015 w 3805936"/>
              <a:gd name="connsiteY979" fmla="*/ 491161 h 856262"/>
              <a:gd name="connsiteX980" fmla="*/ 427204 w 3805936"/>
              <a:gd name="connsiteY980" fmla="*/ 496140 h 856262"/>
              <a:gd name="connsiteX981" fmla="*/ 427668 w 3805936"/>
              <a:gd name="connsiteY981" fmla="*/ 496140 h 856262"/>
              <a:gd name="connsiteX982" fmla="*/ 428216 w 3805936"/>
              <a:gd name="connsiteY982" fmla="*/ 496140 h 856262"/>
              <a:gd name="connsiteX983" fmla="*/ 470700 w 3805936"/>
              <a:gd name="connsiteY983" fmla="*/ 491077 h 856262"/>
              <a:gd name="connsiteX984" fmla="*/ 460490 w 3805936"/>
              <a:gd name="connsiteY984" fmla="*/ 447665 h 856262"/>
              <a:gd name="connsiteX985" fmla="*/ 490740 w 3805936"/>
              <a:gd name="connsiteY985" fmla="*/ 445598 h 856262"/>
              <a:gd name="connsiteX986" fmla="*/ 533730 w 3805936"/>
              <a:gd name="connsiteY986" fmla="*/ 435768 h 856262"/>
              <a:gd name="connsiteX987" fmla="*/ 573345 w 3805936"/>
              <a:gd name="connsiteY987" fmla="*/ 434755 h 856262"/>
              <a:gd name="connsiteX988" fmla="*/ 599587 w 3805936"/>
              <a:gd name="connsiteY988" fmla="*/ 435008 h 856262"/>
              <a:gd name="connsiteX989" fmla="*/ 622495 w 3805936"/>
              <a:gd name="connsiteY989" fmla="*/ 435008 h 856262"/>
              <a:gd name="connsiteX990" fmla="*/ 622495 w 3805936"/>
              <a:gd name="connsiteY990" fmla="*/ 434966 h 856262"/>
              <a:gd name="connsiteX991" fmla="*/ 648905 w 3805936"/>
              <a:gd name="connsiteY991" fmla="*/ 432097 h 856262"/>
              <a:gd name="connsiteX992" fmla="*/ 623592 w 3805936"/>
              <a:gd name="connsiteY992" fmla="*/ 457031 h 856262"/>
              <a:gd name="connsiteX993" fmla="*/ 586761 w 3805936"/>
              <a:gd name="connsiteY993" fmla="*/ 473906 h 856262"/>
              <a:gd name="connsiteX994" fmla="*/ 496857 w 3805936"/>
              <a:gd name="connsiteY994" fmla="*/ 493777 h 856262"/>
              <a:gd name="connsiteX995" fmla="*/ 456736 w 3805936"/>
              <a:gd name="connsiteY995" fmla="*/ 498291 h 856262"/>
              <a:gd name="connsiteX996" fmla="*/ 452854 w 3805936"/>
              <a:gd name="connsiteY996" fmla="*/ 498671 h 856262"/>
              <a:gd name="connsiteX997" fmla="*/ 464119 w 3805936"/>
              <a:gd name="connsiteY997" fmla="*/ 544361 h 856262"/>
              <a:gd name="connsiteX998" fmla="*/ 427794 w 3805936"/>
              <a:gd name="connsiteY998" fmla="*/ 550521 h 856262"/>
              <a:gd name="connsiteX999" fmla="*/ 391428 w 3805936"/>
              <a:gd name="connsiteY999" fmla="*/ 544361 h 856262"/>
              <a:gd name="connsiteX1000" fmla="*/ 402734 w 3805936"/>
              <a:gd name="connsiteY1000" fmla="*/ 498671 h 856262"/>
              <a:gd name="connsiteX1001" fmla="*/ 398811 w 3805936"/>
              <a:gd name="connsiteY1001" fmla="*/ 498291 h 856262"/>
              <a:gd name="connsiteX1002" fmla="*/ 358689 w 3805936"/>
              <a:gd name="connsiteY1002" fmla="*/ 493777 h 856262"/>
              <a:gd name="connsiteX1003" fmla="*/ 269122 w 3805936"/>
              <a:gd name="connsiteY1003" fmla="*/ 473906 h 856262"/>
              <a:gd name="connsiteX1004" fmla="*/ 232292 w 3805936"/>
              <a:gd name="connsiteY1004" fmla="*/ 457031 h 856262"/>
              <a:gd name="connsiteX1005" fmla="*/ 206978 w 3805936"/>
              <a:gd name="connsiteY1005" fmla="*/ 432097 h 856262"/>
              <a:gd name="connsiteX1006" fmla="*/ 1784860 w 3805936"/>
              <a:gd name="connsiteY1006" fmla="*/ 431444 h 856262"/>
              <a:gd name="connsiteX1007" fmla="*/ 1796628 w 3805936"/>
              <a:gd name="connsiteY1007" fmla="*/ 434092 h 856262"/>
              <a:gd name="connsiteX1008" fmla="*/ 1808542 w 3805936"/>
              <a:gd name="connsiteY1008" fmla="*/ 440268 h 856262"/>
              <a:gd name="connsiteX1009" fmla="*/ 1820455 w 3805936"/>
              <a:gd name="connsiteY1009" fmla="*/ 441298 h 856262"/>
              <a:gd name="connsiteX1010" fmla="*/ 1832222 w 3805936"/>
              <a:gd name="connsiteY1010" fmla="*/ 444975 h 856262"/>
              <a:gd name="connsiteX1011" fmla="*/ 1842370 w 3805936"/>
              <a:gd name="connsiteY1011" fmla="*/ 443358 h 856262"/>
              <a:gd name="connsiteX1012" fmla="*/ 1866492 w 3805936"/>
              <a:gd name="connsiteY1012" fmla="*/ 464685 h 856262"/>
              <a:gd name="connsiteX1013" fmla="*/ 1865169 w 3805936"/>
              <a:gd name="connsiteY1013" fmla="*/ 464978 h 856262"/>
              <a:gd name="connsiteX1014" fmla="*/ 1871494 w 3805936"/>
              <a:gd name="connsiteY1014" fmla="*/ 474245 h 856262"/>
              <a:gd name="connsiteX1015" fmla="*/ 1871494 w 3805936"/>
              <a:gd name="connsiteY1015" fmla="*/ 486305 h 856262"/>
              <a:gd name="connsiteX1016" fmla="*/ 1862962 w 3805936"/>
              <a:gd name="connsiteY1016" fmla="*/ 497485 h 856262"/>
              <a:gd name="connsiteX1017" fmla="*/ 1856344 w 3805936"/>
              <a:gd name="connsiteY1017" fmla="*/ 511016 h 856262"/>
              <a:gd name="connsiteX1018" fmla="*/ 1848549 w 3805936"/>
              <a:gd name="connsiteY1018" fmla="*/ 520135 h 856262"/>
              <a:gd name="connsiteX1019" fmla="*/ 1835017 w 3805936"/>
              <a:gd name="connsiteY1019" fmla="*/ 525576 h 856262"/>
              <a:gd name="connsiteX1020" fmla="*/ 1823544 w 3805936"/>
              <a:gd name="connsiteY1020" fmla="*/ 525576 h 856262"/>
              <a:gd name="connsiteX1021" fmla="*/ 1811483 w 3805936"/>
              <a:gd name="connsiteY1021" fmla="*/ 531313 h 856262"/>
              <a:gd name="connsiteX1022" fmla="*/ 1802070 w 3805936"/>
              <a:gd name="connsiteY1022" fmla="*/ 521311 h 856262"/>
              <a:gd name="connsiteX1023" fmla="*/ 1802070 w 3805936"/>
              <a:gd name="connsiteY1023" fmla="*/ 508075 h 856262"/>
              <a:gd name="connsiteX1024" fmla="*/ 1792362 w 3805936"/>
              <a:gd name="connsiteY1024" fmla="*/ 490277 h 856262"/>
              <a:gd name="connsiteX1025" fmla="*/ 1784567 w 3805936"/>
              <a:gd name="connsiteY1025" fmla="*/ 474833 h 856262"/>
              <a:gd name="connsiteX1026" fmla="*/ 1780007 w 3805936"/>
              <a:gd name="connsiteY1026" fmla="*/ 457625 h 856262"/>
              <a:gd name="connsiteX1027" fmla="*/ 1780890 w 3805936"/>
              <a:gd name="connsiteY1027" fmla="*/ 447035 h 856262"/>
              <a:gd name="connsiteX1028" fmla="*/ 1784860 w 3805936"/>
              <a:gd name="connsiteY1028" fmla="*/ 431444 h 856262"/>
              <a:gd name="connsiteX1029" fmla="*/ 68936 w 3805936"/>
              <a:gd name="connsiteY1029" fmla="*/ 416656 h 856262"/>
              <a:gd name="connsiteX1030" fmla="*/ 78091 w 3805936"/>
              <a:gd name="connsiteY1030" fmla="*/ 416656 h 856262"/>
              <a:gd name="connsiteX1031" fmla="*/ 78091 w 3805936"/>
              <a:gd name="connsiteY1031" fmla="*/ 425516 h 856262"/>
              <a:gd name="connsiteX1032" fmla="*/ 76952 w 3805936"/>
              <a:gd name="connsiteY1032" fmla="*/ 430199 h 856262"/>
              <a:gd name="connsiteX1033" fmla="*/ 73746 w 3805936"/>
              <a:gd name="connsiteY1033" fmla="*/ 431718 h 856262"/>
              <a:gd name="connsiteX1034" fmla="*/ 70075 w 3805936"/>
              <a:gd name="connsiteY1034" fmla="*/ 430326 h 856262"/>
              <a:gd name="connsiteX1035" fmla="*/ 68936 w 3805936"/>
              <a:gd name="connsiteY1035" fmla="*/ 425811 h 856262"/>
              <a:gd name="connsiteX1036" fmla="*/ 50838 w 3805936"/>
              <a:gd name="connsiteY1036" fmla="*/ 416107 h 856262"/>
              <a:gd name="connsiteX1037" fmla="*/ 61933 w 3805936"/>
              <a:gd name="connsiteY1037" fmla="*/ 416318 h 856262"/>
              <a:gd name="connsiteX1038" fmla="*/ 61933 w 3805936"/>
              <a:gd name="connsiteY1038" fmla="*/ 425853 h 856262"/>
              <a:gd name="connsiteX1039" fmla="*/ 60583 w 3805936"/>
              <a:gd name="connsiteY1039" fmla="*/ 430662 h 856262"/>
              <a:gd name="connsiteX1040" fmla="*/ 56660 w 3805936"/>
              <a:gd name="connsiteY1040" fmla="*/ 432181 h 856262"/>
              <a:gd name="connsiteX1041" fmla="*/ 52230 w 3805936"/>
              <a:gd name="connsiteY1041" fmla="*/ 430536 h 856262"/>
              <a:gd name="connsiteX1042" fmla="*/ 50838 w 3805936"/>
              <a:gd name="connsiteY1042" fmla="*/ 425811 h 856262"/>
              <a:gd name="connsiteX1043" fmla="*/ 43876 w 3805936"/>
              <a:gd name="connsiteY1043" fmla="*/ 408302 h 856262"/>
              <a:gd name="connsiteX1044" fmla="*/ 43876 w 3805936"/>
              <a:gd name="connsiteY1044" fmla="*/ 412141 h 856262"/>
              <a:gd name="connsiteX1045" fmla="*/ 43834 w 3805936"/>
              <a:gd name="connsiteY1045" fmla="*/ 425684 h 856262"/>
              <a:gd name="connsiteX1046" fmla="*/ 46956 w 3805936"/>
              <a:gd name="connsiteY1046" fmla="*/ 436400 h 856262"/>
              <a:gd name="connsiteX1047" fmla="*/ 56618 w 3805936"/>
              <a:gd name="connsiteY1047" fmla="*/ 440197 h 856262"/>
              <a:gd name="connsiteX1048" fmla="*/ 64676 w 3805936"/>
              <a:gd name="connsiteY1048" fmla="*/ 436653 h 856262"/>
              <a:gd name="connsiteX1049" fmla="*/ 66068 w 3805936"/>
              <a:gd name="connsiteY1049" fmla="*/ 434291 h 856262"/>
              <a:gd name="connsiteX1050" fmla="*/ 74505 w 3805936"/>
              <a:gd name="connsiteY1050" fmla="*/ 439227 h 856262"/>
              <a:gd name="connsiteX1051" fmla="*/ 82310 w 3805936"/>
              <a:gd name="connsiteY1051" fmla="*/ 436231 h 856262"/>
              <a:gd name="connsiteX1052" fmla="*/ 85221 w 3805936"/>
              <a:gd name="connsiteY1052" fmla="*/ 427583 h 856262"/>
              <a:gd name="connsiteX1053" fmla="*/ 85517 w 3805936"/>
              <a:gd name="connsiteY1053" fmla="*/ 412859 h 856262"/>
              <a:gd name="connsiteX1054" fmla="*/ 85517 w 3805936"/>
              <a:gd name="connsiteY1054" fmla="*/ 409062 h 856262"/>
              <a:gd name="connsiteX1055" fmla="*/ 770746 w 3805936"/>
              <a:gd name="connsiteY1055" fmla="*/ 400877 h 856262"/>
              <a:gd name="connsiteX1056" fmla="*/ 770746 w 3805936"/>
              <a:gd name="connsiteY1056" fmla="*/ 405434 h 856262"/>
              <a:gd name="connsiteX1057" fmla="*/ 770746 w 3805936"/>
              <a:gd name="connsiteY1057" fmla="*/ 409948 h 856262"/>
              <a:gd name="connsiteX1058" fmla="*/ 789014 w 3805936"/>
              <a:gd name="connsiteY1058" fmla="*/ 416782 h 856262"/>
              <a:gd name="connsiteX1059" fmla="*/ 771252 w 3805936"/>
              <a:gd name="connsiteY1059" fmla="*/ 425220 h 856262"/>
              <a:gd name="connsiteX1060" fmla="*/ 771252 w 3805936"/>
              <a:gd name="connsiteY1060" fmla="*/ 429987 h 856262"/>
              <a:gd name="connsiteX1061" fmla="*/ 771252 w 3805936"/>
              <a:gd name="connsiteY1061" fmla="*/ 434755 h 856262"/>
              <a:gd name="connsiteX1062" fmla="*/ 796565 w 3805936"/>
              <a:gd name="connsiteY1062" fmla="*/ 420453 h 856262"/>
              <a:gd name="connsiteX1063" fmla="*/ 812218 w 3805936"/>
              <a:gd name="connsiteY1063" fmla="*/ 419904 h 856262"/>
              <a:gd name="connsiteX1064" fmla="*/ 812218 w 3805936"/>
              <a:gd name="connsiteY1064" fmla="*/ 415896 h 856262"/>
              <a:gd name="connsiteX1065" fmla="*/ 812218 w 3805936"/>
              <a:gd name="connsiteY1065" fmla="*/ 411931 h 856262"/>
              <a:gd name="connsiteX1066" fmla="*/ 796397 w 3805936"/>
              <a:gd name="connsiteY1066" fmla="*/ 412479 h 856262"/>
              <a:gd name="connsiteX1067" fmla="*/ 623465 w 3805936"/>
              <a:gd name="connsiteY1067" fmla="*/ 366325 h 856262"/>
              <a:gd name="connsiteX1068" fmla="*/ 598531 w 3805936"/>
              <a:gd name="connsiteY1068" fmla="*/ 393706 h 856262"/>
              <a:gd name="connsiteX1069" fmla="*/ 561785 w 3805936"/>
              <a:gd name="connsiteY1069" fmla="*/ 417500 h 856262"/>
              <a:gd name="connsiteX1070" fmla="*/ 489347 w 3805936"/>
              <a:gd name="connsiteY1070" fmla="*/ 438805 h 856262"/>
              <a:gd name="connsiteX1071" fmla="*/ 458085 w 3805936"/>
              <a:gd name="connsiteY1071" fmla="*/ 440788 h 856262"/>
              <a:gd name="connsiteX1072" fmla="*/ 451630 w 3805936"/>
              <a:gd name="connsiteY1072" fmla="*/ 440788 h 856262"/>
              <a:gd name="connsiteX1073" fmla="*/ 462093 w 3805936"/>
              <a:gd name="connsiteY1073" fmla="*/ 485213 h 856262"/>
              <a:gd name="connsiteX1074" fmla="*/ 428342 w 3805936"/>
              <a:gd name="connsiteY1074" fmla="*/ 489432 h 856262"/>
              <a:gd name="connsiteX1075" fmla="*/ 427920 w 3805936"/>
              <a:gd name="connsiteY1075" fmla="*/ 489432 h 856262"/>
              <a:gd name="connsiteX1076" fmla="*/ 427456 w 3805936"/>
              <a:gd name="connsiteY1076" fmla="*/ 489432 h 856262"/>
              <a:gd name="connsiteX1077" fmla="*/ 393705 w 3805936"/>
              <a:gd name="connsiteY1077" fmla="*/ 485213 h 856262"/>
              <a:gd name="connsiteX1078" fmla="*/ 404210 w 3805936"/>
              <a:gd name="connsiteY1078" fmla="*/ 440873 h 856262"/>
              <a:gd name="connsiteX1079" fmla="*/ 397755 w 3805936"/>
              <a:gd name="connsiteY1079" fmla="*/ 440873 h 856262"/>
              <a:gd name="connsiteX1080" fmla="*/ 366493 w 3805936"/>
              <a:gd name="connsiteY1080" fmla="*/ 438890 h 856262"/>
              <a:gd name="connsiteX1081" fmla="*/ 294055 w 3805936"/>
              <a:gd name="connsiteY1081" fmla="*/ 417585 h 856262"/>
              <a:gd name="connsiteX1082" fmla="*/ 257225 w 3805936"/>
              <a:gd name="connsiteY1082" fmla="*/ 393748 h 856262"/>
              <a:gd name="connsiteX1083" fmla="*/ 232375 w 3805936"/>
              <a:gd name="connsiteY1083" fmla="*/ 366410 h 856262"/>
              <a:gd name="connsiteX1084" fmla="*/ 258448 w 3805936"/>
              <a:gd name="connsiteY1084" fmla="*/ 369363 h 856262"/>
              <a:gd name="connsiteX1085" fmla="*/ 268573 w 3805936"/>
              <a:gd name="connsiteY1085" fmla="*/ 369827 h 856262"/>
              <a:gd name="connsiteX1086" fmla="*/ 316162 w 3805936"/>
              <a:gd name="connsiteY1086" fmla="*/ 372316 h 856262"/>
              <a:gd name="connsiteX1087" fmla="*/ 321478 w 3805936"/>
              <a:gd name="connsiteY1087" fmla="*/ 375143 h 856262"/>
              <a:gd name="connsiteX1088" fmla="*/ 375226 w 3805936"/>
              <a:gd name="connsiteY1088" fmla="*/ 392314 h 856262"/>
              <a:gd name="connsiteX1089" fmla="*/ 384845 w 3805936"/>
              <a:gd name="connsiteY1089" fmla="*/ 392946 h 856262"/>
              <a:gd name="connsiteX1090" fmla="*/ 396658 w 3805936"/>
              <a:gd name="connsiteY1090" fmla="*/ 392314 h 856262"/>
              <a:gd name="connsiteX1091" fmla="*/ 387377 w 3805936"/>
              <a:gd name="connsiteY1091" fmla="*/ 430916 h 856262"/>
              <a:gd name="connsiteX1092" fmla="*/ 428131 w 3805936"/>
              <a:gd name="connsiteY1092" fmla="*/ 433490 h 856262"/>
              <a:gd name="connsiteX1093" fmla="*/ 468843 w 3805936"/>
              <a:gd name="connsiteY1093" fmla="*/ 430916 h 856262"/>
              <a:gd name="connsiteX1094" fmla="*/ 459604 w 3805936"/>
              <a:gd name="connsiteY1094" fmla="*/ 392314 h 856262"/>
              <a:gd name="connsiteX1095" fmla="*/ 471374 w 3805936"/>
              <a:gd name="connsiteY1095" fmla="*/ 392946 h 856262"/>
              <a:gd name="connsiteX1096" fmla="*/ 480993 w 3805936"/>
              <a:gd name="connsiteY1096" fmla="*/ 392314 h 856262"/>
              <a:gd name="connsiteX1097" fmla="*/ 534784 w 3805936"/>
              <a:gd name="connsiteY1097" fmla="*/ 375143 h 856262"/>
              <a:gd name="connsiteX1098" fmla="*/ 540100 w 3805936"/>
              <a:gd name="connsiteY1098" fmla="*/ 372316 h 856262"/>
              <a:gd name="connsiteX1099" fmla="*/ 587689 w 3805936"/>
              <a:gd name="connsiteY1099" fmla="*/ 369827 h 856262"/>
              <a:gd name="connsiteX1100" fmla="*/ 597772 w 3805936"/>
              <a:gd name="connsiteY1100" fmla="*/ 369363 h 856262"/>
              <a:gd name="connsiteX1101" fmla="*/ 597350 w 3805936"/>
              <a:gd name="connsiteY1101" fmla="*/ 369279 h 856262"/>
              <a:gd name="connsiteX1102" fmla="*/ 623465 w 3805936"/>
              <a:gd name="connsiteY1102" fmla="*/ 366325 h 856262"/>
              <a:gd name="connsiteX1103" fmla="*/ 1742648 w 3805936"/>
              <a:gd name="connsiteY1103" fmla="*/ 346138 h 856262"/>
              <a:gd name="connsiteX1104" fmla="*/ 1731763 w 3805936"/>
              <a:gd name="connsiteY1104" fmla="*/ 347608 h 856262"/>
              <a:gd name="connsiteX1105" fmla="*/ 1720587 w 3805936"/>
              <a:gd name="connsiteY1105" fmla="*/ 351284 h 856262"/>
              <a:gd name="connsiteX1106" fmla="*/ 1712202 w 3805936"/>
              <a:gd name="connsiteY1106" fmla="*/ 356579 h 856262"/>
              <a:gd name="connsiteX1107" fmla="*/ 1690433 w 3805936"/>
              <a:gd name="connsiteY1107" fmla="*/ 365993 h 856262"/>
              <a:gd name="connsiteX1108" fmla="*/ 1683815 w 3805936"/>
              <a:gd name="connsiteY1108" fmla="*/ 377171 h 856262"/>
              <a:gd name="connsiteX1109" fmla="*/ 1693228 w 3805936"/>
              <a:gd name="connsiteY1109" fmla="*/ 386584 h 856262"/>
              <a:gd name="connsiteX1110" fmla="*/ 1709848 w 3805936"/>
              <a:gd name="connsiteY1110" fmla="*/ 381438 h 856262"/>
              <a:gd name="connsiteX1111" fmla="*/ 1725440 w 3805936"/>
              <a:gd name="connsiteY1111" fmla="*/ 369376 h 856262"/>
              <a:gd name="connsiteX1112" fmla="*/ 1738383 w 3805936"/>
              <a:gd name="connsiteY1112" fmla="*/ 357904 h 856262"/>
              <a:gd name="connsiteX1113" fmla="*/ 1742648 w 3805936"/>
              <a:gd name="connsiteY1113" fmla="*/ 346138 h 856262"/>
              <a:gd name="connsiteX1114" fmla="*/ 2259351 w 3805936"/>
              <a:gd name="connsiteY1114" fmla="*/ 322457 h 856262"/>
              <a:gd name="connsiteX1115" fmla="*/ 2242141 w 3805936"/>
              <a:gd name="connsiteY1115" fmla="*/ 325399 h 856262"/>
              <a:gd name="connsiteX1116" fmla="*/ 2238023 w 3805936"/>
              <a:gd name="connsiteY1116" fmla="*/ 334517 h 856262"/>
              <a:gd name="connsiteX1117" fmla="*/ 2239348 w 3805936"/>
              <a:gd name="connsiteY1117" fmla="*/ 343049 h 856262"/>
              <a:gd name="connsiteX1118" fmla="*/ 2254056 w 3805936"/>
              <a:gd name="connsiteY1118" fmla="*/ 344666 h 856262"/>
              <a:gd name="connsiteX1119" fmla="*/ 2254203 w 3805936"/>
              <a:gd name="connsiteY1119" fmla="*/ 344666 h 856262"/>
              <a:gd name="connsiteX1120" fmla="*/ 2264058 w 3805936"/>
              <a:gd name="connsiteY1120" fmla="*/ 327604 h 856262"/>
              <a:gd name="connsiteX1121" fmla="*/ 2264092 w 3805936"/>
              <a:gd name="connsiteY1121" fmla="*/ 326827 h 856262"/>
              <a:gd name="connsiteX1122" fmla="*/ 2259351 w 3805936"/>
              <a:gd name="connsiteY1122" fmla="*/ 322457 h 856262"/>
              <a:gd name="connsiteX1123" fmla="*/ 2310829 w 3805936"/>
              <a:gd name="connsiteY1123" fmla="*/ 307159 h 856262"/>
              <a:gd name="connsiteX1124" fmla="*/ 2297446 w 3805936"/>
              <a:gd name="connsiteY1124" fmla="*/ 311573 h 856262"/>
              <a:gd name="connsiteX1125" fmla="*/ 2295826 w 3805936"/>
              <a:gd name="connsiteY1125" fmla="*/ 324957 h 856262"/>
              <a:gd name="connsiteX1126" fmla="*/ 2304063 w 3805936"/>
              <a:gd name="connsiteY1126" fmla="*/ 332458 h 856262"/>
              <a:gd name="connsiteX1127" fmla="*/ 2318771 w 3805936"/>
              <a:gd name="connsiteY1127" fmla="*/ 321427 h 856262"/>
              <a:gd name="connsiteX1128" fmla="*/ 2319361 w 3805936"/>
              <a:gd name="connsiteY1128" fmla="*/ 321427 h 856262"/>
              <a:gd name="connsiteX1129" fmla="*/ 2319361 w 3805936"/>
              <a:gd name="connsiteY1129" fmla="*/ 310249 h 856262"/>
              <a:gd name="connsiteX1130" fmla="*/ 2310829 w 3805936"/>
              <a:gd name="connsiteY1130" fmla="*/ 307159 h 856262"/>
              <a:gd name="connsiteX1131" fmla="*/ 1772948 w 3805936"/>
              <a:gd name="connsiteY1131" fmla="*/ 290245 h 856262"/>
              <a:gd name="connsiteX1132" fmla="*/ 1785597 w 3805936"/>
              <a:gd name="connsiteY1132" fmla="*/ 295100 h 856262"/>
              <a:gd name="connsiteX1133" fmla="*/ 1800305 w 3805936"/>
              <a:gd name="connsiteY1133" fmla="*/ 295100 h 856262"/>
              <a:gd name="connsiteX1134" fmla="*/ 1821043 w 3805936"/>
              <a:gd name="connsiteY1134" fmla="*/ 308631 h 856262"/>
              <a:gd name="connsiteX1135" fmla="*/ 1826780 w 3805936"/>
              <a:gd name="connsiteY1135" fmla="*/ 325840 h 856262"/>
              <a:gd name="connsiteX1136" fmla="*/ 1826780 w 3805936"/>
              <a:gd name="connsiteY1136" fmla="*/ 339224 h 856262"/>
              <a:gd name="connsiteX1137" fmla="*/ 1809277 w 3805936"/>
              <a:gd name="connsiteY1137" fmla="*/ 357021 h 856262"/>
              <a:gd name="connsiteX1138" fmla="*/ 1808688 w 3805936"/>
              <a:gd name="connsiteY1138" fmla="*/ 357021 h 856262"/>
              <a:gd name="connsiteX1139" fmla="*/ 1800305 w 3805936"/>
              <a:gd name="connsiteY1139" fmla="*/ 371729 h 856262"/>
              <a:gd name="connsiteX1140" fmla="*/ 1772800 w 3805936"/>
              <a:gd name="connsiteY1140" fmla="*/ 419679 h 856262"/>
              <a:gd name="connsiteX1141" fmla="*/ 1760738 w 3805936"/>
              <a:gd name="connsiteY1141" fmla="*/ 435123 h 856262"/>
              <a:gd name="connsiteX1142" fmla="*/ 1751767 w 3805936"/>
              <a:gd name="connsiteY1142" fmla="*/ 436299 h 856262"/>
              <a:gd name="connsiteX1143" fmla="*/ 1743237 w 3805936"/>
              <a:gd name="connsiteY1143" fmla="*/ 445859 h 856262"/>
              <a:gd name="connsiteX1144" fmla="*/ 1746032 w 3805936"/>
              <a:gd name="connsiteY1144" fmla="*/ 463362 h 856262"/>
              <a:gd name="connsiteX1145" fmla="*/ 1746032 w 3805936"/>
              <a:gd name="connsiteY1145" fmla="*/ 541169 h 856262"/>
              <a:gd name="connsiteX1146" fmla="*/ 1731323 w 3805936"/>
              <a:gd name="connsiteY1146" fmla="*/ 563232 h 856262"/>
              <a:gd name="connsiteX1147" fmla="*/ 1715585 w 3805936"/>
              <a:gd name="connsiteY1147" fmla="*/ 578969 h 856262"/>
              <a:gd name="connsiteX1148" fmla="*/ 1700877 w 3805936"/>
              <a:gd name="connsiteY1148" fmla="*/ 586470 h 856262"/>
              <a:gd name="connsiteX1149" fmla="*/ 1694258 w 3805936"/>
              <a:gd name="connsiteY1149" fmla="*/ 581911 h 856262"/>
              <a:gd name="connsiteX1150" fmla="*/ 1683962 w 3805936"/>
              <a:gd name="connsiteY1150" fmla="*/ 577352 h 856262"/>
              <a:gd name="connsiteX1151" fmla="*/ 1675872 w 3805936"/>
              <a:gd name="connsiteY1151" fmla="*/ 571027 h 856262"/>
              <a:gd name="connsiteX1152" fmla="*/ 1662340 w 3805936"/>
              <a:gd name="connsiteY1152" fmla="*/ 564409 h 856262"/>
              <a:gd name="connsiteX1153" fmla="*/ 1654987 w 3805936"/>
              <a:gd name="connsiteY1153" fmla="*/ 550582 h 856262"/>
              <a:gd name="connsiteX1154" fmla="*/ 1634248 w 3805936"/>
              <a:gd name="connsiteY1154" fmla="*/ 529402 h 856262"/>
              <a:gd name="connsiteX1155" fmla="*/ 1647485 w 3805936"/>
              <a:gd name="connsiteY1155" fmla="*/ 523961 h 856262"/>
              <a:gd name="connsiteX1156" fmla="*/ 1667047 w 3805936"/>
              <a:gd name="connsiteY1156" fmla="*/ 530726 h 856262"/>
              <a:gd name="connsiteX1157" fmla="*/ 1682785 w 3805936"/>
              <a:gd name="connsiteY1157" fmla="*/ 512341 h 856262"/>
              <a:gd name="connsiteX1158" fmla="*/ 1682785 w 3805936"/>
              <a:gd name="connsiteY1158" fmla="*/ 499544 h 856262"/>
              <a:gd name="connsiteX1159" fmla="*/ 1682785 w 3805936"/>
              <a:gd name="connsiteY1159" fmla="*/ 482042 h 856262"/>
              <a:gd name="connsiteX1160" fmla="*/ 1685580 w 3805936"/>
              <a:gd name="connsiteY1160" fmla="*/ 458656 h 856262"/>
              <a:gd name="connsiteX1161" fmla="*/ 1681315 w 3805936"/>
              <a:gd name="connsiteY1161" fmla="*/ 450713 h 856262"/>
              <a:gd name="connsiteX1162" fmla="*/ 1668665 w 3805936"/>
              <a:gd name="connsiteY1162" fmla="*/ 447183 h 856262"/>
              <a:gd name="connsiteX1163" fmla="*/ 1658663 w 3805936"/>
              <a:gd name="connsiteY1163" fmla="*/ 448948 h 856262"/>
              <a:gd name="connsiteX1164" fmla="*/ 1642632 w 3805936"/>
              <a:gd name="connsiteY1164" fmla="*/ 447477 h 856262"/>
              <a:gd name="connsiteX1165" fmla="*/ 1636895 w 3805936"/>
              <a:gd name="connsiteY1165" fmla="*/ 442329 h 856262"/>
              <a:gd name="connsiteX1166" fmla="*/ 1633658 w 3805936"/>
              <a:gd name="connsiteY1166" fmla="*/ 430563 h 856262"/>
              <a:gd name="connsiteX1167" fmla="*/ 1630865 w 3805936"/>
              <a:gd name="connsiteY1167" fmla="*/ 424238 h 856262"/>
              <a:gd name="connsiteX1168" fmla="*/ 1629393 w 3805936"/>
              <a:gd name="connsiteY1168" fmla="*/ 411883 h 856262"/>
              <a:gd name="connsiteX1169" fmla="*/ 1625422 w 3805936"/>
              <a:gd name="connsiteY1169" fmla="*/ 393793 h 856262"/>
              <a:gd name="connsiteX1170" fmla="*/ 1621598 w 3805936"/>
              <a:gd name="connsiteY1170" fmla="*/ 370553 h 856262"/>
              <a:gd name="connsiteX1171" fmla="*/ 1620422 w 3805936"/>
              <a:gd name="connsiteY1171" fmla="*/ 347019 h 856262"/>
              <a:gd name="connsiteX1172" fmla="*/ 1635130 w 3805936"/>
              <a:gd name="connsiteY1172" fmla="*/ 320398 h 856262"/>
              <a:gd name="connsiteX1173" fmla="*/ 1648662 w 3805936"/>
              <a:gd name="connsiteY1173" fmla="*/ 314368 h 856262"/>
              <a:gd name="connsiteX1174" fmla="*/ 1660722 w 3805936"/>
              <a:gd name="connsiteY1174" fmla="*/ 320691 h 856262"/>
              <a:gd name="connsiteX1175" fmla="*/ 1666458 w 3805936"/>
              <a:gd name="connsiteY1175" fmla="*/ 328340 h 856262"/>
              <a:gd name="connsiteX1176" fmla="*/ 1691463 w 3805936"/>
              <a:gd name="connsiteY1176" fmla="*/ 320986 h 856262"/>
              <a:gd name="connsiteX1177" fmla="*/ 1709995 w 3805936"/>
              <a:gd name="connsiteY1177" fmla="*/ 315985 h 856262"/>
              <a:gd name="connsiteX1178" fmla="*/ 1723527 w 3805936"/>
              <a:gd name="connsiteY1178" fmla="*/ 311131 h 856262"/>
              <a:gd name="connsiteX1179" fmla="*/ 1734117 w 3805936"/>
              <a:gd name="connsiteY1179" fmla="*/ 308043 h 856262"/>
              <a:gd name="connsiteX1180" fmla="*/ 1748825 w 3805936"/>
              <a:gd name="connsiteY1180" fmla="*/ 302306 h 856262"/>
              <a:gd name="connsiteX1181" fmla="*/ 1757210 w 3805936"/>
              <a:gd name="connsiteY1181" fmla="*/ 296865 h 856262"/>
              <a:gd name="connsiteX1182" fmla="*/ 1764563 w 3805936"/>
              <a:gd name="connsiteY1182" fmla="*/ 293040 h 856262"/>
              <a:gd name="connsiteX1183" fmla="*/ 1772948 w 3805936"/>
              <a:gd name="connsiteY1183" fmla="*/ 290245 h 856262"/>
              <a:gd name="connsiteX1184" fmla="*/ 2254938 w 3805936"/>
              <a:gd name="connsiteY1184" fmla="*/ 266124 h 856262"/>
              <a:gd name="connsiteX1185" fmla="*/ 2240230 w 3805936"/>
              <a:gd name="connsiteY1185" fmla="*/ 276273 h 856262"/>
              <a:gd name="connsiteX1186" fmla="*/ 2241848 w 3805936"/>
              <a:gd name="connsiteY1186" fmla="*/ 290981 h 856262"/>
              <a:gd name="connsiteX1187" fmla="*/ 2248171 w 3805936"/>
              <a:gd name="connsiteY1187" fmla="*/ 294806 h 856262"/>
              <a:gd name="connsiteX1188" fmla="*/ 2264940 w 3805936"/>
              <a:gd name="connsiteY1188" fmla="*/ 278921 h 856262"/>
              <a:gd name="connsiteX1189" fmla="*/ 2265675 w 3805936"/>
              <a:gd name="connsiteY1189" fmla="*/ 278479 h 856262"/>
              <a:gd name="connsiteX1190" fmla="*/ 2254938 w 3805936"/>
              <a:gd name="connsiteY1190" fmla="*/ 266124 h 856262"/>
              <a:gd name="connsiteX1191" fmla="*/ 2334363 w 3805936"/>
              <a:gd name="connsiteY1191" fmla="*/ 244503 h 856262"/>
              <a:gd name="connsiteX1192" fmla="*/ 2300681 w 3805936"/>
              <a:gd name="connsiteY1192" fmla="*/ 257739 h 856262"/>
              <a:gd name="connsiteX1193" fmla="*/ 2305534 w 3805936"/>
              <a:gd name="connsiteY1193" fmla="*/ 273624 h 856262"/>
              <a:gd name="connsiteX1194" fmla="*/ 2323626 w 3805936"/>
              <a:gd name="connsiteY1194" fmla="*/ 274654 h 856262"/>
              <a:gd name="connsiteX1195" fmla="*/ 2335686 w 3805936"/>
              <a:gd name="connsiteY1195" fmla="*/ 257446 h 856262"/>
              <a:gd name="connsiteX1196" fmla="*/ 2334363 w 3805936"/>
              <a:gd name="connsiteY1196" fmla="*/ 244503 h 856262"/>
              <a:gd name="connsiteX1197" fmla="*/ 2815030 w 3805936"/>
              <a:gd name="connsiteY1197" fmla="*/ 241119 h 856262"/>
              <a:gd name="connsiteX1198" fmla="*/ 2824885 w 3805936"/>
              <a:gd name="connsiteY1198" fmla="*/ 246856 h 856262"/>
              <a:gd name="connsiteX1199" fmla="*/ 2839593 w 3805936"/>
              <a:gd name="connsiteY1199" fmla="*/ 260534 h 856262"/>
              <a:gd name="connsiteX1200" fmla="*/ 2844005 w 3805936"/>
              <a:gd name="connsiteY1200" fmla="*/ 274066 h 856262"/>
              <a:gd name="connsiteX1201" fmla="*/ 2849742 w 3805936"/>
              <a:gd name="connsiteY1201" fmla="*/ 283037 h 856262"/>
              <a:gd name="connsiteX1202" fmla="*/ 2826943 w 3805936"/>
              <a:gd name="connsiteY1202" fmla="*/ 304217 h 856262"/>
              <a:gd name="connsiteX1203" fmla="*/ 2809000 w 3805936"/>
              <a:gd name="connsiteY1203" fmla="*/ 318926 h 856262"/>
              <a:gd name="connsiteX1204" fmla="*/ 2795173 w 3805936"/>
              <a:gd name="connsiteY1204" fmla="*/ 328192 h 856262"/>
              <a:gd name="connsiteX1205" fmla="*/ 2767670 w 3805936"/>
              <a:gd name="connsiteY1205" fmla="*/ 347460 h 856262"/>
              <a:gd name="connsiteX1206" fmla="*/ 2774288 w 3805936"/>
              <a:gd name="connsiteY1206" fmla="*/ 370405 h 856262"/>
              <a:gd name="connsiteX1207" fmla="*/ 2769728 w 3805936"/>
              <a:gd name="connsiteY1207" fmla="*/ 380995 h 856262"/>
              <a:gd name="connsiteX1208" fmla="*/ 2766052 w 3805936"/>
              <a:gd name="connsiteY1208" fmla="*/ 390702 h 856262"/>
              <a:gd name="connsiteX1209" fmla="*/ 2763257 w 3805936"/>
              <a:gd name="connsiteY1209" fmla="*/ 400999 h 856262"/>
              <a:gd name="connsiteX1210" fmla="*/ 2761345 w 3805936"/>
              <a:gd name="connsiteY1210" fmla="*/ 411882 h 856262"/>
              <a:gd name="connsiteX1211" fmla="*/ 2762815 w 3805936"/>
              <a:gd name="connsiteY1211" fmla="*/ 440122 h 856262"/>
              <a:gd name="connsiteX1212" fmla="*/ 2813707 w 3805936"/>
              <a:gd name="connsiteY1212" fmla="*/ 438945 h 856262"/>
              <a:gd name="connsiteX1213" fmla="*/ 2826945 w 3805936"/>
              <a:gd name="connsiteY1213" fmla="*/ 433799 h 856262"/>
              <a:gd name="connsiteX1214" fmla="*/ 2839593 w 3805936"/>
              <a:gd name="connsiteY1214" fmla="*/ 432474 h 856262"/>
              <a:gd name="connsiteX1215" fmla="*/ 2853420 w 3805936"/>
              <a:gd name="connsiteY1215" fmla="*/ 436152 h 856262"/>
              <a:gd name="connsiteX1216" fmla="*/ 2866950 w 3805936"/>
              <a:gd name="connsiteY1216" fmla="*/ 443652 h 856262"/>
              <a:gd name="connsiteX1217" fmla="*/ 2884600 w 3805936"/>
              <a:gd name="connsiteY1217" fmla="*/ 458360 h 856262"/>
              <a:gd name="connsiteX1218" fmla="*/ 2886218 w 3805936"/>
              <a:gd name="connsiteY1218" fmla="*/ 470422 h 856262"/>
              <a:gd name="connsiteX1219" fmla="*/ 2883717 w 3805936"/>
              <a:gd name="connsiteY1219" fmla="*/ 470715 h 856262"/>
              <a:gd name="connsiteX1220" fmla="*/ 2885482 w 3805936"/>
              <a:gd name="connsiteY1220" fmla="*/ 475129 h 856262"/>
              <a:gd name="connsiteX1221" fmla="*/ 2886660 w 3805936"/>
              <a:gd name="connsiteY1221" fmla="*/ 481600 h 856262"/>
              <a:gd name="connsiteX1222" fmla="*/ 2882247 w 3805936"/>
              <a:gd name="connsiteY1222" fmla="*/ 492044 h 856262"/>
              <a:gd name="connsiteX1223" fmla="*/ 2873422 w 3805936"/>
              <a:gd name="connsiteY1223" fmla="*/ 501015 h 856262"/>
              <a:gd name="connsiteX1224" fmla="*/ 2856213 w 3805936"/>
              <a:gd name="connsiteY1224" fmla="*/ 502045 h 856262"/>
              <a:gd name="connsiteX1225" fmla="*/ 2837533 w 3805936"/>
              <a:gd name="connsiteY1225" fmla="*/ 498809 h 856262"/>
              <a:gd name="connsiteX1226" fmla="*/ 2818413 w 3805936"/>
              <a:gd name="connsiteY1226" fmla="*/ 500427 h 856262"/>
              <a:gd name="connsiteX1227" fmla="*/ 2786790 w 3805936"/>
              <a:gd name="connsiteY1227" fmla="*/ 497779 h 856262"/>
              <a:gd name="connsiteX1228" fmla="*/ 2757373 w 3805936"/>
              <a:gd name="connsiteY1228" fmla="*/ 497779 h 856262"/>
              <a:gd name="connsiteX1229" fmla="*/ 2727957 w 3805936"/>
              <a:gd name="connsiteY1229" fmla="*/ 500132 h 856262"/>
              <a:gd name="connsiteX1230" fmla="*/ 2699864 w 3805936"/>
              <a:gd name="connsiteY1230" fmla="*/ 504104 h 856262"/>
              <a:gd name="connsiteX1231" fmla="*/ 2667947 w 3805936"/>
              <a:gd name="connsiteY1231" fmla="*/ 503369 h 856262"/>
              <a:gd name="connsiteX1232" fmla="*/ 2611320 w 3805936"/>
              <a:gd name="connsiteY1232" fmla="*/ 514989 h 856262"/>
              <a:gd name="connsiteX1233" fmla="*/ 2541897 w 3805936"/>
              <a:gd name="connsiteY1233" fmla="*/ 541464 h 856262"/>
              <a:gd name="connsiteX1234" fmla="*/ 2515422 w 3805936"/>
              <a:gd name="connsiteY1234" fmla="*/ 516459 h 856262"/>
              <a:gd name="connsiteX1235" fmla="*/ 2515422 w 3805936"/>
              <a:gd name="connsiteY1235" fmla="*/ 501750 h 856262"/>
              <a:gd name="connsiteX1236" fmla="*/ 2513804 w 3805936"/>
              <a:gd name="connsiteY1236" fmla="*/ 483807 h 856262"/>
              <a:gd name="connsiteX1237" fmla="*/ 2543220 w 3805936"/>
              <a:gd name="connsiteY1237" fmla="*/ 467774 h 856262"/>
              <a:gd name="connsiteX1238" fmla="*/ 2560282 w 3805936"/>
              <a:gd name="connsiteY1238" fmla="*/ 469392 h 856262"/>
              <a:gd name="connsiteX1239" fmla="*/ 2595582 w 3805936"/>
              <a:gd name="connsiteY1239" fmla="*/ 456007 h 856262"/>
              <a:gd name="connsiteX1240" fmla="*/ 2610290 w 3805936"/>
              <a:gd name="connsiteY1240" fmla="*/ 453214 h 856262"/>
              <a:gd name="connsiteX1241" fmla="*/ 2648974 w 3805936"/>
              <a:gd name="connsiteY1241" fmla="*/ 437034 h 856262"/>
              <a:gd name="connsiteX1242" fmla="*/ 2679272 w 3805936"/>
              <a:gd name="connsiteY1242" fmla="*/ 385260 h 856262"/>
              <a:gd name="connsiteX1243" fmla="*/ 2682362 w 3805936"/>
              <a:gd name="connsiteY1243" fmla="*/ 367905 h 856262"/>
              <a:gd name="connsiteX1244" fmla="*/ 2679272 w 3805936"/>
              <a:gd name="connsiteY1244" fmla="*/ 354226 h 856262"/>
              <a:gd name="connsiteX1245" fmla="*/ 2664564 w 3805936"/>
              <a:gd name="connsiteY1245" fmla="*/ 356579 h 856262"/>
              <a:gd name="connsiteX1246" fmla="*/ 2645297 w 3805936"/>
              <a:gd name="connsiteY1246" fmla="*/ 357904 h 856262"/>
              <a:gd name="connsiteX1247" fmla="*/ 2639413 w 3805936"/>
              <a:gd name="connsiteY1247" fmla="*/ 340400 h 856262"/>
              <a:gd name="connsiteX1248" fmla="*/ 2627940 w 3805936"/>
              <a:gd name="connsiteY1248" fmla="*/ 319367 h 856262"/>
              <a:gd name="connsiteX1249" fmla="*/ 2624999 w 3805936"/>
              <a:gd name="connsiteY1249" fmla="*/ 302452 h 856262"/>
              <a:gd name="connsiteX1250" fmla="*/ 2623529 w 3805936"/>
              <a:gd name="connsiteY1250" fmla="*/ 286127 h 856262"/>
              <a:gd name="connsiteX1251" fmla="*/ 2638237 w 3805936"/>
              <a:gd name="connsiteY1251" fmla="*/ 273919 h 856262"/>
              <a:gd name="connsiteX1252" fmla="*/ 2664123 w 3805936"/>
              <a:gd name="connsiteY1252" fmla="*/ 280096 h 856262"/>
              <a:gd name="connsiteX1253" fmla="*/ 2725898 w 3805936"/>
              <a:gd name="connsiteY1253" fmla="*/ 269801 h 856262"/>
              <a:gd name="connsiteX1254" fmla="*/ 2736635 w 3805936"/>
              <a:gd name="connsiteY1254" fmla="*/ 266859 h 856262"/>
              <a:gd name="connsiteX1255" fmla="*/ 2744283 w 3805936"/>
              <a:gd name="connsiteY1255" fmla="*/ 263917 h 856262"/>
              <a:gd name="connsiteX1256" fmla="*/ 2790615 w 3805936"/>
              <a:gd name="connsiteY1256" fmla="*/ 244356 h 856262"/>
              <a:gd name="connsiteX1257" fmla="*/ 2803705 w 3805936"/>
              <a:gd name="connsiteY1257" fmla="*/ 242737 h 856262"/>
              <a:gd name="connsiteX1258" fmla="*/ 2815030 w 3805936"/>
              <a:gd name="connsiteY1258" fmla="*/ 241119 h 856262"/>
              <a:gd name="connsiteX1259" fmla="*/ 2164334 w 3805936"/>
              <a:gd name="connsiteY1259" fmla="*/ 224058 h 856262"/>
              <a:gd name="connsiteX1260" fmla="*/ 2177572 w 3805936"/>
              <a:gd name="connsiteY1260" fmla="*/ 241414 h 856262"/>
              <a:gd name="connsiteX1261" fmla="*/ 2174482 w 3805936"/>
              <a:gd name="connsiteY1261" fmla="*/ 258916 h 856262"/>
              <a:gd name="connsiteX1262" fmla="*/ 2168452 w 3805936"/>
              <a:gd name="connsiteY1262" fmla="*/ 278919 h 856262"/>
              <a:gd name="connsiteX1263" fmla="*/ 2157569 w 3805936"/>
              <a:gd name="connsiteY1263" fmla="*/ 293628 h 856262"/>
              <a:gd name="connsiteX1264" fmla="*/ 2139479 w 3805936"/>
              <a:gd name="connsiteY1264" fmla="*/ 313631 h 856262"/>
              <a:gd name="connsiteX1265" fmla="*/ 2137565 w 3805936"/>
              <a:gd name="connsiteY1265" fmla="*/ 335841 h 856262"/>
              <a:gd name="connsiteX1266" fmla="*/ 2138889 w 3805936"/>
              <a:gd name="connsiteY1266" fmla="*/ 350549 h 856262"/>
              <a:gd name="connsiteX1267" fmla="*/ 2150655 w 3805936"/>
              <a:gd name="connsiteY1267" fmla="*/ 350549 h 856262"/>
              <a:gd name="connsiteX1268" fmla="*/ 2154480 w 3805936"/>
              <a:gd name="connsiteY1268" fmla="*/ 361286 h 856262"/>
              <a:gd name="connsiteX1269" fmla="*/ 2161687 w 3805936"/>
              <a:gd name="connsiteY1269" fmla="*/ 378496 h 856262"/>
              <a:gd name="connsiteX1270" fmla="*/ 2159187 w 3805936"/>
              <a:gd name="connsiteY1270" fmla="*/ 385407 h 856262"/>
              <a:gd name="connsiteX1271" fmla="*/ 2125210 w 3805936"/>
              <a:gd name="connsiteY1271" fmla="*/ 418060 h 856262"/>
              <a:gd name="connsiteX1272" fmla="*/ 2126829 w 3805936"/>
              <a:gd name="connsiteY1272" fmla="*/ 431445 h 856262"/>
              <a:gd name="connsiteX1273" fmla="*/ 2139772 w 3805936"/>
              <a:gd name="connsiteY1273" fmla="*/ 431445 h 856262"/>
              <a:gd name="connsiteX1274" fmla="*/ 2139330 w 3805936"/>
              <a:gd name="connsiteY1274" fmla="*/ 432327 h 856262"/>
              <a:gd name="connsiteX1275" fmla="*/ 2151097 w 3805936"/>
              <a:gd name="connsiteY1275" fmla="*/ 439975 h 856262"/>
              <a:gd name="connsiteX1276" fmla="*/ 2154627 w 3805936"/>
              <a:gd name="connsiteY1276" fmla="*/ 452625 h 856262"/>
              <a:gd name="connsiteX1277" fmla="*/ 2121534 w 3805936"/>
              <a:gd name="connsiteY1277" fmla="*/ 492337 h 856262"/>
              <a:gd name="connsiteX1278" fmla="*/ 2067554 w 3805936"/>
              <a:gd name="connsiteY1278" fmla="*/ 519253 h 856262"/>
              <a:gd name="connsiteX1279" fmla="*/ 2041226 w 3805936"/>
              <a:gd name="connsiteY1279" fmla="*/ 542787 h 856262"/>
              <a:gd name="connsiteX1280" fmla="*/ 2030784 w 3805936"/>
              <a:gd name="connsiteY1280" fmla="*/ 542787 h 856262"/>
              <a:gd name="connsiteX1281" fmla="*/ 2016076 w 3805936"/>
              <a:gd name="connsiteY1281" fmla="*/ 538668 h 856262"/>
              <a:gd name="connsiteX1282" fmla="*/ 2009751 w 3805936"/>
              <a:gd name="connsiteY1282" fmla="*/ 525725 h 856262"/>
              <a:gd name="connsiteX1283" fmla="*/ 2000631 w 3805936"/>
              <a:gd name="connsiteY1283" fmla="*/ 512635 h 856262"/>
              <a:gd name="connsiteX1284" fmla="*/ 1996513 w 3805936"/>
              <a:gd name="connsiteY1284" fmla="*/ 488807 h 856262"/>
              <a:gd name="connsiteX1285" fmla="*/ 2019899 w 3805936"/>
              <a:gd name="connsiteY1285" fmla="*/ 466304 h 856262"/>
              <a:gd name="connsiteX1286" fmla="*/ 2033284 w 3805936"/>
              <a:gd name="connsiteY1286" fmla="*/ 456449 h 856262"/>
              <a:gd name="connsiteX1287" fmla="*/ 2042844 w 3805936"/>
              <a:gd name="connsiteY1287" fmla="*/ 446594 h 856262"/>
              <a:gd name="connsiteX1288" fmla="*/ 2045344 w 3805936"/>
              <a:gd name="connsiteY1288" fmla="*/ 437034 h 856262"/>
              <a:gd name="connsiteX1289" fmla="*/ 2048138 w 3805936"/>
              <a:gd name="connsiteY1289" fmla="*/ 424679 h 856262"/>
              <a:gd name="connsiteX1290" fmla="*/ 2043726 w 3805936"/>
              <a:gd name="connsiteY1290" fmla="*/ 414825 h 856262"/>
              <a:gd name="connsiteX1291" fmla="*/ 2038431 w 3805936"/>
              <a:gd name="connsiteY1291" fmla="*/ 406294 h 856262"/>
              <a:gd name="connsiteX1292" fmla="*/ 2027841 w 3805936"/>
              <a:gd name="connsiteY1292" fmla="*/ 387909 h 856262"/>
              <a:gd name="connsiteX1293" fmla="*/ 2044756 w 3805936"/>
              <a:gd name="connsiteY1293" fmla="*/ 370406 h 856262"/>
              <a:gd name="connsiteX1294" fmla="*/ 2056081 w 3805936"/>
              <a:gd name="connsiteY1294" fmla="*/ 370406 h 856262"/>
              <a:gd name="connsiteX1295" fmla="*/ 2071967 w 3805936"/>
              <a:gd name="connsiteY1295" fmla="*/ 357316 h 856262"/>
              <a:gd name="connsiteX1296" fmla="*/ 2075496 w 3805936"/>
              <a:gd name="connsiteY1296" fmla="*/ 333194 h 856262"/>
              <a:gd name="connsiteX1297" fmla="*/ 2063141 w 3805936"/>
              <a:gd name="connsiteY1297" fmla="*/ 321721 h 856262"/>
              <a:gd name="connsiteX1298" fmla="*/ 2048432 w 3805936"/>
              <a:gd name="connsiteY1298" fmla="*/ 316426 h 856262"/>
              <a:gd name="connsiteX1299" fmla="*/ 2039167 w 3805936"/>
              <a:gd name="connsiteY1299" fmla="*/ 306278 h 856262"/>
              <a:gd name="connsiteX1300" fmla="*/ 2031519 w 3805936"/>
              <a:gd name="connsiteY1300" fmla="*/ 301129 h 856262"/>
              <a:gd name="connsiteX1301" fmla="*/ 2027399 w 3805936"/>
              <a:gd name="connsiteY1301" fmla="*/ 283921 h 856262"/>
              <a:gd name="connsiteX1302" fmla="*/ 2035343 w 3805936"/>
              <a:gd name="connsiteY1302" fmla="*/ 278919 h 856262"/>
              <a:gd name="connsiteX1303" fmla="*/ 2041373 w 3805936"/>
              <a:gd name="connsiteY1303" fmla="*/ 269654 h 856262"/>
              <a:gd name="connsiteX1304" fmla="*/ 2054169 w 3805936"/>
              <a:gd name="connsiteY1304" fmla="*/ 262153 h 856262"/>
              <a:gd name="connsiteX1305" fmla="*/ 2070937 w 3805936"/>
              <a:gd name="connsiteY1305" fmla="*/ 260241 h 856262"/>
              <a:gd name="connsiteX1306" fmla="*/ 2143595 w 3805936"/>
              <a:gd name="connsiteY1306" fmla="*/ 225530 h 856262"/>
              <a:gd name="connsiteX1307" fmla="*/ 2164334 w 3805936"/>
              <a:gd name="connsiteY1307" fmla="*/ 224058 h 856262"/>
              <a:gd name="connsiteX1308" fmla="*/ 3191710 w 3805936"/>
              <a:gd name="connsiteY1308" fmla="*/ 223304 h 856262"/>
              <a:gd name="connsiteX1309" fmla="*/ 3200829 w 3805936"/>
              <a:gd name="connsiteY1309" fmla="*/ 224351 h 856262"/>
              <a:gd name="connsiteX1310" fmla="*/ 3217891 w 3805936"/>
              <a:gd name="connsiteY1310" fmla="*/ 238325 h 856262"/>
              <a:gd name="connsiteX1311" fmla="*/ 3221862 w 3805936"/>
              <a:gd name="connsiteY1311" fmla="*/ 250385 h 856262"/>
              <a:gd name="connsiteX1312" fmla="*/ 3224216 w 3805936"/>
              <a:gd name="connsiteY1312" fmla="*/ 262004 h 856262"/>
              <a:gd name="connsiteX1313" fmla="*/ 3215244 w 3805936"/>
              <a:gd name="connsiteY1313" fmla="*/ 283626 h 856262"/>
              <a:gd name="connsiteX1314" fmla="*/ 3215244 w 3805936"/>
              <a:gd name="connsiteY1314" fmla="*/ 296274 h 856262"/>
              <a:gd name="connsiteX1315" fmla="*/ 3223922 w 3805936"/>
              <a:gd name="connsiteY1315" fmla="*/ 294069 h 856262"/>
              <a:gd name="connsiteX1316" fmla="*/ 3234805 w 3805936"/>
              <a:gd name="connsiteY1316" fmla="*/ 289214 h 856262"/>
              <a:gd name="connsiteX1317" fmla="*/ 3247602 w 3805936"/>
              <a:gd name="connsiteY1317" fmla="*/ 284803 h 856262"/>
              <a:gd name="connsiteX1318" fmla="*/ 3262310 w 3805936"/>
              <a:gd name="connsiteY1318" fmla="*/ 274213 h 856262"/>
              <a:gd name="connsiteX1319" fmla="*/ 3285255 w 3805936"/>
              <a:gd name="connsiteY1319" fmla="*/ 274213 h 856262"/>
              <a:gd name="connsiteX1320" fmla="*/ 3305259 w 3805936"/>
              <a:gd name="connsiteY1320" fmla="*/ 280684 h 856262"/>
              <a:gd name="connsiteX1321" fmla="*/ 3319084 w 3805936"/>
              <a:gd name="connsiteY1321" fmla="*/ 307013 h 856262"/>
              <a:gd name="connsiteX1322" fmla="*/ 3313789 w 3805936"/>
              <a:gd name="connsiteY1322" fmla="*/ 313631 h 856262"/>
              <a:gd name="connsiteX1323" fmla="*/ 3302759 w 3805936"/>
              <a:gd name="connsiteY1323" fmla="*/ 321868 h 856262"/>
              <a:gd name="connsiteX1324" fmla="*/ 3277312 w 3805936"/>
              <a:gd name="connsiteY1324" fmla="*/ 332751 h 856262"/>
              <a:gd name="connsiteX1325" fmla="*/ 3262604 w 3805936"/>
              <a:gd name="connsiteY1325" fmla="*/ 339076 h 856262"/>
              <a:gd name="connsiteX1326" fmla="*/ 3245544 w 3805936"/>
              <a:gd name="connsiteY1326" fmla="*/ 341283 h 856262"/>
              <a:gd name="connsiteX1327" fmla="*/ 3219362 w 3805936"/>
              <a:gd name="connsiteY1327" fmla="*/ 351284 h 856262"/>
              <a:gd name="connsiteX1328" fmla="*/ 3210684 w 3805936"/>
              <a:gd name="connsiteY1328" fmla="*/ 363933 h 856262"/>
              <a:gd name="connsiteX1329" fmla="*/ 3213772 w 3805936"/>
              <a:gd name="connsiteY1329" fmla="*/ 384231 h 856262"/>
              <a:gd name="connsiteX1330" fmla="*/ 3257015 w 3805936"/>
              <a:gd name="connsiteY1330" fmla="*/ 428356 h 856262"/>
              <a:gd name="connsiteX1331" fmla="*/ 3288932 w 3805936"/>
              <a:gd name="connsiteY1331" fmla="*/ 464391 h 856262"/>
              <a:gd name="connsiteX1332" fmla="*/ 3321732 w 3805936"/>
              <a:gd name="connsiteY1332" fmla="*/ 486894 h 856262"/>
              <a:gd name="connsiteX1333" fmla="*/ 3340559 w 3805936"/>
              <a:gd name="connsiteY1333" fmla="*/ 494249 h 856262"/>
              <a:gd name="connsiteX1334" fmla="*/ 3355267 w 3805936"/>
              <a:gd name="connsiteY1334" fmla="*/ 503515 h 856262"/>
              <a:gd name="connsiteX1335" fmla="*/ 3387772 w 3805936"/>
              <a:gd name="connsiteY1335" fmla="*/ 515575 h 856262"/>
              <a:gd name="connsiteX1336" fmla="*/ 3398950 w 3805936"/>
              <a:gd name="connsiteY1336" fmla="*/ 520724 h 856262"/>
              <a:gd name="connsiteX1337" fmla="*/ 3397773 w 3805936"/>
              <a:gd name="connsiteY1337" fmla="*/ 522194 h 856262"/>
              <a:gd name="connsiteX1338" fmla="*/ 3394243 w 3805936"/>
              <a:gd name="connsiteY1338" fmla="*/ 530725 h 856262"/>
              <a:gd name="connsiteX1339" fmla="*/ 3392627 w 3805936"/>
              <a:gd name="connsiteY1339" fmla="*/ 542785 h 856262"/>
              <a:gd name="connsiteX1340" fmla="*/ 3373947 w 3805936"/>
              <a:gd name="connsiteY1340" fmla="*/ 552494 h 856262"/>
              <a:gd name="connsiteX1341" fmla="*/ 3366298 w 3805936"/>
              <a:gd name="connsiteY1341" fmla="*/ 558819 h 856262"/>
              <a:gd name="connsiteX1342" fmla="*/ 3358649 w 3805936"/>
              <a:gd name="connsiteY1342" fmla="*/ 560435 h 856262"/>
              <a:gd name="connsiteX1343" fmla="*/ 3341440 w 3805936"/>
              <a:gd name="connsiteY1343" fmla="*/ 559407 h 856262"/>
              <a:gd name="connsiteX1344" fmla="*/ 3323644 w 3805936"/>
              <a:gd name="connsiteY1344" fmla="*/ 559407 h 856262"/>
              <a:gd name="connsiteX1345" fmla="*/ 3308052 w 3805936"/>
              <a:gd name="connsiteY1345" fmla="*/ 556465 h 856262"/>
              <a:gd name="connsiteX1346" fmla="*/ 3283637 w 3805936"/>
              <a:gd name="connsiteY1346" fmla="*/ 553082 h 856262"/>
              <a:gd name="connsiteX1347" fmla="*/ 3269812 w 3805936"/>
              <a:gd name="connsiteY1347" fmla="*/ 543522 h 856262"/>
              <a:gd name="connsiteX1348" fmla="*/ 3248632 w 3805936"/>
              <a:gd name="connsiteY1348" fmla="*/ 505721 h 856262"/>
              <a:gd name="connsiteX1349" fmla="*/ 3224657 w 3805936"/>
              <a:gd name="connsiteY1349" fmla="*/ 475276 h 856262"/>
              <a:gd name="connsiteX1350" fmla="*/ 3209949 w 3805936"/>
              <a:gd name="connsiteY1350" fmla="*/ 458654 h 856262"/>
              <a:gd name="connsiteX1351" fmla="*/ 3176561 w 3805936"/>
              <a:gd name="connsiteY1351" fmla="*/ 429237 h 856262"/>
              <a:gd name="connsiteX1352" fmla="*/ 3153469 w 3805936"/>
              <a:gd name="connsiteY1352" fmla="*/ 464244 h 856262"/>
              <a:gd name="connsiteX1353" fmla="*/ 3120081 w 3805936"/>
              <a:gd name="connsiteY1353" fmla="*/ 496896 h 856262"/>
              <a:gd name="connsiteX1354" fmla="*/ 3085811 w 3805936"/>
              <a:gd name="connsiteY1354" fmla="*/ 517782 h 856262"/>
              <a:gd name="connsiteX1355" fmla="*/ 3060366 w 3805936"/>
              <a:gd name="connsiteY1355" fmla="*/ 531607 h 856262"/>
              <a:gd name="connsiteX1356" fmla="*/ 3036979 w 3805936"/>
              <a:gd name="connsiteY1356" fmla="*/ 537639 h 856262"/>
              <a:gd name="connsiteX1357" fmla="*/ 3024183 w 3805936"/>
              <a:gd name="connsiteY1357" fmla="*/ 539992 h 856262"/>
              <a:gd name="connsiteX1358" fmla="*/ 3015504 w 3805936"/>
              <a:gd name="connsiteY1358" fmla="*/ 532490 h 856262"/>
              <a:gd name="connsiteX1359" fmla="*/ 3008886 w 3805936"/>
              <a:gd name="connsiteY1359" fmla="*/ 519252 h 856262"/>
              <a:gd name="connsiteX1360" fmla="*/ 2997708 w 3805936"/>
              <a:gd name="connsiteY1360" fmla="*/ 515429 h 856262"/>
              <a:gd name="connsiteX1361" fmla="*/ 3004914 w 3805936"/>
              <a:gd name="connsiteY1361" fmla="*/ 507045 h 856262"/>
              <a:gd name="connsiteX1362" fmla="*/ 3021388 w 3805936"/>
              <a:gd name="connsiteY1362" fmla="*/ 497337 h 856262"/>
              <a:gd name="connsiteX1363" fmla="*/ 3032714 w 3805936"/>
              <a:gd name="connsiteY1363" fmla="*/ 488954 h 856262"/>
              <a:gd name="connsiteX1364" fmla="*/ 3040657 w 3805936"/>
              <a:gd name="connsiteY1364" fmla="*/ 485424 h 856262"/>
              <a:gd name="connsiteX1365" fmla="*/ 3093606 w 3805936"/>
              <a:gd name="connsiteY1365" fmla="*/ 434681 h 856262"/>
              <a:gd name="connsiteX1366" fmla="*/ 3114051 w 3805936"/>
              <a:gd name="connsiteY1366" fmla="*/ 398792 h 856262"/>
              <a:gd name="connsiteX1367" fmla="*/ 3118316 w 3805936"/>
              <a:gd name="connsiteY1367" fmla="*/ 384084 h 856262"/>
              <a:gd name="connsiteX1368" fmla="*/ 3107726 w 3805936"/>
              <a:gd name="connsiteY1368" fmla="*/ 384084 h 856262"/>
              <a:gd name="connsiteX1369" fmla="*/ 3099636 w 3805936"/>
              <a:gd name="connsiteY1369" fmla="*/ 384084 h 856262"/>
              <a:gd name="connsiteX1370" fmla="*/ 3088752 w 3805936"/>
              <a:gd name="connsiteY1370" fmla="*/ 387026 h 856262"/>
              <a:gd name="connsiteX1371" fmla="*/ 3078309 w 3805936"/>
              <a:gd name="connsiteY1371" fmla="*/ 387026 h 856262"/>
              <a:gd name="connsiteX1372" fmla="*/ 3062276 w 3805936"/>
              <a:gd name="connsiteY1372" fmla="*/ 379524 h 856262"/>
              <a:gd name="connsiteX1373" fmla="*/ 3043596 w 3805936"/>
              <a:gd name="connsiteY1373" fmla="*/ 356284 h 856262"/>
              <a:gd name="connsiteX1374" fmla="*/ 3048598 w 3805936"/>
              <a:gd name="connsiteY1374" fmla="*/ 341576 h 856262"/>
              <a:gd name="connsiteX1375" fmla="*/ 3057424 w 3805936"/>
              <a:gd name="connsiteY1375" fmla="*/ 332458 h 856262"/>
              <a:gd name="connsiteX1376" fmla="*/ 3068602 w 3805936"/>
              <a:gd name="connsiteY1376" fmla="*/ 328193 h 856262"/>
              <a:gd name="connsiteX1377" fmla="*/ 3078014 w 3805936"/>
              <a:gd name="connsiteY1377" fmla="*/ 322014 h 856262"/>
              <a:gd name="connsiteX1378" fmla="*/ 3100961 w 3805936"/>
              <a:gd name="connsiteY1378" fmla="*/ 322014 h 856262"/>
              <a:gd name="connsiteX1379" fmla="*/ 3138761 w 3805936"/>
              <a:gd name="connsiteY1379" fmla="*/ 308629 h 856262"/>
              <a:gd name="connsiteX1380" fmla="*/ 3145967 w 3805936"/>
              <a:gd name="connsiteY1380" fmla="*/ 273771 h 856262"/>
              <a:gd name="connsiteX1381" fmla="*/ 3148467 w 3805936"/>
              <a:gd name="connsiteY1381" fmla="*/ 251709 h 856262"/>
              <a:gd name="connsiteX1382" fmla="*/ 3147439 w 3805936"/>
              <a:gd name="connsiteY1382" fmla="*/ 232735 h 856262"/>
              <a:gd name="connsiteX1383" fmla="*/ 3153322 w 3805936"/>
              <a:gd name="connsiteY1383" fmla="*/ 225970 h 856262"/>
              <a:gd name="connsiteX1384" fmla="*/ 3168031 w 3805936"/>
              <a:gd name="connsiteY1384" fmla="*/ 227146 h 856262"/>
              <a:gd name="connsiteX1385" fmla="*/ 3179502 w 3805936"/>
              <a:gd name="connsiteY1385" fmla="*/ 223470 h 856262"/>
              <a:gd name="connsiteX1386" fmla="*/ 3191710 w 3805936"/>
              <a:gd name="connsiteY1386" fmla="*/ 223304 h 856262"/>
              <a:gd name="connsiteX1387" fmla="*/ 1143579 w 3805936"/>
              <a:gd name="connsiteY1387" fmla="*/ 218762 h 856262"/>
              <a:gd name="connsiteX1388" fmla="*/ 1154463 w 3805936"/>
              <a:gd name="connsiteY1388" fmla="*/ 224792 h 856262"/>
              <a:gd name="connsiteX1389" fmla="*/ 1171818 w 3805936"/>
              <a:gd name="connsiteY1389" fmla="*/ 226705 h 856262"/>
              <a:gd name="connsiteX1390" fmla="*/ 1189469 w 3805936"/>
              <a:gd name="connsiteY1390" fmla="*/ 226705 h 856262"/>
              <a:gd name="connsiteX1391" fmla="*/ 1200941 w 3805936"/>
              <a:gd name="connsiteY1391" fmla="*/ 229647 h 856262"/>
              <a:gd name="connsiteX1392" fmla="*/ 1211089 w 3805936"/>
              <a:gd name="connsiteY1392" fmla="*/ 234500 h 856262"/>
              <a:gd name="connsiteX1393" fmla="*/ 1221974 w 3805936"/>
              <a:gd name="connsiteY1393" fmla="*/ 251415 h 856262"/>
              <a:gd name="connsiteX1394" fmla="*/ 1220061 w 3805936"/>
              <a:gd name="connsiteY1394" fmla="*/ 252150 h 856262"/>
              <a:gd name="connsiteX1395" fmla="*/ 1219179 w 3805936"/>
              <a:gd name="connsiteY1395" fmla="*/ 263329 h 856262"/>
              <a:gd name="connsiteX1396" fmla="*/ 1219179 w 3805936"/>
              <a:gd name="connsiteY1396" fmla="*/ 280390 h 856262"/>
              <a:gd name="connsiteX1397" fmla="*/ 1210501 w 3805936"/>
              <a:gd name="connsiteY1397" fmla="*/ 298924 h 856262"/>
              <a:gd name="connsiteX1398" fmla="*/ 1208001 w 3805936"/>
              <a:gd name="connsiteY1398" fmla="*/ 318044 h 856262"/>
              <a:gd name="connsiteX1399" fmla="*/ 1206089 w 3805936"/>
              <a:gd name="connsiteY1399" fmla="*/ 352755 h 856262"/>
              <a:gd name="connsiteX1400" fmla="*/ 1202999 w 3805936"/>
              <a:gd name="connsiteY1400" fmla="*/ 373935 h 856262"/>
              <a:gd name="connsiteX1401" fmla="*/ 1201676 w 3805936"/>
              <a:gd name="connsiteY1401" fmla="*/ 391878 h 856262"/>
              <a:gd name="connsiteX1402" fmla="*/ 1205794 w 3805936"/>
              <a:gd name="connsiteY1402" fmla="*/ 404087 h 856262"/>
              <a:gd name="connsiteX1403" fmla="*/ 1206971 w 3805936"/>
              <a:gd name="connsiteY1403" fmla="*/ 411147 h 856262"/>
              <a:gd name="connsiteX1404" fmla="*/ 1209324 w 3805936"/>
              <a:gd name="connsiteY1404" fmla="*/ 422178 h 856262"/>
              <a:gd name="connsiteX1405" fmla="*/ 1202706 w 3805936"/>
              <a:gd name="connsiteY1405" fmla="*/ 445858 h 856262"/>
              <a:gd name="connsiteX1406" fmla="*/ 1194323 w 3805936"/>
              <a:gd name="connsiteY1406" fmla="*/ 458801 h 856262"/>
              <a:gd name="connsiteX1407" fmla="*/ 1169318 w 3805936"/>
              <a:gd name="connsiteY1407" fmla="*/ 473510 h 856262"/>
              <a:gd name="connsiteX1408" fmla="*/ 1147403 w 3805936"/>
              <a:gd name="connsiteY1408" fmla="*/ 494248 h 856262"/>
              <a:gd name="connsiteX1409" fmla="*/ 1124311 w 3805936"/>
              <a:gd name="connsiteY1409" fmla="*/ 504691 h 856262"/>
              <a:gd name="connsiteX1410" fmla="*/ 1094894 w 3805936"/>
              <a:gd name="connsiteY1410" fmla="*/ 522194 h 856262"/>
              <a:gd name="connsiteX1411" fmla="*/ 1076803 w 3805936"/>
              <a:gd name="connsiteY1411" fmla="*/ 529843 h 856262"/>
              <a:gd name="connsiteX1412" fmla="*/ 1048563 w 3805936"/>
              <a:gd name="connsiteY1412" fmla="*/ 550141 h 856262"/>
              <a:gd name="connsiteX1413" fmla="*/ 1030470 w 3805936"/>
              <a:gd name="connsiteY1413" fmla="*/ 533814 h 856262"/>
              <a:gd name="connsiteX1414" fmla="*/ 1018852 w 3805936"/>
              <a:gd name="connsiteY1414" fmla="*/ 524843 h 856262"/>
              <a:gd name="connsiteX1415" fmla="*/ 1015615 w 3805936"/>
              <a:gd name="connsiteY1415" fmla="*/ 510134 h 856262"/>
              <a:gd name="connsiteX1416" fmla="*/ 1011497 w 3805936"/>
              <a:gd name="connsiteY1416" fmla="*/ 497338 h 856262"/>
              <a:gd name="connsiteX1417" fmla="*/ 1018557 w 3805936"/>
              <a:gd name="connsiteY1417" fmla="*/ 487630 h 856262"/>
              <a:gd name="connsiteX1418" fmla="*/ 1029442 w 3805936"/>
              <a:gd name="connsiteY1418" fmla="*/ 486600 h 856262"/>
              <a:gd name="connsiteX1419" fmla="*/ 1046356 w 3805936"/>
              <a:gd name="connsiteY1419" fmla="*/ 476598 h 856262"/>
              <a:gd name="connsiteX1420" fmla="*/ 1064448 w 3805936"/>
              <a:gd name="connsiteY1420" fmla="*/ 469686 h 856262"/>
              <a:gd name="connsiteX1421" fmla="*/ 1095776 w 3805936"/>
              <a:gd name="connsiteY1421" fmla="*/ 452330 h 856262"/>
              <a:gd name="connsiteX1422" fmla="*/ 1110484 w 3805936"/>
              <a:gd name="connsiteY1422" fmla="*/ 437621 h 856262"/>
              <a:gd name="connsiteX1423" fmla="*/ 1109603 w 3805936"/>
              <a:gd name="connsiteY1423" fmla="*/ 404382 h 856262"/>
              <a:gd name="connsiteX1424" fmla="*/ 1101808 w 3805936"/>
              <a:gd name="connsiteY1424" fmla="*/ 399675 h 856262"/>
              <a:gd name="connsiteX1425" fmla="*/ 1087099 w 3805936"/>
              <a:gd name="connsiteY1425" fmla="*/ 401587 h 856262"/>
              <a:gd name="connsiteX1426" fmla="*/ 1073273 w 3805936"/>
              <a:gd name="connsiteY1426" fmla="*/ 406587 h 856262"/>
              <a:gd name="connsiteX1427" fmla="*/ 1062829 w 3805936"/>
              <a:gd name="connsiteY1427" fmla="*/ 407912 h 856262"/>
              <a:gd name="connsiteX1428" fmla="*/ 1056064 w 3805936"/>
              <a:gd name="connsiteY1428" fmla="*/ 402175 h 856262"/>
              <a:gd name="connsiteX1429" fmla="*/ 1052976 w 3805936"/>
              <a:gd name="connsiteY1429" fmla="*/ 385113 h 856262"/>
              <a:gd name="connsiteX1430" fmla="*/ 1050033 w 3805936"/>
              <a:gd name="connsiteY1430" fmla="*/ 373200 h 856262"/>
              <a:gd name="connsiteX1431" fmla="*/ 1051358 w 3805936"/>
              <a:gd name="connsiteY1431" fmla="*/ 349078 h 856262"/>
              <a:gd name="connsiteX1432" fmla="*/ 1066066 w 3805936"/>
              <a:gd name="connsiteY1432" fmla="*/ 335105 h 856262"/>
              <a:gd name="connsiteX1433" fmla="*/ 1085628 w 3805936"/>
              <a:gd name="connsiteY1433" fmla="*/ 328928 h 856262"/>
              <a:gd name="connsiteX1434" fmla="*/ 1100336 w 3805936"/>
              <a:gd name="connsiteY1434" fmla="*/ 327898 h 856262"/>
              <a:gd name="connsiteX1435" fmla="*/ 1120046 w 3805936"/>
              <a:gd name="connsiteY1435" fmla="*/ 318927 h 856262"/>
              <a:gd name="connsiteX1436" fmla="*/ 1129606 w 3805936"/>
              <a:gd name="connsiteY1436" fmla="*/ 300982 h 856262"/>
              <a:gd name="connsiteX1437" fmla="*/ 1135636 w 3805936"/>
              <a:gd name="connsiteY1437" fmla="*/ 262299 h 856262"/>
              <a:gd name="connsiteX1438" fmla="*/ 1125781 w 3805936"/>
              <a:gd name="connsiteY1438" fmla="*/ 237295 h 856262"/>
              <a:gd name="connsiteX1439" fmla="*/ 1125781 w 3805936"/>
              <a:gd name="connsiteY1439" fmla="*/ 230235 h 856262"/>
              <a:gd name="connsiteX1440" fmla="*/ 1136813 w 3805936"/>
              <a:gd name="connsiteY1440" fmla="*/ 221704 h 856262"/>
              <a:gd name="connsiteX1441" fmla="*/ 1143579 w 3805936"/>
              <a:gd name="connsiteY1441" fmla="*/ 218762 h 856262"/>
              <a:gd name="connsiteX1442" fmla="*/ 1352437 w 3805936"/>
              <a:gd name="connsiteY1442" fmla="*/ 199201 h 856262"/>
              <a:gd name="connsiteX1443" fmla="*/ 1363174 w 3805936"/>
              <a:gd name="connsiteY1443" fmla="*/ 205526 h 856262"/>
              <a:gd name="connsiteX1444" fmla="*/ 1372146 w 3805936"/>
              <a:gd name="connsiteY1444" fmla="*/ 207584 h 856262"/>
              <a:gd name="connsiteX1445" fmla="*/ 1379059 w 3805936"/>
              <a:gd name="connsiteY1445" fmla="*/ 215379 h 856262"/>
              <a:gd name="connsiteX1446" fmla="*/ 1384647 w 3805936"/>
              <a:gd name="connsiteY1446" fmla="*/ 237001 h 856262"/>
              <a:gd name="connsiteX1447" fmla="*/ 1368616 w 3805936"/>
              <a:gd name="connsiteY1447" fmla="*/ 266417 h 856262"/>
              <a:gd name="connsiteX1448" fmla="*/ 1365527 w 3805936"/>
              <a:gd name="connsiteY1448" fmla="*/ 281126 h 856262"/>
              <a:gd name="connsiteX1449" fmla="*/ 1378764 w 3805936"/>
              <a:gd name="connsiteY1449" fmla="*/ 285686 h 856262"/>
              <a:gd name="connsiteX1450" fmla="*/ 1392002 w 3805936"/>
              <a:gd name="connsiteY1450" fmla="*/ 278184 h 856262"/>
              <a:gd name="connsiteX1451" fmla="*/ 1413329 w 3805936"/>
              <a:gd name="connsiteY1451" fmla="*/ 285686 h 856262"/>
              <a:gd name="connsiteX1452" fmla="*/ 1425242 w 3805936"/>
              <a:gd name="connsiteY1452" fmla="*/ 307896 h 856262"/>
              <a:gd name="connsiteX1453" fmla="*/ 1427742 w 3805936"/>
              <a:gd name="connsiteY1453" fmla="*/ 323780 h 856262"/>
              <a:gd name="connsiteX1454" fmla="*/ 1420536 w 3805936"/>
              <a:gd name="connsiteY1454" fmla="*/ 332017 h 856262"/>
              <a:gd name="connsiteX1455" fmla="*/ 1405827 w 3805936"/>
              <a:gd name="connsiteY1455" fmla="*/ 335841 h 856262"/>
              <a:gd name="connsiteX1456" fmla="*/ 1393032 w 3805936"/>
              <a:gd name="connsiteY1456" fmla="*/ 344812 h 856262"/>
              <a:gd name="connsiteX1457" fmla="*/ 1375087 w 3805936"/>
              <a:gd name="connsiteY1457" fmla="*/ 354814 h 856262"/>
              <a:gd name="connsiteX1458" fmla="*/ 1346554 w 3805936"/>
              <a:gd name="connsiteY1458" fmla="*/ 368640 h 856262"/>
              <a:gd name="connsiteX1459" fmla="*/ 1336699 w 3805936"/>
              <a:gd name="connsiteY1459" fmla="*/ 400115 h 856262"/>
              <a:gd name="connsiteX1460" fmla="*/ 1337729 w 3805936"/>
              <a:gd name="connsiteY1460" fmla="*/ 414824 h 856262"/>
              <a:gd name="connsiteX1461" fmla="*/ 1345671 w 3805936"/>
              <a:gd name="connsiteY1461" fmla="*/ 440858 h 856262"/>
              <a:gd name="connsiteX1462" fmla="*/ 1367439 w 3805936"/>
              <a:gd name="connsiteY1462" fmla="*/ 450565 h 856262"/>
              <a:gd name="connsiteX1463" fmla="*/ 1383031 w 3805936"/>
              <a:gd name="connsiteY1463" fmla="*/ 452625 h 856262"/>
              <a:gd name="connsiteX1464" fmla="*/ 1394061 w 3805936"/>
              <a:gd name="connsiteY1464" fmla="*/ 454978 h 856262"/>
              <a:gd name="connsiteX1465" fmla="*/ 1404946 w 3805936"/>
              <a:gd name="connsiteY1465" fmla="*/ 459243 h 856262"/>
              <a:gd name="connsiteX1466" fmla="*/ 1422007 w 3805936"/>
              <a:gd name="connsiteY1466" fmla="*/ 461008 h 856262"/>
              <a:gd name="connsiteX1467" fmla="*/ 1422742 w 3805936"/>
              <a:gd name="connsiteY1467" fmla="*/ 461302 h 856262"/>
              <a:gd name="connsiteX1468" fmla="*/ 1432302 w 3805936"/>
              <a:gd name="connsiteY1468" fmla="*/ 483218 h 856262"/>
              <a:gd name="connsiteX1469" fmla="*/ 1423772 w 3805936"/>
              <a:gd name="connsiteY1469" fmla="*/ 507633 h 856262"/>
              <a:gd name="connsiteX1470" fmla="*/ 1416712 w 3805936"/>
              <a:gd name="connsiteY1470" fmla="*/ 523666 h 856262"/>
              <a:gd name="connsiteX1471" fmla="*/ 1398327 w 3805936"/>
              <a:gd name="connsiteY1471" fmla="*/ 526460 h 856262"/>
              <a:gd name="connsiteX1472" fmla="*/ 1380236 w 3805936"/>
              <a:gd name="connsiteY1472" fmla="*/ 530725 h 856262"/>
              <a:gd name="connsiteX1473" fmla="*/ 1367586 w 3805936"/>
              <a:gd name="connsiteY1473" fmla="*/ 525283 h 856262"/>
              <a:gd name="connsiteX1474" fmla="*/ 1348024 w 3805936"/>
              <a:gd name="connsiteY1474" fmla="*/ 523372 h 856262"/>
              <a:gd name="connsiteX1475" fmla="*/ 1328756 w 3805936"/>
              <a:gd name="connsiteY1475" fmla="*/ 523372 h 856262"/>
              <a:gd name="connsiteX1476" fmla="*/ 1312431 w 3805936"/>
              <a:gd name="connsiteY1476" fmla="*/ 518665 h 856262"/>
              <a:gd name="connsiteX1477" fmla="*/ 1288602 w 3805936"/>
              <a:gd name="connsiteY1477" fmla="*/ 517342 h 856262"/>
              <a:gd name="connsiteX1478" fmla="*/ 1276542 w 3805936"/>
              <a:gd name="connsiteY1478" fmla="*/ 510722 h 856262"/>
              <a:gd name="connsiteX1479" fmla="*/ 1265364 w 3805936"/>
              <a:gd name="connsiteY1479" fmla="*/ 492778 h 856262"/>
              <a:gd name="connsiteX1480" fmla="*/ 1263892 w 3805936"/>
              <a:gd name="connsiteY1480" fmla="*/ 471892 h 856262"/>
              <a:gd name="connsiteX1481" fmla="*/ 1258744 w 3805936"/>
              <a:gd name="connsiteY1481" fmla="*/ 447035 h 856262"/>
              <a:gd name="connsiteX1482" fmla="*/ 1257716 w 3805936"/>
              <a:gd name="connsiteY1482" fmla="*/ 431445 h 856262"/>
              <a:gd name="connsiteX1483" fmla="*/ 1255804 w 3805936"/>
              <a:gd name="connsiteY1483" fmla="*/ 416737 h 856262"/>
              <a:gd name="connsiteX1484" fmla="*/ 1253449 w 3805936"/>
              <a:gd name="connsiteY1484" fmla="*/ 393645 h 856262"/>
              <a:gd name="connsiteX1485" fmla="*/ 1259627 w 3805936"/>
              <a:gd name="connsiteY1485" fmla="*/ 356432 h 856262"/>
              <a:gd name="connsiteX1486" fmla="*/ 1264776 w 3805936"/>
              <a:gd name="connsiteY1486" fmla="*/ 344812 h 856262"/>
              <a:gd name="connsiteX1487" fmla="*/ 1269187 w 3805936"/>
              <a:gd name="connsiteY1487" fmla="*/ 325692 h 856262"/>
              <a:gd name="connsiteX1488" fmla="*/ 1273306 w 3805936"/>
              <a:gd name="connsiteY1488" fmla="*/ 306131 h 856262"/>
              <a:gd name="connsiteX1489" fmla="*/ 1275072 w 3805936"/>
              <a:gd name="connsiteY1489" fmla="*/ 275684 h 856262"/>
              <a:gd name="connsiteX1490" fmla="*/ 1279484 w 3805936"/>
              <a:gd name="connsiteY1490" fmla="*/ 257151 h 856262"/>
              <a:gd name="connsiteX1491" fmla="*/ 1285809 w 3805936"/>
              <a:gd name="connsiteY1491" fmla="*/ 227734 h 856262"/>
              <a:gd name="connsiteX1492" fmla="*/ 1286544 w 3805936"/>
              <a:gd name="connsiteY1492" fmla="*/ 207584 h 856262"/>
              <a:gd name="connsiteX1493" fmla="*/ 1298162 w 3805936"/>
              <a:gd name="connsiteY1493" fmla="*/ 199348 h 856262"/>
              <a:gd name="connsiteX1494" fmla="*/ 1312871 w 3805936"/>
              <a:gd name="connsiteY1494" fmla="*/ 202438 h 856262"/>
              <a:gd name="connsiteX1495" fmla="*/ 1325962 w 3805936"/>
              <a:gd name="connsiteY1495" fmla="*/ 199643 h 856262"/>
              <a:gd name="connsiteX1496" fmla="*/ 1337729 w 3805936"/>
              <a:gd name="connsiteY1496" fmla="*/ 201996 h 856262"/>
              <a:gd name="connsiteX1497" fmla="*/ 1352437 w 3805936"/>
              <a:gd name="connsiteY1497" fmla="*/ 199201 h 856262"/>
              <a:gd name="connsiteX1498" fmla="*/ 427710 w 3805936"/>
              <a:gd name="connsiteY1498" fmla="*/ 198541 h 856262"/>
              <a:gd name="connsiteX1499" fmla="*/ 419272 w 3805936"/>
              <a:gd name="connsiteY1499" fmla="*/ 210480 h 856262"/>
              <a:gd name="connsiteX1500" fmla="*/ 419272 w 3805936"/>
              <a:gd name="connsiteY1500" fmla="*/ 211071 h 856262"/>
              <a:gd name="connsiteX1501" fmla="*/ 412142 w 3805936"/>
              <a:gd name="connsiteY1501" fmla="*/ 247901 h 856262"/>
              <a:gd name="connsiteX1502" fmla="*/ 411594 w 3805936"/>
              <a:gd name="connsiteY1502" fmla="*/ 250644 h 856262"/>
              <a:gd name="connsiteX1503" fmla="*/ 406362 w 3805936"/>
              <a:gd name="connsiteY1503" fmla="*/ 250644 h 856262"/>
              <a:gd name="connsiteX1504" fmla="*/ 278024 w 3805936"/>
              <a:gd name="connsiteY1504" fmla="*/ 232123 h 856262"/>
              <a:gd name="connsiteX1505" fmla="*/ 289204 w 3805936"/>
              <a:gd name="connsiteY1505" fmla="*/ 259672 h 856262"/>
              <a:gd name="connsiteX1506" fmla="*/ 319707 w 3805936"/>
              <a:gd name="connsiteY1506" fmla="*/ 278741 h 856262"/>
              <a:gd name="connsiteX1507" fmla="*/ 322238 w 3805936"/>
              <a:gd name="connsiteY1507" fmla="*/ 279247 h 856262"/>
              <a:gd name="connsiteX1508" fmla="*/ 322238 w 3805936"/>
              <a:gd name="connsiteY1508" fmla="*/ 281821 h 856262"/>
              <a:gd name="connsiteX1509" fmla="*/ 322407 w 3805936"/>
              <a:gd name="connsiteY1509" fmla="*/ 281821 h 856262"/>
              <a:gd name="connsiteX1510" fmla="*/ 333587 w 3805936"/>
              <a:gd name="connsiteY1510" fmla="*/ 304350 h 856262"/>
              <a:gd name="connsiteX1511" fmla="*/ 357170 w 3805936"/>
              <a:gd name="connsiteY1511" fmla="*/ 311817 h 856262"/>
              <a:gd name="connsiteX1512" fmla="*/ 360334 w 3805936"/>
              <a:gd name="connsiteY1512" fmla="*/ 311817 h 856262"/>
              <a:gd name="connsiteX1513" fmla="*/ 362992 w 3805936"/>
              <a:gd name="connsiteY1513" fmla="*/ 311480 h 856262"/>
              <a:gd name="connsiteX1514" fmla="*/ 363920 w 3805936"/>
              <a:gd name="connsiteY1514" fmla="*/ 313969 h 856262"/>
              <a:gd name="connsiteX1515" fmla="*/ 381555 w 3805936"/>
              <a:gd name="connsiteY1515" fmla="*/ 328566 h 856262"/>
              <a:gd name="connsiteX1516" fmla="*/ 390584 w 3805936"/>
              <a:gd name="connsiteY1516" fmla="*/ 329916 h 856262"/>
              <a:gd name="connsiteX1517" fmla="*/ 402270 w 3805936"/>
              <a:gd name="connsiteY1517" fmla="*/ 327891 h 856262"/>
              <a:gd name="connsiteX1518" fmla="*/ 408472 w 3805936"/>
              <a:gd name="connsiteY1518" fmla="*/ 325318 h 856262"/>
              <a:gd name="connsiteX1519" fmla="*/ 399359 w 3805936"/>
              <a:gd name="connsiteY1519" fmla="*/ 362570 h 856262"/>
              <a:gd name="connsiteX1520" fmla="*/ 456736 w 3805936"/>
              <a:gd name="connsiteY1520" fmla="*/ 362570 h 856262"/>
              <a:gd name="connsiteX1521" fmla="*/ 447581 w 3805936"/>
              <a:gd name="connsiteY1521" fmla="*/ 325275 h 856262"/>
              <a:gd name="connsiteX1522" fmla="*/ 453825 w 3805936"/>
              <a:gd name="connsiteY1522" fmla="*/ 327891 h 856262"/>
              <a:gd name="connsiteX1523" fmla="*/ 465469 w 3805936"/>
              <a:gd name="connsiteY1523" fmla="*/ 329916 h 856262"/>
              <a:gd name="connsiteX1524" fmla="*/ 474497 w 3805936"/>
              <a:gd name="connsiteY1524" fmla="*/ 328566 h 856262"/>
              <a:gd name="connsiteX1525" fmla="*/ 492132 w 3805936"/>
              <a:gd name="connsiteY1525" fmla="*/ 313969 h 856262"/>
              <a:gd name="connsiteX1526" fmla="*/ 493060 w 3805936"/>
              <a:gd name="connsiteY1526" fmla="*/ 311480 h 856262"/>
              <a:gd name="connsiteX1527" fmla="*/ 495718 w 3805936"/>
              <a:gd name="connsiteY1527" fmla="*/ 311817 h 856262"/>
              <a:gd name="connsiteX1528" fmla="*/ 498882 w 3805936"/>
              <a:gd name="connsiteY1528" fmla="*/ 311817 h 856262"/>
              <a:gd name="connsiteX1529" fmla="*/ 522466 w 3805936"/>
              <a:gd name="connsiteY1529" fmla="*/ 304350 h 856262"/>
              <a:gd name="connsiteX1530" fmla="*/ 533646 w 3805936"/>
              <a:gd name="connsiteY1530" fmla="*/ 281779 h 856262"/>
              <a:gd name="connsiteX1531" fmla="*/ 533646 w 3805936"/>
              <a:gd name="connsiteY1531" fmla="*/ 279247 h 856262"/>
              <a:gd name="connsiteX1532" fmla="*/ 536177 w 3805936"/>
              <a:gd name="connsiteY1532" fmla="*/ 278741 h 856262"/>
              <a:gd name="connsiteX1533" fmla="*/ 566637 w 3805936"/>
              <a:gd name="connsiteY1533" fmla="*/ 259672 h 856262"/>
              <a:gd name="connsiteX1534" fmla="*/ 577817 w 3805936"/>
              <a:gd name="connsiteY1534" fmla="*/ 232123 h 856262"/>
              <a:gd name="connsiteX1535" fmla="*/ 449606 w 3805936"/>
              <a:gd name="connsiteY1535" fmla="*/ 250644 h 856262"/>
              <a:gd name="connsiteX1536" fmla="*/ 444374 w 3805936"/>
              <a:gd name="connsiteY1536" fmla="*/ 250644 h 856262"/>
              <a:gd name="connsiteX1537" fmla="*/ 443826 w 3805936"/>
              <a:gd name="connsiteY1537" fmla="*/ 247901 h 856262"/>
              <a:gd name="connsiteX1538" fmla="*/ 436696 w 3805936"/>
              <a:gd name="connsiteY1538" fmla="*/ 211071 h 856262"/>
              <a:gd name="connsiteX1539" fmla="*/ 436696 w 3805936"/>
              <a:gd name="connsiteY1539" fmla="*/ 210480 h 856262"/>
              <a:gd name="connsiteX1540" fmla="*/ 428258 w 3805936"/>
              <a:gd name="connsiteY1540" fmla="*/ 198541 h 856262"/>
              <a:gd name="connsiteX1541" fmla="*/ 494072 w 3805936"/>
              <a:gd name="connsiteY1541" fmla="*/ 197065 h 856262"/>
              <a:gd name="connsiteX1542" fmla="*/ 510568 w 3805936"/>
              <a:gd name="connsiteY1542" fmla="*/ 207738 h 856262"/>
              <a:gd name="connsiteX1543" fmla="*/ 490993 w 3805936"/>
              <a:gd name="connsiteY1543" fmla="*/ 208793 h 856262"/>
              <a:gd name="connsiteX1544" fmla="*/ 476395 w 3805936"/>
              <a:gd name="connsiteY1544" fmla="*/ 198161 h 856262"/>
              <a:gd name="connsiteX1545" fmla="*/ 494072 w 3805936"/>
              <a:gd name="connsiteY1545" fmla="*/ 197065 h 856262"/>
              <a:gd name="connsiteX1546" fmla="*/ 2355689 w 3805936"/>
              <a:gd name="connsiteY1546" fmla="*/ 195083 h 856262"/>
              <a:gd name="connsiteX1547" fmla="*/ 2370398 w 3805936"/>
              <a:gd name="connsiteY1547" fmla="*/ 200820 h 856262"/>
              <a:gd name="connsiteX1548" fmla="*/ 2399814 w 3805936"/>
              <a:gd name="connsiteY1548" fmla="*/ 203025 h 856262"/>
              <a:gd name="connsiteX1549" fmla="*/ 2401139 w 3805936"/>
              <a:gd name="connsiteY1549" fmla="*/ 203761 h 856262"/>
              <a:gd name="connsiteX1550" fmla="*/ 2406139 w 3805936"/>
              <a:gd name="connsiteY1550" fmla="*/ 215821 h 856262"/>
              <a:gd name="connsiteX1551" fmla="*/ 2416288 w 3805936"/>
              <a:gd name="connsiteY1551" fmla="*/ 236413 h 856262"/>
              <a:gd name="connsiteX1552" fmla="*/ 2408051 w 3805936"/>
              <a:gd name="connsiteY1552" fmla="*/ 253916 h 856262"/>
              <a:gd name="connsiteX1553" fmla="*/ 2404228 w 3805936"/>
              <a:gd name="connsiteY1553" fmla="*/ 270094 h 856262"/>
              <a:gd name="connsiteX1554" fmla="*/ 2389519 w 3805936"/>
              <a:gd name="connsiteY1554" fmla="*/ 296129 h 856262"/>
              <a:gd name="connsiteX1555" fmla="*/ 2376281 w 3805936"/>
              <a:gd name="connsiteY1555" fmla="*/ 310837 h 856262"/>
              <a:gd name="connsiteX1556" fmla="*/ 2346864 w 3805936"/>
              <a:gd name="connsiteY1556" fmla="*/ 372317 h 856262"/>
              <a:gd name="connsiteX1557" fmla="*/ 2337011 w 3805936"/>
              <a:gd name="connsiteY1557" fmla="*/ 382172 h 856262"/>
              <a:gd name="connsiteX1558" fmla="*/ 2324949 w 3805936"/>
              <a:gd name="connsiteY1558" fmla="*/ 382172 h 856262"/>
              <a:gd name="connsiteX1559" fmla="*/ 2312299 w 3805936"/>
              <a:gd name="connsiteY1559" fmla="*/ 386291 h 856262"/>
              <a:gd name="connsiteX1560" fmla="*/ 2293474 w 3805936"/>
              <a:gd name="connsiteY1560" fmla="*/ 392027 h 856262"/>
              <a:gd name="connsiteX1561" fmla="*/ 2293474 w 3805936"/>
              <a:gd name="connsiteY1561" fmla="*/ 406735 h 856262"/>
              <a:gd name="connsiteX1562" fmla="*/ 2308181 w 3805936"/>
              <a:gd name="connsiteY1562" fmla="*/ 404087 h 856262"/>
              <a:gd name="connsiteX1563" fmla="*/ 2319654 w 3805936"/>
              <a:gd name="connsiteY1563" fmla="*/ 398792 h 856262"/>
              <a:gd name="connsiteX1564" fmla="*/ 2335539 w 3805936"/>
              <a:gd name="connsiteY1564" fmla="*/ 403794 h 856262"/>
              <a:gd name="connsiteX1565" fmla="*/ 2341864 w 3805936"/>
              <a:gd name="connsiteY1565" fmla="*/ 411147 h 856262"/>
              <a:gd name="connsiteX1566" fmla="*/ 2345983 w 3805936"/>
              <a:gd name="connsiteY1566" fmla="*/ 431150 h 856262"/>
              <a:gd name="connsiteX1567" fmla="*/ 2343483 w 3805936"/>
              <a:gd name="connsiteY1567" fmla="*/ 439387 h 856262"/>
              <a:gd name="connsiteX1568" fmla="*/ 2328774 w 3805936"/>
              <a:gd name="connsiteY1568" fmla="*/ 449535 h 856262"/>
              <a:gd name="connsiteX1569" fmla="*/ 2312299 w 3805936"/>
              <a:gd name="connsiteY1569" fmla="*/ 455567 h 856262"/>
              <a:gd name="connsiteX1570" fmla="*/ 2307153 w 3805936"/>
              <a:gd name="connsiteY1570" fmla="*/ 465127 h 856262"/>
              <a:gd name="connsiteX1571" fmla="*/ 2315094 w 3805936"/>
              <a:gd name="connsiteY1571" fmla="*/ 471452 h 856262"/>
              <a:gd name="connsiteX1572" fmla="*/ 2337011 w 3805936"/>
              <a:gd name="connsiteY1572" fmla="*/ 467334 h 856262"/>
              <a:gd name="connsiteX1573" fmla="*/ 2353484 w 3805936"/>
              <a:gd name="connsiteY1573" fmla="*/ 467334 h 856262"/>
              <a:gd name="connsiteX1574" fmla="*/ 2373781 w 3805936"/>
              <a:gd name="connsiteY1574" fmla="*/ 463215 h 856262"/>
              <a:gd name="connsiteX1575" fmla="*/ 2391578 w 3805936"/>
              <a:gd name="connsiteY1575" fmla="*/ 463215 h 856262"/>
              <a:gd name="connsiteX1576" fmla="*/ 2406286 w 3805936"/>
              <a:gd name="connsiteY1576" fmla="*/ 486307 h 856262"/>
              <a:gd name="connsiteX1577" fmla="*/ 2380253 w 3805936"/>
              <a:gd name="connsiteY1577" fmla="*/ 523813 h 856262"/>
              <a:gd name="connsiteX1578" fmla="*/ 2356573 w 3805936"/>
              <a:gd name="connsiteY1578" fmla="*/ 519695 h 856262"/>
              <a:gd name="connsiteX1579" fmla="*/ 2317448 w 3805936"/>
              <a:gd name="connsiteY1579" fmla="*/ 521312 h 856262"/>
              <a:gd name="connsiteX1580" fmla="*/ 2296121 w 3805936"/>
              <a:gd name="connsiteY1580" fmla="*/ 519988 h 856262"/>
              <a:gd name="connsiteX1581" fmla="*/ 2277441 w 3805936"/>
              <a:gd name="connsiteY1581" fmla="*/ 521902 h 856262"/>
              <a:gd name="connsiteX1582" fmla="*/ 2256556 w 3805936"/>
              <a:gd name="connsiteY1582" fmla="*/ 525432 h 856262"/>
              <a:gd name="connsiteX1583" fmla="*/ 2231111 w 3805936"/>
              <a:gd name="connsiteY1583" fmla="*/ 530432 h 856262"/>
              <a:gd name="connsiteX1584" fmla="*/ 2204783 w 3805936"/>
              <a:gd name="connsiteY1584" fmla="*/ 533078 h 856262"/>
              <a:gd name="connsiteX1585" fmla="*/ 2177720 w 3805936"/>
              <a:gd name="connsiteY1585" fmla="*/ 541315 h 856262"/>
              <a:gd name="connsiteX1586" fmla="*/ 2160658 w 3805936"/>
              <a:gd name="connsiteY1586" fmla="*/ 532343 h 856262"/>
              <a:gd name="connsiteX1587" fmla="*/ 2156835 w 3805936"/>
              <a:gd name="connsiteY1587" fmla="*/ 509545 h 856262"/>
              <a:gd name="connsiteX1588" fmla="*/ 2157715 w 3805936"/>
              <a:gd name="connsiteY1588" fmla="*/ 499103 h 856262"/>
              <a:gd name="connsiteX1589" fmla="*/ 2163451 w 3805936"/>
              <a:gd name="connsiteY1589" fmla="*/ 487042 h 856262"/>
              <a:gd name="connsiteX1590" fmla="*/ 2169776 w 3805936"/>
              <a:gd name="connsiteY1590" fmla="*/ 481895 h 856262"/>
              <a:gd name="connsiteX1591" fmla="*/ 2177720 w 3805936"/>
              <a:gd name="connsiteY1591" fmla="*/ 485719 h 856262"/>
              <a:gd name="connsiteX1592" fmla="*/ 2200960 w 3805936"/>
              <a:gd name="connsiteY1592" fmla="*/ 477777 h 856262"/>
              <a:gd name="connsiteX1593" fmla="*/ 2230376 w 3805936"/>
              <a:gd name="connsiteY1593" fmla="*/ 464834 h 856262"/>
              <a:gd name="connsiteX1594" fmla="*/ 2225521 w 3805936"/>
              <a:gd name="connsiteY1594" fmla="*/ 456597 h 856262"/>
              <a:gd name="connsiteX1595" fmla="*/ 2213461 w 3805936"/>
              <a:gd name="connsiteY1595" fmla="*/ 454979 h 856262"/>
              <a:gd name="connsiteX1596" fmla="*/ 2203311 w 3805936"/>
              <a:gd name="connsiteY1596" fmla="*/ 449830 h 856262"/>
              <a:gd name="connsiteX1597" fmla="*/ 2203311 w 3805936"/>
              <a:gd name="connsiteY1597" fmla="*/ 439975 h 856262"/>
              <a:gd name="connsiteX1598" fmla="*/ 2204636 w 3805936"/>
              <a:gd name="connsiteY1598" fmla="*/ 427915 h 856262"/>
              <a:gd name="connsiteX1599" fmla="*/ 2211255 w 3805936"/>
              <a:gd name="connsiteY1599" fmla="*/ 419090 h 856262"/>
              <a:gd name="connsiteX1600" fmla="*/ 2218020 w 3805936"/>
              <a:gd name="connsiteY1600" fmla="*/ 421296 h 856262"/>
              <a:gd name="connsiteX1601" fmla="*/ 2225228 w 3805936"/>
              <a:gd name="connsiteY1601" fmla="*/ 419972 h 856262"/>
              <a:gd name="connsiteX1602" fmla="*/ 2232288 w 3805936"/>
              <a:gd name="connsiteY1602" fmla="*/ 419972 h 856262"/>
              <a:gd name="connsiteX1603" fmla="*/ 2238613 w 3805936"/>
              <a:gd name="connsiteY1603" fmla="*/ 414236 h 856262"/>
              <a:gd name="connsiteX1604" fmla="*/ 2240230 w 3805936"/>
              <a:gd name="connsiteY1604" fmla="*/ 399527 h 856262"/>
              <a:gd name="connsiteX1605" fmla="*/ 2231551 w 3805936"/>
              <a:gd name="connsiteY1605" fmla="*/ 398351 h 856262"/>
              <a:gd name="connsiteX1606" fmla="*/ 2220520 w 3805936"/>
              <a:gd name="connsiteY1606" fmla="*/ 401441 h 856262"/>
              <a:gd name="connsiteX1607" fmla="*/ 2210371 w 3805936"/>
              <a:gd name="connsiteY1607" fmla="*/ 403646 h 856262"/>
              <a:gd name="connsiteX1608" fmla="*/ 2202135 w 3805936"/>
              <a:gd name="connsiteY1608" fmla="*/ 402469 h 856262"/>
              <a:gd name="connsiteX1609" fmla="*/ 2198016 w 3805936"/>
              <a:gd name="connsiteY1609" fmla="*/ 395997 h 856262"/>
              <a:gd name="connsiteX1610" fmla="*/ 2194781 w 3805936"/>
              <a:gd name="connsiteY1610" fmla="*/ 386584 h 856262"/>
              <a:gd name="connsiteX1611" fmla="*/ 2187428 w 3805936"/>
              <a:gd name="connsiteY1611" fmla="*/ 372906 h 856262"/>
              <a:gd name="connsiteX1612" fmla="*/ 2183308 w 3805936"/>
              <a:gd name="connsiteY1612" fmla="*/ 358197 h 856262"/>
              <a:gd name="connsiteX1613" fmla="*/ 2191251 w 3805936"/>
              <a:gd name="connsiteY1613" fmla="*/ 335106 h 856262"/>
              <a:gd name="connsiteX1614" fmla="*/ 2187426 w 3805936"/>
              <a:gd name="connsiteY1614" fmla="*/ 297894 h 856262"/>
              <a:gd name="connsiteX1615" fmla="*/ 2182720 w 3805936"/>
              <a:gd name="connsiteY1615" fmla="*/ 282009 h 856262"/>
              <a:gd name="connsiteX1616" fmla="*/ 2184631 w 3805936"/>
              <a:gd name="connsiteY1616" fmla="*/ 269948 h 856262"/>
              <a:gd name="connsiteX1617" fmla="*/ 2188751 w 3805936"/>
              <a:gd name="connsiteY1617" fmla="*/ 249356 h 856262"/>
              <a:gd name="connsiteX1618" fmla="*/ 2198900 w 3805936"/>
              <a:gd name="connsiteY1618" fmla="*/ 228471 h 856262"/>
              <a:gd name="connsiteX1619" fmla="*/ 2211990 w 3805936"/>
              <a:gd name="connsiteY1619" fmla="*/ 236413 h 856262"/>
              <a:gd name="connsiteX1620" fmla="*/ 2224345 w 3805936"/>
              <a:gd name="connsiteY1620" fmla="*/ 235089 h 856262"/>
              <a:gd name="connsiteX1621" fmla="*/ 2240524 w 3805936"/>
              <a:gd name="connsiteY1621" fmla="*/ 229941 h 856262"/>
              <a:gd name="connsiteX1622" fmla="*/ 2268175 w 3805936"/>
              <a:gd name="connsiteY1622" fmla="*/ 218616 h 856262"/>
              <a:gd name="connsiteX1623" fmla="*/ 2290091 w 3805936"/>
              <a:gd name="connsiteY1623" fmla="*/ 216410 h 856262"/>
              <a:gd name="connsiteX1624" fmla="*/ 2355689 w 3805936"/>
              <a:gd name="connsiteY1624" fmla="*/ 195083 h 856262"/>
              <a:gd name="connsiteX1625" fmla="*/ 139476 w 3805936"/>
              <a:gd name="connsiteY1625" fmla="*/ 178416 h 856262"/>
              <a:gd name="connsiteX1626" fmla="*/ 137746 w 3805936"/>
              <a:gd name="connsiteY1626" fmla="*/ 179091 h 856262"/>
              <a:gd name="connsiteX1627" fmla="*/ 136101 w 3805936"/>
              <a:gd name="connsiteY1627" fmla="*/ 180146 h 856262"/>
              <a:gd name="connsiteX1628" fmla="*/ 134160 w 3805936"/>
              <a:gd name="connsiteY1628" fmla="*/ 182340 h 856262"/>
              <a:gd name="connsiteX1629" fmla="*/ 131967 w 3805936"/>
              <a:gd name="connsiteY1629" fmla="*/ 184196 h 856262"/>
              <a:gd name="connsiteX1630" fmla="*/ 130026 w 3805936"/>
              <a:gd name="connsiteY1630" fmla="*/ 184829 h 856262"/>
              <a:gd name="connsiteX1631" fmla="*/ 129604 w 3805936"/>
              <a:gd name="connsiteY1631" fmla="*/ 185968 h 856262"/>
              <a:gd name="connsiteX1632" fmla="*/ 129562 w 3805936"/>
              <a:gd name="connsiteY1632" fmla="*/ 185968 h 856262"/>
              <a:gd name="connsiteX1633" fmla="*/ 129351 w 3805936"/>
              <a:gd name="connsiteY1633" fmla="*/ 188162 h 856262"/>
              <a:gd name="connsiteX1634" fmla="*/ 130195 w 3805936"/>
              <a:gd name="connsiteY1634" fmla="*/ 189006 h 856262"/>
              <a:gd name="connsiteX1635" fmla="*/ 134414 w 3805936"/>
              <a:gd name="connsiteY1635" fmla="*/ 190609 h 856262"/>
              <a:gd name="connsiteX1636" fmla="*/ 138379 w 3805936"/>
              <a:gd name="connsiteY1636" fmla="*/ 195671 h 856262"/>
              <a:gd name="connsiteX1637" fmla="*/ 139476 w 3805936"/>
              <a:gd name="connsiteY1637" fmla="*/ 198836 h 856262"/>
              <a:gd name="connsiteX1638" fmla="*/ 138337 w 3805936"/>
              <a:gd name="connsiteY1638" fmla="*/ 202253 h 856262"/>
              <a:gd name="connsiteX1639" fmla="*/ 136860 w 3805936"/>
              <a:gd name="connsiteY1639" fmla="*/ 204067 h 856262"/>
              <a:gd name="connsiteX1640" fmla="*/ 135384 w 3805936"/>
              <a:gd name="connsiteY1640" fmla="*/ 207147 h 856262"/>
              <a:gd name="connsiteX1641" fmla="*/ 135384 w 3805936"/>
              <a:gd name="connsiteY1641" fmla="*/ 210438 h 856262"/>
              <a:gd name="connsiteX1642" fmla="*/ 138168 w 3805936"/>
              <a:gd name="connsiteY1642" fmla="*/ 213306 h 856262"/>
              <a:gd name="connsiteX1643" fmla="*/ 139898 w 3805936"/>
              <a:gd name="connsiteY1643" fmla="*/ 214277 h 856262"/>
              <a:gd name="connsiteX1644" fmla="*/ 142303 w 3805936"/>
              <a:gd name="connsiteY1644" fmla="*/ 215838 h 856262"/>
              <a:gd name="connsiteX1645" fmla="*/ 143779 w 3805936"/>
              <a:gd name="connsiteY1645" fmla="*/ 215838 h 856262"/>
              <a:gd name="connsiteX1646" fmla="*/ 144792 w 3805936"/>
              <a:gd name="connsiteY1646" fmla="*/ 214403 h 856262"/>
              <a:gd name="connsiteX1647" fmla="*/ 145720 w 3805936"/>
              <a:gd name="connsiteY1647" fmla="*/ 212167 h 856262"/>
              <a:gd name="connsiteX1648" fmla="*/ 147154 w 3805936"/>
              <a:gd name="connsiteY1648" fmla="*/ 210184 h 856262"/>
              <a:gd name="connsiteX1649" fmla="*/ 148589 w 3805936"/>
              <a:gd name="connsiteY1649" fmla="*/ 209762 h 856262"/>
              <a:gd name="connsiteX1650" fmla="*/ 152808 w 3805936"/>
              <a:gd name="connsiteY1650" fmla="*/ 213391 h 856262"/>
              <a:gd name="connsiteX1651" fmla="*/ 152808 w 3805936"/>
              <a:gd name="connsiteY1651" fmla="*/ 216766 h 856262"/>
              <a:gd name="connsiteX1652" fmla="*/ 151416 w 3805936"/>
              <a:gd name="connsiteY1652" fmla="*/ 222503 h 856262"/>
              <a:gd name="connsiteX1653" fmla="*/ 150192 w 3805936"/>
              <a:gd name="connsiteY1653" fmla="*/ 225457 h 856262"/>
              <a:gd name="connsiteX1654" fmla="*/ 149475 w 3805936"/>
              <a:gd name="connsiteY1654" fmla="*/ 228621 h 856262"/>
              <a:gd name="connsiteX1655" fmla="*/ 148378 w 3805936"/>
              <a:gd name="connsiteY1655" fmla="*/ 230055 h 856262"/>
              <a:gd name="connsiteX1656" fmla="*/ 148800 w 3805936"/>
              <a:gd name="connsiteY1656" fmla="*/ 231996 h 856262"/>
              <a:gd name="connsiteX1657" fmla="*/ 150783 w 3805936"/>
              <a:gd name="connsiteY1657" fmla="*/ 232924 h 856262"/>
              <a:gd name="connsiteX1658" fmla="*/ 152892 w 3805936"/>
              <a:gd name="connsiteY1658" fmla="*/ 234190 h 856262"/>
              <a:gd name="connsiteX1659" fmla="*/ 155297 w 3805936"/>
              <a:gd name="connsiteY1659" fmla="*/ 233768 h 856262"/>
              <a:gd name="connsiteX1660" fmla="*/ 159305 w 3805936"/>
              <a:gd name="connsiteY1660" fmla="*/ 233473 h 856262"/>
              <a:gd name="connsiteX1661" fmla="*/ 160022 w 3805936"/>
              <a:gd name="connsiteY1661" fmla="*/ 227777 h 856262"/>
              <a:gd name="connsiteX1662" fmla="*/ 161119 w 3805936"/>
              <a:gd name="connsiteY1662" fmla="*/ 224697 h 856262"/>
              <a:gd name="connsiteX1663" fmla="*/ 162385 w 3805936"/>
              <a:gd name="connsiteY1663" fmla="*/ 219171 h 856262"/>
              <a:gd name="connsiteX1664" fmla="*/ 163693 w 3805936"/>
              <a:gd name="connsiteY1664" fmla="*/ 215205 h 856262"/>
              <a:gd name="connsiteX1665" fmla="*/ 163693 w 3805936"/>
              <a:gd name="connsiteY1665" fmla="*/ 210227 h 856262"/>
              <a:gd name="connsiteX1666" fmla="*/ 164663 w 3805936"/>
              <a:gd name="connsiteY1666" fmla="*/ 205501 h 856262"/>
              <a:gd name="connsiteX1667" fmla="*/ 164030 w 3805936"/>
              <a:gd name="connsiteY1667" fmla="*/ 203055 h 856262"/>
              <a:gd name="connsiteX1668" fmla="*/ 161921 w 3805936"/>
              <a:gd name="connsiteY1668" fmla="*/ 199553 h 856262"/>
              <a:gd name="connsiteX1669" fmla="*/ 160360 w 3805936"/>
              <a:gd name="connsiteY1669" fmla="*/ 198625 h 856262"/>
              <a:gd name="connsiteX1670" fmla="*/ 159347 w 3805936"/>
              <a:gd name="connsiteY1670" fmla="*/ 197950 h 856262"/>
              <a:gd name="connsiteX1671" fmla="*/ 157449 w 3805936"/>
              <a:gd name="connsiteY1671" fmla="*/ 197064 h 856262"/>
              <a:gd name="connsiteX1672" fmla="*/ 155423 w 3805936"/>
              <a:gd name="connsiteY1672" fmla="*/ 194912 h 856262"/>
              <a:gd name="connsiteX1673" fmla="*/ 153230 w 3805936"/>
              <a:gd name="connsiteY1673" fmla="*/ 192170 h 856262"/>
              <a:gd name="connsiteX1674" fmla="*/ 149264 w 3805936"/>
              <a:gd name="connsiteY1674" fmla="*/ 187951 h 856262"/>
              <a:gd name="connsiteX1675" fmla="*/ 147197 w 3805936"/>
              <a:gd name="connsiteY1675" fmla="*/ 185504 h 856262"/>
              <a:gd name="connsiteX1676" fmla="*/ 145973 w 3805936"/>
              <a:gd name="connsiteY1676" fmla="*/ 182382 h 856262"/>
              <a:gd name="connsiteX1677" fmla="*/ 143990 w 3805936"/>
              <a:gd name="connsiteY1677" fmla="*/ 180357 h 856262"/>
              <a:gd name="connsiteX1678" fmla="*/ 142725 w 3805936"/>
              <a:gd name="connsiteY1678" fmla="*/ 179007 h 856262"/>
              <a:gd name="connsiteX1679" fmla="*/ 139476 w 3805936"/>
              <a:gd name="connsiteY1679" fmla="*/ 178416 h 856262"/>
              <a:gd name="connsiteX1680" fmla="*/ 512202 w 3805936"/>
              <a:gd name="connsiteY1680" fmla="*/ 178252 h 856262"/>
              <a:gd name="connsiteX1681" fmla="*/ 529047 w 3805936"/>
              <a:gd name="connsiteY1681" fmla="*/ 180569 h 856262"/>
              <a:gd name="connsiteX1682" fmla="*/ 513015 w 3805936"/>
              <a:gd name="connsiteY1682" fmla="*/ 189597 h 856262"/>
              <a:gd name="connsiteX1683" fmla="*/ 495886 w 3805936"/>
              <a:gd name="connsiteY1683" fmla="*/ 184197 h 856262"/>
              <a:gd name="connsiteX1684" fmla="*/ 512171 w 3805936"/>
              <a:gd name="connsiteY1684" fmla="*/ 178248 h 856262"/>
              <a:gd name="connsiteX1685" fmla="*/ 512214 w 3805936"/>
              <a:gd name="connsiteY1685" fmla="*/ 178248 h 856262"/>
              <a:gd name="connsiteX1686" fmla="*/ 512202 w 3805936"/>
              <a:gd name="connsiteY1686" fmla="*/ 178252 h 856262"/>
              <a:gd name="connsiteX1687" fmla="*/ 713580 w 3805936"/>
              <a:gd name="connsiteY1687" fmla="*/ 158419 h 856262"/>
              <a:gd name="connsiteX1688" fmla="*/ 711302 w 3805936"/>
              <a:gd name="connsiteY1688" fmla="*/ 158925 h 856262"/>
              <a:gd name="connsiteX1689" fmla="*/ 709108 w 3805936"/>
              <a:gd name="connsiteY1689" fmla="*/ 161710 h 856262"/>
              <a:gd name="connsiteX1690" fmla="*/ 704889 w 3805936"/>
              <a:gd name="connsiteY1690" fmla="*/ 166182 h 856262"/>
              <a:gd name="connsiteX1691" fmla="*/ 700417 w 3805936"/>
              <a:gd name="connsiteY1691" fmla="*/ 169810 h 856262"/>
              <a:gd name="connsiteX1692" fmla="*/ 698646 w 3805936"/>
              <a:gd name="connsiteY1692" fmla="*/ 172088 h 856262"/>
              <a:gd name="connsiteX1693" fmla="*/ 697760 w 3805936"/>
              <a:gd name="connsiteY1693" fmla="*/ 173902 h 856262"/>
              <a:gd name="connsiteX1694" fmla="*/ 696409 w 3805936"/>
              <a:gd name="connsiteY1694" fmla="*/ 173902 h 856262"/>
              <a:gd name="connsiteX1695" fmla="*/ 693709 w 3805936"/>
              <a:gd name="connsiteY1695" fmla="*/ 172636 h 856262"/>
              <a:gd name="connsiteX1696" fmla="*/ 693397 w 3805936"/>
              <a:gd name="connsiteY1696" fmla="*/ 172324 h 856262"/>
              <a:gd name="connsiteX1697" fmla="*/ 693709 w 3805936"/>
              <a:gd name="connsiteY1697" fmla="*/ 170865 h 856262"/>
              <a:gd name="connsiteX1698" fmla="*/ 696283 w 3805936"/>
              <a:gd name="connsiteY1698" fmla="*/ 167532 h 856262"/>
              <a:gd name="connsiteX1699" fmla="*/ 695608 w 3805936"/>
              <a:gd name="connsiteY1699" fmla="*/ 166899 h 856262"/>
              <a:gd name="connsiteX1700" fmla="*/ 689448 w 3805936"/>
              <a:gd name="connsiteY1700" fmla="*/ 168207 h 856262"/>
              <a:gd name="connsiteX1701" fmla="*/ 687929 w 3805936"/>
              <a:gd name="connsiteY1701" fmla="*/ 167827 h 856262"/>
              <a:gd name="connsiteX1702" fmla="*/ 686031 w 3805936"/>
              <a:gd name="connsiteY1702" fmla="*/ 168586 h 856262"/>
              <a:gd name="connsiteX1703" fmla="*/ 682571 w 3805936"/>
              <a:gd name="connsiteY1703" fmla="*/ 171708 h 856262"/>
              <a:gd name="connsiteX1704" fmla="*/ 680209 w 3805936"/>
              <a:gd name="connsiteY1704" fmla="*/ 175927 h 856262"/>
              <a:gd name="connsiteX1705" fmla="*/ 680968 w 3805936"/>
              <a:gd name="connsiteY1705" fmla="*/ 177910 h 856262"/>
              <a:gd name="connsiteX1706" fmla="*/ 687212 w 3805936"/>
              <a:gd name="connsiteY1706" fmla="*/ 178965 h 856262"/>
              <a:gd name="connsiteX1707" fmla="*/ 689026 w 3805936"/>
              <a:gd name="connsiteY1707" fmla="*/ 178965 h 856262"/>
              <a:gd name="connsiteX1708" fmla="*/ 693245 w 3805936"/>
              <a:gd name="connsiteY1708" fmla="*/ 178585 h 856262"/>
              <a:gd name="connsiteX1709" fmla="*/ 696916 w 3805936"/>
              <a:gd name="connsiteY1709" fmla="*/ 180568 h 856262"/>
              <a:gd name="connsiteX1710" fmla="*/ 699658 w 3805936"/>
              <a:gd name="connsiteY1710" fmla="*/ 182551 h 856262"/>
              <a:gd name="connsiteX1711" fmla="*/ 703033 w 3805936"/>
              <a:gd name="connsiteY1711" fmla="*/ 185335 h 856262"/>
              <a:gd name="connsiteX1712" fmla="*/ 705311 w 3805936"/>
              <a:gd name="connsiteY1712" fmla="*/ 186938 h 856262"/>
              <a:gd name="connsiteX1713" fmla="*/ 707590 w 3805936"/>
              <a:gd name="connsiteY1713" fmla="*/ 188457 h 856262"/>
              <a:gd name="connsiteX1714" fmla="*/ 711808 w 3805936"/>
              <a:gd name="connsiteY1714" fmla="*/ 192001 h 856262"/>
              <a:gd name="connsiteX1715" fmla="*/ 714466 w 3805936"/>
              <a:gd name="connsiteY1715" fmla="*/ 194153 h 856262"/>
              <a:gd name="connsiteX1716" fmla="*/ 716955 w 3805936"/>
              <a:gd name="connsiteY1716" fmla="*/ 196262 h 856262"/>
              <a:gd name="connsiteX1717" fmla="*/ 714129 w 3805936"/>
              <a:gd name="connsiteY1717" fmla="*/ 197022 h 856262"/>
              <a:gd name="connsiteX1718" fmla="*/ 711555 w 3805936"/>
              <a:gd name="connsiteY1718" fmla="*/ 196051 h 856262"/>
              <a:gd name="connsiteX1719" fmla="*/ 710458 w 3805936"/>
              <a:gd name="connsiteY1719" fmla="*/ 194026 h 856262"/>
              <a:gd name="connsiteX1720" fmla="*/ 708897 w 3805936"/>
              <a:gd name="connsiteY1720" fmla="*/ 192550 h 856262"/>
              <a:gd name="connsiteX1721" fmla="*/ 707125 w 3805936"/>
              <a:gd name="connsiteY1721" fmla="*/ 190609 h 856262"/>
              <a:gd name="connsiteX1722" fmla="*/ 705775 w 3805936"/>
              <a:gd name="connsiteY1722" fmla="*/ 190314 h 856262"/>
              <a:gd name="connsiteX1723" fmla="*/ 704003 w 3805936"/>
              <a:gd name="connsiteY1723" fmla="*/ 189385 h 856262"/>
              <a:gd name="connsiteX1724" fmla="*/ 702147 w 3805936"/>
              <a:gd name="connsiteY1724" fmla="*/ 188035 h 856262"/>
              <a:gd name="connsiteX1725" fmla="*/ 699574 w 3805936"/>
              <a:gd name="connsiteY1725" fmla="*/ 186306 h 856262"/>
              <a:gd name="connsiteX1726" fmla="*/ 697591 w 3805936"/>
              <a:gd name="connsiteY1726" fmla="*/ 184576 h 856262"/>
              <a:gd name="connsiteX1727" fmla="*/ 696367 w 3805936"/>
              <a:gd name="connsiteY1727" fmla="*/ 184281 h 856262"/>
              <a:gd name="connsiteX1728" fmla="*/ 694258 w 3805936"/>
              <a:gd name="connsiteY1728" fmla="*/ 182298 h 856262"/>
              <a:gd name="connsiteX1729" fmla="*/ 689364 w 3805936"/>
              <a:gd name="connsiteY1729" fmla="*/ 184112 h 856262"/>
              <a:gd name="connsiteX1730" fmla="*/ 687086 w 3805936"/>
              <a:gd name="connsiteY1730" fmla="*/ 185504 h 856262"/>
              <a:gd name="connsiteX1731" fmla="*/ 686284 w 3805936"/>
              <a:gd name="connsiteY1731" fmla="*/ 187234 h 856262"/>
              <a:gd name="connsiteX1732" fmla="*/ 687592 w 3805936"/>
              <a:gd name="connsiteY1732" fmla="*/ 188668 h 856262"/>
              <a:gd name="connsiteX1733" fmla="*/ 690039 w 3805936"/>
              <a:gd name="connsiteY1733" fmla="*/ 189554 h 856262"/>
              <a:gd name="connsiteX1734" fmla="*/ 692401 w 3805936"/>
              <a:gd name="connsiteY1734" fmla="*/ 190103 h 856262"/>
              <a:gd name="connsiteX1735" fmla="*/ 693498 w 3805936"/>
              <a:gd name="connsiteY1735" fmla="*/ 191579 h 856262"/>
              <a:gd name="connsiteX1736" fmla="*/ 691220 w 3805936"/>
              <a:gd name="connsiteY1736" fmla="*/ 192507 h 856262"/>
              <a:gd name="connsiteX1737" fmla="*/ 689280 w 3805936"/>
              <a:gd name="connsiteY1737" fmla="*/ 193857 h 856262"/>
              <a:gd name="connsiteX1738" fmla="*/ 688014 w 3805936"/>
              <a:gd name="connsiteY1738" fmla="*/ 194110 h 856262"/>
              <a:gd name="connsiteX1739" fmla="*/ 685989 w 3805936"/>
              <a:gd name="connsiteY1739" fmla="*/ 193393 h 856262"/>
              <a:gd name="connsiteX1740" fmla="*/ 683204 w 3805936"/>
              <a:gd name="connsiteY1740" fmla="*/ 191664 h 856262"/>
              <a:gd name="connsiteX1741" fmla="*/ 680251 w 3805936"/>
              <a:gd name="connsiteY1741" fmla="*/ 190862 h 856262"/>
              <a:gd name="connsiteX1742" fmla="*/ 678943 w 3805936"/>
              <a:gd name="connsiteY1742" fmla="*/ 188457 h 856262"/>
              <a:gd name="connsiteX1743" fmla="*/ 674724 w 3805936"/>
              <a:gd name="connsiteY1743" fmla="*/ 187360 h 856262"/>
              <a:gd name="connsiteX1744" fmla="*/ 672151 w 3805936"/>
              <a:gd name="connsiteY1744" fmla="*/ 188964 h 856262"/>
              <a:gd name="connsiteX1745" fmla="*/ 670759 w 3805936"/>
              <a:gd name="connsiteY1745" fmla="*/ 190651 h 856262"/>
              <a:gd name="connsiteX1746" fmla="*/ 671265 w 3805936"/>
              <a:gd name="connsiteY1746" fmla="*/ 192085 h 856262"/>
              <a:gd name="connsiteX1747" fmla="*/ 672742 w 3805936"/>
              <a:gd name="connsiteY1747" fmla="*/ 194743 h 856262"/>
              <a:gd name="connsiteX1748" fmla="*/ 675906 w 3805936"/>
              <a:gd name="connsiteY1748" fmla="*/ 196347 h 856262"/>
              <a:gd name="connsiteX1749" fmla="*/ 679154 w 3805936"/>
              <a:gd name="connsiteY1749" fmla="*/ 198836 h 856262"/>
              <a:gd name="connsiteX1750" fmla="*/ 682361 w 3805936"/>
              <a:gd name="connsiteY1750" fmla="*/ 201240 h 856262"/>
              <a:gd name="connsiteX1751" fmla="*/ 681939 w 3805936"/>
              <a:gd name="connsiteY1751" fmla="*/ 203223 h 856262"/>
              <a:gd name="connsiteX1752" fmla="*/ 673796 w 3805936"/>
              <a:gd name="connsiteY1752" fmla="*/ 205037 h 856262"/>
              <a:gd name="connsiteX1753" fmla="*/ 669577 w 3805936"/>
              <a:gd name="connsiteY1753" fmla="*/ 201831 h 856262"/>
              <a:gd name="connsiteX1754" fmla="*/ 667299 w 3805936"/>
              <a:gd name="connsiteY1754" fmla="*/ 200945 h 856262"/>
              <a:gd name="connsiteX1755" fmla="*/ 667299 w 3805936"/>
              <a:gd name="connsiteY1755" fmla="*/ 206641 h 856262"/>
              <a:gd name="connsiteX1756" fmla="*/ 665021 w 3805936"/>
              <a:gd name="connsiteY1756" fmla="*/ 208666 h 856262"/>
              <a:gd name="connsiteX1757" fmla="*/ 667932 w 3805936"/>
              <a:gd name="connsiteY1757" fmla="*/ 211830 h 856262"/>
              <a:gd name="connsiteX1758" fmla="*/ 670421 w 3805936"/>
              <a:gd name="connsiteY1758" fmla="*/ 213349 h 856262"/>
              <a:gd name="connsiteX1759" fmla="*/ 673796 w 3805936"/>
              <a:gd name="connsiteY1759" fmla="*/ 215078 h 856262"/>
              <a:gd name="connsiteX1760" fmla="*/ 678859 w 3805936"/>
              <a:gd name="connsiteY1760" fmla="*/ 213644 h 856262"/>
              <a:gd name="connsiteX1761" fmla="*/ 681306 w 3805936"/>
              <a:gd name="connsiteY1761" fmla="*/ 213095 h 856262"/>
              <a:gd name="connsiteX1762" fmla="*/ 684175 w 3805936"/>
              <a:gd name="connsiteY1762" fmla="*/ 211366 h 856262"/>
              <a:gd name="connsiteX1763" fmla="*/ 686495 w 3805936"/>
              <a:gd name="connsiteY1763" fmla="*/ 209678 h 856262"/>
              <a:gd name="connsiteX1764" fmla="*/ 688773 w 3805936"/>
              <a:gd name="connsiteY1764" fmla="*/ 207231 h 856262"/>
              <a:gd name="connsiteX1765" fmla="*/ 693667 w 3805936"/>
              <a:gd name="connsiteY1765" fmla="*/ 209256 h 856262"/>
              <a:gd name="connsiteX1766" fmla="*/ 695608 w 3805936"/>
              <a:gd name="connsiteY1766" fmla="*/ 210311 h 856262"/>
              <a:gd name="connsiteX1767" fmla="*/ 698139 w 3805936"/>
              <a:gd name="connsiteY1767" fmla="*/ 212167 h 856262"/>
              <a:gd name="connsiteX1768" fmla="*/ 700417 w 3805936"/>
              <a:gd name="connsiteY1768" fmla="*/ 212420 h 856262"/>
              <a:gd name="connsiteX1769" fmla="*/ 703160 w 3805936"/>
              <a:gd name="connsiteY1769" fmla="*/ 210902 h 856262"/>
              <a:gd name="connsiteX1770" fmla="*/ 703160 w 3805936"/>
              <a:gd name="connsiteY1770" fmla="*/ 209256 h 856262"/>
              <a:gd name="connsiteX1771" fmla="*/ 702021 w 3805936"/>
              <a:gd name="connsiteY1771" fmla="*/ 206261 h 856262"/>
              <a:gd name="connsiteX1772" fmla="*/ 701092 w 3805936"/>
              <a:gd name="connsiteY1772" fmla="*/ 203055 h 856262"/>
              <a:gd name="connsiteX1773" fmla="*/ 699278 w 3805936"/>
              <a:gd name="connsiteY1773" fmla="*/ 202422 h 856262"/>
              <a:gd name="connsiteX1774" fmla="*/ 696705 w 3805936"/>
              <a:gd name="connsiteY1774" fmla="*/ 201198 h 856262"/>
              <a:gd name="connsiteX1775" fmla="*/ 695903 w 3805936"/>
              <a:gd name="connsiteY1775" fmla="*/ 199933 h 856262"/>
              <a:gd name="connsiteX1776" fmla="*/ 698350 w 3805936"/>
              <a:gd name="connsiteY1776" fmla="*/ 198329 h 856262"/>
              <a:gd name="connsiteX1777" fmla="*/ 702063 w 3805936"/>
              <a:gd name="connsiteY1777" fmla="*/ 198329 h 856262"/>
              <a:gd name="connsiteX1778" fmla="*/ 704805 w 3805936"/>
              <a:gd name="connsiteY1778" fmla="*/ 198329 h 856262"/>
              <a:gd name="connsiteX1779" fmla="*/ 711091 w 3805936"/>
              <a:gd name="connsiteY1779" fmla="*/ 199637 h 856262"/>
              <a:gd name="connsiteX1780" fmla="*/ 713200 w 3805936"/>
              <a:gd name="connsiteY1780" fmla="*/ 201831 h 856262"/>
              <a:gd name="connsiteX1781" fmla="*/ 714635 w 3805936"/>
              <a:gd name="connsiteY1781" fmla="*/ 203687 h 856262"/>
              <a:gd name="connsiteX1782" fmla="*/ 716534 w 3805936"/>
              <a:gd name="connsiteY1782" fmla="*/ 204531 h 856262"/>
              <a:gd name="connsiteX1783" fmla="*/ 721891 w 3805936"/>
              <a:gd name="connsiteY1783" fmla="*/ 207906 h 856262"/>
              <a:gd name="connsiteX1784" fmla="*/ 725604 w 3805936"/>
              <a:gd name="connsiteY1784" fmla="*/ 205966 h 856262"/>
              <a:gd name="connsiteX1785" fmla="*/ 728178 w 3805936"/>
              <a:gd name="connsiteY1785" fmla="*/ 202126 h 856262"/>
              <a:gd name="connsiteX1786" fmla="*/ 727334 w 3805936"/>
              <a:gd name="connsiteY1786" fmla="*/ 200228 h 856262"/>
              <a:gd name="connsiteX1787" fmla="*/ 726532 w 3805936"/>
              <a:gd name="connsiteY1787" fmla="*/ 198625 h 856262"/>
              <a:gd name="connsiteX1788" fmla="*/ 726532 w 3805936"/>
              <a:gd name="connsiteY1788" fmla="*/ 196726 h 856262"/>
              <a:gd name="connsiteX1789" fmla="*/ 725182 w 3805936"/>
              <a:gd name="connsiteY1789" fmla="*/ 195418 h 856262"/>
              <a:gd name="connsiteX1790" fmla="*/ 722187 w 3805936"/>
              <a:gd name="connsiteY1790" fmla="*/ 194448 h 856262"/>
              <a:gd name="connsiteX1791" fmla="*/ 721554 w 3805936"/>
              <a:gd name="connsiteY1791" fmla="*/ 193098 h 856262"/>
              <a:gd name="connsiteX1792" fmla="*/ 724127 w 3805936"/>
              <a:gd name="connsiteY1792" fmla="*/ 191410 h 856262"/>
              <a:gd name="connsiteX1793" fmla="*/ 726279 w 3805936"/>
              <a:gd name="connsiteY1793" fmla="*/ 190229 h 856262"/>
              <a:gd name="connsiteX1794" fmla="*/ 728262 w 3805936"/>
              <a:gd name="connsiteY1794" fmla="*/ 189343 h 856262"/>
              <a:gd name="connsiteX1795" fmla="*/ 734211 w 3805936"/>
              <a:gd name="connsiteY1795" fmla="*/ 187149 h 856262"/>
              <a:gd name="connsiteX1796" fmla="*/ 738176 w 3805936"/>
              <a:gd name="connsiteY1796" fmla="*/ 187656 h 856262"/>
              <a:gd name="connsiteX1797" fmla="*/ 740497 w 3805936"/>
              <a:gd name="connsiteY1797" fmla="*/ 185842 h 856262"/>
              <a:gd name="connsiteX1798" fmla="*/ 741341 w 3805936"/>
              <a:gd name="connsiteY1798" fmla="*/ 184281 h 856262"/>
              <a:gd name="connsiteX1799" fmla="*/ 740792 w 3805936"/>
              <a:gd name="connsiteY1799" fmla="*/ 181665 h 856262"/>
              <a:gd name="connsiteX1800" fmla="*/ 739189 w 3805936"/>
              <a:gd name="connsiteY1800" fmla="*/ 180273 h 856262"/>
              <a:gd name="connsiteX1801" fmla="*/ 738092 w 3805936"/>
              <a:gd name="connsiteY1801" fmla="*/ 180273 h 856262"/>
              <a:gd name="connsiteX1802" fmla="*/ 730582 w 3805936"/>
              <a:gd name="connsiteY1802" fmla="*/ 177657 h 856262"/>
              <a:gd name="connsiteX1803" fmla="*/ 729063 w 3805936"/>
              <a:gd name="connsiteY1803" fmla="*/ 180990 h 856262"/>
              <a:gd name="connsiteX1804" fmla="*/ 727376 w 3805936"/>
              <a:gd name="connsiteY1804" fmla="*/ 181876 h 856262"/>
              <a:gd name="connsiteX1805" fmla="*/ 725393 w 3805936"/>
              <a:gd name="connsiteY1805" fmla="*/ 182213 h 856262"/>
              <a:gd name="connsiteX1806" fmla="*/ 723326 w 3805936"/>
              <a:gd name="connsiteY1806" fmla="*/ 181412 h 856262"/>
              <a:gd name="connsiteX1807" fmla="*/ 721765 w 3805936"/>
              <a:gd name="connsiteY1807" fmla="*/ 183141 h 856262"/>
              <a:gd name="connsiteX1808" fmla="*/ 720035 w 3805936"/>
              <a:gd name="connsiteY1808" fmla="*/ 183141 h 856262"/>
              <a:gd name="connsiteX1809" fmla="*/ 718305 w 3805936"/>
              <a:gd name="connsiteY1809" fmla="*/ 182888 h 856262"/>
              <a:gd name="connsiteX1810" fmla="*/ 716913 w 3805936"/>
              <a:gd name="connsiteY1810" fmla="*/ 184829 h 856262"/>
              <a:gd name="connsiteX1811" fmla="*/ 717841 w 3805936"/>
              <a:gd name="connsiteY1811" fmla="*/ 186854 h 856262"/>
              <a:gd name="connsiteX1812" fmla="*/ 714466 w 3805936"/>
              <a:gd name="connsiteY1812" fmla="*/ 186854 h 856262"/>
              <a:gd name="connsiteX1813" fmla="*/ 715141 w 3805936"/>
              <a:gd name="connsiteY1813" fmla="*/ 184491 h 856262"/>
              <a:gd name="connsiteX1814" fmla="*/ 714340 w 3805936"/>
              <a:gd name="connsiteY1814" fmla="*/ 181665 h 856262"/>
              <a:gd name="connsiteX1815" fmla="*/ 718095 w 3805936"/>
              <a:gd name="connsiteY1815" fmla="*/ 181116 h 856262"/>
              <a:gd name="connsiteX1816" fmla="*/ 724296 w 3805936"/>
              <a:gd name="connsiteY1816" fmla="*/ 179260 h 856262"/>
              <a:gd name="connsiteX1817" fmla="*/ 724802 w 3805936"/>
              <a:gd name="connsiteY1817" fmla="*/ 176940 h 856262"/>
              <a:gd name="connsiteX1818" fmla="*/ 726616 w 3805936"/>
              <a:gd name="connsiteY1818" fmla="*/ 175252 h 856262"/>
              <a:gd name="connsiteX1819" fmla="*/ 730076 w 3805936"/>
              <a:gd name="connsiteY1819" fmla="*/ 174915 h 856262"/>
              <a:gd name="connsiteX1820" fmla="*/ 733114 w 3805936"/>
              <a:gd name="connsiteY1820" fmla="*/ 173565 h 856262"/>
              <a:gd name="connsiteX1821" fmla="*/ 732818 w 3805936"/>
              <a:gd name="connsiteY1821" fmla="*/ 170316 h 856262"/>
              <a:gd name="connsiteX1822" fmla="*/ 731721 w 3805936"/>
              <a:gd name="connsiteY1822" fmla="*/ 169515 h 856262"/>
              <a:gd name="connsiteX1823" fmla="*/ 730709 w 3805936"/>
              <a:gd name="connsiteY1823" fmla="*/ 168629 h 856262"/>
              <a:gd name="connsiteX1824" fmla="*/ 727292 w 3805936"/>
              <a:gd name="connsiteY1824" fmla="*/ 169515 h 856262"/>
              <a:gd name="connsiteX1825" fmla="*/ 723579 w 3805936"/>
              <a:gd name="connsiteY1825" fmla="*/ 169894 h 856262"/>
              <a:gd name="connsiteX1826" fmla="*/ 723579 w 3805936"/>
              <a:gd name="connsiteY1826" fmla="*/ 167489 h 856262"/>
              <a:gd name="connsiteX1827" fmla="*/ 721174 w 3805936"/>
              <a:gd name="connsiteY1827" fmla="*/ 167489 h 856262"/>
              <a:gd name="connsiteX1828" fmla="*/ 719909 w 3805936"/>
              <a:gd name="connsiteY1828" fmla="*/ 170063 h 856262"/>
              <a:gd name="connsiteX1829" fmla="*/ 717419 w 3805936"/>
              <a:gd name="connsiteY1829" fmla="*/ 171118 h 856262"/>
              <a:gd name="connsiteX1830" fmla="*/ 715183 w 3805936"/>
              <a:gd name="connsiteY1830" fmla="*/ 173185 h 856262"/>
              <a:gd name="connsiteX1831" fmla="*/ 716744 w 3805936"/>
              <a:gd name="connsiteY1831" fmla="*/ 173818 h 856262"/>
              <a:gd name="connsiteX1832" fmla="*/ 718812 w 3805936"/>
              <a:gd name="connsiteY1832" fmla="*/ 174830 h 856262"/>
              <a:gd name="connsiteX1833" fmla="*/ 717462 w 3805936"/>
              <a:gd name="connsiteY1833" fmla="*/ 177868 h 856262"/>
              <a:gd name="connsiteX1834" fmla="*/ 714213 w 3805936"/>
              <a:gd name="connsiteY1834" fmla="*/ 177657 h 856262"/>
              <a:gd name="connsiteX1835" fmla="*/ 714424 w 3805936"/>
              <a:gd name="connsiteY1835" fmla="*/ 176096 h 856262"/>
              <a:gd name="connsiteX1836" fmla="*/ 712736 w 3805936"/>
              <a:gd name="connsiteY1836" fmla="*/ 174071 h 856262"/>
              <a:gd name="connsiteX1837" fmla="*/ 713116 w 3805936"/>
              <a:gd name="connsiteY1837" fmla="*/ 172805 h 856262"/>
              <a:gd name="connsiteX1838" fmla="*/ 716365 w 3805936"/>
              <a:gd name="connsiteY1838" fmla="*/ 168586 h 856262"/>
              <a:gd name="connsiteX1839" fmla="*/ 717124 w 3805936"/>
              <a:gd name="connsiteY1839" fmla="*/ 167194 h 856262"/>
              <a:gd name="connsiteX1840" fmla="*/ 718432 w 3805936"/>
              <a:gd name="connsiteY1840" fmla="*/ 164958 h 856262"/>
              <a:gd name="connsiteX1841" fmla="*/ 716744 w 3805936"/>
              <a:gd name="connsiteY1841" fmla="*/ 164410 h 856262"/>
              <a:gd name="connsiteX1842" fmla="*/ 714508 w 3805936"/>
              <a:gd name="connsiteY1842" fmla="*/ 165211 h 856262"/>
              <a:gd name="connsiteX1843" fmla="*/ 713623 w 3805936"/>
              <a:gd name="connsiteY1843" fmla="*/ 166519 h 856262"/>
              <a:gd name="connsiteX1844" fmla="*/ 710332 w 3805936"/>
              <a:gd name="connsiteY1844" fmla="*/ 169641 h 856262"/>
              <a:gd name="connsiteX1845" fmla="*/ 708349 w 3805936"/>
              <a:gd name="connsiteY1845" fmla="*/ 172215 h 856262"/>
              <a:gd name="connsiteX1846" fmla="*/ 704805 w 3805936"/>
              <a:gd name="connsiteY1846" fmla="*/ 175294 h 856262"/>
              <a:gd name="connsiteX1847" fmla="*/ 703961 w 3805936"/>
              <a:gd name="connsiteY1847" fmla="*/ 177741 h 856262"/>
              <a:gd name="connsiteX1848" fmla="*/ 705227 w 3805936"/>
              <a:gd name="connsiteY1848" fmla="*/ 178163 h 856262"/>
              <a:gd name="connsiteX1849" fmla="*/ 706661 w 3805936"/>
              <a:gd name="connsiteY1849" fmla="*/ 177952 h 856262"/>
              <a:gd name="connsiteX1850" fmla="*/ 708602 w 3805936"/>
              <a:gd name="connsiteY1850" fmla="*/ 177108 h 856262"/>
              <a:gd name="connsiteX1851" fmla="*/ 708349 w 3805936"/>
              <a:gd name="connsiteY1851" fmla="*/ 178796 h 856262"/>
              <a:gd name="connsiteX1852" fmla="*/ 707547 w 3805936"/>
              <a:gd name="connsiteY1852" fmla="*/ 180273 h 856262"/>
              <a:gd name="connsiteX1853" fmla="*/ 709235 w 3805936"/>
              <a:gd name="connsiteY1853" fmla="*/ 181074 h 856262"/>
              <a:gd name="connsiteX1854" fmla="*/ 710458 w 3805936"/>
              <a:gd name="connsiteY1854" fmla="*/ 182635 h 856262"/>
              <a:gd name="connsiteX1855" fmla="*/ 709530 w 3805936"/>
              <a:gd name="connsiteY1855" fmla="*/ 183226 h 856262"/>
              <a:gd name="connsiteX1856" fmla="*/ 707927 w 3805936"/>
              <a:gd name="connsiteY1856" fmla="*/ 182804 h 856262"/>
              <a:gd name="connsiteX1857" fmla="*/ 706282 w 3805936"/>
              <a:gd name="connsiteY1857" fmla="*/ 181918 h 856262"/>
              <a:gd name="connsiteX1858" fmla="*/ 703666 w 3805936"/>
              <a:gd name="connsiteY1858" fmla="*/ 179977 h 856262"/>
              <a:gd name="connsiteX1859" fmla="*/ 702189 w 3805936"/>
              <a:gd name="connsiteY1859" fmla="*/ 178627 h 856262"/>
              <a:gd name="connsiteX1860" fmla="*/ 700164 w 3805936"/>
              <a:gd name="connsiteY1860" fmla="*/ 177319 h 856262"/>
              <a:gd name="connsiteX1861" fmla="*/ 700164 w 3805936"/>
              <a:gd name="connsiteY1861" fmla="*/ 175674 h 856262"/>
              <a:gd name="connsiteX1862" fmla="*/ 702485 w 3805936"/>
              <a:gd name="connsiteY1862" fmla="*/ 174619 h 856262"/>
              <a:gd name="connsiteX1863" fmla="*/ 704003 w 3805936"/>
              <a:gd name="connsiteY1863" fmla="*/ 173269 h 856262"/>
              <a:gd name="connsiteX1864" fmla="*/ 705649 w 3805936"/>
              <a:gd name="connsiteY1864" fmla="*/ 170991 h 856262"/>
              <a:gd name="connsiteX1865" fmla="*/ 708518 w 3805936"/>
              <a:gd name="connsiteY1865" fmla="*/ 167996 h 856262"/>
              <a:gd name="connsiteX1866" fmla="*/ 710121 w 3805936"/>
              <a:gd name="connsiteY1866" fmla="*/ 166646 h 856262"/>
              <a:gd name="connsiteX1867" fmla="*/ 711429 w 3805936"/>
              <a:gd name="connsiteY1867" fmla="*/ 165591 h 856262"/>
              <a:gd name="connsiteX1868" fmla="*/ 712483 w 3805936"/>
              <a:gd name="connsiteY1868" fmla="*/ 164536 h 856262"/>
              <a:gd name="connsiteX1869" fmla="*/ 714171 w 3805936"/>
              <a:gd name="connsiteY1869" fmla="*/ 162722 h 856262"/>
              <a:gd name="connsiteX1870" fmla="*/ 715394 w 3805936"/>
              <a:gd name="connsiteY1870" fmla="*/ 161119 h 856262"/>
              <a:gd name="connsiteX1871" fmla="*/ 715690 w 3805936"/>
              <a:gd name="connsiteY1871" fmla="*/ 159853 h 856262"/>
              <a:gd name="connsiteX1872" fmla="*/ 714719 w 3805936"/>
              <a:gd name="connsiteY1872" fmla="*/ 159600 h 856262"/>
              <a:gd name="connsiteX1873" fmla="*/ 713580 w 3805936"/>
              <a:gd name="connsiteY1873" fmla="*/ 158419 h 856262"/>
              <a:gd name="connsiteX1874" fmla="*/ 154200 w 3805936"/>
              <a:gd name="connsiteY1874" fmla="*/ 155803 h 856262"/>
              <a:gd name="connsiteX1875" fmla="*/ 152934 w 3805936"/>
              <a:gd name="connsiteY1875" fmla="*/ 156689 h 856262"/>
              <a:gd name="connsiteX1876" fmla="*/ 150951 w 3805936"/>
              <a:gd name="connsiteY1876" fmla="*/ 157238 h 856262"/>
              <a:gd name="connsiteX1877" fmla="*/ 149601 w 3805936"/>
              <a:gd name="connsiteY1877" fmla="*/ 159389 h 856262"/>
              <a:gd name="connsiteX1878" fmla="*/ 147998 w 3805936"/>
              <a:gd name="connsiteY1878" fmla="*/ 160528 h 856262"/>
              <a:gd name="connsiteX1879" fmla="*/ 146901 w 3805936"/>
              <a:gd name="connsiteY1879" fmla="*/ 162427 h 856262"/>
              <a:gd name="connsiteX1880" fmla="*/ 144792 w 3805936"/>
              <a:gd name="connsiteY1880" fmla="*/ 163946 h 856262"/>
              <a:gd name="connsiteX1881" fmla="*/ 144286 w 3805936"/>
              <a:gd name="connsiteY1881" fmla="*/ 166139 h 856262"/>
              <a:gd name="connsiteX1882" fmla="*/ 146648 w 3805936"/>
              <a:gd name="connsiteY1882" fmla="*/ 168502 h 856262"/>
              <a:gd name="connsiteX1883" fmla="*/ 149517 w 3805936"/>
              <a:gd name="connsiteY1883" fmla="*/ 172721 h 856262"/>
              <a:gd name="connsiteX1884" fmla="*/ 151289 w 3805936"/>
              <a:gd name="connsiteY1884" fmla="*/ 175337 h 856262"/>
              <a:gd name="connsiteX1885" fmla="*/ 154748 w 3805936"/>
              <a:gd name="connsiteY1885" fmla="*/ 178965 h 856262"/>
              <a:gd name="connsiteX1886" fmla="*/ 156647 w 3805936"/>
              <a:gd name="connsiteY1886" fmla="*/ 181623 h 856262"/>
              <a:gd name="connsiteX1887" fmla="*/ 158461 w 3805936"/>
              <a:gd name="connsiteY1887" fmla="*/ 184323 h 856262"/>
              <a:gd name="connsiteX1888" fmla="*/ 159263 w 3805936"/>
              <a:gd name="connsiteY1888" fmla="*/ 186263 h 856262"/>
              <a:gd name="connsiteX1889" fmla="*/ 163060 w 3805936"/>
              <a:gd name="connsiteY1889" fmla="*/ 191157 h 856262"/>
              <a:gd name="connsiteX1890" fmla="*/ 166097 w 3805936"/>
              <a:gd name="connsiteY1890" fmla="*/ 193478 h 856262"/>
              <a:gd name="connsiteX1891" fmla="*/ 168122 w 3805936"/>
              <a:gd name="connsiteY1891" fmla="*/ 194912 h 856262"/>
              <a:gd name="connsiteX1892" fmla="*/ 170105 w 3805936"/>
              <a:gd name="connsiteY1892" fmla="*/ 196557 h 856262"/>
              <a:gd name="connsiteX1893" fmla="*/ 173691 w 3805936"/>
              <a:gd name="connsiteY1893" fmla="*/ 198709 h 856262"/>
              <a:gd name="connsiteX1894" fmla="*/ 176349 w 3805936"/>
              <a:gd name="connsiteY1894" fmla="*/ 200903 h 856262"/>
              <a:gd name="connsiteX1895" fmla="*/ 179766 w 3805936"/>
              <a:gd name="connsiteY1895" fmla="*/ 201536 h 856262"/>
              <a:gd name="connsiteX1896" fmla="*/ 181918 w 3805936"/>
              <a:gd name="connsiteY1896" fmla="*/ 200861 h 856262"/>
              <a:gd name="connsiteX1897" fmla="*/ 184787 w 3805936"/>
              <a:gd name="connsiteY1897" fmla="*/ 198118 h 856262"/>
              <a:gd name="connsiteX1898" fmla="*/ 187149 w 3805936"/>
              <a:gd name="connsiteY1898" fmla="*/ 196684 h 856262"/>
              <a:gd name="connsiteX1899" fmla="*/ 189385 w 3805936"/>
              <a:gd name="connsiteY1899" fmla="*/ 194406 h 856262"/>
              <a:gd name="connsiteX1900" fmla="*/ 191790 w 3805936"/>
              <a:gd name="connsiteY1900" fmla="*/ 192254 h 856262"/>
              <a:gd name="connsiteX1901" fmla="*/ 193857 w 3805936"/>
              <a:gd name="connsiteY1901" fmla="*/ 191368 h 856262"/>
              <a:gd name="connsiteX1902" fmla="*/ 195376 w 3805936"/>
              <a:gd name="connsiteY1902" fmla="*/ 188710 h 856262"/>
              <a:gd name="connsiteX1903" fmla="*/ 197106 w 3805936"/>
              <a:gd name="connsiteY1903" fmla="*/ 186179 h 856262"/>
              <a:gd name="connsiteX1904" fmla="*/ 195967 w 3805936"/>
              <a:gd name="connsiteY1904" fmla="*/ 183521 h 856262"/>
              <a:gd name="connsiteX1905" fmla="*/ 193984 w 3805936"/>
              <a:gd name="connsiteY1905" fmla="*/ 179766 h 856262"/>
              <a:gd name="connsiteX1906" fmla="*/ 190271 w 3805936"/>
              <a:gd name="connsiteY1906" fmla="*/ 178459 h 856262"/>
              <a:gd name="connsiteX1907" fmla="*/ 188162 w 3805936"/>
              <a:gd name="connsiteY1907" fmla="*/ 180273 h 856262"/>
              <a:gd name="connsiteX1908" fmla="*/ 186432 w 3805936"/>
              <a:gd name="connsiteY1908" fmla="*/ 181116 h 856262"/>
              <a:gd name="connsiteX1909" fmla="*/ 184871 w 3805936"/>
              <a:gd name="connsiteY1909" fmla="*/ 182171 h 856262"/>
              <a:gd name="connsiteX1910" fmla="*/ 182888 w 3805936"/>
              <a:gd name="connsiteY1910" fmla="*/ 183816 h 856262"/>
              <a:gd name="connsiteX1911" fmla="*/ 179260 w 3805936"/>
              <a:gd name="connsiteY1911" fmla="*/ 185377 h 856262"/>
              <a:gd name="connsiteX1912" fmla="*/ 175252 w 3805936"/>
              <a:gd name="connsiteY1912" fmla="*/ 183395 h 856262"/>
              <a:gd name="connsiteX1913" fmla="*/ 173312 w 3805936"/>
              <a:gd name="connsiteY1913" fmla="*/ 181791 h 856262"/>
              <a:gd name="connsiteX1914" fmla="*/ 170611 w 3805936"/>
              <a:gd name="connsiteY1914" fmla="*/ 177066 h 856262"/>
              <a:gd name="connsiteX1915" fmla="*/ 172172 w 3805936"/>
              <a:gd name="connsiteY1915" fmla="*/ 172088 h 856262"/>
              <a:gd name="connsiteX1916" fmla="*/ 172974 w 3805936"/>
              <a:gd name="connsiteY1916" fmla="*/ 168840 h 856262"/>
              <a:gd name="connsiteX1917" fmla="*/ 173312 w 3805936"/>
              <a:gd name="connsiteY1917" fmla="*/ 166266 h 856262"/>
              <a:gd name="connsiteX1918" fmla="*/ 174535 w 3805936"/>
              <a:gd name="connsiteY1918" fmla="*/ 164030 h 856262"/>
              <a:gd name="connsiteX1919" fmla="*/ 174535 w 3805936"/>
              <a:gd name="connsiteY1919" fmla="*/ 162216 h 856262"/>
              <a:gd name="connsiteX1920" fmla="*/ 172341 w 3805936"/>
              <a:gd name="connsiteY1920" fmla="*/ 160739 h 856262"/>
              <a:gd name="connsiteX1921" fmla="*/ 168333 w 3805936"/>
              <a:gd name="connsiteY1921" fmla="*/ 159685 h 856262"/>
              <a:gd name="connsiteX1922" fmla="*/ 165000 w 3805936"/>
              <a:gd name="connsiteY1922" fmla="*/ 161414 h 856262"/>
              <a:gd name="connsiteX1923" fmla="*/ 164452 w 3805936"/>
              <a:gd name="connsiteY1923" fmla="*/ 163861 h 856262"/>
              <a:gd name="connsiteX1924" fmla="*/ 162385 w 3805936"/>
              <a:gd name="connsiteY1924" fmla="*/ 164916 h 856262"/>
              <a:gd name="connsiteX1925" fmla="*/ 160908 w 3805936"/>
              <a:gd name="connsiteY1925" fmla="*/ 162849 h 856262"/>
              <a:gd name="connsiteX1926" fmla="*/ 159136 w 3805936"/>
              <a:gd name="connsiteY1926" fmla="*/ 157575 h 856262"/>
              <a:gd name="connsiteX1927" fmla="*/ 155930 w 3805936"/>
              <a:gd name="connsiteY1927" fmla="*/ 155803 h 856262"/>
              <a:gd name="connsiteX1928" fmla="*/ 154200 w 3805936"/>
              <a:gd name="connsiteY1928" fmla="*/ 155803 h 856262"/>
              <a:gd name="connsiteX1929" fmla="*/ 523225 w 3805936"/>
              <a:gd name="connsiteY1929" fmla="*/ 138337 h 856262"/>
              <a:gd name="connsiteX1930" fmla="*/ 519976 w 3805936"/>
              <a:gd name="connsiteY1930" fmla="*/ 157238 h 856262"/>
              <a:gd name="connsiteX1931" fmla="*/ 510062 w 3805936"/>
              <a:gd name="connsiteY1931" fmla="*/ 167574 h 856262"/>
              <a:gd name="connsiteX1932" fmla="*/ 506223 w 3805936"/>
              <a:gd name="connsiteY1932" fmla="*/ 173902 h 856262"/>
              <a:gd name="connsiteX1933" fmla="*/ 456355 w 3805936"/>
              <a:gd name="connsiteY1933" fmla="*/ 208370 h 856262"/>
              <a:gd name="connsiteX1934" fmla="*/ 471121 w 3805936"/>
              <a:gd name="connsiteY1934" fmla="*/ 209341 h 856262"/>
              <a:gd name="connsiteX1935" fmla="*/ 471290 w 3805936"/>
              <a:gd name="connsiteY1935" fmla="*/ 209214 h 856262"/>
              <a:gd name="connsiteX1936" fmla="*/ 487448 w 3805936"/>
              <a:gd name="connsiteY1936" fmla="*/ 220858 h 856262"/>
              <a:gd name="connsiteX1937" fmla="*/ 468379 w 3805936"/>
              <a:gd name="connsiteY1937" fmla="*/ 221196 h 856262"/>
              <a:gd name="connsiteX1938" fmla="*/ 454879 w 3805936"/>
              <a:gd name="connsiteY1938" fmla="*/ 208919 h 856262"/>
              <a:gd name="connsiteX1939" fmla="*/ 444293 w 3805936"/>
              <a:gd name="connsiteY1939" fmla="*/ 212807 h 856262"/>
              <a:gd name="connsiteX1940" fmla="*/ 444668 w 3805936"/>
              <a:gd name="connsiteY1940" fmla="*/ 214730 h 856262"/>
              <a:gd name="connsiteX1941" fmla="*/ 450281 w 3805936"/>
              <a:gd name="connsiteY1941" fmla="*/ 243640 h 856262"/>
              <a:gd name="connsiteX1942" fmla="*/ 580644 w 3805936"/>
              <a:gd name="connsiteY1942" fmla="*/ 223980 h 856262"/>
              <a:gd name="connsiteX1943" fmla="*/ 585158 w 3805936"/>
              <a:gd name="connsiteY1943" fmla="*/ 222462 h 856262"/>
              <a:gd name="connsiteX1944" fmla="*/ 585158 w 3805936"/>
              <a:gd name="connsiteY1944" fmla="*/ 227187 h 856262"/>
              <a:gd name="connsiteX1945" fmla="*/ 572248 w 3805936"/>
              <a:gd name="connsiteY1945" fmla="*/ 263764 h 856262"/>
              <a:gd name="connsiteX1946" fmla="*/ 540185 w 3805936"/>
              <a:gd name="connsiteY1946" fmla="*/ 284648 h 856262"/>
              <a:gd name="connsiteX1947" fmla="*/ 526811 w 3805936"/>
              <a:gd name="connsiteY1947" fmla="*/ 309455 h 856262"/>
              <a:gd name="connsiteX1948" fmla="*/ 520652 w 3805936"/>
              <a:gd name="connsiteY1948" fmla="*/ 313673 h 856262"/>
              <a:gd name="connsiteX1949" fmla="*/ 582247 w 3805936"/>
              <a:gd name="connsiteY1949" fmla="*/ 304265 h 856262"/>
              <a:gd name="connsiteX1950" fmla="*/ 587099 w 3805936"/>
              <a:gd name="connsiteY1950" fmla="*/ 303337 h 856262"/>
              <a:gd name="connsiteX1951" fmla="*/ 586846 w 3805936"/>
              <a:gd name="connsiteY1951" fmla="*/ 303337 h 856262"/>
              <a:gd name="connsiteX1952" fmla="*/ 600051 w 3805936"/>
              <a:gd name="connsiteY1952" fmla="*/ 300595 h 856262"/>
              <a:gd name="connsiteX1953" fmla="*/ 579589 w 3805936"/>
              <a:gd name="connsiteY1953" fmla="*/ 330718 h 856262"/>
              <a:gd name="connsiteX1954" fmla="*/ 531410 w 3805936"/>
              <a:gd name="connsiteY1954" fmla="*/ 369067 h 856262"/>
              <a:gd name="connsiteX1955" fmla="*/ 479728 w 3805936"/>
              <a:gd name="connsiteY1955" fmla="*/ 385563 h 856262"/>
              <a:gd name="connsiteX1956" fmla="*/ 471291 w 3805936"/>
              <a:gd name="connsiteY1956" fmla="*/ 386111 h 856262"/>
              <a:gd name="connsiteX1957" fmla="*/ 455554 w 3805936"/>
              <a:gd name="connsiteY1957" fmla="*/ 384972 h 856262"/>
              <a:gd name="connsiteX1958" fmla="*/ 450576 w 3805936"/>
              <a:gd name="connsiteY1958" fmla="*/ 384255 h 856262"/>
              <a:gd name="connsiteX1959" fmla="*/ 460237 w 3805936"/>
              <a:gd name="connsiteY1959" fmla="*/ 424630 h 856262"/>
              <a:gd name="connsiteX1960" fmla="*/ 428047 w 3805936"/>
              <a:gd name="connsiteY1960" fmla="*/ 426697 h 856262"/>
              <a:gd name="connsiteX1961" fmla="*/ 395815 w 3805936"/>
              <a:gd name="connsiteY1961" fmla="*/ 424630 h 856262"/>
              <a:gd name="connsiteX1962" fmla="*/ 405476 w 3805936"/>
              <a:gd name="connsiteY1962" fmla="*/ 384255 h 856262"/>
              <a:gd name="connsiteX1963" fmla="*/ 400498 w 3805936"/>
              <a:gd name="connsiteY1963" fmla="*/ 384972 h 856262"/>
              <a:gd name="connsiteX1964" fmla="*/ 384762 w 3805936"/>
              <a:gd name="connsiteY1964" fmla="*/ 386111 h 856262"/>
              <a:gd name="connsiteX1965" fmla="*/ 376324 w 3805936"/>
              <a:gd name="connsiteY1965" fmla="*/ 385563 h 856262"/>
              <a:gd name="connsiteX1966" fmla="*/ 324600 w 3805936"/>
              <a:gd name="connsiteY1966" fmla="*/ 369067 h 856262"/>
              <a:gd name="connsiteX1967" fmla="*/ 276421 w 3805936"/>
              <a:gd name="connsiteY1967" fmla="*/ 330718 h 856262"/>
              <a:gd name="connsiteX1968" fmla="*/ 255959 w 3805936"/>
              <a:gd name="connsiteY1968" fmla="*/ 300595 h 856262"/>
              <a:gd name="connsiteX1969" fmla="*/ 269164 w 3805936"/>
              <a:gd name="connsiteY1969" fmla="*/ 303337 h 856262"/>
              <a:gd name="connsiteX1970" fmla="*/ 274058 w 3805936"/>
              <a:gd name="connsiteY1970" fmla="*/ 304265 h 856262"/>
              <a:gd name="connsiteX1971" fmla="*/ 335612 w 3805936"/>
              <a:gd name="connsiteY1971" fmla="*/ 313631 h 856262"/>
              <a:gd name="connsiteX1972" fmla="*/ 329452 w 3805936"/>
              <a:gd name="connsiteY1972" fmla="*/ 309623 h 856262"/>
              <a:gd name="connsiteX1973" fmla="*/ 316078 w 3805936"/>
              <a:gd name="connsiteY1973" fmla="*/ 284816 h 856262"/>
              <a:gd name="connsiteX1974" fmla="*/ 284015 w 3805936"/>
              <a:gd name="connsiteY1974" fmla="*/ 263933 h 856262"/>
              <a:gd name="connsiteX1975" fmla="*/ 271105 w 3805936"/>
              <a:gd name="connsiteY1975" fmla="*/ 227355 h 856262"/>
              <a:gd name="connsiteX1976" fmla="*/ 271105 w 3805936"/>
              <a:gd name="connsiteY1976" fmla="*/ 222630 h 856262"/>
              <a:gd name="connsiteX1977" fmla="*/ 275577 w 3805936"/>
              <a:gd name="connsiteY1977" fmla="*/ 224149 h 856262"/>
              <a:gd name="connsiteX1978" fmla="*/ 406151 w 3805936"/>
              <a:gd name="connsiteY1978" fmla="*/ 243640 h 856262"/>
              <a:gd name="connsiteX1979" fmla="*/ 412775 w 3805936"/>
              <a:gd name="connsiteY1979" fmla="*/ 209552 h 856262"/>
              <a:gd name="connsiteX1980" fmla="*/ 412775 w 3805936"/>
              <a:gd name="connsiteY1980" fmla="*/ 209003 h 856262"/>
              <a:gd name="connsiteX1981" fmla="*/ 427921 w 3805936"/>
              <a:gd name="connsiteY1981" fmla="*/ 191537 h 856262"/>
              <a:gd name="connsiteX1982" fmla="*/ 428469 w 3805936"/>
              <a:gd name="connsiteY1982" fmla="*/ 191537 h 856262"/>
              <a:gd name="connsiteX1983" fmla="*/ 440161 w 3805936"/>
              <a:gd name="connsiteY1983" fmla="*/ 198688 h 856262"/>
              <a:gd name="connsiteX1984" fmla="*/ 443187 w 3805936"/>
              <a:gd name="connsiteY1984" fmla="*/ 207616 h 856262"/>
              <a:gd name="connsiteX1985" fmla="*/ 453360 w 3805936"/>
              <a:gd name="connsiteY1985" fmla="*/ 203898 h 856262"/>
              <a:gd name="connsiteX1986" fmla="*/ 449141 w 3805936"/>
              <a:gd name="connsiteY1986" fmla="*/ 185842 h 856262"/>
              <a:gd name="connsiteX1987" fmla="*/ 459140 w 3805936"/>
              <a:gd name="connsiteY1987" fmla="*/ 168502 h 856262"/>
              <a:gd name="connsiteX1988" fmla="*/ 462389 w 3805936"/>
              <a:gd name="connsiteY1988" fmla="*/ 187951 h 856262"/>
              <a:gd name="connsiteX1989" fmla="*/ 453613 w 3805936"/>
              <a:gd name="connsiteY1989" fmla="*/ 203730 h 856262"/>
              <a:gd name="connsiteX1990" fmla="*/ 474065 w 3805936"/>
              <a:gd name="connsiteY1990" fmla="*/ 191678 h 856262"/>
              <a:gd name="connsiteX1991" fmla="*/ 470193 w 3805936"/>
              <a:gd name="connsiteY1991" fmla="*/ 174915 h 856262"/>
              <a:gd name="connsiteX1992" fmla="*/ 479348 w 3805936"/>
              <a:gd name="connsiteY1992" fmla="*/ 157153 h 856262"/>
              <a:gd name="connsiteX1993" fmla="*/ 482723 w 3805936"/>
              <a:gd name="connsiteY1993" fmla="*/ 176813 h 856262"/>
              <a:gd name="connsiteX1994" fmla="*/ 482849 w 3805936"/>
              <a:gd name="connsiteY1994" fmla="*/ 176813 h 856262"/>
              <a:gd name="connsiteX1995" fmla="*/ 478710 w 3805936"/>
              <a:gd name="connsiteY1995" fmla="*/ 188098 h 856262"/>
              <a:gd name="connsiteX1996" fmla="*/ 477291 w 3805936"/>
              <a:gd name="connsiteY1996" fmla="*/ 189777 h 856262"/>
              <a:gd name="connsiteX1997" fmla="*/ 493060 w 3805936"/>
              <a:gd name="connsiteY1997" fmla="*/ 180484 h 856262"/>
              <a:gd name="connsiteX1998" fmla="*/ 489094 w 3805936"/>
              <a:gd name="connsiteY1998" fmla="*/ 162933 h 856262"/>
              <a:gd name="connsiteX1999" fmla="*/ 497532 w 3805936"/>
              <a:gd name="connsiteY1999" fmla="*/ 146058 h 856262"/>
              <a:gd name="connsiteX2000" fmla="*/ 500612 w 3805936"/>
              <a:gd name="connsiteY2000" fmla="*/ 164916 h 856262"/>
              <a:gd name="connsiteX2001" fmla="*/ 493186 w 3805936"/>
              <a:gd name="connsiteY2001" fmla="*/ 180442 h 856262"/>
              <a:gd name="connsiteX2002" fmla="*/ 505421 w 3805936"/>
              <a:gd name="connsiteY2002" fmla="*/ 169219 h 856262"/>
              <a:gd name="connsiteX2003" fmla="*/ 508163 w 3805936"/>
              <a:gd name="connsiteY2003" fmla="*/ 165929 h 856262"/>
              <a:gd name="connsiteX2004" fmla="*/ 510568 w 3805936"/>
              <a:gd name="connsiteY2004" fmla="*/ 150783 h 856262"/>
              <a:gd name="connsiteX2005" fmla="*/ 523225 w 3805936"/>
              <a:gd name="connsiteY2005" fmla="*/ 138337 h 856262"/>
              <a:gd name="connsiteX2006" fmla="*/ 251740 w 3805936"/>
              <a:gd name="connsiteY2006" fmla="*/ 136143 h 856262"/>
              <a:gd name="connsiteX2007" fmla="*/ 249209 w 3805936"/>
              <a:gd name="connsiteY2007" fmla="*/ 137704 h 856262"/>
              <a:gd name="connsiteX2008" fmla="*/ 247310 w 3805936"/>
              <a:gd name="connsiteY2008" fmla="*/ 139603 h 856262"/>
              <a:gd name="connsiteX2009" fmla="*/ 243682 w 3805936"/>
              <a:gd name="connsiteY2009" fmla="*/ 138253 h 856262"/>
              <a:gd name="connsiteX2010" fmla="*/ 242543 w 3805936"/>
              <a:gd name="connsiteY2010" fmla="*/ 140151 h 856262"/>
              <a:gd name="connsiteX2011" fmla="*/ 242543 w 3805936"/>
              <a:gd name="connsiteY2011" fmla="*/ 145383 h 856262"/>
              <a:gd name="connsiteX2012" fmla="*/ 242543 w 3805936"/>
              <a:gd name="connsiteY2012" fmla="*/ 147619 h 856262"/>
              <a:gd name="connsiteX2013" fmla="*/ 243851 w 3805936"/>
              <a:gd name="connsiteY2013" fmla="*/ 148842 h 856262"/>
              <a:gd name="connsiteX2014" fmla="*/ 244653 w 3805936"/>
              <a:gd name="connsiteY2014" fmla="*/ 150825 h 856262"/>
              <a:gd name="connsiteX2015" fmla="*/ 248871 w 3805936"/>
              <a:gd name="connsiteY2015" fmla="*/ 151500 h 856262"/>
              <a:gd name="connsiteX2016" fmla="*/ 250728 w 3805936"/>
              <a:gd name="connsiteY2016" fmla="*/ 148969 h 856262"/>
              <a:gd name="connsiteX2017" fmla="*/ 252500 w 3805936"/>
              <a:gd name="connsiteY2017" fmla="*/ 147703 h 856262"/>
              <a:gd name="connsiteX2018" fmla="*/ 253470 w 3805936"/>
              <a:gd name="connsiteY2018" fmla="*/ 145593 h 856262"/>
              <a:gd name="connsiteX2019" fmla="*/ 253470 w 3805936"/>
              <a:gd name="connsiteY2019" fmla="*/ 145425 h 856262"/>
              <a:gd name="connsiteX2020" fmla="*/ 253259 w 3805936"/>
              <a:gd name="connsiteY2020" fmla="*/ 142936 h 856262"/>
              <a:gd name="connsiteX2021" fmla="*/ 253892 w 3805936"/>
              <a:gd name="connsiteY2021" fmla="*/ 141417 h 856262"/>
              <a:gd name="connsiteX2022" fmla="*/ 254272 w 3805936"/>
              <a:gd name="connsiteY2022" fmla="*/ 139518 h 856262"/>
              <a:gd name="connsiteX2023" fmla="*/ 253555 w 3805936"/>
              <a:gd name="connsiteY2023" fmla="*/ 137746 h 856262"/>
              <a:gd name="connsiteX2024" fmla="*/ 252879 w 3805936"/>
              <a:gd name="connsiteY2024" fmla="*/ 136143 h 856262"/>
              <a:gd name="connsiteX2025" fmla="*/ 251740 w 3805936"/>
              <a:gd name="connsiteY2025" fmla="*/ 136143 h 856262"/>
              <a:gd name="connsiteX2026" fmla="*/ 1734999 w 3805936"/>
              <a:gd name="connsiteY2026" fmla="*/ 132278 h 856262"/>
              <a:gd name="connsiteX2027" fmla="*/ 1746178 w 3805936"/>
              <a:gd name="connsiteY2027" fmla="*/ 133455 h 856262"/>
              <a:gd name="connsiteX2028" fmla="*/ 1760003 w 3805936"/>
              <a:gd name="connsiteY2028" fmla="*/ 133455 h 856262"/>
              <a:gd name="connsiteX2029" fmla="*/ 1767210 w 3805936"/>
              <a:gd name="connsiteY2029" fmla="*/ 139191 h 856262"/>
              <a:gd name="connsiteX2030" fmla="*/ 1780155 w 3805936"/>
              <a:gd name="connsiteY2030" fmla="*/ 143161 h 856262"/>
              <a:gd name="connsiteX2031" fmla="*/ 1784420 w 3805936"/>
              <a:gd name="connsiteY2031" fmla="*/ 157870 h 856262"/>
              <a:gd name="connsiteX2032" fmla="*/ 1794422 w 3805936"/>
              <a:gd name="connsiteY2032" fmla="*/ 179933 h 856262"/>
              <a:gd name="connsiteX2033" fmla="*/ 1782067 w 3805936"/>
              <a:gd name="connsiteY2033" fmla="*/ 202584 h 856262"/>
              <a:gd name="connsiteX2034" fmla="*/ 1784420 w 3805936"/>
              <a:gd name="connsiteY2034" fmla="*/ 210084 h 856262"/>
              <a:gd name="connsiteX2035" fmla="*/ 1828545 w 3805936"/>
              <a:gd name="connsiteY2035" fmla="*/ 199789 h 856262"/>
              <a:gd name="connsiteX2036" fmla="*/ 1853697 w 3805936"/>
              <a:gd name="connsiteY2036" fmla="*/ 194053 h 856262"/>
              <a:gd name="connsiteX2037" fmla="*/ 1864433 w 3805936"/>
              <a:gd name="connsiteY2037" fmla="*/ 198613 h 856262"/>
              <a:gd name="connsiteX2038" fmla="*/ 1875612 w 3805936"/>
              <a:gd name="connsiteY2038" fmla="*/ 202289 h 856262"/>
              <a:gd name="connsiteX2039" fmla="*/ 1888995 w 3805936"/>
              <a:gd name="connsiteY2039" fmla="*/ 214056 h 856262"/>
              <a:gd name="connsiteX2040" fmla="*/ 1888702 w 3805936"/>
              <a:gd name="connsiteY2040" fmla="*/ 214056 h 856262"/>
              <a:gd name="connsiteX2041" fmla="*/ 1894732 w 3805936"/>
              <a:gd name="connsiteY2041" fmla="*/ 220674 h 856262"/>
              <a:gd name="connsiteX2042" fmla="*/ 1893997 w 3805936"/>
              <a:gd name="connsiteY2042" fmla="*/ 234206 h 856262"/>
              <a:gd name="connsiteX2043" fmla="*/ 1869875 w 3805936"/>
              <a:gd name="connsiteY2043" fmla="*/ 254651 h 856262"/>
              <a:gd name="connsiteX2044" fmla="*/ 1856932 w 3805936"/>
              <a:gd name="connsiteY2044" fmla="*/ 250827 h 856262"/>
              <a:gd name="connsiteX2045" fmla="*/ 1835017 w 3805936"/>
              <a:gd name="connsiteY2045" fmla="*/ 252297 h 856262"/>
              <a:gd name="connsiteX2046" fmla="*/ 1817513 w 3805936"/>
              <a:gd name="connsiteY2046" fmla="*/ 254357 h 856262"/>
              <a:gd name="connsiteX2047" fmla="*/ 1801482 w 3805936"/>
              <a:gd name="connsiteY2047" fmla="*/ 259211 h 856262"/>
              <a:gd name="connsiteX2048" fmla="*/ 1785448 w 3805936"/>
              <a:gd name="connsiteY2048" fmla="*/ 264947 h 856262"/>
              <a:gd name="connsiteX2049" fmla="*/ 1770740 w 3805936"/>
              <a:gd name="connsiteY2049" fmla="*/ 264947 h 856262"/>
              <a:gd name="connsiteX2050" fmla="*/ 1748384 w 3805936"/>
              <a:gd name="connsiteY2050" fmla="*/ 274359 h 856262"/>
              <a:gd name="connsiteX2051" fmla="*/ 1696170 w 3805936"/>
              <a:gd name="connsiteY2051" fmla="*/ 287302 h 856262"/>
              <a:gd name="connsiteX2052" fmla="*/ 1681462 w 3805936"/>
              <a:gd name="connsiteY2052" fmla="*/ 291127 h 856262"/>
              <a:gd name="connsiteX2053" fmla="*/ 1666754 w 3805936"/>
              <a:gd name="connsiteY2053" fmla="*/ 294804 h 856262"/>
              <a:gd name="connsiteX2054" fmla="*/ 1653515 w 3805936"/>
              <a:gd name="connsiteY2054" fmla="*/ 298187 h 856262"/>
              <a:gd name="connsiteX2055" fmla="*/ 1642337 w 3805936"/>
              <a:gd name="connsiteY2055" fmla="*/ 299657 h 856262"/>
              <a:gd name="connsiteX2056" fmla="*/ 1630277 w 3805936"/>
              <a:gd name="connsiteY2056" fmla="*/ 302894 h 856262"/>
              <a:gd name="connsiteX2057" fmla="*/ 1619687 w 3805936"/>
              <a:gd name="connsiteY2057" fmla="*/ 302894 h 856262"/>
              <a:gd name="connsiteX2058" fmla="*/ 1611302 w 3805936"/>
              <a:gd name="connsiteY2058" fmla="*/ 302894 h 856262"/>
              <a:gd name="connsiteX2059" fmla="*/ 1597770 w 3805936"/>
              <a:gd name="connsiteY2059" fmla="*/ 306570 h 856262"/>
              <a:gd name="connsiteX2060" fmla="*/ 1586299 w 3805936"/>
              <a:gd name="connsiteY2060" fmla="*/ 310542 h 856262"/>
              <a:gd name="connsiteX2061" fmla="*/ 1576297 w 3805936"/>
              <a:gd name="connsiteY2061" fmla="*/ 316279 h 856262"/>
              <a:gd name="connsiteX2062" fmla="*/ 1568207 w 3805936"/>
              <a:gd name="connsiteY2062" fmla="*/ 310542 h 856262"/>
              <a:gd name="connsiteX2063" fmla="*/ 1553499 w 3805936"/>
              <a:gd name="connsiteY2063" fmla="*/ 309660 h 856262"/>
              <a:gd name="connsiteX2064" fmla="*/ 1549675 w 3805936"/>
              <a:gd name="connsiteY2064" fmla="*/ 293922 h 856262"/>
              <a:gd name="connsiteX2065" fmla="*/ 1548940 w 3805936"/>
              <a:gd name="connsiteY2065" fmla="*/ 280979 h 856262"/>
              <a:gd name="connsiteX2066" fmla="*/ 1551734 w 3805936"/>
              <a:gd name="connsiteY2066" fmla="*/ 270682 h 856262"/>
              <a:gd name="connsiteX2067" fmla="*/ 1581150 w 3805936"/>
              <a:gd name="connsiteY2067" fmla="*/ 255974 h 856262"/>
              <a:gd name="connsiteX2068" fmla="*/ 1588947 w 3805936"/>
              <a:gd name="connsiteY2068" fmla="*/ 260387 h 856262"/>
              <a:gd name="connsiteX2069" fmla="*/ 1605860 w 3805936"/>
              <a:gd name="connsiteY2069" fmla="*/ 254651 h 856262"/>
              <a:gd name="connsiteX2070" fmla="*/ 1646309 w 3805936"/>
              <a:gd name="connsiteY2070" fmla="*/ 246561 h 856262"/>
              <a:gd name="connsiteX2071" fmla="*/ 1663517 w 3805936"/>
              <a:gd name="connsiteY2071" fmla="*/ 244207 h 856262"/>
              <a:gd name="connsiteX2072" fmla="*/ 1695140 w 3805936"/>
              <a:gd name="connsiteY2072" fmla="*/ 234501 h 856262"/>
              <a:gd name="connsiteX2073" fmla="*/ 1708084 w 3805936"/>
              <a:gd name="connsiteY2073" fmla="*/ 226999 h 856262"/>
              <a:gd name="connsiteX2074" fmla="*/ 1706613 w 3805936"/>
              <a:gd name="connsiteY2074" fmla="*/ 218174 h 856262"/>
              <a:gd name="connsiteX2075" fmla="*/ 1697494 w 3805936"/>
              <a:gd name="connsiteY2075" fmla="*/ 215233 h 856262"/>
              <a:gd name="connsiteX2076" fmla="*/ 1688815 w 3805936"/>
              <a:gd name="connsiteY2076" fmla="*/ 208614 h 856262"/>
              <a:gd name="connsiteX2077" fmla="*/ 1690875 w 3805936"/>
              <a:gd name="connsiteY2077" fmla="*/ 199494 h 856262"/>
              <a:gd name="connsiteX2078" fmla="*/ 1694258 w 3805936"/>
              <a:gd name="connsiteY2078" fmla="*/ 190816 h 856262"/>
              <a:gd name="connsiteX2079" fmla="*/ 1697787 w 3805936"/>
              <a:gd name="connsiteY2079" fmla="*/ 179933 h 856262"/>
              <a:gd name="connsiteX2080" fmla="*/ 1686757 w 3805936"/>
              <a:gd name="connsiteY2080" fmla="*/ 152723 h 856262"/>
              <a:gd name="connsiteX2081" fmla="*/ 1689992 w 3805936"/>
              <a:gd name="connsiteY2081" fmla="*/ 143456 h 856262"/>
              <a:gd name="connsiteX2082" fmla="*/ 1706613 w 3805936"/>
              <a:gd name="connsiteY2082" fmla="*/ 140661 h 856262"/>
              <a:gd name="connsiteX2083" fmla="*/ 1716320 w 3805936"/>
              <a:gd name="connsiteY2083" fmla="*/ 136838 h 856262"/>
              <a:gd name="connsiteX2084" fmla="*/ 1725587 w 3805936"/>
              <a:gd name="connsiteY2084" fmla="*/ 135808 h 856262"/>
              <a:gd name="connsiteX2085" fmla="*/ 1734999 w 3805936"/>
              <a:gd name="connsiteY2085" fmla="*/ 132278 h 856262"/>
              <a:gd name="connsiteX2086" fmla="*/ 3676201 w 3805936"/>
              <a:gd name="connsiteY2086" fmla="*/ 129630 h 856262"/>
              <a:gd name="connsiteX2087" fmla="*/ 3691793 w 3805936"/>
              <a:gd name="connsiteY2087" fmla="*/ 141692 h 856262"/>
              <a:gd name="connsiteX2088" fmla="*/ 3685173 w 3805936"/>
              <a:gd name="connsiteY2088" fmla="*/ 160812 h 856262"/>
              <a:gd name="connsiteX2089" fmla="*/ 3672378 w 3805936"/>
              <a:gd name="connsiteY2089" fmla="*/ 177580 h 856262"/>
              <a:gd name="connsiteX2090" fmla="*/ 3672378 w 3805936"/>
              <a:gd name="connsiteY2090" fmla="*/ 192288 h 856262"/>
              <a:gd name="connsiteX2091" fmla="*/ 3680320 w 3805936"/>
              <a:gd name="connsiteY2091" fmla="*/ 204202 h 856262"/>
              <a:gd name="connsiteX2092" fmla="*/ 3662963 w 3805936"/>
              <a:gd name="connsiteY2092" fmla="*/ 239355 h 856262"/>
              <a:gd name="connsiteX2093" fmla="*/ 3649873 w 3805936"/>
              <a:gd name="connsiteY2093" fmla="*/ 258328 h 856262"/>
              <a:gd name="connsiteX2094" fmla="*/ 3665758 w 3805936"/>
              <a:gd name="connsiteY2094" fmla="*/ 266711 h 856262"/>
              <a:gd name="connsiteX2095" fmla="*/ 3673554 w 3805936"/>
              <a:gd name="connsiteY2095" fmla="*/ 279213 h 856262"/>
              <a:gd name="connsiteX2096" fmla="*/ 3688263 w 3805936"/>
              <a:gd name="connsiteY2096" fmla="*/ 264505 h 856262"/>
              <a:gd name="connsiteX2097" fmla="*/ 3675466 w 3805936"/>
              <a:gd name="connsiteY2097" fmla="*/ 260240 h 856262"/>
              <a:gd name="connsiteX2098" fmla="*/ 3672524 w 3805936"/>
              <a:gd name="connsiteY2098" fmla="*/ 245531 h 856262"/>
              <a:gd name="connsiteX2099" fmla="*/ 3680908 w 3805936"/>
              <a:gd name="connsiteY2099" fmla="*/ 238913 h 856262"/>
              <a:gd name="connsiteX2100" fmla="*/ 3687673 w 3805936"/>
              <a:gd name="connsiteY2100" fmla="*/ 230970 h 856262"/>
              <a:gd name="connsiteX2101" fmla="*/ 3686498 w 3805936"/>
              <a:gd name="connsiteY2101" fmla="*/ 216998 h 856262"/>
              <a:gd name="connsiteX2102" fmla="*/ 3698411 w 3805936"/>
              <a:gd name="connsiteY2102" fmla="*/ 210967 h 856262"/>
              <a:gd name="connsiteX2103" fmla="*/ 3705176 w 3805936"/>
              <a:gd name="connsiteY2103" fmla="*/ 200818 h 856262"/>
              <a:gd name="connsiteX2104" fmla="*/ 3708266 w 3805936"/>
              <a:gd name="connsiteY2104" fmla="*/ 189640 h 856262"/>
              <a:gd name="connsiteX2105" fmla="*/ 3699735 w 3805936"/>
              <a:gd name="connsiteY2105" fmla="*/ 169048 h 856262"/>
              <a:gd name="connsiteX2106" fmla="*/ 3742536 w 3805936"/>
              <a:gd name="connsiteY2106" fmla="*/ 146398 h 856262"/>
              <a:gd name="connsiteX2107" fmla="*/ 3746361 w 3805936"/>
              <a:gd name="connsiteY2107" fmla="*/ 140957 h 856262"/>
              <a:gd name="connsiteX2108" fmla="*/ 3759156 w 3805936"/>
              <a:gd name="connsiteY2108" fmla="*/ 139485 h 856262"/>
              <a:gd name="connsiteX2109" fmla="*/ 3772983 w 3805936"/>
              <a:gd name="connsiteY2109" fmla="*/ 148163 h 856262"/>
              <a:gd name="connsiteX2110" fmla="*/ 3776513 w 3805936"/>
              <a:gd name="connsiteY2110" fmla="*/ 158312 h 856262"/>
              <a:gd name="connsiteX2111" fmla="*/ 3774894 w 3805936"/>
              <a:gd name="connsiteY2111" fmla="*/ 176108 h 856262"/>
              <a:gd name="connsiteX2112" fmla="*/ 3756068 w 3805936"/>
              <a:gd name="connsiteY2112" fmla="*/ 190817 h 856262"/>
              <a:gd name="connsiteX2113" fmla="*/ 3741359 w 3805936"/>
              <a:gd name="connsiteY2113" fmla="*/ 226412 h 856262"/>
              <a:gd name="connsiteX2114" fmla="*/ 3736946 w 3805936"/>
              <a:gd name="connsiteY2114" fmla="*/ 238766 h 856262"/>
              <a:gd name="connsiteX2115" fmla="*/ 3733270 w 3805936"/>
              <a:gd name="connsiteY2115" fmla="*/ 253475 h 856262"/>
              <a:gd name="connsiteX2116" fmla="*/ 3730328 w 3805936"/>
              <a:gd name="connsiteY2116" fmla="*/ 272006 h 856262"/>
              <a:gd name="connsiteX2117" fmla="*/ 3738858 w 3805936"/>
              <a:gd name="connsiteY2117" fmla="*/ 274655 h 856262"/>
              <a:gd name="connsiteX2118" fmla="*/ 3755479 w 3805936"/>
              <a:gd name="connsiteY2118" fmla="*/ 265535 h 856262"/>
              <a:gd name="connsiteX2119" fmla="*/ 3766951 w 3805936"/>
              <a:gd name="connsiteY2119" fmla="*/ 265535 h 856262"/>
              <a:gd name="connsiteX2120" fmla="*/ 3776218 w 3805936"/>
              <a:gd name="connsiteY2120" fmla="*/ 272301 h 856262"/>
              <a:gd name="connsiteX2121" fmla="*/ 3786661 w 3805936"/>
              <a:gd name="connsiteY2121" fmla="*/ 275390 h 856262"/>
              <a:gd name="connsiteX2122" fmla="*/ 3798574 w 3805936"/>
              <a:gd name="connsiteY2122" fmla="*/ 279655 h 856262"/>
              <a:gd name="connsiteX2123" fmla="*/ 3799458 w 3805936"/>
              <a:gd name="connsiteY2123" fmla="*/ 279508 h 856262"/>
              <a:gd name="connsiteX2124" fmla="*/ 3805783 w 3805936"/>
              <a:gd name="connsiteY2124" fmla="*/ 306718 h 856262"/>
              <a:gd name="connsiteX2125" fmla="*/ 3799016 w 3805936"/>
              <a:gd name="connsiteY2125" fmla="*/ 331281 h 856262"/>
              <a:gd name="connsiteX2126" fmla="*/ 3761951 w 3805936"/>
              <a:gd name="connsiteY2126" fmla="*/ 341136 h 856262"/>
              <a:gd name="connsiteX2127" fmla="*/ 3750478 w 3805936"/>
              <a:gd name="connsiteY2127" fmla="*/ 345989 h 856262"/>
              <a:gd name="connsiteX2128" fmla="*/ 3735770 w 3805936"/>
              <a:gd name="connsiteY2128" fmla="*/ 344666 h 856262"/>
              <a:gd name="connsiteX2129" fmla="*/ 3717385 w 3805936"/>
              <a:gd name="connsiteY2129" fmla="*/ 344666 h 856262"/>
              <a:gd name="connsiteX2130" fmla="*/ 3685761 w 3805936"/>
              <a:gd name="connsiteY2130" fmla="*/ 367169 h 856262"/>
              <a:gd name="connsiteX2131" fmla="*/ 3674143 w 3805936"/>
              <a:gd name="connsiteY2131" fmla="*/ 379524 h 856262"/>
              <a:gd name="connsiteX2132" fmla="*/ 3655610 w 3805936"/>
              <a:gd name="connsiteY2132" fmla="*/ 396586 h 856262"/>
              <a:gd name="connsiteX2133" fmla="*/ 3652668 w 3805936"/>
              <a:gd name="connsiteY2133" fmla="*/ 414089 h 856262"/>
              <a:gd name="connsiteX2134" fmla="*/ 3661493 w 3805936"/>
              <a:gd name="connsiteY2134" fmla="*/ 415854 h 856262"/>
              <a:gd name="connsiteX2135" fmla="*/ 3677378 w 3805936"/>
              <a:gd name="connsiteY2135" fmla="*/ 409529 h 856262"/>
              <a:gd name="connsiteX2136" fmla="*/ 3687821 w 3805936"/>
              <a:gd name="connsiteY2136" fmla="*/ 403939 h 856262"/>
              <a:gd name="connsiteX2137" fmla="*/ 3706059 w 3805936"/>
              <a:gd name="connsiteY2137" fmla="*/ 413206 h 856262"/>
              <a:gd name="connsiteX2138" fmla="*/ 3723856 w 3805936"/>
              <a:gd name="connsiteY2138" fmla="*/ 420561 h 856262"/>
              <a:gd name="connsiteX2139" fmla="*/ 3730769 w 3805936"/>
              <a:gd name="connsiteY2139" fmla="*/ 427621 h 856262"/>
              <a:gd name="connsiteX2140" fmla="*/ 3726210 w 3805936"/>
              <a:gd name="connsiteY2140" fmla="*/ 446152 h 856262"/>
              <a:gd name="connsiteX2141" fmla="*/ 3715620 w 3805936"/>
              <a:gd name="connsiteY2141" fmla="*/ 455272 h 856262"/>
              <a:gd name="connsiteX2142" fmla="*/ 3696940 w 3805936"/>
              <a:gd name="connsiteY2142" fmla="*/ 458802 h 856262"/>
              <a:gd name="connsiteX2143" fmla="*/ 3684291 w 3805936"/>
              <a:gd name="connsiteY2143" fmla="*/ 463067 h 856262"/>
              <a:gd name="connsiteX2144" fmla="*/ 3654874 w 3805936"/>
              <a:gd name="connsiteY2144" fmla="*/ 476304 h 856262"/>
              <a:gd name="connsiteX2145" fmla="*/ 3656198 w 3805936"/>
              <a:gd name="connsiteY2145" fmla="*/ 496602 h 856262"/>
              <a:gd name="connsiteX2146" fmla="*/ 3653991 w 3805936"/>
              <a:gd name="connsiteY2146" fmla="*/ 513957 h 856262"/>
              <a:gd name="connsiteX2147" fmla="*/ 3649873 w 3805936"/>
              <a:gd name="connsiteY2147" fmla="*/ 533814 h 856262"/>
              <a:gd name="connsiteX2148" fmla="*/ 3642225 w 3805936"/>
              <a:gd name="connsiteY2148" fmla="*/ 547052 h 856262"/>
              <a:gd name="connsiteX2149" fmla="*/ 3627516 w 3805936"/>
              <a:gd name="connsiteY2149" fmla="*/ 575585 h 856262"/>
              <a:gd name="connsiteX2150" fmla="*/ 3606043 w 3805936"/>
              <a:gd name="connsiteY2150" fmla="*/ 583234 h 856262"/>
              <a:gd name="connsiteX2151" fmla="*/ 3588834 w 3805936"/>
              <a:gd name="connsiteY2151" fmla="*/ 587940 h 856262"/>
              <a:gd name="connsiteX2152" fmla="*/ 3562948 w 3805936"/>
              <a:gd name="connsiteY2152" fmla="*/ 587940 h 856262"/>
              <a:gd name="connsiteX2153" fmla="*/ 3561329 w 3805936"/>
              <a:gd name="connsiteY2153" fmla="*/ 572350 h 856262"/>
              <a:gd name="connsiteX2154" fmla="*/ 3536325 w 3805936"/>
              <a:gd name="connsiteY2154" fmla="*/ 548669 h 856262"/>
              <a:gd name="connsiteX2155" fmla="*/ 3549710 w 3805936"/>
              <a:gd name="connsiteY2155" fmla="*/ 542050 h 856262"/>
              <a:gd name="connsiteX2156" fmla="*/ 3582068 w 3805936"/>
              <a:gd name="connsiteY2156" fmla="*/ 536167 h 856262"/>
              <a:gd name="connsiteX2157" fmla="*/ 3607513 w 3805936"/>
              <a:gd name="connsiteY2157" fmla="*/ 492042 h 856262"/>
              <a:gd name="connsiteX2158" fmla="*/ 3600453 w 3805936"/>
              <a:gd name="connsiteY2158" fmla="*/ 482041 h 856262"/>
              <a:gd name="connsiteX2159" fmla="*/ 3576626 w 3805936"/>
              <a:gd name="connsiteY2159" fmla="*/ 486307 h 856262"/>
              <a:gd name="connsiteX2160" fmla="*/ 3552063 w 3805936"/>
              <a:gd name="connsiteY2160" fmla="*/ 490572 h 856262"/>
              <a:gd name="connsiteX2161" fmla="*/ 3531913 w 3805936"/>
              <a:gd name="connsiteY2161" fmla="*/ 497779 h 856262"/>
              <a:gd name="connsiteX2162" fmla="*/ 3513821 w 3805936"/>
              <a:gd name="connsiteY2162" fmla="*/ 493367 h 856262"/>
              <a:gd name="connsiteX2163" fmla="*/ 3505585 w 3805936"/>
              <a:gd name="connsiteY2163" fmla="*/ 489689 h 856262"/>
              <a:gd name="connsiteX2164" fmla="*/ 3503673 w 3805936"/>
              <a:gd name="connsiteY2164" fmla="*/ 476452 h 856262"/>
              <a:gd name="connsiteX2165" fmla="*/ 3507350 w 3805936"/>
              <a:gd name="connsiteY2165" fmla="*/ 458214 h 856262"/>
              <a:gd name="connsiteX2166" fmla="*/ 3529411 w 3805936"/>
              <a:gd name="connsiteY2166" fmla="*/ 444534 h 856262"/>
              <a:gd name="connsiteX2167" fmla="*/ 3545444 w 3805936"/>
              <a:gd name="connsiteY2167" fmla="*/ 448652 h 856262"/>
              <a:gd name="connsiteX2168" fmla="*/ 3561035 w 3805936"/>
              <a:gd name="connsiteY2168" fmla="*/ 438946 h 856262"/>
              <a:gd name="connsiteX2169" fmla="*/ 3580303 w 3805936"/>
              <a:gd name="connsiteY2169" fmla="*/ 433797 h 856262"/>
              <a:gd name="connsiteX2170" fmla="*/ 3591923 w 3805936"/>
              <a:gd name="connsiteY2170" fmla="*/ 427914 h 856262"/>
              <a:gd name="connsiteX2171" fmla="*/ 3596041 w 3805936"/>
              <a:gd name="connsiteY2171" fmla="*/ 421149 h 856262"/>
              <a:gd name="connsiteX2172" fmla="*/ 3598100 w 3805936"/>
              <a:gd name="connsiteY2172" fmla="*/ 406441 h 856262"/>
              <a:gd name="connsiteX2173" fmla="*/ 3603543 w 3805936"/>
              <a:gd name="connsiteY2173" fmla="*/ 391733 h 856262"/>
              <a:gd name="connsiteX2174" fmla="*/ 3592364 w 3805936"/>
              <a:gd name="connsiteY2174" fmla="*/ 390703 h 856262"/>
              <a:gd name="connsiteX2175" fmla="*/ 3580008 w 3805936"/>
              <a:gd name="connsiteY2175" fmla="*/ 398793 h 856262"/>
              <a:gd name="connsiteX2176" fmla="*/ 3566035 w 3805936"/>
              <a:gd name="connsiteY2176" fmla="*/ 405999 h 856262"/>
              <a:gd name="connsiteX2177" fmla="*/ 3554269 w 3805936"/>
              <a:gd name="connsiteY2177" fmla="*/ 405999 h 856262"/>
              <a:gd name="connsiteX2178" fmla="*/ 3549858 w 3805936"/>
              <a:gd name="connsiteY2178" fmla="*/ 395263 h 856262"/>
              <a:gd name="connsiteX2179" fmla="*/ 3553093 w 3805936"/>
              <a:gd name="connsiteY2179" fmla="*/ 379229 h 856262"/>
              <a:gd name="connsiteX2180" fmla="*/ 3565448 w 3805936"/>
              <a:gd name="connsiteY2180" fmla="*/ 349813 h 856262"/>
              <a:gd name="connsiteX2181" fmla="*/ 3582803 w 3805936"/>
              <a:gd name="connsiteY2181" fmla="*/ 348636 h 856262"/>
              <a:gd name="connsiteX2182" fmla="*/ 3589275 w 3805936"/>
              <a:gd name="connsiteY2182" fmla="*/ 344371 h 856262"/>
              <a:gd name="connsiteX2183" fmla="*/ 3605308 w 3805936"/>
              <a:gd name="connsiteY2183" fmla="*/ 342901 h 856262"/>
              <a:gd name="connsiteX2184" fmla="*/ 3623546 w 3805936"/>
              <a:gd name="connsiteY2184" fmla="*/ 338341 h 856262"/>
              <a:gd name="connsiteX2185" fmla="*/ 3637224 w 3805936"/>
              <a:gd name="connsiteY2185" fmla="*/ 335988 h 856262"/>
              <a:gd name="connsiteX2186" fmla="*/ 3648696 w 3805936"/>
              <a:gd name="connsiteY2186" fmla="*/ 331869 h 856262"/>
              <a:gd name="connsiteX2187" fmla="*/ 3655463 w 3805936"/>
              <a:gd name="connsiteY2187" fmla="*/ 327016 h 856262"/>
              <a:gd name="connsiteX2188" fmla="*/ 3671495 w 3805936"/>
              <a:gd name="connsiteY2188" fmla="*/ 327016 h 856262"/>
              <a:gd name="connsiteX2189" fmla="*/ 3684586 w 3805936"/>
              <a:gd name="connsiteY2189" fmla="*/ 327016 h 856262"/>
              <a:gd name="connsiteX2190" fmla="*/ 3698116 w 3805936"/>
              <a:gd name="connsiteY2190" fmla="*/ 330251 h 856262"/>
              <a:gd name="connsiteX2191" fmla="*/ 3712825 w 3805936"/>
              <a:gd name="connsiteY2191" fmla="*/ 323044 h 856262"/>
              <a:gd name="connsiteX2192" fmla="*/ 3721061 w 3805936"/>
              <a:gd name="connsiteY2192" fmla="*/ 307306 h 856262"/>
              <a:gd name="connsiteX2193" fmla="*/ 3701500 w 3805936"/>
              <a:gd name="connsiteY2193" fmla="*/ 309513 h 856262"/>
              <a:gd name="connsiteX2194" fmla="*/ 3680908 w 3805936"/>
              <a:gd name="connsiteY2194" fmla="*/ 312455 h 856262"/>
              <a:gd name="connsiteX2195" fmla="*/ 3648550 w 3805936"/>
              <a:gd name="connsiteY2195" fmla="*/ 315838 h 856262"/>
              <a:gd name="connsiteX2196" fmla="*/ 3632223 w 3805936"/>
              <a:gd name="connsiteY2196" fmla="*/ 319661 h 856262"/>
              <a:gd name="connsiteX2197" fmla="*/ 3615896 w 3805936"/>
              <a:gd name="connsiteY2197" fmla="*/ 323044 h 856262"/>
              <a:gd name="connsiteX2198" fmla="*/ 3589421 w 3805936"/>
              <a:gd name="connsiteY2198" fmla="*/ 326428 h 856262"/>
              <a:gd name="connsiteX2199" fmla="*/ 3569125 w 3805936"/>
              <a:gd name="connsiteY2199" fmla="*/ 330546 h 856262"/>
              <a:gd name="connsiteX2200" fmla="*/ 3545150 w 3805936"/>
              <a:gd name="connsiteY2200" fmla="*/ 340253 h 856262"/>
              <a:gd name="connsiteX2201" fmla="*/ 3530441 w 3805936"/>
              <a:gd name="connsiteY2201" fmla="*/ 359814 h 856262"/>
              <a:gd name="connsiteX2202" fmla="*/ 3523381 w 3805936"/>
              <a:gd name="connsiteY2202" fmla="*/ 368199 h 856262"/>
              <a:gd name="connsiteX2203" fmla="*/ 3492788 w 3805936"/>
              <a:gd name="connsiteY2203" fmla="*/ 391586 h 856262"/>
              <a:gd name="connsiteX2204" fmla="*/ 3480875 w 3805936"/>
              <a:gd name="connsiteY2204" fmla="*/ 386731 h 856262"/>
              <a:gd name="connsiteX2205" fmla="*/ 3471903 w 3805936"/>
              <a:gd name="connsiteY2205" fmla="*/ 358638 h 856262"/>
              <a:gd name="connsiteX2206" fmla="*/ 3471903 w 3805936"/>
              <a:gd name="connsiteY2206" fmla="*/ 330398 h 856262"/>
              <a:gd name="connsiteX2207" fmla="*/ 3476315 w 3805936"/>
              <a:gd name="connsiteY2207" fmla="*/ 318926 h 856262"/>
              <a:gd name="connsiteX2208" fmla="*/ 3484405 w 3805936"/>
              <a:gd name="connsiteY2208" fmla="*/ 313631 h 856262"/>
              <a:gd name="connsiteX2209" fmla="*/ 3504114 w 3805936"/>
              <a:gd name="connsiteY2209" fmla="*/ 280978 h 856262"/>
              <a:gd name="connsiteX2210" fmla="*/ 3509703 w 3805936"/>
              <a:gd name="connsiteY2210" fmla="*/ 280978 h 856262"/>
              <a:gd name="connsiteX2211" fmla="*/ 3513674 w 3805936"/>
              <a:gd name="connsiteY2211" fmla="*/ 306276 h 856262"/>
              <a:gd name="connsiteX2212" fmla="*/ 3514054 w 3805936"/>
              <a:gd name="connsiteY2212" fmla="*/ 308887 h 856262"/>
              <a:gd name="connsiteX2213" fmla="*/ 3522351 w 3805936"/>
              <a:gd name="connsiteY2213" fmla="*/ 312748 h 856262"/>
              <a:gd name="connsiteX2214" fmla="*/ 3539266 w 3805936"/>
              <a:gd name="connsiteY2214" fmla="*/ 306130 h 856262"/>
              <a:gd name="connsiteX2215" fmla="*/ 3545003 w 3805936"/>
              <a:gd name="connsiteY2215" fmla="*/ 300395 h 856262"/>
              <a:gd name="connsiteX2216" fmla="*/ 3540590 w 3805936"/>
              <a:gd name="connsiteY2216" fmla="*/ 288628 h 856262"/>
              <a:gd name="connsiteX2217" fmla="*/ 3537648 w 3805936"/>
              <a:gd name="connsiteY2217" fmla="*/ 271565 h 856262"/>
              <a:gd name="connsiteX2218" fmla="*/ 3540296 w 3805936"/>
              <a:gd name="connsiteY2218" fmla="*/ 236560 h 856262"/>
              <a:gd name="connsiteX2219" fmla="*/ 3537796 w 3805936"/>
              <a:gd name="connsiteY2219" fmla="*/ 199495 h 856262"/>
              <a:gd name="connsiteX2220" fmla="*/ 3534413 w 3805936"/>
              <a:gd name="connsiteY2220" fmla="*/ 178315 h 856262"/>
              <a:gd name="connsiteX2221" fmla="*/ 3541473 w 3805936"/>
              <a:gd name="connsiteY2221" fmla="*/ 166107 h 856262"/>
              <a:gd name="connsiteX2222" fmla="*/ 3551621 w 3805936"/>
              <a:gd name="connsiteY2222" fmla="*/ 166107 h 856262"/>
              <a:gd name="connsiteX2223" fmla="*/ 3556770 w 3805936"/>
              <a:gd name="connsiteY2223" fmla="*/ 162724 h 856262"/>
              <a:gd name="connsiteX2224" fmla="*/ 3561183 w 3805936"/>
              <a:gd name="connsiteY2224" fmla="*/ 169343 h 856262"/>
              <a:gd name="connsiteX2225" fmla="*/ 3562948 w 3805936"/>
              <a:gd name="connsiteY2225" fmla="*/ 181403 h 856262"/>
              <a:gd name="connsiteX2226" fmla="*/ 3564271 w 3805936"/>
              <a:gd name="connsiteY2226" fmla="*/ 196112 h 856262"/>
              <a:gd name="connsiteX2227" fmla="*/ 3564271 w 3805936"/>
              <a:gd name="connsiteY2227" fmla="*/ 205378 h 856262"/>
              <a:gd name="connsiteX2228" fmla="*/ 3564271 w 3805936"/>
              <a:gd name="connsiteY2228" fmla="*/ 215527 h 856262"/>
              <a:gd name="connsiteX2229" fmla="*/ 3564271 w 3805936"/>
              <a:gd name="connsiteY2229" fmla="*/ 228323 h 856262"/>
              <a:gd name="connsiteX2230" fmla="*/ 3565741 w 3805936"/>
              <a:gd name="connsiteY2230" fmla="*/ 253326 h 856262"/>
              <a:gd name="connsiteX2231" fmla="*/ 3568978 w 3805936"/>
              <a:gd name="connsiteY2231" fmla="*/ 270095 h 856262"/>
              <a:gd name="connsiteX2232" fmla="*/ 3568978 w 3805936"/>
              <a:gd name="connsiteY2232" fmla="*/ 282450 h 856262"/>
              <a:gd name="connsiteX2233" fmla="*/ 3563976 w 3805936"/>
              <a:gd name="connsiteY2233" fmla="*/ 297158 h 856262"/>
              <a:gd name="connsiteX2234" fmla="*/ 3571036 w 3805936"/>
              <a:gd name="connsiteY2234" fmla="*/ 304365 h 856262"/>
              <a:gd name="connsiteX2235" fmla="*/ 3585008 w 3805936"/>
              <a:gd name="connsiteY2235" fmla="*/ 300541 h 856262"/>
              <a:gd name="connsiteX2236" fmla="*/ 3597070 w 3805936"/>
              <a:gd name="connsiteY2236" fmla="*/ 299805 h 856262"/>
              <a:gd name="connsiteX2237" fmla="*/ 3616780 w 3805936"/>
              <a:gd name="connsiteY2237" fmla="*/ 296275 h 856262"/>
              <a:gd name="connsiteX2238" fmla="*/ 3627516 w 3805936"/>
              <a:gd name="connsiteY2238" fmla="*/ 292598 h 856262"/>
              <a:gd name="connsiteX2239" fmla="*/ 3635900 w 3805936"/>
              <a:gd name="connsiteY2239" fmla="*/ 287010 h 856262"/>
              <a:gd name="connsiteX2240" fmla="*/ 3637076 w 3805936"/>
              <a:gd name="connsiteY2240" fmla="*/ 280685 h 856262"/>
              <a:gd name="connsiteX2241" fmla="*/ 3625310 w 3805936"/>
              <a:gd name="connsiteY2241" fmla="*/ 279508 h 856262"/>
              <a:gd name="connsiteX2242" fmla="*/ 3614573 w 3805936"/>
              <a:gd name="connsiteY2242" fmla="*/ 283920 h 856262"/>
              <a:gd name="connsiteX2243" fmla="*/ 3611485 w 3805936"/>
              <a:gd name="connsiteY2243" fmla="*/ 274066 h 856262"/>
              <a:gd name="connsiteX2244" fmla="*/ 3605013 w 3805936"/>
              <a:gd name="connsiteY2244" fmla="*/ 265976 h 856262"/>
              <a:gd name="connsiteX2245" fmla="*/ 3600748 w 3805936"/>
              <a:gd name="connsiteY2245" fmla="*/ 278038 h 856262"/>
              <a:gd name="connsiteX2246" fmla="*/ 3595600 w 3805936"/>
              <a:gd name="connsiteY2246" fmla="*/ 285245 h 856262"/>
              <a:gd name="connsiteX2247" fmla="*/ 3588393 w 3805936"/>
              <a:gd name="connsiteY2247" fmla="*/ 289068 h 856262"/>
              <a:gd name="connsiteX2248" fmla="*/ 3581038 w 3805936"/>
              <a:gd name="connsiteY2248" fmla="*/ 275243 h 856262"/>
              <a:gd name="connsiteX2249" fmla="*/ 3582068 w 3805936"/>
              <a:gd name="connsiteY2249" fmla="*/ 246708 h 856262"/>
              <a:gd name="connsiteX2250" fmla="*/ 3578833 w 3805936"/>
              <a:gd name="connsiteY2250" fmla="*/ 227293 h 856262"/>
              <a:gd name="connsiteX2251" fmla="*/ 3578833 w 3805936"/>
              <a:gd name="connsiteY2251" fmla="*/ 199790 h 856262"/>
              <a:gd name="connsiteX2252" fmla="*/ 3576773 w 3805936"/>
              <a:gd name="connsiteY2252" fmla="*/ 190523 h 856262"/>
              <a:gd name="connsiteX2253" fmla="*/ 3582363 w 3805936"/>
              <a:gd name="connsiteY2253" fmla="*/ 177138 h 856262"/>
              <a:gd name="connsiteX2254" fmla="*/ 3591776 w 3805936"/>
              <a:gd name="connsiteY2254" fmla="*/ 171843 h 856262"/>
              <a:gd name="connsiteX2255" fmla="*/ 3596335 w 3805936"/>
              <a:gd name="connsiteY2255" fmla="*/ 186552 h 856262"/>
              <a:gd name="connsiteX2256" fmla="*/ 3599423 w 3805936"/>
              <a:gd name="connsiteY2256" fmla="*/ 195818 h 856262"/>
              <a:gd name="connsiteX2257" fmla="*/ 3603836 w 3805936"/>
              <a:gd name="connsiteY2257" fmla="*/ 226852 h 856262"/>
              <a:gd name="connsiteX2258" fmla="*/ 3607955 w 3805936"/>
              <a:gd name="connsiteY2258" fmla="*/ 234060 h 856262"/>
              <a:gd name="connsiteX2259" fmla="*/ 3623988 w 3805936"/>
              <a:gd name="connsiteY2259" fmla="*/ 234060 h 856262"/>
              <a:gd name="connsiteX2260" fmla="*/ 3630018 w 3805936"/>
              <a:gd name="connsiteY2260" fmla="*/ 241708 h 856262"/>
              <a:gd name="connsiteX2261" fmla="*/ 3644726 w 3805936"/>
              <a:gd name="connsiteY2261" fmla="*/ 228028 h 856262"/>
              <a:gd name="connsiteX2262" fmla="*/ 3636930 w 3805936"/>
              <a:gd name="connsiteY2262" fmla="*/ 209497 h 856262"/>
              <a:gd name="connsiteX2263" fmla="*/ 3623988 w 3805936"/>
              <a:gd name="connsiteY2263" fmla="*/ 214497 h 856262"/>
              <a:gd name="connsiteX2264" fmla="*/ 3614868 w 3805936"/>
              <a:gd name="connsiteY2264" fmla="*/ 218763 h 856262"/>
              <a:gd name="connsiteX2265" fmla="*/ 3614868 w 3805936"/>
              <a:gd name="connsiteY2265" fmla="*/ 200378 h 856262"/>
              <a:gd name="connsiteX2266" fmla="*/ 3620456 w 3805936"/>
              <a:gd name="connsiteY2266" fmla="*/ 185670 h 856262"/>
              <a:gd name="connsiteX2267" fmla="*/ 3614279 w 3805936"/>
              <a:gd name="connsiteY2267" fmla="*/ 169343 h 856262"/>
              <a:gd name="connsiteX2268" fmla="*/ 3624575 w 3805936"/>
              <a:gd name="connsiteY2268" fmla="*/ 159047 h 856262"/>
              <a:gd name="connsiteX2269" fmla="*/ 3635901 w 3805936"/>
              <a:gd name="connsiteY2269" fmla="*/ 168313 h 856262"/>
              <a:gd name="connsiteX2270" fmla="*/ 3649579 w 3805936"/>
              <a:gd name="connsiteY2270" fmla="*/ 150222 h 856262"/>
              <a:gd name="connsiteX2271" fmla="*/ 3659728 w 3805936"/>
              <a:gd name="connsiteY2271" fmla="*/ 131395 h 856262"/>
              <a:gd name="connsiteX2272" fmla="*/ 3667965 w 3805936"/>
              <a:gd name="connsiteY2272" fmla="*/ 131395 h 856262"/>
              <a:gd name="connsiteX2273" fmla="*/ 3676201 w 3805936"/>
              <a:gd name="connsiteY2273" fmla="*/ 129630 h 856262"/>
              <a:gd name="connsiteX2274" fmla="*/ 412522 w 3805936"/>
              <a:gd name="connsiteY2274" fmla="*/ 115391 h 856262"/>
              <a:gd name="connsiteX2275" fmla="*/ 240307 w 3805936"/>
              <a:gd name="connsiteY2275" fmla="*/ 177530 h 856262"/>
              <a:gd name="connsiteX2276" fmla="*/ 240265 w 3805936"/>
              <a:gd name="connsiteY2276" fmla="*/ 177530 h 856262"/>
              <a:gd name="connsiteX2277" fmla="*/ 114964 w 3805936"/>
              <a:gd name="connsiteY2277" fmla="*/ 428215 h 856262"/>
              <a:gd name="connsiteX2278" fmla="*/ 118551 w 3805936"/>
              <a:gd name="connsiteY2278" fmla="*/ 475889 h 856262"/>
              <a:gd name="connsiteX2279" fmla="*/ 119268 w 3805936"/>
              <a:gd name="connsiteY2279" fmla="*/ 479770 h 856262"/>
              <a:gd name="connsiteX2280" fmla="*/ 122643 w 3805936"/>
              <a:gd name="connsiteY2280" fmla="*/ 497152 h 856262"/>
              <a:gd name="connsiteX2281" fmla="*/ 128971 w 3805936"/>
              <a:gd name="connsiteY2281" fmla="*/ 521157 h 856262"/>
              <a:gd name="connsiteX2282" fmla="*/ 138168 w 3805936"/>
              <a:gd name="connsiteY2282" fmla="*/ 546470 h 856262"/>
              <a:gd name="connsiteX2283" fmla="*/ 139518 w 3805936"/>
              <a:gd name="connsiteY2283" fmla="*/ 549845 h 856262"/>
              <a:gd name="connsiteX2284" fmla="*/ 176813 w 3805936"/>
              <a:gd name="connsiteY2284" fmla="*/ 615238 h 856262"/>
              <a:gd name="connsiteX2285" fmla="*/ 177024 w 3805936"/>
              <a:gd name="connsiteY2285" fmla="*/ 615491 h 856262"/>
              <a:gd name="connsiteX2286" fmla="*/ 177340 w 3805936"/>
              <a:gd name="connsiteY2286" fmla="*/ 615917 h 856262"/>
              <a:gd name="connsiteX2287" fmla="*/ 325104 w 3805936"/>
              <a:gd name="connsiteY2287" fmla="*/ 724013 h 856262"/>
              <a:gd name="connsiteX2288" fmla="*/ 338256 w 3805936"/>
              <a:gd name="connsiteY2288" fmla="*/ 727206 h 856262"/>
              <a:gd name="connsiteX2289" fmla="*/ 337647 w 3805936"/>
              <a:gd name="connsiteY2289" fmla="*/ 723932 h 856262"/>
              <a:gd name="connsiteX2290" fmla="*/ 331308 w 3805936"/>
              <a:gd name="connsiteY2290" fmla="*/ 713791 h 856262"/>
              <a:gd name="connsiteX2291" fmla="*/ 319537 w 3805936"/>
              <a:gd name="connsiteY2291" fmla="*/ 709572 h 856262"/>
              <a:gd name="connsiteX2292" fmla="*/ 317724 w 3805936"/>
              <a:gd name="connsiteY2292" fmla="*/ 707907 h 856262"/>
              <a:gd name="connsiteX2293" fmla="*/ 335780 w 3805936"/>
              <a:gd name="connsiteY2293" fmla="*/ 710964 h 856262"/>
              <a:gd name="connsiteX2294" fmla="*/ 347593 w 3805936"/>
              <a:gd name="connsiteY2294" fmla="*/ 729274 h 856262"/>
              <a:gd name="connsiteX2295" fmla="*/ 352951 w 3805936"/>
              <a:gd name="connsiteY2295" fmla="*/ 729274 h 856262"/>
              <a:gd name="connsiteX2296" fmla="*/ 354404 w 3805936"/>
              <a:gd name="connsiteY2296" fmla="*/ 731127 h 856262"/>
              <a:gd name="connsiteX2297" fmla="*/ 355636 w 3805936"/>
              <a:gd name="connsiteY2297" fmla="*/ 731426 h 856262"/>
              <a:gd name="connsiteX2298" fmla="*/ 368856 w 3805936"/>
              <a:gd name="connsiteY2298" fmla="*/ 731426 h 856262"/>
              <a:gd name="connsiteX2299" fmla="*/ 368683 w 3805936"/>
              <a:gd name="connsiteY2299" fmla="*/ 734594 h 856262"/>
              <a:gd name="connsiteX2300" fmla="*/ 383495 w 3805936"/>
              <a:gd name="connsiteY2300" fmla="*/ 738190 h 856262"/>
              <a:gd name="connsiteX2301" fmla="*/ 443515 w 3805936"/>
              <a:gd name="connsiteY2301" fmla="*/ 741019 h 856262"/>
              <a:gd name="connsiteX2302" fmla="*/ 495452 w 3805936"/>
              <a:gd name="connsiteY2302" fmla="*/ 733411 h 856262"/>
              <a:gd name="connsiteX2303" fmla="*/ 495422 w 3805936"/>
              <a:gd name="connsiteY2303" fmla="*/ 733409 h 856262"/>
              <a:gd name="connsiteX2304" fmla="*/ 497827 w 3805936"/>
              <a:gd name="connsiteY2304" fmla="*/ 732649 h 856262"/>
              <a:gd name="connsiteX2305" fmla="*/ 482723 w 3805936"/>
              <a:gd name="connsiteY2305" fmla="*/ 732649 h 856262"/>
              <a:gd name="connsiteX2306" fmla="*/ 474286 w 3805936"/>
              <a:gd name="connsiteY2306" fmla="*/ 713496 h 856262"/>
              <a:gd name="connsiteX2307" fmla="*/ 452770 w 3805936"/>
              <a:gd name="connsiteY2307" fmla="*/ 712610 h 856262"/>
              <a:gd name="connsiteX2308" fmla="*/ 442011 w 3805936"/>
              <a:gd name="connsiteY2308" fmla="*/ 729063 h 856262"/>
              <a:gd name="connsiteX2309" fmla="*/ 441039 w 3805936"/>
              <a:gd name="connsiteY2309" fmla="*/ 731309 h 856262"/>
              <a:gd name="connsiteX2310" fmla="*/ 441041 w 3805936"/>
              <a:gd name="connsiteY2310" fmla="*/ 731257 h 856262"/>
              <a:gd name="connsiteX2311" fmla="*/ 440915 w 3805936"/>
              <a:gd name="connsiteY2311" fmla="*/ 731594 h 856262"/>
              <a:gd name="connsiteX2312" fmla="*/ 441039 w 3805936"/>
              <a:gd name="connsiteY2312" fmla="*/ 731309 h 856262"/>
              <a:gd name="connsiteX2313" fmla="*/ 440704 w 3805936"/>
              <a:gd name="connsiteY2313" fmla="*/ 737796 h 856262"/>
              <a:gd name="connsiteX2314" fmla="*/ 433025 w 3805936"/>
              <a:gd name="connsiteY2314" fmla="*/ 737796 h 856262"/>
              <a:gd name="connsiteX2315" fmla="*/ 436274 w 3805936"/>
              <a:gd name="connsiteY2315" fmla="*/ 736615 h 856262"/>
              <a:gd name="connsiteX2316" fmla="*/ 433574 w 3805936"/>
              <a:gd name="connsiteY2316" fmla="*/ 736151 h 856262"/>
              <a:gd name="connsiteX2317" fmla="*/ 434755 w 3805936"/>
              <a:gd name="connsiteY2317" fmla="*/ 734885 h 856262"/>
              <a:gd name="connsiteX2318" fmla="*/ 430536 w 3805936"/>
              <a:gd name="connsiteY2318" fmla="*/ 734885 h 856262"/>
              <a:gd name="connsiteX2319" fmla="*/ 432181 w 3805936"/>
              <a:gd name="connsiteY2319" fmla="*/ 733788 h 856262"/>
              <a:gd name="connsiteX2320" fmla="*/ 424925 w 3805936"/>
              <a:gd name="connsiteY2320" fmla="*/ 733788 h 856262"/>
              <a:gd name="connsiteX2321" fmla="*/ 426402 w 3805936"/>
              <a:gd name="connsiteY2321" fmla="*/ 732649 h 856262"/>
              <a:gd name="connsiteX2322" fmla="*/ 411509 w 3805936"/>
              <a:gd name="connsiteY2322" fmla="*/ 732649 h 856262"/>
              <a:gd name="connsiteX2323" fmla="*/ 403071 w 3805936"/>
              <a:gd name="connsiteY2323" fmla="*/ 713496 h 856262"/>
              <a:gd name="connsiteX2324" fmla="*/ 381555 w 3805936"/>
              <a:gd name="connsiteY2324" fmla="*/ 712610 h 856262"/>
              <a:gd name="connsiteX2325" fmla="*/ 370797 w 3805936"/>
              <a:gd name="connsiteY2325" fmla="*/ 729063 h 856262"/>
              <a:gd name="connsiteX2326" fmla="*/ 368898 w 3805936"/>
              <a:gd name="connsiteY2326" fmla="*/ 728473 h 856262"/>
              <a:gd name="connsiteX2327" fmla="*/ 373623 w 3805936"/>
              <a:gd name="connsiteY2327" fmla="*/ 714888 h 856262"/>
              <a:gd name="connsiteX2328" fmla="*/ 391680 w 3805936"/>
              <a:gd name="connsiteY2328" fmla="*/ 707631 h 856262"/>
              <a:gd name="connsiteX2329" fmla="*/ 416994 w 3805936"/>
              <a:gd name="connsiteY2329" fmla="*/ 714255 h 856262"/>
              <a:gd name="connsiteX2330" fmla="*/ 421845 w 3805936"/>
              <a:gd name="connsiteY2330" fmla="*/ 730624 h 856262"/>
              <a:gd name="connsiteX2331" fmla="*/ 438721 w 3805936"/>
              <a:gd name="connsiteY2331" fmla="*/ 730202 h 856262"/>
              <a:gd name="connsiteX2332" fmla="*/ 445049 w 3805936"/>
              <a:gd name="connsiteY2332" fmla="*/ 714888 h 856262"/>
              <a:gd name="connsiteX2333" fmla="*/ 463106 w 3805936"/>
              <a:gd name="connsiteY2333" fmla="*/ 707631 h 856262"/>
              <a:gd name="connsiteX2334" fmla="*/ 488419 w 3805936"/>
              <a:gd name="connsiteY2334" fmla="*/ 714255 h 856262"/>
              <a:gd name="connsiteX2335" fmla="*/ 493271 w 3805936"/>
              <a:gd name="connsiteY2335" fmla="*/ 730624 h 856262"/>
              <a:gd name="connsiteX2336" fmla="*/ 509073 w 3805936"/>
              <a:gd name="connsiteY2336" fmla="*/ 730229 h 856262"/>
              <a:gd name="connsiteX2337" fmla="*/ 510277 w 3805936"/>
              <a:gd name="connsiteY2337" fmla="*/ 729801 h 856262"/>
              <a:gd name="connsiteX2338" fmla="*/ 512709 w 3805936"/>
              <a:gd name="connsiteY2338" fmla="*/ 722350 h 856262"/>
              <a:gd name="connsiteX2339" fmla="*/ 519892 w 3805936"/>
              <a:gd name="connsiteY2339" fmla="*/ 710796 h 856262"/>
              <a:gd name="connsiteX2340" fmla="*/ 537569 w 3805936"/>
              <a:gd name="connsiteY2340" fmla="*/ 706788 h 856262"/>
              <a:gd name="connsiteX2341" fmla="*/ 537569 w 3805936"/>
              <a:gd name="connsiteY2341" fmla="*/ 713031 h 856262"/>
              <a:gd name="connsiteX2342" fmla="*/ 520018 w 3805936"/>
              <a:gd name="connsiteY2342" fmla="*/ 715563 h 856262"/>
              <a:gd name="connsiteX2343" fmla="*/ 514645 w 3805936"/>
              <a:gd name="connsiteY2343" fmla="*/ 723800 h 856262"/>
              <a:gd name="connsiteX2344" fmla="*/ 513369 w 3805936"/>
              <a:gd name="connsiteY2344" fmla="*/ 728701 h 856262"/>
              <a:gd name="connsiteX2345" fmla="*/ 561395 w 3805936"/>
              <a:gd name="connsiteY2345" fmla="*/ 711617 h 856262"/>
              <a:gd name="connsiteX2346" fmla="*/ 615728 w 3805936"/>
              <a:gd name="connsiteY2346" fmla="*/ 678879 h 856262"/>
              <a:gd name="connsiteX2347" fmla="*/ 678695 w 3805936"/>
              <a:gd name="connsiteY2347" fmla="*/ 240497 h 856262"/>
              <a:gd name="connsiteX2348" fmla="*/ 412522 w 3805936"/>
              <a:gd name="connsiteY2348" fmla="*/ 115391 h 856262"/>
              <a:gd name="connsiteX2349" fmla="*/ 277180 w 3805936"/>
              <a:gd name="connsiteY2349" fmla="*/ 113446 h 856262"/>
              <a:gd name="connsiteX2350" fmla="*/ 275872 w 3805936"/>
              <a:gd name="connsiteY2350" fmla="*/ 114543 h 856262"/>
              <a:gd name="connsiteX2351" fmla="*/ 273932 w 3805936"/>
              <a:gd name="connsiteY2351" fmla="*/ 115007 h 856262"/>
              <a:gd name="connsiteX2352" fmla="*/ 272117 w 3805936"/>
              <a:gd name="connsiteY2352" fmla="*/ 115851 h 856262"/>
              <a:gd name="connsiteX2353" fmla="*/ 269924 w 3805936"/>
              <a:gd name="connsiteY2353" fmla="*/ 115851 h 856262"/>
              <a:gd name="connsiteX2354" fmla="*/ 268067 w 3805936"/>
              <a:gd name="connsiteY2354" fmla="*/ 116441 h 856262"/>
              <a:gd name="connsiteX2355" fmla="*/ 267941 w 3805936"/>
              <a:gd name="connsiteY2355" fmla="*/ 116272 h 856262"/>
              <a:gd name="connsiteX2356" fmla="*/ 268827 w 3805936"/>
              <a:gd name="connsiteY2356" fmla="*/ 119141 h 856262"/>
              <a:gd name="connsiteX2357" fmla="*/ 269586 w 3805936"/>
              <a:gd name="connsiteY2357" fmla="*/ 120744 h 856262"/>
              <a:gd name="connsiteX2358" fmla="*/ 271696 w 3805936"/>
              <a:gd name="connsiteY2358" fmla="*/ 122769 h 856262"/>
              <a:gd name="connsiteX2359" fmla="*/ 274100 w 3805936"/>
              <a:gd name="connsiteY2359" fmla="*/ 124288 h 856262"/>
              <a:gd name="connsiteX2360" fmla="*/ 276969 w 3805936"/>
              <a:gd name="connsiteY2360" fmla="*/ 125976 h 856262"/>
              <a:gd name="connsiteX2361" fmla="*/ 278193 w 3805936"/>
              <a:gd name="connsiteY2361" fmla="*/ 127790 h 856262"/>
              <a:gd name="connsiteX2362" fmla="*/ 280344 w 3805936"/>
              <a:gd name="connsiteY2362" fmla="*/ 128423 h 856262"/>
              <a:gd name="connsiteX2363" fmla="*/ 281568 w 3805936"/>
              <a:gd name="connsiteY2363" fmla="*/ 126566 h 856262"/>
              <a:gd name="connsiteX2364" fmla="*/ 283171 w 3805936"/>
              <a:gd name="connsiteY2364" fmla="*/ 125554 h 856262"/>
              <a:gd name="connsiteX2365" fmla="*/ 284605 w 3805936"/>
              <a:gd name="connsiteY2365" fmla="*/ 123655 h 856262"/>
              <a:gd name="connsiteX2366" fmla="*/ 284943 w 3805936"/>
              <a:gd name="connsiteY2366" fmla="*/ 121715 h 856262"/>
              <a:gd name="connsiteX2367" fmla="*/ 284732 w 3805936"/>
              <a:gd name="connsiteY2367" fmla="*/ 119226 h 856262"/>
              <a:gd name="connsiteX2368" fmla="*/ 284985 w 3805936"/>
              <a:gd name="connsiteY2368" fmla="*/ 116947 h 856262"/>
              <a:gd name="connsiteX2369" fmla="*/ 284099 w 3805936"/>
              <a:gd name="connsiteY2369" fmla="*/ 115176 h 856262"/>
              <a:gd name="connsiteX2370" fmla="*/ 282369 w 3805936"/>
              <a:gd name="connsiteY2370" fmla="*/ 114374 h 856262"/>
              <a:gd name="connsiteX2371" fmla="*/ 277180 w 3805936"/>
              <a:gd name="connsiteY2371" fmla="*/ 113446 h 856262"/>
              <a:gd name="connsiteX2372" fmla="*/ 254820 w 3805936"/>
              <a:gd name="connsiteY2372" fmla="*/ 107750 h 856262"/>
              <a:gd name="connsiteX2373" fmla="*/ 255200 w 3805936"/>
              <a:gd name="connsiteY2373" fmla="*/ 109776 h 856262"/>
              <a:gd name="connsiteX2374" fmla="*/ 254356 w 3805936"/>
              <a:gd name="connsiteY2374" fmla="*/ 112518 h 856262"/>
              <a:gd name="connsiteX2375" fmla="*/ 253175 w 3805936"/>
              <a:gd name="connsiteY2375" fmla="*/ 115555 h 856262"/>
              <a:gd name="connsiteX2376" fmla="*/ 251234 w 3805936"/>
              <a:gd name="connsiteY2376" fmla="*/ 117665 h 856262"/>
              <a:gd name="connsiteX2377" fmla="*/ 249125 w 3805936"/>
              <a:gd name="connsiteY2377" fmla="*/ 117159 h 856262"/>
              <a:gd name="connsiteX2378" fmla="*/ 249125 w 3805936"/>
              <a:gd name="connsiteY2378" fmla="*/ 115007 h 856262"/>
              <a:gd name="connsiteX2379" fmla="*/ 251403 w 3805936"/>
              <a:gd name="connsiteY2379" fmla="*/ 111843 h 856262"/>
              <a:gd name="connsiteX2380" fmla="*/ 252120 w 3805936"/>
              <a:gd name="connsiteY2380" fmla="*/ 110366 h 856262"/>
              <a:gd name="connsiteX2381" fmla="*/ 253386 w 3805936"/>
              <a:gd name="connsiteY2381" fmla="*/ 108890 h 856262"/>
              <a:gd name="connsiteX2382" fmla="*/ 254820 w 3805936"/>
              <a:gd name="connsiteY2382" fmla="*/ 107750 h 856262"/>
              <a:gd name="connsiteX2383" fmla="*/ 258448 w 3805936"/>
              <a:gd name="connsiteY2383" fmla="*/ 96064 h 856262"/>
              <a:gd name="connsiteX2384" fmla="*/ 256381 w 3805936"/>
              <a:gd name="connsiteY2384" fmla="*/ 97203 h 856262"/>
              <a:gd name="connsiteX2385" fmla="*/ 254187 w 3805936"/>
              <a:gd name="connsiteY2385" fmla="*/ 97583 h 856262"/>
              <a:gd name="connsiteX2386" fmla="*/ 253217 w 3805936"/>
              <a:gd name="connsiteY2386" fmla="*/ 98680 h 856262"/>
              <a:gd name="connsiteX2387" fmla="*/ 252542 w 3805936"/>
              <a:gd name="connsiteY2387" fmla="*/ 99861 h 856262"/>
              <a:gd name="connsiteX2388" fmla="*/ 251825 w 3805936"/>
              <a:gd name="connsiteY2388" fmla="*/ 101338 h 856262"/>
              <a:gd name="connsiteX2389" fmla="*/ 250306 w 3805936"/>
              <a:gd name="connsiteY2389" fmla="*/ 103363 h 856262"/>
              <a:gd name="connsiteX2390" fmla="*/ 249040 w 3805936"/>
              <a:gd name="connsiteY2390" fmla="*/ 104671 h 856262"/>
              <a:gd name="connsiteX2391" fmla="*/ 247564 w 3805936"/>
              <a:gd name="connsiteY2391" fmla="*/ 106527 h 856262"/>
              <a:gd name="connsiteX2392" fmla="*/ 245370 w 3805936"/>
              <a:gd name="connsiteY2392" fmla="*/ 108805 h 856262"/>
              <a:gd name="connsiteX2393" fmla="*/ 242459 w 3805936"/>
              <a:gd name="connsiteY2393" fmla="*/ 111927 h 856262"/>
              <a:gd name="connsiteX2394" fmla="*/ 241024 w 3805936"/>
              <a:gd name="connsiteY2394" fmla="*/ 111379 h 856262"/>
              <a:gd name="connsiteX2395" fmla="*/ 238788 w 3805936"/>
              <a:gd name="connsiteY2395" fmla="*/ 111379 h 856262"/>
              <a:gd name="connsiteX2396" fmla="*/ 237354 w 3805936"/>
              <a:gd name="connsiteY2396" fmla="*/ 113361 h 856262"/>
              <a:gd name="connsiteX2397" fmla="*/ 237607 w 3805936"/>
              <a:gd name="connsiteY2397" fmla="*/ 118297 h 856262"/>
              <a:gd name="connsiteX2398" fmla="*/ 239801 w 3805936"/>
              <a:gd name="connsiteY2398" fmla="*/ 121546 h 856262"/>
              <a:gd name="connsiteX2399" fmla="*/ 242332 w 3805936"/>
              <a:gd name="connsiteY2399" fmla="*/ 124499 h 856262"/>
              <a:gd name="connsiteX2400" fmla="*/ 244399 w 3805936"/>
              <a:gd name="connsiteY2400" fmla="*/ 126693 h 856262"/>
              <a:gd name="connsiteX2401" fmla="*/ 245665 w 3805936"/>
              <a:gd name="connsiteY2401" fmla="*/ 128338 h 856262"/>
              <a:gd name="connsiteX2402" fmla="*/ 246593 w 3805936"/>
              <a:gd name="connsiteY2402" fmla="*/ 128971 h 856262"/>
              <a:gd name="connsiteX2403" fmla="*/ 248070 w 3805936"/>
              <a:gd name="connsiteY2403" fmla="*/ 130363 h 856262"/>
              <a:gd name="connsiteX2404" fmla="*/ 249293 w 3805936"/>
              <a:gd name="connsiteY2404" fmla="*/ 130617 h 856262"/>
              <a:gd name="connsiteX2405" fmla="*/ 251698 w 3805936"/>
              <a:gd name="connsiteY2405" fmla="*/ 129477 h 856262"/>
              <a:gd name="connsiteX2406" fmla="*/ 252922 w 3805936"/>
              <a:gd name="connsiteY2406" fmla="*/ 128381 h 856262"/>
              <a:gd name="connsiteX2407" fmla="*/ 255031 w 3805936"/>
              <a:gd name="connsiteY2407" fmla="*/ 127790 h 856262"/>
              <a:gd name="connsiteX2408" fmla="*/ 256297 w 3805936"/>
              <a:gd name="connsiteY2408" fmla="*/ 128549 h 856262"/>
              <a:gd name="connsiteX2409" fmla="*/ 257900 w 3805936"/>
              <a:gd name="connsiteY2409" fmla="*/ 132093 h 856262"/>
              <a:gd name="connsiteX2410" fmla="*/ 259376 w 3805936"/>
              <a:gd name="connsiteY2410" fmla="*/ 134582 h 856262"/>
              <a:gd name="connsiteX2411" fmla="*/ 260431 w 3805936"/>
              <a:gd name="connsiteY2411" fmla="*/ 136396 h 856262"/>
              <a:gd name="connsiteX2412" fmla="*/ 259714 w 3805936"/>
              <a:gd name="connsiteY2412" fmla="*/ 140236 h 856262"/>
              <a:gd name="connsiteX2413" fmla="*/ 256381 w 3805936"/>
              <a:gd name="connsiteY2413" fmla="*/ 140953 h 856262"/>
              <a:gd name="connsiteX2414" fmla="*/ 254989 w 3805936"/>
              <a:gd name="connsiteY2414" fmla="*/ 142851 h 856262"/>
              <a:gd name="connsiteX2415" fmla="*/ 259714 w 3805936"/>
              <a:gd name="connsiteY2415" fmla="*/ 144075 h 856262"/>
              <a:gd name="connsiteX2416" fmla="*/ 261908 w 3805936"/>
              <a:gd name="connsiteY2416" fmla="*/ 145425 h 856262"/>
              <a:gd name="connsiteX2417" fmla="*/ 264397 w 3805936"/>
              <a:gd name="connsiteY2417" fmla="*/ 145172 h 856262"/>
              <a:gd name="connsiteX2418" fmla="*/ 266084 w 3805936"/>
              <a:gd name="connsiteY2418" fmla="*/ 145383 h 856262"/>
              <a:gd name="connsiteX2419" fmla="*/ 267899 w 3805936"/>
              <a:gd name="connsiteY2419" fmla="*/ 145172 h 856262"/>
              <a:gd name="connsiteX2420" fmla="*/ 269206 w 3805936"/>
              <a:gd name="connsiteY2420" fmla="*/ 145172 h 856262"/>
              <a:gd name="connsiteX2421" fmla="*/ 270641 w 3805936"/>
              <a:gd name="connsiteY2421" fmla="*/ 142851 h 856262"/>
              <a:gd name="connsiteX2422" fmla="*/ 271527 w 3805936"/>
              <a:gd name="connsiteY2422" fmla="*/ 139307 h 856262"/>
              <a:gd name="connsiteX2423" fmla="*/ 271738 w 3805936"/>
              <a:gd name="connsiteY2423" fmla="*/ 135089 h 856262"/>
              <a:gd name="connsiteX2424" fmla="*/ 265114 w 3805936"/>
              <a:gd name="connsiteY2424" fmla="*/ 124077 h 856262"/>
              <a:gd name="connsiteX2425" fmla="*/ 263258 w 3805936"/>
              <a:gd name="connsiteY2425" fmla="*/ 121841 h 856262"/>
              <a:gd name="connsiteX2426" fmla="*/ 263637 w 3805936"/>
              <a:gd name="connsiteY2426" fmla="*/ 119774 h 856262"/>
              <a:gd name="connsiteX2427" fmla="*/ 264819 w 3805936"/>
              <a:gd name="connsiteY2427" fmla="*/ 118846 h 856262"/>
              <a:gd name="connsiteX2428" fmla="*/ 265198 w 3805936"/>
              <a:gd name="connsiteY2428" fmla="*/ 115640 h 856262"/>
              <a:gd name="connsiteX2429" fmla="*/ 265198 w 3805936"/>
              <a:gd name="connsiteY2429" fmla="*/ 106527 h 856262"/>
              <a:gd name="connsiteX2430" fmla="*/ 265198 w 3805936"/>
              <a:gd name="connsiteY2430" fmla="*/ 103827 h 856262"/>
              <a:gd name="connsiteX2431" fmla="*/ 266127 w 3805936"/>
              <a:gd name="connsiteY2431" fmla="*/ 99819 h 856262"/>
              <a:gd name="connsiteX2432" fmla="*/ 264945 w 3805936"/>
              <a:gd name="connsiteY2432" fmla="*/ 98005 h 856262"/>
              <a:gd name="connsiteX2433" fmla="*/ 262667 w 3805936"/>
              <a:gd name="connsiteY2433" fmla="*/ 96064 h 856262"/>
              <a:gd name="connsiteX2434" fmla="*/ 258448 w 3805936"/>
              <a:gd name="connsiteY2434" fmla="*/ 96064 h 856262"/>
              <a:gd name="connsiteX2435" fmla="*/ 619584 w 3805936"/>
              <a:gd name="connsiteY2435" fmla="*/ 90453 h 856262"/>
              <a:gd name="connsiteX2436" fmla="*/ 618192 w 3805936"/>
              <a:gd name="connsiteY2436" fmla="*/ 90917 h 856262"/>
              <a:gd name="connsiteX2437" fmla="*/ 616757 w 3805936"/>
              <a:gd name="connsiteY2437" fmla="*/ 93744 h 856262"/>
              <a:gd name="connsiteX2438" fmla="*/ 614605 w 3805936"/>
              <a:gd name="connsiteY2438" fmla="*/ 96697 h 856262"/>
              <a:gd name="connsiteX2439" fmla="*/ 610682 w 3805936"/>
              <a:gd name="connsiteY2439" fmla="*/ 100916 h 856262"/>
              <a:gd name="connsiteX2440" fmla="*/ 604227 w 3805936"/>
              <a:gd name="connsiteY2440" fmla="*/ 99692 h 856262"/>
              <a:gd name="connsiteX2441" fmla="*/ 600979 w 3805936"/>
              <a:gd name="connsiteY2441" fmla="*/ 97709 h 856262"/>
              <a:gd name="connsiteX2442" fmla="*/ 599122 w 3805936"/>
              <a:gd name="connsiteY2442" fmla="*/ 97709 h 856262"/>
              <a:gd name="connsiteX2443" fmla="*/ 597181 w 3805936"/>
              <a:gd name="connsiteY2443" fmla="*/ 97372 h 856262"/>
              <a:gd name="connsiteX2444" fmla="*/ 595199 w 3805936"/>
              <a:gd name="connsiteY2444" fmla="*/ 97963 h 856262"/>
              <a:gd name="connsiteX2445" fmla="*/ 593300 w 3805936"/>
              <a:gd name="connsiteY2445" fmla="*/ 99608 h 856262"/>
              <a:gd name="connsiteX2446" fmla="*/ 594017 w 3805936"/>
              <a:gd name="connsiteY2446" fmla="*/ 104460 h 856262"/>
              <a:gd name="connsiteX2447" fmla="*/ 595705 w 3805936"/>
              <a:gd name="connsiteY2447" fmla="*/ 106864 h 856262"/>
              <a:gd name="connsiteX2448" fmla="*/ 597181 w 3805936"/>
              <a:gd name="connsiteY2448" fmla="*/ 107708 h 856262"/>
              <a:gd name="connsiteX2449" fmla="*/ 598954 w 3805936"/>
              <a:gd name="connsiteY2449" fmla="*/ 108172 h 856262"/>
              <a:gd name="connsiteX2450" fmla="*/ 600135 w 3805936"/>
              <a:gd name="connsiteY2450" fmla="*/ 108847 h 856262"/>
              <a:gd name="connsiteX2451" fmla="*/ 601696 w 3805936"/>
              <a:gd name="connsiteY2451" fmla="*/ 109649 h 856262"/>
              <a:gd name="connsiteX2452" fmla="*/ 599839 w 3805936"/>
              <a:gd name="connsiteY2452" fmla="*/ 111421 h 856262"/>
              <a:gd name="connsiteX2453" fmla="*/ 593975 w 3805936"/>
              <a:gd name="connsiteY2453" fmla="*/ 114880 h 856262"/>
              <a:gd name="connsiteX2454" fmla="*/ 582247 w 3805936"/>
              <a:gd name="connsiteY2454" fmla="*/ 117749 h 856262"/>
              <a:gd name="connsiteX2455" fmla="*/ 580812 w 3805936"/>
              <a:gd name="connsiteY2455" fmla="*/ 117749 h 856262"/>
              <a:gd name="connsiteX2456" fmla="*/ 578492 w 3805936"/>
              <a:gd name="connsiteY2456" fmla="*/ 118044 h 856262"/>
              <a:gd name="connsiteX2457" fmla="*/ 575370 w 3805936"/>
              <a:gd name="connsiteY2457" fmla="*/ 118044 h 856262"/>
              <a:gd name="connsiteX2458" fmla="*/ 575370 w 3805936"/>
              <a:gd name="connsiteY2458" fmla="*/ 117876 h 856262"/>
              <a:gd name="connsiteX2459" fmla="*/ 573303 w 3805936"/>
              <a:gd name="connsiteY2459" fmla="*/ 118382 h 856262"/>
              <a:gd name="connsiteX2460" fmla="*/ 574568 w 3805936"/>
              <a:gd name="connsiteY2460" fmla="*/ 119858 h 856262"/>
              <a:gd name="connsiteX2461" fmla="*/ 574568 w 3805936"/>
              <a:gd name="connsiteY2461" fmla="*/ 122305 h 856262"/>
              <a:gd name="connsiteX2462" fmla="*/ 575159 w 3805936"/>
              <a:gd name="connsiteY2462" fmla="*/ 124077 h 856262"/>
              <a:gd name="connsiteX2463" fmla="*/ 577226 w 3805936"/>
              <a:gd name="connsiteY2463" fmla="*/ 124795 h 856262"/>
              <a:gd name="connsiteX2464" fmla="*/ 581023 w 3805936"/>
              <a:gd name="connsiteY2464" fmla="*/ 125891 h 856262"/>
              <a:gd name="connsiteX2465" fmla="*/ 585791 w 3805936"/>
              <a:gd name="connsiteY2465" fmla="*/ 125891 h 856262"/>
              <a:gd name="connsiteX2466" fmla="*/ 592414 w 3805936"/>
              <a:gd name="connsiteY2466" fmla="*/ 125891 h 856262"/>
              <a:gd name="connsiteX2467" fmla="*/ 599882 w 3805936"/>
              <a:gd name="connsiteY2467" fmla="*/ 124035 h 856262"/>
              <a:gd name="connsiteX2468" fmla="*/ 606041 w 3805936"/>
              <a:gd name="connsiteY2468" fmla="*/ 120913 h 856262"/>
              <a:gd name="connsiteX2469" fmla="*/ 608404 w 3805936"/>
              <a:gd name="connsiteY2469" fmla="*/ 127832 h 856262"/>
              <a:gd name="connsiteX2470" fmla="*/ 609248 w 3805936"/>
              <a:gd name="connsiteY2470" fmla="*/ 131460 h 856262"/>
              <a:gd name="connsiteX2471" fmla="*/ 610133 w 3805936"/>
              <a:gd name="connsiteY2471" fmla="*/ 137831 h 856262"/>
              <a:gd name="connsiteX2472" fmla="*/ 610133 w 3805936"/>
              <a:gd name="connsiteY2472" fmla="*/ 144919 h 856262"/>
              <a:gd name="connsiteX2473" fmla="*/ 611315 w 3805936"/>
              <a:gd name="connsiteY2473" fmla="*/ 147450 h 856262"/>
              <a:gd name="connsiteX2474" fmla="*/ 614521 w 3805936"/>
              <a:gd name="connsiteY2474" fmla="*/ 149939 h 856262"/>
              <a:gd name="connsiteX2475" fmla="*/ 616504 w 3805936"/>
              <a:gd name="connsiteY2475" fmla="*/ 151627 h 856262"/>
              <a:gd name="connsiteX2476" fmla="*/ 619077 w 3805936"/>
              <a:gd name="connsiteY2476" fmla="*/ 153061 h 856262"/>
              <a:gd name="connsiteX2477" fmla="*/ 621440 w 3805936"/>
              <a:gd name="connsiteY2477" fmla="*/ 154622 h 856262"/>
              <a:gd name="connsiteX2478" fmla="*/ 622664 w 3805936"/>
              <a:gd name="connsiteY2478" fmla="*/ 155044 h 856262"/>
              <a:gd name="connsiteX2479" fmla="*/ 624267 w 3805936"/>
              <a:gd name="connsiteY2479" fmla="*/ 154749 h 856262"/>
              <a:gd name="connsiteX2480" fmla="*/ 627726 w 3805936"/>
              <a:gd name="connsiteY2480" fmla="*/ 154749 h 856262"/>
              <a:gd name="connsiteX2481" fmla="*/ 628950 w 3805936"/>
              <a:gd name="connsiteY2481" fmla="*/ 153145 h 856262"/>
              <a:gd name="connsiteX2482" fmla="*/ 630173 w 3805936"/>
              <a:gd name="connsiteY2482" fmla="*/ 152217 h 856262"/>
              <a:gd name="connsiteX2483" fmla="*/ 628992 w 3805936"/>
              <a:gd name="connsiteY2483" fmla="*/ 150572 h 856262"/>
              <a:gd name="connsiteX2484" fmla="*/ 625364 w 3805936"/>
              <a:gd name="connsiteY2484" fmla="*/ 146353 h 856262"/>
              <a:gd name="connsiteX2485" fmla="*/ 624098 w 3805936"/>
              <a:gd name="connsiteY2485" fmla="*/ 143864 h 856262"/>
              <a:gd name="connsiteX2486" fmla="*/ 622031 w 3805936"/>
              <a:gd name="connsiteY2486" fmla="*/ 141248 h 856262"/>
              <a:gd name="connsiteX2487" fmla="*/ 619204 w 3805936"/>
              <a:gd name="connsiteY2487" fmla="*/ 135342 h 856262"/>
              <a:gd name="connsiteX2488" fmla="*/ 617601 w 3805936"/>
              <a:gd name="connsiteY2488" fmla="*/ 127579 h 856262"/>
              <a:gd name="connsiteX2489" fmla="*/ 615069 w 3805936"/>
              <a:gd name="connsiteY2489" fmla="*/ 117707 h 856262"/>
              <a:gd name="connsiteX2490" fmla="*/ 616335 w 3805936"/>
              <a:gd name="connsiteY2490" fmla="*/ 114585 h 856262"/>
              <a:gd name="connsiteX2491" fmla="*/ 618571 w 3805936"/>
              <a:gd name="connsiteY2491" fmla="*/ 113488 h 856262"/>
              <a:gd name="connsiteX2492" fmla="*/ 623128 w 3805936"/>
              <a:gd name="connsiteY2492" fmla="*/ 114205 h 856262"/>
              <a:gd name="connsiteX2493" fmla="*/ 625743 w 3805936"/>
              <a:gd name="connsiteY2493" fmla="*/ 115302 h 856262"/>
              <a:gd name="connsiteX2494" fmla="*/ 628739 w 3805936"/>
              <a:gd name="connsiteY2494" fmla="*/ 115935 h 856262"/>
              <a:gd name="connsiteX2495" fmla="*/ 633295 w 3805936"/>
              <a:gd name="connsiteY2495" fmla="*/ 116483 h 856262"/>
              <a:gd name="connsiteX2496" fmla="*/ 635531 w 3805936"/>
              <a:gd name="connsiteY2496" fmla="*/ 116230 h 856262"/>
              <a:gd name="connsiteX2497" fmla="*/ 636839 w 3805936"/>
              <a:gd name="connsiteY2497" fmla="*/ 115682 h 856262"/>
              <a:gd name="connsiteX2498" fmla="*/ 636839 w 3805936"/>
              <a:gd name="connsiteY2498" fmla="*/ 110788 h 856262"/>
              <a:gd name="connsiteX2499" fmla="*/ 634519 w 3805936"/>
              <a:gd name="connsiteY2499" fmla="*/ 108257 h 856262"/>
              <a:gd name="connsiteX2500" fmla="*/ 631228 w 3805936"/>
              <a:gd name="connsiteY2500" fmla="*/ 106358 h 856262"/>
              <a:gd name="connsiteX2501" fmla="*/ 628190 w 3805936"/>
              <a:gd name="connsiteY2501" fmla="*/ 106611 h 856262"/>
              <a:gd name="connsiteX2502" fmla="*/ 625996 w 3805936"/>
              <a:gd name="connsiteY2502" fmla="*/ 106189 h 856262"/>
              <a:gd name="connsiteX2503" fmla="*/ 624056 w 3805936"/>
              <a:gd name="connsiteY2503" fmla="*/ 105978 h 856262"/>
              <a:gd name="connsiteX2504" fmla="*/ 622621 w 3805936"/>
              <a:gd name="connsiteY2504" fmla="*/ 105599 h 856262"/>
              <a:gd name="connsiteX2505" fmla="*/ 623718 w 3805936"/>
              <a:gd name="connsiteY2505" fmla="*/ 103827 h 856262"/>
              <a:gd name="connsiteX2506" fmla="*/ 626756 w 3805936"/>
              <a:gd name="connsiteY2506" fmla="*/ 101464 h 856262"/>
              <a:gd name="connsiteX2507" fmla="*/ 627389 w 3805936"/>
              <a:gd name="connsiteY2507" fmla="*/ 99608 h 856262"/>
              <a:gd name="connsiteX2508" fmla="*/ 627811 w 3805936"/>
              <a:gd name="connsiteY2508" fmla="*/ 97583 h 856262"/>
              <a:gd name="connsiteX2509" fmla="*/ 626545 w 3805936"/>
              <a:gd name="connsiteY2509" fmla="*/ 94166 h 856262"/>
              <a:gd name="connsiteX2510" fmla="*/ 623549 w 3805936"/>
              <a:gd name="connsiteY2510" fmla="*/ 92267 h 856262"/>
              <a:gd name="connsiteX2511" fmla="*/ 621609 w 3805936"/>
              <a:gd name="connsiteY2511" fmla="*/ 91845 h 856262"/>
              <a:gd name="connsiteX2512" fmla="*/ 619584 w 3805936"/>
              <a:gd name="connsiteY2512" fmla="*/ 90453 h 856262"/>
              <a:gd name="connsiteX2513" fmla="*/ 343501 w 3805936"/>
              <a:gd name="connsiteY2513" fmla="*/ 83914 h 856262"/>
              <a:gd name="connsiteX2514" fmla="*/ 343627 w 3805936"/>
              <a:gd name="connsiteY2514" fmla="*/ 84082 h 856262"/>
              <a:gd name="connsiteX2515" fmla="*/ 343532 w 3805936"/>
              <a:gd name="connsiteY2515" fmla="*/ 83972 h 856262"/>
              <a:gd name="connsiteX2516" fmla="*/ 242838 w 3805936"/>
              <a:gd name="connsiteY2516" fmla="*/ 75898 h 856262"/>
              <a:gd name="connsiteX2517" fmla="*/ 240687 w 3805936"/>
              <a:gd name="connsiteY2517" fmla="*/ 76446 h 856262"/>
              <a:gd name="connsiteX2518" fmla="*/ 239168 w 3805936"/>
              <a:gd name="connsiteY2518" fmla="*/ 76446 h 856262"/>
              <a:gd name="connsiteX2519" fmla="*/ 237185 w 3805936"/>
              <a:gd name="connsiteY2519" fmla="*/ 77628 h 856262"/>
              <a:gd name="connsiteX2520" fmla="*/ 235540 w 3805936"/>
              <a:gd name="connsiteY2520" fmla="*/ 78429 h 856262"/>
              <a:gd name="connsiteX2521" fmla="*/ 234527 w 3805936"/>
              <a:gd name="connsiteY2521" fmla="*/ 79695 h 856262"/>
              <a:gd name="connsiteX2522" fmla="*/ 233262 w 3805936"/>
              <a:gd name="connsiteY2522" fmla="*/ 80623 h 856262"/>
              <a:gd name="connsiteX2523" fmla="*/ 232249 w 3805936"/>
              <a:gd name="connsiteY2523" fmla="*/ 82015 h 856262"/>
              <a:gd name="connsiteX2524" fmla="*/ 230140 w 3805936"/>
              <a:gd name="connsiteY2524" fmla="*/ 83787 h 856262"/>
              <a:gd name="connsiteX2525" fmla="*/ 230435 w 3805936"/>
              <a:gd name="connsiteY2525" fmla="*/ 85390 h 856262"/>
              <a:gd name="connsiteX2526" fmla="*/ 234316 w 3805936"/>
              <a:gd name="connsiteY2526" fmla="*/ 88301 h 856262"/>
              <a:gd name="connsiteX2527" fmla="*/ 234738 w 3805936"/>
              <a:gd name="connsiteY2527" fmla="*/ 90115 h 856262"/>
              <a:gd name="connsiteX2528" fmla="*/ 235034 w 3805936"/>
              <a:gd name="connsiteY2528" fmla="*/ 91634 h 856262"/>
              <a:gd name="connsiteX2529" fmla="*/ 235498 w 3805936"/>
              <a:gd name="connsiteY2529" fmla="*/ 93111 h 856262"/>
              <a:gd name="connsiteX2530" fmla="*/ 237270 w 3805936"/>
              <a:gd name="connsiteY2530" fmla="*/ 93111 h 856262"/>
              <a:gd name="connsiteX2531" fmla="*/ 238831 w 3805936"/>
              <a:gd name="connsiteY2531" fmla="*/ 92773 h 856262"/>
              <a:gd name="connsiteX2532" fmla="*/ 239759 w 3805936"/>
              <a:gd name="connsiteY2532" fmla="*/ 93870 h 856262"/>
              <a:gd name="connsiteX2533" fmla="*/ 238577 w 3805936"/>
              <a:gd name="connsiteY2533" fmla="*/ 96064 h 856262"/>
              <a:gd name="connsiteX2534" fmla="*/ 234907 w 3805936"/>
              <a:gd name="connsiteY2534" fmla="*/ 100283 h 856262"/>
              <a:gd name="connsiteX2535" fmla="*/ 232713 w 3805936"/>
              <a:gd name="connsiteY2535" fmla="*/ 102055 h 856262"/>
              <a:gd name="connsiteX2536" fmla="*/ 227693 w 3805936"/>
              <a:gd name="connsiteY2536" fmla="*/ 106653 h 856262"/>
              <a:gd name="connsiteX2537" fmla="*/ 225794 w 3805936"/>
              <a:gd name="connsiteY2537" fmla="*/ 108889 h 856262"/>
              <a:gd name="connsiteX2538" fmla="*/ 224318 w 3805936"/>
              <a:gd name="connsiteY2538" fmla="*/ 108889 h 856262"/>
              <a:gd name="connsiteX2539" fmla="*/ 224318 w 3805936"/>
              <a:gd name="connsiteY2539" fmla="*/ 108721 h 856262"/>
              <a:gd name="connsiteX2540" fmla="*/ 221238 w 3805936"/>
              <a:gd name="connsiteY2540" fmla="*/ 113446 h 856262"/>
              <a:gd name="connsiteX2541" fmla="*/ 221702 w 3805936"/>
              <a:gd name="connsiteY2541" fmla="*/ 115091 h 856262"/>
              <a:gd name="connsiteX2542" fmla="*/ 222925 w 3805936"/>
              <a:gd name="connsiteY2542" fmla="*/ 116905 h 856262"/>
              <a:gd name="connsiteX2543" fmla="*/ 224782 w 3805936"/>
              <a:gd name="connsiteY2543" fmla="*/ 118762 h 856262"/>
              <a:gd name="connsiteX2544" fmla="*/ 226976 w 3805936"/>
              <a:gd name="connsiteY2544" fmla="*/ 117665 h 856262"/>
              <a:gd name="connsiteX2545" fmla="*/ 228579 w 3805936"/>
              <a:gd name="connsiteY2545" fmla="*/ 117665 h 856262"/>
              <a:gd name="connsiteX2546" fmla="*/ 229507 w 3805936"/>
              <a:gd name="connsiteY2546" fmla="*/ 116019 h 856262"/>
              <a:gd name="connsiteX2547" fmla="*/ 230815 w 3805936"/>
              <a:gd name="connsiteY2547" fmla="*/ 114500 h 856262"/>
              <a:gd name="connsiteX2548" fmla="*/ 232418 w 3805936"/>
              <a:gd name="connsiteY2548" fmla="*/ 112855 h 856262"/>
              <a:gd name="connsiteX2549" fmla="*/ 233557 w 3805936"/>
              <a:gd name="connsiteY2549" fmla="*/ 112096 h 856262"/>
              <a:gd name="connsiteX2550" fmla="*/ 235034 w 3805936"/>
              <a:gd name="connsiteY2550" fmla="*/ 111125 h 856262"/>
              <a:gd name="connsiteX2551" fmla="*/ 236468 w 3805936"/>
              <a:gd name="connsiteY2551" fmla="*/ 109649 h 856262"/>
              <a:gd name="connsiteX2552" fmla="*/ 237902 w 3805936"/>
              <a:gd name="connsiteY2552" fmla="*/ 108468 h 856262"/>
              <a:gd name="connsiteX2553" fmla="*/ 239506 w 3805936"/>
              <a:gd name="connsiteY2553" fmla="*/ 106906 h 856262"/>
              <a:gd name="connsiteX2554" fmla="*/ 241193 w 3805936"/>
              <a:gd name="connsiteY2554" fmla="*/ 105177 h 856262"/>
              <a:gd name="connsiteX2555" fmla="*/ 242923 w 3805936"/>
              <a:gd name="connsiteY2555" fmla="*/ 103405 h 856262"/>
              <a:gd name="connsiteX2556" fmla="*/ 249167 w 3805936"/>
              <a:gd name="connsiteY2556" fmla="*/ 97119 h 856262"/>
              <a:gd name="connsiteX2557" fmla="*/ 251529 w 3805936"/>
              <a:gd name="connsiteY2557" fmla="*/ 93912 h 856262"/>
              <a:gd name="connsiteX2558" fmla="*/ 253765 w 3805936"/>
              <a:gd name="connsiteY2558" fmla="*/ 92689 h 856262"/>
              <a:gd name="connsiteX2559" fmla="*/ 255537 w 3805936"/>
              <a:gd name="connsiteY2559" fmla="*/ 90537 h 856262"/>
              <a:gd name="connsiteX2560" fmla="*/ 257394 w 3805936"/>
              <a:gd name="connsiteY2560" fmla="*/ 88512 h 856262"/>
              <a:gd name="connsiteX2561" fmla="*/ 259672 w 3805936"/>
              <a:gd name="connsiteY2561" fmla="*/ 86740 h 856262"/>
              <a:gd name="connsiteX2562" fmla="*/ 262625 w 3805936"/>
              <a:gd name="connsiteY2562" fmla="*/ 84631 h 856262"/>
              <a:gd name="connsiteX2563" fmla="*/ 264819 w 3805936"/>
              <a:gd name="connsiteY2563" fmla="*/ 84082 h 856262"/>
              <a:gd name="connsiteX2564" fmla="*/ 266464 w 3805936"/>
              <a:gd name="connsiteY2564" fmla="*/ 79146 h 856262"/>
              <a:gd name="connsiteX2565" fmla="*/ 265410 w 3805936"/>
              <a:gd name="connsiteY2565" fmla="*/ 77164 h 856262"/>
              <a:gd name="connsiteX2566" fmla="*/ 264017 w 3805936"/>
              <a:gd name="connsiteY2566" fmla="*/ 76742 h 856262"/>
              <a:gd name="connsiteX2567" fmla="*/ 261106 w 3805936"/>
              <a:gd name="connsiteY2567" fmla="*/ 76235 h 856262"/>
              <a:gd name="connsiteX2568" fmla="*/ 259250 w 3805936"/>
              <a:gd name="connsiteY2568" fmla="*/ 76657 h 856262"/>
              <a:gd name="connsiteX2569" fmla="*/ 257309 w 3805936"/>
              <a:gd name="connsiteY2569" fmla="*/ 76953 h 856262"/>
              <a:gd name="connsiteX2570" fmla="*/ 254272 w 3805936"/>
              <a:gd name="connsiteY2570" fmla="*/ 79864 h 856262"/>
              <a:gd name="connsiteX2571" fmla="*/ 248956 w 3805936"/>
              <a:gd name="connsiteY2571" fmla="*/ 85011 h 856262"/>
              <a:gd name="connsiteX2572" fmla="*/ 247986 w 3805936"/>
              <a:gd name="connsiteY2572" fmla="*/ 84167 h 856262"/>
              <a:gd name="connsiteX2573" fmla="*/ 247986 w 3805936"/>
              <a:gd name="connsiteY2573" fmla="*/ 79948 h 856262"/>
              <a:gd name="connsiteX2574" fmla="*/ 244695 w 3805936"/>
              <a:gd name="connsiteY2574" fmla="*/ 77670 h 856262"/>
              <a:gd name="connsiteX2575" fmla="*/ 242838 w 3805936"/>
              <a:gd name="connsiteY2575" fmla="*/ 75898 h 856262"/>
              <a:gd name="connsiteX2576" fmla="*/ 376344 w 3805936"/>
              <a:gd name="connsiteY2576" fmla="*/ 63980 h 856262"/>
              <a:gd name="connsiteX2577" fmla="*/ 377040 w 3805936"/>
              <a:gd name="connsiteY2577" fmla="*/ 64719 h 856262"/>
              <a:gd name="connsiteX2578" fmla="*/ 375859 w 3805936"/>
              <a:gd name="connsiteY2578" fmla="*/ 67714 h 856262"/>
              <a:gd name="connsiteX2579" fmla="*/ 373370 w 3805936"/>
              <a:gd name="connsiteY2579" fmla="*/ 67714 h 856262"/>
              <a:gd name="connsiteX2580" fmla="*/ 372990 w 3805936"/>
              <a:gd name="connsiteY2580" fmla="*/ 66364 h 856262"/>
              <a:gd name="connsiteX2581" fmla="*/ 373454 w 3805936"/>
              <a:gd name="connsiteY2581" fmla="*/ 64845 h 856262"/>
              <a:gd name="connsiteX2582" fmla="*/ 376155 w 3805936"/>
              <a:gd name="connsiteY2582" fmla="*/ 64001 h 856262"/>
              <a:gd name="connsiteX2583" fmla="*/ 376344 w 3805936"/>
              <a:gd name="connsiteY2583" fmla="*/ 63980 h 856262"/>
              <a:gd name="connsiteX2584" fmla="*/ 384044 w 3805936"/>
              <a:gd name="connsiteY2584" fmla="*/ 60458 h 856262"/>
              <a:gd name="connsiteX2585" fmla="*/ 385478 w 3805936"/>
              <a:gd name="connsiteY2585" fmla="*/ 60753 h 856262"/>
              <a:gd name="connsiteX2586" fmla="*/ 385689 w 3805936"/>
              <a:gd name="connsiteY2586" fmla="*/ 62567 h 856262"/>
              <a:gd name="connsiteX2587" fmla="*/ 383495 w 3805936"/>
              <a:gd name="connsiteY2587" fmla="*/ 64719 h 856262"/>
              <a:gd name="connsiteX2588" fmla="*/ 381976 w 3805936"/>
              <a:gd name="connsiteY2588" fmla="*/ 63664 h 856262"/>
              <a:gd name="connsiteX2589" fmla="*/ 381976 w 3805936"/>
              <a:gd name="connsiteY2589" fmla="*/ 61470 h 856262"/>
              <a:gd name="connsiteX2590" fmla="*/ 384044 w 3805936"/>
              <a:gd name="connsiteY2590" fmla="*/ 60458 h 856262"/>
              <a:gd name="connsiteX2591" fmla="*/ 374045 w 3805936"/>
              <a:gd name="connsiteY2591" fmla="*/ 54888 h 856262"/>
              <a:gd name="connsiteX2592" fmla="*/ 376112 w 3805936"/>
              <a:gd name="connsiteY2592" fmla="*/ 56660 h 856262"/>
              <a:gd name="connsiteX2593" fmla="*/ 373707 w 3805936"/>
              <a:gd name="connsiteY2593" fmla="*/ 59656 h 856262"/>
              <a:gd name="connsiteX2594" fmla="*/ 372610 w 3805936"/>
              <a:gd name="connsiteY2594" fmla="*/ 59192 h 856262"/>
              <a:gd name="connsiteX2595" fmla="*/ 372020 w 3805936"/>
              <a:gd name="connsiteY2595" fmla="*/ 56871 h 856262"/>
              <a:gd name="connsiteX2596" fmla="*/ 374045 w 3805936"/>
              <a:gd name="connsiteY2596" fmla="*/ 54888 h 856262"/>
              <a:gd name="connsiteX2597" fmla="*/ 492596 w 3805936"/>
              <a:gd name="connsiteY2597" fmla="*/ 53158 h 856262"/>
              <a:gd name="connsiteX2598" fmla="*/ 489811 w 3805936"/>
              <a:gd name="connsiteY2598" fmla="*/ 54550 h 856262"/>
              <a:gd name="connsiteX2599" fmla="*/ 489389 w 3805936"/>
              <a:gd name="connsiteY2599" fmla="*/ 57208 h 856262"/>
              <a:gd name="connsiteX2600" fmla="*/ 489389 w 3805936"/>
              <a:gd name="connsiteY2600" fmla="*/ 60035 h 856262"/>
              <a:gd name="connsiteX2601" fmla="*/ 490402 w 3805936"/>
              <a:gd name="connsiteY2601" fmla="*/ 63832 h 856262"/>
              <a:gd name="connsiteX2602" fmla="*/ 490613 w 3805936"/>
              <a:gd name="connsiteY2602" fmla="*/ 66869 h 856262"/>
              <a:gd name="connsiteX2603" fmla="*/ 493735 w 3805936"/>
              <a:gd name="connsiteY2603" fmla="*/ 67418 h 856262"/>
              <a:gd name="connsiteX2604" fmla="*/ 496224 w 3805936"/>
              <a:gd name="connsiteY2604" fmla="*/ 67418 h 856262"/>
              <a:gd name="connsiteX2605" fmla="*/ 496224 w 3805936"/>
              <a:gd name="connsiteY2605" fmla="*/ 69738 h 856262"/>
              <a:gd name="connsiteX2606" fmla="*/ 495043 w 3805936"/>
              <a:gd name="connsiteY2606" fmla="*/ 72396 h 856262"/>
              <a:gd name="connsiteX2607" fmla="*/ 488166 w 3805936"/>
              <a:gd name="connsiteY2607" fmla="*/ 79484 h 856262"/>
              <a:gd name="connsiteX2608" fmla="*/ 481331 w 3805936"/>
              <a:gd name="connsiteY2608" fmla="*/ 80496 h 856262"/>
              <a:gd name="connsiteX2609" fmla="*/ 478969 w 3805936"/>
              <a:gd name="connsiteY2609" fmla="*/ 80496 h 856262"/>
              <a:gd name="connsiteX2610" fmla="*/ 472767 w 3805936"/>
              <a:gd name="connsiteY2610" fmla="*/ 81214 h 856262"/>
              <a:gd name="connsiteX2611" fmla="*/ 470109 w 3805936"/>
              <a:gd name="connsiteY2611" fmla="*/ 80285 h 856262"/>
              <a:gd name="connsiteX2612" fmla="*/ 464878 w 3805936"/>
              <a:gd name="connsiteY2612" fmla="*/ 81678 h 856262"/>
              <a:gd name="connsiteX2613" fmla="*/ 464414 w 3805936"/>
              <a:gd name="connsiteY2613" fmla="*/ 84631 h 856262"/>
              <a:gd name="connsiteX2614" fmla="*/ 464414 w 3805936"/>
              <a:gd name="connsiteY2614" fmla="*/ 84462 h 856262"/>
              <a:gd name="connsiteX2615" fmla="*/ 463570 w 3805936"/>
              <a:gd name="connsiteY2615" fmla="*/ 87078 h 856262"/>
              <a:gd name="connsiteX2616" fmla="*/ 466818 w 3805936"/>
              <a:gd name="connsiteY2616" fmla="*/ 92140 h 856262"/>
              <a:gd name="connsiteX2617" fmla="*/ 478927 w 3805936"/>
              <a:gd name="connsiteY2617" fmla="*/ 90706 h 856262"/>
              <a:gd name="connsiteX2618" fmla="*/ 488461 w 3805936"/>
              <a:gd name="connsiteY2618" fmla="*/ 91086 h 856262"/>
              <a:gd name="connsiteX2619" fmla="*/ 493566 w 3805936"/>
              <a:gd name="connsiteY2619" fmla="*/ 92478 h 856262"/>
              <a:gd name="connsiteX2620" fmla="*/ 498207 w 3805936"/>
              <a:gd name="connsiteY2620" fmla="*/ 92942 h 856262"/>
              <a:gd name="connsiteX2621" fmla="*/ 502974 w 3805936"/>
              <a:gd name="connsiteY2621" fmla="*/ 93744 h 856262"/>
              <a:gd name="connsiteX2622" fmla="*/ 507573 w 3805936"/>
              <a:gd name="connsiteY2622" fmla="*/ 94883 h 856262"/>
              <a:gd name="connsiteX2623" fmla="*/ 512509 w 3805936"/>
              <a:gd name="connsiteY2623" fmla="*/ 96570 h 856262"/>
              <a:gd name="connsiteX2624" fmla="*/ 515631 w 3805936"/>
              <a:gd name="connsiteY2624" fmla="*/ 97077 h 856262"/>
              <a:gd name="connsiteX2625" fmla="*/ 518500 w 3805936"/>
              <a:gd name="connsiteY2625" fmla="*/ 98342 h 856262"/>
              <a:gd name="connsiteX2626" fmla="*/ 521284 w 3805936"/>
              <a:gd name="connsiteY2626" fmla="*/ 98849 h 856262"/>
              <a:gd name="connsiteX2627" fmla="*/ 523056 w 3805936"/>
              <a:gd name="connsiteY2627" fmla="*/ 97752 h 856262"/>
              <a:gd name="connsiteX2628" fmla="*/ 524195 w 3805936"/>
              <a:gd name="connsiteY2628" fmla="*/ 96275 h 856262"/>
              <a:gd name="connsiteX2629" fmla="*/ 524195 w 3805936"/>
              <a:gd name="connsiteY2629" fmla="*/ 95178 h 856262"/>
              <a:gd name="connsiteX2630" fmla="*/ 524195 w 3805936"/>
              <a:gd name="connsiteY2630" fmla="*/ 94419 h 856262"/>
              <a:gd name="connsiteX2631" fmla="*/ 524195 w 3805936"/>
              <a:gd name="connsiteY2631" fmla="*/ 92436 h 856262"/>
              <a:gd name="connsiteX2632" fmla="*/ 521917 w 3805936"/>
              <a:gd name="connsiteY2632" fmla="*/ 89440 h 856262"/>
              <a:gd name="connsiteX2633" fmla="*/ 520061 w 3805936"/>
              <a:gd name="connsiteY2633" fmla="*/ 87711 h 856262"/>
              <a:gd name="connsiteX2634" fmla="*/ 517993 w 3805936"/>
              <a:gd name="connsiteY2634" fmla="*/ 86572 h 856262"/>
              <a:gd name="connsiteX2635" fmla="*/ 515926 w 3805936"/>
              <a:gd name="connsiteY2635" fmla="*/ 86276 h 856262"/>
              <a:gd name="connsiteX2636" fmla="*/ 513606 w 3805936"/>
              <a:gd name="connsiteY2636" fmla="*/ 86572 h 856262"/>
              <a:gd name="connsiteX2637" fmla="*/ 505421 w 3805936"/>
              <a:gd name="connsiteY2637" fmla="*/ 84757 h 856262"/>
              <a:gd name="connsiteX2638" fmla="*/ 506307 w 3805936"/>
              <a:gd name="connsiteY2638" fmla="*/ 80159 h 856262"/>
              <a:gd name="connsiteX2639" fmla="*/ 507066 w 3805936"/>
              <a:gd name="connsiteY2639" fmla="*/ 78514 h 856262"/>
              <a:gd name="connsiteX2640" fmla="*/ 507910 w 3805936"/>
              <a:gd name="connsiteY2640" fmla="*/ 76995 h 856262"/>
              <a:gd name="connsiteX2641" fmla="*/ 508923 w 3805936"/>
              <a:gd name="connsiteY2641" fmla="*/ 75560 h 856262"/>
              <a:gd name="connsiteX2642" fmla="*/ 510020 w 3805936"/>
              <a:gd name="connsiteY2642" fmla="*/ 74084 h 856262"/>
              <a:gd name="connsiteX2643" fmla="*/ 510020 w 3805936"/>
              <a:gd name="connsiteY2643" fmla="*/ 70118 h 856262"/>
              <a:gd name="connsiteX2644" fmla="*/ 515209 w 3805936"/>
              <a:gd name="connsiteY2644" fmla="*/ 68135 h 856262"/>
              <a:gd name="connsiteX2645" fmla="*/ 517782 w 3805936"/>
              <a:gd name="connsiteY2645" fmla="*/ 67207 h 856262"/>
              <a:gd name="connsiteX2646" fmla="*/ 521242 w 3805936"/>
              <a:gd name="connsiteY2646" fmla="*/ 65477 h 856262"/>
              <a:gd name="connsiteX2647" fmla="*/ 525714 w 3805936"/>
              <a:gd name="connsiteY2647" fmla="*/ 63030 h 856262"/>
              <a:gd name="connsiteX2648" fmla="*/ 525208 w 3805936"/>
              <a:gd name="connsiteY2648" fmla="*/ 61343 h 856262"/>
              <a:gd name="connsiteX2649" fmla="*/ 525208 w 3805936"/>
              <a:gd name="connsiteY2649" fmla="*/ 59022 h 856262"/>
              <a:gd name="connsiteX2650" fmla="*/ 523520 w 3805936"/>
              <a:gd name="connsiteY2650" fmla="*/ 56238 h 856262"/>
              <a:gd name="connsiteX2651" fmla="*/ 522170 w 3805936"/>
              <a:gd name="connsiteY2651" fmla="*/ 54972 h 856262"/>
              <a:gd name="connsiteX2652" fmla="*/ 520272 w 3805936"/>
              <a:gd name="connsiteY2652" fmla="*/ 54972 h 856262"/>
              <a:gd name="connsiteX2653" fmla="*/ 518120 w 3805936"/>
              <a:gd name="connsiteY2653" fmla="*/ 54719 h 856262"/>
              <a:gd name="connsiteX2654" fmla="*/ 509935 w 3805936"/>
              <a:gd name="connsiteY2654" fmla="*/ 55985 h 856262"/>
              <a:gd name="connsiteX2655" fmla="*/ 508627 w 3805936"/>
              <a:gd name="connsiteY2655" fmla="*/ 55985 h 856262"/>
              <a:gd name="connsiteX2656" fmla="*/ 506771 w 3805936"/>
              <a:gd name="connsiteY2656" fmla="*/ 55985 h 856262"/>
              <a:gd name="connsiteX2657" fmla="*/ 496477 w 3805936"/>
              <a:gd name="connsiteY2657" fmla="*/ 55183 h 856262"/>
              <a:gd name="connsiteX2658" fmla="*/ 492596 w 3805936"/>
              <a:gd name="connsiteY2658" fmla="*/ 53158 h 856262"/>
              <a:gd name="connsiteX2659" fmla="*/ 358942 w 3805936"/>
              <a:gd name="connsiteY2659" fmla="*/ 50247 h 856262"/>
              <a:gd name="connsiteX2660" fmla="*/ 355609 w 3805936"/>
              <a:gd name="connsiteY2660" fmla="*/ 50964 h 856262"/>
              <a:gd name="connsiteX2661" fmla="*/ 344555 w 3805936"/>
              <a:gd name="connsiteY2661" fmla="*/ 58305 h 856262"/>
              <a:gd name="connsiteX2662" fmla="*/ 341856 w 3805936"/>
              <a:gd name="connsiteY2662" fmla="*/ 58980 h 856262"/>
              <a:gd name="connsiteX2663" fmla="*/ 339957 w 3805936"/>
              <a:gd name="connsiteY2663" fmla="*/ 60541 h 856262"/>
              <a:gd name="connsiteX2664" fmla="*/ 339198 w 3805936"/>
              <a:gd name="connsiteY2664" fmla="*/ 62187 h 856262"/>
              <a:gd name="connsiteX2665" fmla="*/ 338016 w 3805936"/>
              <a:gd name="connsiteY2665" fmla="*/ 63157 h 856262"/>
              <a:gd name="connsiteX2666" fmla="*/ 339071 w 3805936"/>
              <a:gd name="connsiteY2666" fmla="*/ 65899 h 856262"/>
              <a:gd name="connsiteX2667" fmla="*/ 340421 w 3805936"/>
              <a:gd name="connsiteY2667" fmla="*/ 66532 h 856262"/>
              <a:gd name="connsiteX2668" fmla="*/ 342151 w 3805936"/>
              <a:gd name="connsiteY2668" fmla="*/ 67966 h 856262"/>
              <a:gd name="connsiteX2669" fmla="*/ 344640 w 3805936"/>
              <a:gd name="connsiteY2669" fmla="*/ 68515 h 856262"/>
              <a:gd name="connsiteX2670" fmla="*/ 346918 w 3805936"/>
              <a:gd name="connsiteY2670" fmla="*/ 70118 h 856262"/>
              <a:gd name="connsiteX2671" fmla="*/ 346918 w 3805936"/>
              <a:gd name="connsiteY2671" fmla="*/ 74337 h 856262"/>
              <a:gd name="connsiteX2672" fmla="*/ 344640 w 3805936"/>
              <a:gd name="connsiteY2672" fmla="*/ 76826 h 856262"/>
              <a:gd name="connsiteX2673" fmla="*/ 342741 w 3805936"/>
              <a:gd name="connsiteY2673" fmla="*/ 76826 h 856262"/>
              <a:gd name="connsiteX2674" fmla="*/ 340421 w 3805936"/>
              <a:gd name="connsiteY2674" fmla="*/ 80032 h 856262"/>
              <a:gd name="connsiteX2675" fmla="*/ 342530 w 3805936"/>
              <a:gd name="connsiteY2675" fmla="*/ 82817 h 856262"/>
              <a:gd name="connsiteX2676" fmla="*/ 343532 w 3805936"/>
              <a:gd name="connsiteY2676" fmla="*/ 83972 h 856262"/>
              <a:gd name="connsiteX2677" fmla="*/ 344260 w 3805936"/>
              <a:gd name="connsiteY2677" fmla="*/ 85348 h 856262"/>
              <a:gd name="connsiteX2678" fmla="*/ 344260 w 3805936"/>
              <a:gd name="connsiteY2678" fmla="*/ 87415 h 856262"/>
              <a:gd name="connsiteX2679" fmla="*/ 344260 w 3805936"/>
              <a:gd name="connsiteY2679" fmla="*/ 89019 h 856262"/>
              <a:gd name="connsiteX2680" fmla="*/ 342952 w 3805936"/>
              <a:gd name="connsiteY2680" fmla="*/ 90875 h 856262"/>
              <a:gd name="connsiteX2681" fmla="*/ 341012 w 3805936"/>
              <a:gd name="connsiteY2681" fmla="*/ 92773 h 856262"/>
              <a:gd name="connsiteX2682" fmla="*/ 337679 w 3805936"/>
              <a:gd name="connsiteY2682" fmla="*/ 96992 h 856262"/>
              <a:gd name="connsiteX2683" fmla="*/ 338902 w 3805936"/>
              <a:gd name="connsiteY2683" fmla="*/ 100789 h 856262"/>
              <a:gd name="connsiteX2684" fmla="*/ 340716 w 3805936"/>
              <a:gd name="connsiteY2684" fmla="*/ 102688 h 856262"/>
              <a:gd name="connsiteX2685" fmla="*/ 342024 w 3805936"/>
              <a:gd name="connsiteY2685" fmla="*/ 104671 h 856262"/>
              <a:gd name="connsiteX2686" fmla="*/ 344555 w 3805936"/>
              <a:gd name="connsiteY2686" fmla="*/ 105008 h 856262"/>
              <a:gd name="connsiteX2687" fmla="*/ 346285 w 3805936"/>
              <a:gd name="connsiteY2687" fmla="*/ 104713 h 856262"/>
              <a:gd name="connsiteX2688" fmla="*/ 350040 w 3805936"/>
              <a:gd name="connsiteY2688" fmla="*/ 100494 h 856262"/>
              <a:gd name="connsiteX2689" fmla="*/ 358225 w 3805936"/>
              <a:gd name="connsiteY2689" fmla="*/ 94841 h 856262"/>
              <a:gd name="connsiteX2690" fmla="*/ 362697 w 3805936"/>
              <a:gd name="connsiteY2690" fmla="*/ 87626 h 856262"/>
              <a:gd name="connsiteX2691" fmla="*/ 361811 w 3805936"/>
              <a:gd name="connsiteY2691" fmla="*/ 85601 h 856262"/>
              <a:gd name="connsiteX2692" fmla="*/ 359743 w 3805936"/>
              <a:gd name="connsiteY2692" fmla="*/ 84631 h 856262"/>
              <a:gd name="connsiteX2693" fmla="*/ 357634 w 3805936"/>
              <a:gd name="connsiteY2693" fmla="*/ 84926 h 856262"/>
              <a:gd name="connsiteX2694" fmla="*/ 357043 w 3805936"/>
              <a:gd name="connsiteY2694" fmla="*/ 82817 h 856262"/>
              <a:gd name="connsiteX2695" fmla="*/ 361937 w 3805936"/>
              <a:gd name="connsiteY2695" fmla="*/ 76657 h 856262"/>
              <a:gd name="connsiteX2696" fmla="*/ 362191 w 3805936"/>
              <a:gd name="connsiteY2696" fmla="*/ 75476 h 856262"/>
              <a:gd name="connsiteX2697" fmla="*/ 360629 w 3805936"/>
              <a:gd name="connsiteY2697" fmla="*/ 72860 h 856262"/>
              <a:gd name="connsiteX2698" fmla="*/ 359743 w 3805936"/>
              <a:gd name="connsiteY2698" fmla="*/ 71173 h 856262"/>
              <a:gd name="connsiteX2699" fmla="*/ 357845 w 3805936"/>
              <a:gd name="connsiteY2699" fmla="*/ 71510 h 856262"/>
              <a:gd name="connsiteX2700" fmla="*/ 357296 w 3805936"/>
              <a:gd name="connsiteY2700" fmla="*/ 69021 h 856262"/>
              <a:gd name="connsiteX2701" fmla="*/ 357086 w 3805936"/>
              <a:gd name="connsiteY2701" fmla="*/ 65351 h 856262"/>
              <a:gd name="connsiteX2702" fmla="*/ 359575 w 3805936"/>
              <a:gd name="connsiteY2702" fmla="*/ 61680 h 856262"/>
              <a:gd name="connsiteX2703" fmla="*/ 361009 w 3805936"/>
              <a:gd name="connsiteY2703" fmla="*/ 59107 h 856262"/>
              <a:gd name="connsiteX2704" fmla="*/ 361515 w 3805936"/>
              <a:gd name="connsiteY2704" fmla="*/ 55732 h 856262"/>
              <a:gd name="connsiteX2705" fmla="*/ 361515 w 3805936"/>
              <a:gd name="connsiteY2705" fmla="*/ 52778 h 856262"/>
              <a:gd name="connsiteX2706" fmla="*/ 358942 w 3805936"/>
              <a:gd name="connsiteY2706" fmla="*/ 50247 h 856262"/>
              <a:gd name="connsiteX2707" fmla="*/ 386997 w 3805936"/>
              <a:gd name="connsiteY2707" fmla="*/ 49572 h 856262"/>
              <a:gd name="connsiteX2708" fmla="*/ 387504 w 3805936"/>
              <a:gd name="connsiteY2708" fmla="*/ 51640 h 856262"/>
              <a:gd name="connsiteX2709" fmla="*/ 385900 w 3805936"/>
              <a:gd name="connsiteY2709" fmla="*/ 54719 h 856262"/>
              <a:gd name="connsiteX2710" fmla="*/ 382947 w 3805936"/>
              <a:gd name="connsiteY2710" fmla="*/ 54972 h 856262"/>
              <a:gd name="connsiteX2711" fmla="*/ 381808 w 3805936"/>
              <a:gd name="connsiteY2711" fmla="*/ 52483 h 856262"/>
              <a:gd name="connsiteX2712" fmla="*/ 386997 w 3805936"/>
              <a:gd name="connsiteY2712" fmla="*/ 49572 h 856262"/>
              <a:gd name="connsiteX2713" fmla="*/ 389149 w 3805936"/>
              <a:gd name="connsiteY2713" fmla="*/ 41177 h 856262"/>
              <a:gd name="connsiteX2714" fmla="*/ 378897 w 3805936"/>
              <a:gd name="connsiteY2714" fmla="*/ 46155 h 856262"/>
              <a:gd name="connsiteX2715" fmla="*/ 375395 w 3805936"/>
              <a:gd name="connsiteY2715" fmla="*/ 46999 h 856262"/>
              <a:gd name="connsiteX2716" fmla="*/ 371176 w 3805936"/>
              <a:gd name="connsiteY2716" fmla="*/ 49488 h 856262"/>
              <a:gd name="connsiteX2717" fmla="*/ 368645 w 3805936"/>
              <a:gd name="connsiteY2717" fmla="*/ 50711 h 856262"/>
              <a:gd name="connsiteX2718" fmla="*/ 366663 w 3805936"/>
              <a:gd name="connsiteY2718" fmla="*/ 51217 h 856262"/>
              <a:gd name="connsiteX2719" fmla="*/ 364342 w 3805936"/>
              <a:gd name="connsiteY2719" fmla="*/ 50205 h 856262"/>
              <a:gd name="connsiteX2720" fmla="*/ 363161 w 3805936"/>
              <a:gd name="connsiteY2720" fmla="*/ 53833 h 856262"/>
              <a:gd name="connsiteX2721" fmla="*/ 363161 w 3805936"/>
              <a:gd name="connsiteY2721" fmla="*/ 57335 h 856262"/>
              <a:gd name="connsiteX2722" fmla="*/ 363034 w 3805936"/>
              <a:gd name="connsiteY2722" fmla="*/ 57166 h 856262"/>
              <a:gd name="connsiteX2723" fmla="*/ 363161 w 3805936"/>
              <a:gd name="connsiteY2723" fmla="*/ 59486 h 856262"/>
              <a:gd name="connsiteX2724" fmla="*/ 364300 w 3805936"/>
              <a:gd name="connsiteY2724" fmla="*/ 61976 h 856262"/>
              <a:gd name="connsiteX2725" fmla="*/ 365776 w 3805936"/>
              <a:gd name="connsiteY2725" fmla="*/ 67966 h 856262"/>
              <a:gd name="connsiteX2726" fmla="*/ 365017 w 3805936"/>
              <a:gd name="connsiteY2726" fmla="*/ 71890 h 856262"/>
              <a:gd name="connsiteX2727" fmla="*/ 366030 w 3805936"/>
              <a:gd name="connsiteY2727" fmla="*/ 74295 h 856262"/>
              <a:gd name="connsiteX2728" fmla="*/ 367548 w 3805936"/>
              <a:gd name="connsiteY2728" fmla="*/ 76362 h 856262"/>
              <a:gd name="connsiteX2729" fmla="*/ 368265 w 3805936"/>
              <a:gd name="connsiteY2729" fmla="*/ 77839 h 856262"/>
              <a:gd name="connsiteX2730" fmla="*/ 369067 w 3805936"/>
              <a:gd name="connsiteY2730" fmla="*/ 78767 h 856262"/>
              <a:gd name="connsiteX2731" fmla="*/ 370459 w 3805936"/>
              <a:gd name="connsiteY2731" fmla="*/ 78767 h 856262"/>
              <a:gd name="connsiteX2732" fmla="*/ 372063 w 3805936"/>
              <a:gd name="connsiteY2732" fmla="*/ 78176 h 856262"/>
              <a:gd name="connsiteX2733" fmla="*/ 373792 w 3805936"/>
              <a:gd name="connsiteY2733" fmla="*/ 77374 h 856262"/>
              <a:gd name="connsiteX2734" fmla="*/ 375227 w 3805936"/>
              <a:gd name="connsiteY2734" fmla="*/ 77374 h 856262"/>
              <a:gd name="connsiteX2735" fmla="*/ 375227 w 3805936"/>
              <a:gd name="connsiteY2735" fmla="*/ 79737 h 856262"/>
              <a:gd name="connsiteX2736" fmla="*/ 374299 w 3805936"/>
              <a:gd name="connsiteY2736" fmla="*/ 80792 h 856262"/>
              <a:gd name="connsiteX2737" fmla="*/ 373202 w 3805936"/>
              <a:gd name="connsiteY2737" fmla="*/ 81003 h 856262"/>
              <a:gd name="connsiteX2738" fmla="*/ 372020 w 3805936"/>
              <a:gd name="connsiteY2738" fmla="*/ 81382 h 856262"/>
              <a:gd name="connsiteX2739" fmla="*/ 370881 w 3805936"/>
              <a:gd name="connsiteY2739" fmla="*/ 81171 h 856262"/>
              <a:gd name="connsiteX2740" fmla="*/ 369995 w 3805936"/>
              <a:gd name="connsiteY2740" fmla="*/ 82775 h 856262"/>
              <a:gd name="connsiteX2741" fmla="*/ 369995 w 3805936"/>
              <a:gd name="connsiteY2741" fmla="*/ 84757 h 856262"/>
              <a:gd name="connsiteX2742" fmla="*/ 369995 w 3805936"/>
              <a:gd name="connsiteY2742" fmla="*/ 86403 h 856262"/>
              <a:gd name="connsiteX2743" fmla="*/ 371767 w 3805936"/>
              <a:gd name="connsiteY2743" fmla="*/ 86993 h 856262"/>
              <a:gd name="connsiteX2744" fmla="*/ 373750 w 3805936"/>
              <a:gd name="connsiteY2744" fmla="*/ 86993 h 856262"/>
              <a:gd name="connsiteX2745" fmla="*/ 374720 w 3805936"/>
              <a:gd name="connsiteY2745" fmla="*/ 88259 h 856262"/>
              <a:gd name="connsiteX2746" fmla="*/ 370206 w 3805936"/>
              <a:gd name="connsiteY2746" fmla="*/ 91044 h 856262"/>
              <a:gd name="connsiteX2747" fmla="*/ 366620 w 3805936"/>
              <a:gd name="connsiteY2747" fmla="*/ 92858 h 856262"/>
              <a:gd name="connsiteX2748" fmla="*/ 365228 w 3805936"/>
              <a:gd name="connsiteY2748" fmla="*/ 92436 h 856262"/>
              <a:gd name="connsiteX2749" fmla="*/ 364300 w 3805936"/>
              <a:gd name="connsiteY2749" fmla="*/ 93406 h 856262"/>
              <a:gd name="connsiteX2750" fmla="*/ 363667 w 3805936"/>
              <a:gd name="connsiteY2750" fmla="*/ 95516 h 856262"/>
              <a:gd name="connsiteX2751" fmla="*/ 363667 w 3805936"/>
              <a:gd name="connsiteY2751" fmla="*/ 97245 h 856262"/>
              <a:gd name="connsiteX2752" fmla="*/ 364806 w 3805936"/>
              <a:gd name="connsiteY2752" fmla="*/ 100874 h 856262"/>
              <a:gd name="connsiteX2753" fmla="*/ 367801 w 3805936"/>
              <a:gd name="connsiteY2753" fmla="*/ 101928 h 856262"/>
              <a:gd name="connsiteX2754" fmla="*/ 372020 w 3805936"/>
              <a:gd name="connsiteY2754" fmla="*/ 99988 h 856262"/>
              <a:gd name="connsiteX2755" fmla="*/ 376239 w 3805936"/>
              <a:gd name="connsiteY2755" fmla="*/ 98933 h 856262"/>
              <a:gd name="connsiteX2756" fmla="*/ 380458 w 3805936"/>
              <a:gd name="connsiteY2756" fmla="*/ 97541 h 856262"/>
              <a:gd name="connsiteX2757" fmla="*/ 383791 w 3805936"/>
              <a:gd name="connsiteY2757" fmla="*/ 96486 h 856262"/>
              <a:gd name="connsiteX2758" fmla="*/ 386786 w 3805936"/>
              <a:gd name="connsiteY2758" fmla="*/ 95769 h 856262"/>
              <a:gd name="connsiteX2759" fmla="*/ 390288 w 3805936"/>
              <a:gd name="connsiteY2759" fmla="*/ 95473 h 856262"/>
              <a:gd name="connsiteX2760" fmla="*/ 396616 w 3805936"/>
              <a:gd name="connsiteY2760" fmla="*/ 94334 h 856262"/>
              <a:gd name="connsiteX2761" fmla="*/ 400624 w 3805936"/>
              <a:gd name="connsiteY2761" fmla="*/ 94334 h 856262"/>
              <a:gd name="connsiteX2762" fmla="*/ 403999 w 3805936"/>
              <a:gd name="connsiteY2762" fmla="*/ 87626 h 856262"/>
              <a:gd name="connsiteX2763" fmla="*/ 401131 w 3805936"/>
              <a:gd name="connsiteY2763" fmla="*/ 84167 h 856262"/>
              <a:gd name="connsiteX2764" fmla="*/ 398262 w 3805936"/>
              <a:gd name="connsiteY2764" fmla="*/ 84631 h 856262"/>
              <a:gd name="connsiteX2765" fmla="*/ 395013 w 3805936"/>
              <a:gd name="connsiteY2765" fmla="*/ 85770 h 856262"/>
              <a:gd name="connsiteX2766" fmla="*/ 392313 w 3805936"/>
              <a:gd name="connsiteY2766" fmla="*/ 86023 h 856262"/>
              <a:gd name="connsiteX2767" fmla="*/ 388854 w 3805936"/>
              <a:gd name="connsiteY2767" fmla="*/ 87204 h 856262"/>
              <a:gd name="connsiteX2768" fmla="*/ 387419 w 3805936"/>
              <a:gd name="connsiteY2768" fmla="*/ 86361 h 856262"/>
              <a:gd name="connsiteX2769" fmla="*/ 388010 w 3805936"/>
              <a:gd name="connsiteY2769" fmla="*/ 84673 h 856262"/>
              <a:gd name="connsiteX2770" fmla="*/ 390583 w 3805936"/>
              <a:gd name="connsiteY2770" fmla="*/ 83323 h 856262"/>
              <a:gd name="connsiteX2771" fmla="*/ 392651 w 3805936"/>
              <a:gd name="connsiteY2771" fmla="*/ 81340 h 856262"/>
              <a:gd name="connsiteX2772" fmla="*/ 392904 w 3805936"/>
              <a:gd name="connsiteY2772" fmla="*/ 79948 h 856262"/>
              <a:gd name="connsiteX2773" fmla="*/ 391765 w 3805936"/>
              <a:gd name="connsiteY2773" fmla="*/ 76742 h 856262"/>
              <a:gd name="connsiteX2774" fmla="*/ 390541 w 3805936"/>
              <a:gd name="connsiteY2774" fmla="*/ 75729 h 856262"/>
              <a:gd name="connsiteX2775" fmla="*/ 387841 w 3805936"/>
              <a:gd name="connsiteY2775" fmla="*/ 75265 h 856262"/>
              <a:gd name="connsiteX2776" fmla="*/ 386111 w 3805936"/>
              <a:gd name="connsiteY2776" fmla="*/ 76404 h 856262"/>
              <a:gd name="connsiteX2777" fmla="*/ 383833 w 3805936"/>
              <a:gd name="connsiteY2777" fmla="*/ 77121 h 856262"/>
              <a:gd name="connsiteX2778" fmla="*/ 383496 w 3805936"/>
              <a:gd name="connsiteY2778" fmla="*/ 74759 h 856262"/>
              <a:gd name="connsiteX2779" fmla="*/ 386407 w 3805936"/>
              <a:gd name="connsiteY2779" fmla="*/ 73409 h 856262"/>
              <a:gd name="connsiteX2780" fmla="*/ 388390 w 3805936"/>
              <a:gd name="connsiteY2780" fmla="*/ 72438 h 856262"/>
              <a:gd name="connsiteX2781" fmla="*/ 390373 w 3805936"/>
              <a:gd name="connsiteY2781" fmla="*/ 72101 h 856262"/>
              <a:gd name="connsiteX2782" fmla="*/ 391723 w 3805936"/>
              <a:gd name="connsiteY2782" fmla="*/ 70287 h 856262"/>
              <a:gd name="connsiteX2783" fmla="*/ 395140 w 3805936"/>
              <a:gd name="connsiteY2783" fmla="*/ 59529 h 856262"/>
              <a:gd name="connsiteX2784" fmla="*/ 396954 w 3805936"/>
              <a:gd name="connsiteY2784" fmla="*/ 56744 h 856262"/>
              <a:gd name="connsiteX2785" fmla="*/ 398641 w 3805936"/>
              <a:gd name="connsiteY2785" fmla="*/ 52188 h 856262"/>
              <a:gd name="connsiteX2786" fmla="*/ 398894 w 3805936"/>
              <a:gd name="connsiteY2786" fmla="*/ 49446 h 856262"/>
              <a:gd name="connsiteX2787" fmla="*/ 399865 w 3805936"/>
              <a:gd name="connsiteY2787" fmla="*/ 46408 h 856262"/>
              <a:gd name="connsiteX2788" fmla="*/ 397713 w 3805936"/>
              <a:gd name="connsiteY2788" fmla="*/ 43286 h 856262"/>
              <a:gd name="connsiteX2789" fmla="*/ 396616 w 3805936"/>
              <a:gd name="connsiteY2789" fmla="*/ 41430 h 856262"/>
              <a:gd name="connsiteX2790" fmla="*/ 391765 w 3805936"/>
              <a:gd name="connsiteY2790" fmla="*/ 41767 h 856262"/>
              <a:gd name="connsiteX2791" fmla="*/ 389149 w 3805936"/>
              <a:gd name="connsiteY2791" fmla="*/ 41177 h 856262"/>
              <a:gd name="connsiteX2792" fmla="*/ 428131 w 3805936"/>
              <a:gd name="connsiteY2792" fmla="*/ 15188 h 856262"/>
              <a:gd name="connsiteX2793" fmla="*/ 840906 w 3805936"/>
              <a:gd name="connsiteY2793" fmla="*/ 428131 h 856262"/>
              <a:gd name="connsiteX2794" fmla="*/ 840906 w 3805936"/>
              <a:gd name="connsiteY2794" fmla="*/ 428300 h 856262"/>
              <a:gd name="connsiteX2795" fmla="*/ 427794 w 3805936"/>
              <a:gd name="connsiteY2795" fmla="*/ 841074 h 856262"/>
              <a:gd name="connsiteX2796" fmla="*/ 15019 w 3805936"/>
              <a:gd name="connsiteY2796" fmla="*/ 427962 h 856262"/>
              <a:gd name="connsiteX2797" fmla="*/ 428131 w 3805936"/>
              <a:gd name="connsiteY2797" fmla="*/ 15188 h 856262"/>
              <a:gd name="connsiteX2798" fmla="*/ 428131 w 3805936"/>
              <a:gd name="connsiteY2798" fmla="*/ 9577 h 856262"/>
              <a:gd name="connsiteX2799" fmla="*/ 9577 w 3805936"/>
              <a:gd name="connsiteY2799" fmla="*/ 428131 h 856262"/>
              <a:gd name="connsiteX2800" fmla="*/ 428131 w 3805936"/>
              <a:gd name="connsiteY2800" fmla="*/ 846685 h 856262"/>
              <a:gd name="connsiteX2801" fmla="*/ 846686 w 3805936"/>
              <a:gd name="connsiteY2801" fmla="*/ 428131 h 856262"/>
              <a:gd name="connsiteX2802" fmla="*/ 428131 w 3805936"/>
              <a:gd name="connsiteY2802" fmla="*/ 9577 h 856262"/>
              <a:gd name="connsiteX2803" fmla="*/ 428131 w 3805936"/>
              <a:gd name="connsiteY2803" fmla="*/ 0 h 856262"/>
              <a:gd name="connsiteX2804" fmla="*/ 856263 w 3805936"/>
              <a:gd name="connsiteY2804" fmla="*/ 428131 h 856262"/>
              <a:gd name="connsiteX2805" fmla="*/ 428131 w 3805936"/>
              <a:gd name="connsiteY2805" fmla="*/ 856262 h 856262"/>
              <a:gd name="connsiteX2806" fmla="*/ 0 w 3805936"/>
              <a:gd name="connsiteY2806" fmla="*/ 428131 h 856262"/>
              <a:gd name="connsiteX2807" fmla="*/ 428131 w 3805936"/>
              <a:gd name="connsiteY2807" fmla="*/ 0 h 856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</a:cxnLst>
            <a:rect l="l" t="t" r="r" b="b"/>
            <a:pathLst>
              <a:path w="3805936" h="856262">
                <a:moveTo>
                  <a:pt x="500865" y="773446"/>
                </a:moveTo>
                <a:cubicBezTo>
                  <a:pt x="503455" y="776252"/>
                  <a:pt x="505117" y="779787"/>
                  <a:pt x="505632" y="783571"/>
                </a:cubicBezTo>
                <a:cubicBezTo>
                  <a:pt x="506547" y="787183"/>
                  <a:pt x="506311" y="790988"/>
                  <a:pt x="504957" y="794456"/>
                </a:cubicBezTo>
                <a:cubicBezTo>
                  <a:pt x="504569" y="795253"/>
                  <a:pt x="504071" y="795996"/>
                  <a:pt x="503480" y="796658"/>
                </a:cubicBezTo>
                <a:cubicBezTo>
                  <a:pt x="499936" y="800616"/>
                  <a:pt x="493853" y="800953"/>
                  <a:pt x="489895" y="797409"/>
                </a:cubicBezTo>
                <a:cubicBezTo>
                  <a:pt x="487339" y="794684"/>
                  <a:pt x="485689" y="791237"/>
                  <a:pt x="485170" y="787537"/>
                </a:cubicBezTo>
                <a:cubicBezTo>
                  <a:pt x="484238" y="783829"/>
                  <a:pt x="484474" y="779926"/>
                  <a:pt x="485846" y="776357"/>
                </a:cubicBezTo>
                <a:cubicBezTo>
                  <a:pt x="486267" y="775454"/>
                  <a:pt x="486828" y="774623"/>
                  <a:pt x="487508" y="773897"/>
                </a:cubicBezTo>
                <a:cubicBezTo>
                  <a:pt x="491073" y="770084"/>
                  <a:pt x="497051" y="769881"/>
                  <a:pt x="500865" y="773446"/>
                </a:cubicBezTo>
                <a:close/>
                <a:moveTo>
                  <a:pt x="443488" y="770703"/>
                </a:moveTo>
                <a:lnTo>
                  <a:pt x="415264" y="771209"/>
                </a:lnTo>
                <a:lnTo>
                  <a:pt x="416023" y="812892"/>
                </a:lnTo>
                <a:lnTo>
                  <a:pt x="444374" y="812343"/>
                </a:lnTo>
                <a:lnTo>
                  <a:pt x="444374" y="808631"/>
                </a:lnTo>
                <a:lnTo>
                  <a:pt x="444374" y="804960"/>
                </a:lnTo>
                <a:lnTo>
                  <a:pt x="423280" y="805340"/>
                </a:lnTo>
                <a:lnTo>
                  <a:pt x="423280" y="794497"/>
                </a:lnTo>
                <a:lnTo>
                  <a:pt x="442012" y="794160"/>
                </a:lnTo>
                <a:lnTo>
                  <a:pt x="442012" y="790574"/>
                </a:lnTo>
                <a:lnTo>
                  <a:pt x="442012" y="786988"/>
                </a:lnTo>
                <a:lnTo>
                  <a:pt x="423280" y="787325"/>
                </a:lnTo>
                <a:lnTo>
                  <a:pt x="423280" y="778466"/>
                </a:lnTo>
                <a:lnTo>
                  <a:pt x="443488" y="778128"/>
                </a:lnTo>
                <a:lnTo>
                  <a:pt x="443488" y="774416"/>
                </a:lnTo>
                <a:close/>
                <a:moveTo>
                  <a:pt x="374299" y="767497"/>
                </a:moveTo>
                <a:lnTo>
                  <a:pt x="373834" y="771167"/>
                </a:lnTo>
                <a:lnTo>
                  <a:pt x="373413" y="774838"/>
                </a:lnTo>
                <a:lnTo>
                  <a:pt x="384888" y="776230"/>
                </a:lnTo>
                <a:lnTo>
                  <a:pt x="380669" y="810234"/>
                </a:lnTo>
                <a:lnTo>
                  <a:pt x="384888" y="810740"/>
                </a:lnTo>
                <a:lnTo>
                  <a:pt x="388812" y="811204"/>
                </a:lnTo>
                <a:lnTo>
                  <a:pt x="393030" y="777200"/>
                </a:lnTo>
                <a:lnTo>
                  <a:pt x="404548" y="778635"/>
                </a:lnTo>
                <a:lnTo>
                  <a:pt x="404970" y="774922"/>
                </a:lnTo>
                <a:lnTo>
                  <a:pt x="405223" y="771294"/>
                </a:lnTo>
                <a:close/>
                <a:moveTo>
                  <a:pt x="490436" y="764143"/>
                </a:moveTo>
                <a:cubicBezTo>
                  <a:pt x="485943" y="765266"/>
                  <a:pt x="481878" y="768105"/>
                  <a:pt x="479306" y="772391"/>
                </a:cubicBezTo>
                <a:cubicBezTo>
                  <a:pt x="476733" y="777626"/>
                  <a:pt x="476092" y="783604"/>
                  <a:pt x="477492" y="789266"/>
                </a:cubicBezTo>
                <a:cubicBezTo>
                  <a:pt x="478290" y="794940"/>
                  <a:pt x="481108" y="800138"/>
                  <a:pt x="485424" y="803906"/>
                </a:cubicBezTo>
                <a:cubicBezTo>
                  <a:pt x="485816" y="804192"/>
                  <a:pt x="486221" y="804467"/>
                  <a:pt x="486634" y="804724"/>
                </a:cubicBezTo>
                <a:cubicBezTo>
                  <a:pt x="495241" y="810036"/>
                  <a:pt x="506522" y="807365"/>
                  <a:pt x="511834" y="798759"/>
                </a:cubicBezTo>
                <a:cubicBezTo>
                  <a:pt x="514428" y="793650"/>
                  <a:pt x="515074" y="787773"/>
                  <a:pt x="513648" y="782221"/>
                </a:cubicBezTo>
                <a:cubicBezTo>
                  <a:pt x="512876" y="776441"/>
                  <a:pt x="510062" y="771129"/>
                  <a:pt x="505716" y="767244"/>
                </a:cubicBezTo>
                <a:cubicBezTo>
                  <a:pt x="505210" y="766860"/>
                  <a:pt x="504683" y="766505"/>
                  <a:pt x="504139" y="766181"/>
                </a:cubicBezTo>
                <a:cubicBezTo>
                  <a:pt x="499853" y="763610"/>
                  <a:pt x="494930" y="763019"/>
                  <a:pt x="490436" y="764143"/>
                </a:cubicBezTo>
                <a:close/>
                <a:moveTo>
                  <a:pt x="335316" y="758553"/>
                </a:moveTo>
                <a:lnTo>
                  <a:pt x="329030" y="783866"/>
                </a:lnTo>
                <a:cubicBezTo>
                  <a:pt x="327600" y="788207"/>
                  <a:pt x="327823" y="792928"/>
                  <a:pt x="329663" y="797113"/>
                </a:cubicBezTo>
                <a:cubicBezTo>
                  <a:pt x="331975" y="800763"/>
                  <a:pt x="335738" y="803247"/>
                  <a:pt x="339999" y="803948"/>
                </a:cubicBezTo>
                <a:cubicBezTo>
                  <a:pt x="344100" y="805391"/>
                  <a:pt x="348618" y="805036"/>
                  <a:pt x="352445" y="802977"/>
                </a:cubicBezTo>
                <a:cubicBezTo>
                  <a:pt x="356010" y="800041"/>
                  <a:pt x="358368" y="795898"/>
                  <a:pt x="359068" y="791333"/>
                </a:cubicBezTo>
                <a:lnTo>
                  <a:pt x="365186" y="766020"/>
                </a:lnTo>
                <a:lnTo>
                  <a:pt x="361304" y="765050"/>
                </a:lnTo>
                <a:lnTo>
                  <a:pt x="357423" y="764122"/>
                </a:lnTo>
                <a:lnTo>
                  <a:pt x="351053" y="789435"/>
                </a:lnTo>
                <a:cubicBezTo>
                  <a:pt x="350681" y="791848"/>
                  <a:pt x="349508" y="794063"/>
                  <a:pt x="347720" y="795721"/>
                </a:cubicBezTo>
                <a:cubicBezTo>
                  <a:pt x="345893" y="796835"/>
                  <a:pt x="343653" y="797054"/>
                  <a:pt x="341644" y="796312"/>
                </a:cubicBezTo>
                <a:cubicBezTo>
                  <a:pt x="339560" y="795957"/>
                  <a:pt x="337759" y="794666"/>
                  <a:pt x="336751" y="792810"/>
                </a:cubicBezTo>
                <a:cubicBezTo>
                  <a:pt x="335945" y="790544"/>
                  <a:pt x="335945" y="788072"/>
                  <a:pt x="336751" y="785807"/>
                </a:cubicBezTo>
                <a:lnTo>
                  <a:pt x="343079" y="760493"/>
                </a:lnTo>
                <a:lnTo>
                  <a:pt x="339198" y="759523"/>
                </a:lnTo>
                <a:close/>
                <a:moveTo>
                  <a:pt x="547019" y="750284"/>
                </a:moveTo>
                <a:lnTo>
                  <a:pt x="521073" y="758722"/>
                </a:lnTo>
                <a:lnTo>
                  <a:pt x="533730" y="798337"/>
                </a:lnTo>
                <a:lnTo>
                  <a:pt x="537569" y="797071"/>
                </a:lnTo>
                <a:lnTo>
                  <a:pt x="541366" y="795848"/>
                </a:lnTo>
                <a:lnTo>
                  <a:pt x="536092" y="779099"/>
                </a:lnTo>
                <a:lnTo>
                  <a:pt x="552082" y="773909"/>
                </a:lnTo>
                <a:lnTo>
                  <a:pt x="550985" y="770492"/>
                </a:lnTo>
                <a:lnTo>
                  <a:pt x="549846" y="767075"/>
                </a:lnTo>
                <a:lnTo>
                  <a:pt x="533898" y="772264"/>
                </a:lnTo>
                <a:lnTo>
                  <a:pt x="530987" y="763278"/>
                </a:lnTo>
                <a:lnTo>
                  <a:pt x="549297" y="757329"/>
                </a:lnTo>
                <a:lnTo>
                  <a:pt x="548158" y="753785"/>
                </a:lnTo>
                <a:close/>
                <a:moveTo>
                  <a:pt x="297051" y="745516"/>
                </a:moveTo>
                <a:lnTo>
                  <a:pt x="295827" y="749018"/>
                </a:lnTo>
                <a:lnTo>
                  <a:pt x="294646" y="752520"/>
                </a:lnTo>
                <a:lnTo>
                  <a:pt x="305573" y="756275"/>
                </a:lnTo>
                <a:lnTo>
                  <a:pt x="294435" y="788675"/>
                </a:lnTo>
                <a:lnTo>
                  <a:pt x="298232" y="789983"/>
                </a:lnTo>
                <a:lnTo>
                  <a:pt x="301987" y="791291"/>
                </a:lnTo>
                <a:lnTo>
                  <a:pt x="313125" y="758890"/>
                </a:lnTo>
                <a:lnTo>
                  <a:pt x="324094" y="762645"/>
                </a:lnTo>
                <a:lnTo>
                  <a:pt x="325317" y="759143"/>
                </a:lnTo>
                <a:lnTo>
                  <a:pt x="326583" y="755684"/>
                </a:lnTo>
                <a:close/>
                <a:moveTo>
                  <a:pt x="281905" y="738091"/>
                </a:moveTo>
                <a:lnTo>
                  <a:pt x="264313" y="775850"/>
                </a:lnTo>
                <a:lnTo>
                  <a:pt x="267941" y="777538"/>
                </a:lnTo>
                <a:lnTo>
                  <a:pt x="271527" y="779225"/>
                </a:lnTo>
                <a:lnTo>
                  <a:pt x="289162" y="741466"/>
                </a:lnTo>
                <a:lnTo>
                  <a:pt x="285491" y="739779"/>
                </a:lnTo>
                <a:close/>
                <a:moveTo>
                  <a:pt x="597941" y="725603"/>
                </a:moveTo>
                <a:lnTo>
                  <a:pt x="570434" y="740201"/>
                </a:lnTo>
                <a:lnTo>
                  <a:pt x="572164" y="743491"/>
                </a:lnTo>
                <a:lnTo>
                  <a:pt x="573893" y="746740"/>
                </a:lnTo>
                <a:lnTo>
                  <a:pt x="584103" y="741298"/>
                </a:lnTo>
                <a:lnTo>
                  <a:pt x="600219" y="771547"/>
                </a:lnTo>
                <a:lnTo>
                  <a:pt x="603763" y="769690"/>
                </a:lnTo>
                <a:lnTo>
                  <a:pt x="607265" y="767792"/>
                </a:lnTo>
                <a:lnTo>
                  <a:pt x="591191" y="737543"/>
                </a:lnTo>
                <a:lnTo>
                  <a:pt x="601400" y="732100"/>
                </a:lnTo>
                <a:lnTo>
                  <a:pt x="599671" y="728852"/>
                </a:lnTo>
                <a:close/>
                <a:moveTo>
                  <a:pt x="246045" y="718600"/>
                </a:moveTo>
                <a:lnTo>
                  <a:pt x="244399" y="722060"/>
                </a:lnTo>
                <a:lnTo>
                  <a:pt x="242628" y="725308"/>
                </a:lnTo>
                <a:lnTo>
                  <a:pt x="252753" y="730919"/>
                </a:lnTo>
                <a:lnTo>
                  <a:pt x="236130" y="760873"/>
                </a:lnTo>
                <a:lnTo>
                  <a:pt x="239632" y="762814"/>
                </a:lnTo>
                <a:lnTo>
                  <a:pt x="243134" y="764754"/>
                </a:lnTo>
                <a:lnTo>
                  <a:pt x="259588" y="734547"/>
                </a:lnTo>
                <a:lnTo>
                  <a:pt x="269713" y="740158"/>
                </a:lnTo>
                <a:lnTo>
                  <a:pt x="271485" y="736952"/>
                </a:lnTo>
                <a:lnTo>
                  <a:pt x="273299" y="733704"/>
                </a:lnTo>
                <a:close/>
                <a:moveTo>
                  <a:pt x="507994" y="712525"/>
                </a:moveTo>
                <a:lnTo>
                  <a:pt x="507994" y="712652"/>
                </a:lnTo>
                <a:cubicBezTo>
                  <a:pt x="509639" y="712652"/>
                  <a:pt x="509892" y="714255"/>
                  <a:pt x="509639" y="716238"/>
                </a:cubicBezTo>
                <a:cubicBezTo>
                  <a:pt x="509386" y="718221"/>
                  <a:pt x="509471" y="726869"/>
                  <a:pt x="507952" y="726869"/>
                </a:cubicBezTo>
                <a:cubicBezTo>
                  <a:pt x="506433" y="726869"/>
                  <a:pt x="506939" y="719993"/>
                  <a:pt x="506939" y="716744"/>
                </a:cubicBezTo>
                <a:cubicBezTo>
                  <a:pt x="506939" y="713496"/>
                  <a:pt x="506939" y="712525"/>
                  <a:pt x="507994" y="712525"/>
                </a:cubicBezTo>
                <a:close/>
                <a:moveTo>
                  <a:pt x="436738" y="712525"/>
                </a:moveTo>
                <a:lnTo>
                  <a:pt x="436738" y="712652"/>
                </a:lnTo>
                <a:cubicBezTo>
                  <a:pt x="438383" y="712652"/>
                  <a:pt x="438637" y="714255"/>
                  <a:pt x="438383" y="716238"/>
                </a:cubicBezTo>
                <a:cubicBezTo>
                  <a:pt x="438130" y="718221"/>
                  <a:pt x="438215" y="726869"/>
                  <a:pt x="436696" y="726869"/>
                </a:cubicBezTo>
                <a:cubicBezTo>
                  <a:pt x="435177" y="726869"/>
                  <a:pt x="435683" y="719993"/>
                  <a:pt x="435683" y="716744"/>
                </a:cubicBezTo>
                <a:cubicBezTo>
                  <a:pt x="435683" y="713496"/>
                  <a:pt x="435683" y="712525"/>
                  <a:pt x="436738" y="712525"/>
                </a:cubicBezTo>
                <a:close/>
                <a:moveTo>
                  <a:pt x="352191" y="712103"/>
                </a:moveTo>
                <a:cubicBezTo>
                  <a:pt x="352191" y="712103"/>
                  <a:pt x="353963" y="711302"/>
                  <a:pt x="354470" y="712441"/>
                </a:cubicBezTo>
                <a:cubicBezTo>
                  <a:pt x="354841" y="716989"/>
                  <a:pt x="354938" y="721554"/>
                  <a:pt x="354765" y="726110"/>
                </a:cubicBezTo>
                <a:cubicBezTo>
                  <a:pt x="354765" y="727165"/>
                  <a:pt x="352698" y="727587"/>
                  <a:pt x="352191" y="726110"/>
                </a:cubicBezTo>
                <a:cubicBezTo>
                  <a:pt x="351938" y="721473"/>
                  <a:pt x="351938" y="716824"/>
                  <a:pt x="352191" y="712188"/>
                </a:cubicBezTo>
                <a:close/>
                <a:moveTo>
                  <a:pt x="496181" y="711892"/>
                </a:moveTo>
                <a:cubicBezTo>
                  <a:pt x="497236" y="711892"/>
                  <a:pt x="497742" y="714128"/>
                  <a:pt x="497742" y="716111"/>
                </a:cubicBezTo>
                <a:cubicBezTo>
                  <a:pt x="497742" y="718094"/>
                  <a:pt x="497658" y="726532"/>
                  <a:pt x="496392" y="726532"/>
                </a:cubicBezTo>
                <a:cubicBezTo>
                  <a:pt x="495126" y="726532"/>
                  <a:pt x="494409" y="719571"/>
                  <a:pt x="494409" y="716449"/>
                </a:cubicBezTo>
                <a:cubicBezTo>
                  <a:pt x="494409" y="713327"/>
                  <a:pt x="494409" y="712019"/>
                  <a:pt x="496181" y="712019"/>
                </a:cubicBezTo>
                <a:close/>
                <a:moveTo>
                  <a:pt x="424924" y="711892"/>
                </a:moveTo>
                <a:cubicBezTo>
                  <a:pt x="425979" y="711892"/>
                  <a:pt x="426485" y="714297"/>
                  <a:pt x="426485" y="716111"/>
                </a:cubicBezTo>
                <a:cubicBezTo>
                  <a:pt x="426485" y="717925"/>
                  <a:pt x="426443" y="726743"/>
                  <a:pt x="425178" y="726743"/>
                </a:cubicBezTo>
                <a:cubicBezTo>
                  <a:pt x="423912" y="726743"/>
                  <a:pt x="423152" y="719571"/>
                  <a:pt x="423152" y="716449"/>
                </a:cubicBezTo>
                <a:cubicBezTo>
                  <a:pt x="423152" y="713327"/>
                  <a:pt x="423152" y="712019"/>
                  <a:pt x="424924" y="712019"/>
                </a:cubicBezTo>
                <a:close/>
                <a:moveTo>
                  <a:pt x="364595" y="711134"/>
                </a:moveTo>
                <a:cubicBezTo>
                  <a:pt x="366156" y="710965"/>
                  <a:pt x="365776" y="714973"/>
                  <a:pt x="365776" y="716112"/>
                </a:cubicBezTo>
                <a:cubicBezTo>
                  <a:pt x="365776" y="717251"/>
                  <a:pt x="365861" y="726026"/>
                  <a:pt x="364595" y="726026"/>
                </a:cubicBezTo>
                <a:cubicBezTo>
                  <a:pt x="363329" y="726026"/>
                  <a:pt x="363329" y="718559"/>
                  <a:pt x="363329" y="716112"/>
                </a:cubicBezTo>
                <a:cubicBezTo>
                  <a:pt x="363329" y="713665"/>
                  <a:pt x="363076" y="711134"/>
                  <a:pt x="364595" y="711134"/>
                </a:cubicBezTo>
                <a:close/>
                <a:moveTo>
                  <a:pt x="1056064" y="711050"/>
                </a:moveTo>
                <a:lnTo>
                  <a:pt x="1056212" y="740318"/>
                </a:lnTo>
                <a:lnTo>
                  <a:pt x="1081950" y="740318"/>
                </a:lnTo>
                <a:cubicBezTo>
                  <a:pt x="1086456" y="740708"/>
                  <a:pt x="1090936" y="739336"/>
                  <a:pt x="1094453" y="736495"/>
                </a:cubicBezTo>
                <a:cubicBezTo>
                  <a:pt x="1097372" y="733297"/>
                  <a:pt x="1098859" y="729047"/>
                  <a:pt x="1098572" y="724728"/>
                </a:cubicBezTo>
                <a:cubicBezTo>
                  <a:pt x="1098842" y="720817"/>
                  <a:pt x="1097264" y="717006"/>
                  <a:pt x="1094305" y="714432"/>
                </a:cubicBezTo>
                <a:cubicBezTo>
                  <a:pt x="1090564" y="711853"/>
                  <a:pt x="1086039" y="710656"/>
                  <a:pt x="1081510" y="711050"/>
                </a:cubicBezTo>
                <a:close/>
                <a:moveTo>
                  <a:pt x="357676" y="710162"/>
                </a:moveTo>
                <a:lnTo>
                  <a:pt x="357686" y="710447"/>
                </a:lnTo>
                <a:lnTo>
                  <a:pt x="357676" y="710458"/>
                </a:lnTo>
                <a:close/>
                <a:moveTo>
                  <a:pt x="358368" y="709610"/>
                </a:moveTo>
                <a:cubicBezTo>
                  <a:pt x="359144" y="709137"/>
                  <a:pt x="360157" y="709386"/>
                  <a:pt x="360629" y="710162"/>
                </a:cubicBezTo>
                <a:cubicBezTo>
                  <a:pt x="361136" y="710837"/>
                  <a:pt x="361136" y="726068"/>
                  <a:pt x="361136" y="727038"/>
                </a:cubicBezTo>
                <a:cubicBezTo>
                  <a:pt x="361136" y="728008"/>
                  <a:pt x="358731" y="727840"/>
                  <a:pt x="358225" y="727038"/>
                </a:cubicBezTo>
                <a:lnTo>
                  <a:pt x="357686" y="710447"/>
                </a:lnTo>
                <a:close/>
                <a:moveTo>
                  <a:pt x="502594" y="708981"/>
                </a:moveTo>
                <a:cubicBezTo>
                  <a:pt x="504746" y="708981"/>
                  <a:pt x="504113" y="712061"/>
                  <a:pt x="504113" y="715310"/>
                </a:cubicBezTo>
                <a:cubicBezTo>
                  <a:pt x="504113" y="718558"/>
                  <a:pt x="504661" y="727587"/>
                  <a:pt x="502341" y="727587"/>
                </a:cubicBezTo>
                <a:cubicBezTo>
                  <a:pt x="500021" y="727587"/>
                  <a:pt x="500527" y="718094"/>
                  <a:pt x="500527" y="715141"/>
                </a:cubicBezTo>
                <a:cubicBezTo>
                  <a:pt x="500527" y="712188"/>
                  <a:pt x="500021" y="708981"/>
                  <a:pt x="502594" y="708981"/>
                </a:cubicBezTo>
                <a:close/>
                <a:moveTo>
                  <a:pt x="431337" y="708981"/>
                </a:moveTo>
                <a:cubicBezTo>
                  <a:pt x="433531" y="708981"/>
                  <a:pt x="432856" y="712061"/>
                  <a:pt x="432856" y="715310"/>
                </a:cubicBezTo>
                <a:cubicBezTo>
                  <a:pt x="432856" y="718558"/>
                  <a:pt x="433404" y="727587"/>
                  <a:pt x="431084" y="727587"/>
                </a:cubicBezTo>
                <a:cubicBezTo>
                  <a:pt x="428764" y="727587"/>
                  <a:pt x="429270" y="718094"/>
                  <a:pt x="429270" y="715141"/>
                </a:cubicBezTo>
                <a:cubicBezTo>
                  <a:pt x="429270" y="712188"/>
                  <a:pt x="428764" y="708981"/>
                  <a:pt x="431337" y="708981"/>
                </a:cubicBezTo>
                <a:close/>
                <a:moveTo>
                  <a:pt x="317470" y="707673"/>
                </a:moveTo>
                <a:lnTo>
                  <a:pt x="317724" y="707907"/>
                </a:lnTo>
                <a:lnTo>
                  <a:pt x="317343" y="707842"/>
                </a:lnTo>
                <a:close/>
                <a:moveTo>
                  <a:pt x="630047" y="705395"/>
                </a:moveTo>
                <a:lnTo>
                  <a:pt x="606379" y="720752"/>
                </a:lnTo>
                <a:lnTo>
                  <a:pt x="629076" y="755684"/>
                </a:lnTo>
                <a:lnTo>
                  <a:pt x="653377" y="739737"/>
                </a:lnTo>
                <a:lnTo>
                  <a:pt x="651352" y="736615"/>
                </a:lnTo>
                <a:lnTo>
                  <a:pt x="649369" y="733535"/>
                </a:lnTo>
                <a:lnTo>
                  <a:pt x="631692" y="745010"/>
                </a:lnTo>
                <a:lnTo>
                  <a:pt x="625743" y="735940"/>
                </a:lnTo>
                <a:lnTo>
                  <a:pt x="641606" y="725814"/>
                </a:lnTo>
                <a:lnTo>
                  <a:pt x="639666" y="722777"/>
                </a:lnTo>
                <a:lnTo>
                  <a:pt x="637725" y="719781"/>
                </a:lnTo>
                <a:lnTo>
                  <a:pt x="621988" y="729991"/>
                </a:lnTo>
                <a:lnTo>
                  <a:pt x="617179" y="722566"/>
                </a:lnTo>
                <a:lnTo>
                  <a:pt x="634054" y="711597"/>
                </a:lnTo>
                <a:lnTo>
                  <a:pt x="632072" y="708475"/>
                </a:lnTo>
                <a:close/>
                <a:moveTo>
                  <a:pt x="216724" y="701176"/>
                </a:moveTo>
                <a:cubicBezTo>
                  <a:pt x="213095" y="701547"/>
                  <a:pt x="209830" y="703530"/>
                  <a:pt x="207822" y="706576"/>
                </a:cubicBezTo>
                <a:cubicBezTo>
                  <a:pt x="205852" y="708829"/>
                  <a:pt x="205029" y="711863"/>
                  <a:pt x="205586" y="714803"/>
                </a:cubicBezTo>
                <a:cubicBezTo>
                  <a:pt x="207168" y="718925"/>
                  <a:pt x="209564" y="722684"/>
                  <a:pt x="212631" y="725857"/>
                </a:cubicBezTo>
                <a:cubicBezTo>
                  <a:pt x="214239" y="727502"/>
                  <a:pt x="215555" y="729417"/>
                  <a:pt x="216513" y="731510"/>
                </a:cubicBezTo>
                <a:cubicBezTo>
                  <a:pt x="216922" y="732797"/>
                  <a:pt x="216635" y="734201"/>
                  <a:pt x="215753" y="735222"/>
                </a:cubicBezTo>
                <a:cubicBezTo>
                  <a:pt x="214867" y="736488"/>
                  <a:pt x="213361" y="737167"/>
                  <a:pt x="211830" y="736994"/>
                </a:cubicBezTo>
                <a:cubicBezTo>
                  <a:pt x="209754" y="736716"/>
                  <a:pt x="207797" y="735872"/>
                  <a:pt x="206176" y="734547"/>
                </a:cubicBezTo>
                <a:cubicBezTo>
                  <a:pt x="204409" y="733434"/>
                  <a:pt x="203114" y="731708"/>
                  <a:pt x="202548" y="729696"/>
                </a:cubicBezTo>
                <a:cubicBezTo>
                  <a:pt x="202122" y="727797"/>
                  <a:pt x="202557" y="725806"/>
                  <a:pt x="203730" y="724253"/>
                </a:cubicBezTo>
                <a:lnTo>
                  <a:pt x="197486" y="719739"/>
                </a:lnTo>
                <a:cubicBezTo>
                  <a:pt x="195140" y="722878"/>
                  <a:pt x="194208" y="726852"/>
                  <a:pt x="194912" y="730708"/>
                </a:cubicBezTo>
                <a:cubicBezTo>
                  <a:pt x="195979" y="734691"/>
                  <a:pt x="198494" y="738133"/>
                  <a:pt x="201958" y="740369"/>
                </a:cubicBezTo>
                <a:cubicBezTo>
                  <a:pt x="205172" y="742956"/>
                  <a:pt x="209180" y="744356"/>
                  <a:pt x="213306" y="744335"/>
                </a:cubicBezTo>
                <a:cubicBezTo>
                  <a:pt x="216905" y="744137"/>
                  <a:pt x="220200" y="742264"/>
                  <a:pt x="222208" y="739272"/>
                </a:cubicBezTo>
                <a:cubicBezTo>
                  <a:pt x="224229" y="736948"/>
                  <a:pt x="225204" y="733898"/>
                  <a:pt x="224908" y="730835"/>
                </a:cubicBezTo>
                <a:cubicBezTo>
                  <a:pt x="223668" y="726924"/>
                  <a:pt x="221516" y="723363"/>
                  <a:pt x="218622" y="720456"/>
                </a:cubicBezTo>
                <a:cubicBezTo>
                  <a:pt x="216812" y="718511"/>
                  <a:pt x="215243" y="716360"/>
                  <a:pt x="213939" y="714044"/>
                </a:cubicBezTo>
                <a:cubicBezTo>
                  <a:pt x="213332" y="712972"/>
                  <a:pt x="213433" y="711639"/>
                  <a:pt x="214192" y="710669"/>
                </a:cubicBezTo>
                <a:cubicBezTo>
                  <a:pt x="215036" y="709382"/>
                  <a:pt x="216416" y="708547"/>
                  <a:pt x="217947" y="708390"/>
                </a:cubicBezTo>
                <a:cubicBezTo>
                  <a:pt x="219664" y="708340"/>
                  <a:pt x="221343" y="708909"/>
                  <a:pt x="222672" y="709994"/>
                </a:cubicBezTo>
                <a:cubicBezTo>
                  <a:pt x="224381" y="711120"/>
                  <a:pt x="225651" y="712803"/>
                  <a:pt x="226258" y="714761"/>
                </a:cubicBezTo>
                <a:cubicBezTo>
                  <a:pt x="226773" y="716537"/>
                  <a:pt x="226482" y="718452"/>
                  <a:pt x="225457" y="719992"/>
                </a:cubicBezTo>
                <a:lnTo>
                  <a:pt x="231743" y="724591"/>
                </a:lnTo>
                <a:lnTo>
                  <a:pt x="231743" y="724506"/>
                </a:lnTo>
                <a:cubicBezTo>
                  <a:pt x="233865" y="721397"/>
                  <a:pt x="234671" y="717575"/>
                  <a:pt x="233979" y="713875"/>
                </a:cubicBezTo>
                <a:cubicBezTo>
                  <a:pt x="233106" y="710129"/>
                  <a:pt x="230844" y="706859"/>
                  <a:pt x="227651" y="704720"/>
                </a:cubicBezTo>
                <a:cubicBezTo>
                  <a:pt x="224575" y="702218"/>
                  <a:pt x="220681" y="700957"/>
                  <a:pt x="216724" y="701176"/>
                </a:cubicBezTo>
                <a:close/>
                <a:moveTo>
                  <a:pt x="662152" y="682444"/>
                </a:moveTo>
                <a:cubicBezTo>
                  <a:pt x="658009" y="682364"/>
                  <a:pt x="653993" y="683875"/>
                  <a:pt x="650930" y="686663"/>
                </a:cubicBezTo>
                <a:cubicBezTo>
                  <a:pt x="647036" y="689692"/>
                  <a:pt x="644813" y="694388"/>
                  <a:pt x="644939" y="699320"/>
                </a:cubicBezTo>
                <a:cubicBezTo>
                  <a:pt x="645348" y="705100"/>
                  <a:pt x="647732" y="710567"/>
                  <a:pt x="651690" y="714803"/>
                </a:cubicBezTo>
                <a:cubicBezTo>
                  <a:pt x="655115" y="719351"/>
                  <a:pt x="660026" y="722562"/>
                  <a:pt x="665569" y="723874"/>
                </a:cubicBezTo>
                <a:cubicBezTo>
                  <a:pt x="674919" y="725312"/>
                  <a:pt x="683673" y="718917"/>
                  <a:pt x="685145" y="709572"/>
                </a:cubicBezTo>
                <a:lnTo>
                  <a:pt x="685061" y="709487"/>
                </a:lnTo>
                <a:cubicBezTo>
                  <a:pt x="685356" y="705230"/>
                  <a:pt x="684116" y="701007"/>
                  <a:pt x="681559" y="697590"/>
                </a:cubicBezTo>
                <a:lnTo>
                  <a:pt x="675400" y="702737"/>
                </a:lnTo>
                <a:cubicBezTo>
                  <a:pt x="676745" y="704560"/>
                  <a:pt x="677391" y="706804"/>
                  <a:pt x="677214" y="709065"/>
                </a:cubicBezTo>
                <a:cubicBezTo>
                  <a:pt x="677154" y="709542"/>
                  <a:pt x="677053" y="710015"/>
                  <a:pt x="676910" y="710475"/>
                </a:cubicBezTo>
                <a:cubicBezTo>
                  <a:pt x="675547" y="714930"/>
                  <a:pt x="670826" y="717436"/>
                  <a:pt x="666371" y="716069"/>
                </a:cubicBezTo>
                <a:cubicBezTo>
                  <a:pt x="662996" y="714790"/>
                  <a:pt x="660068" y="712563"/>
                  <a:pt x="657933" y="709656"/>
                </a:cubicBezTo>
                <a:cubicBezTo>
                  <a:pt x="655360" y="706931"/>
                  <a:pt x="653630" y="703513"/>
                  <a:pt x="652955" y="699826"/>
                </a:cubicBezTo>
                <a:cubicBezTo>
                  <a:pt x="652520" y="697004"/>
                  <a:pt x="653613" y="694164"/>
                  <a:pt x="655824" y="692359"/>
                </a:cubicBezTo>
                <a:cubicBezTo>
                  <a:pt x="657393" y="690933"/>
                  <a:pt x="659439" y="690148"/>
                  <a:pt x="661562" y="690165"/>
                </a:cubicBezTo>
                <a:cubicBezTo>
                  <a:pt x="663625" y="690211"/>
                  <a:pt x="665595" y="691059"/>
                  <a:pt x="667046" y="692528"/>
                </a:cubicBezTo>
                <a:lnTo>
                  <a:pt x="673206" y="687380"/>
                </a:lnTo>
                <a:cubicBezTo>
                  <a:pt x="670282" y="684393"/>
                  <a:pt x="666329" y="682630"/>
                  <a:pt x="662152" y="682444"/>
                </a:cubicBezTo>
                <a:close/>
                <a:moveTo>
                  <a:pt x="442043" y="681127"/>
                </a:moveTo>
                <a:lnTo>
                  <a:pt x="442128" y="681127"/>
                </a:lnTo>
                <a:lnTo>
                  <a:pt x="442128" y="692391"/>
                </a:lnTo>
                <a:lnTo>
                  <a:pt x="432551" y="692391"/>
                </a:lnTo>
                <a:close/>
                <a:moveTo>
                  <a:pt x="465173" y="678858"/>
                </a:moveTo>
                <a:cubicBezTo>
                  <a:pt x="469645" y="678858"/>
                  <a:pt x="471417" y="682571"/>
                  <a:pt x="471417" y="688815"/>
                </a:cubicBezTo>
                <a:cubicBezTo>
                  <a:pt x="471417" y="695059"/>
                  <a:pt x="469477" y="698771"/>
                  <a:pt x="465173" y="698771"/>
                </a:cubicBezTo>
                <a:cubicBezTo>
                  <a:pt x="460870" y="698771"/>
                  <a:pt x="458929" y="695017"/>
                  <a:pt x="458929" y="688815"/>
                </a:cubicBezTo>
                <a:cubicBezTo>
                  <a:pt x="458929" y="682613"/>
                  <a:pt x="460954" y="678858"/>
                  <a:pt x="465173" y="678858"/>
                </a:cubicBezTo>
                <a:close/>
                <a:moveTo>
                  <a:pt x="413238" y="678858"/>
                </a:moveTo>
                <a:cubicBezTo>
                  <a:pt x="417542" y="678858"/>
                  <a:pt x="419271" y="681347"/>
                  <a:pt x="419271" y="684174"/>
                </a:cubicBezTo>
                <a:cubicBezTo>
                  <a:pt x="419301" y="684499"/>
                  <a:pt x="419297" y="684824"/>
                  <a:pt x="419263" y="685149"/>
                </a:cubicBezTo>
                <a:cubicBezTo>
                  <a:pt x="418976" y="688022"/>
                  <a:pt x="416407" y="690118"/>
                  <a:pt x="413534" y="689827"/>
                </a:cubicBezTo>
                <a:cubicBezTo>
                  <a:pt x="411045" y="689827"/>
                  <a:pt x="407501" y="689237"/>
                  <a:pt x="407501" y="684427"/>
                </a:cubicBezTo>
                <a:cubicBezTo>
                  <a:pt x="407492" y="684225"/>
                  <a:pt x="407496" y="684022"/>
                  <a:pt x="407509" y="683820"/>
                </a:cubicBezTo>
                <a:cubicBezTo>
                  <a:pt x="407724" y="680866"/>
                  <a:pt x="410285" y="678647"/>
                  <a:pt x="413238" y="678858"/>
                </a:cubicBezTo>
                <a:close/>
                <a:moveTo>
                  <a:pt x="412066" y="676294"/>
                </a:moveTo>
                <a:cubicBezTo>
                  <a:pt x="407404" y="676336"/>
                  <a:pt x="403662" y="680146"/>
                  <a:pt x="403704" y="684808"/>
                </a:cubicBezTo>
                <a:cubicBezTo>
                  <a:pt x="403713" y="684998"/>
                  <a:pt x="403725" y="685187"/>
                  <a:pt x="403746" y="685373"/>
                </a:cubicBezTo>
                <a:cubicBezTo>
                  <a:pt x="404265" y="690005"/>
                  <a:pt x="408438" y="693342"/>
                  <a:pt x="413070" y="692824"/>
                </a:cubicBezTo>
                <a:cubicBezTo>
                  <a:pt x="415694" y="693013"/>
                  <a:pt x="418247" y="691912"/>
                  <a:pt x="419905" y="689870"/>
                </a:cubicBezTo>
                <a:cubicBezTo>
                  <a:pt x="418976" y="696325"/>
                  <a:pt x="416952" y="699152"/>
                  <a:pt x="412733" y="699152"/>
                </a:cubicBezTo>
                <a:cubicBezTo>
                  <a:pt x="412441" y="699207"/>
                  <a:pt x="412146" y="699232"/>
                  <a:pt x="411855" y="699228"/>
                </a:cubicBezTo>
                <a:cubicBezTo>
                  <a:pt x="409522" y="699186"/>
                  <a:pt x="407670" y="697262"/>
                  <a:pt x="407712" y="694933"/>
                </a:cubicBezTo>
                <a:lnTo>
                  <a:pt x="403957" y="694933"/>
                </a:lnTo>
                <a:cubicBezTo>
                  <a:pt x="403957" y="697380"/>
                  <a:pt x="405856" y="701599"/>
                  <a:pt x="412817" y="701599"/>
                </a:cubicBezTo>
                <a:lnTo>
                  <a:pt x="412817" y="701725"/>
                </a:lnTo>
                <a:cubicBezTo>
                  <a:pt x="423238" y="701725"/>
                  <a:pt x="423659" y="690250"/>
                  <a:pt x="423744" y="687887"/>
                </a:cubicBezTo>
                <a:cubicBezTo>
                  <a:pt x="423744" y="683879"/>
                  <a:pt x="422774" y="676370"/>
                  <a:pt x="413281" y="676370"/>
                </a:cubicBezTo>
                <a:cubicBezTo>
                  <a:pt x="412876" y="676315"/>
                  <a:pt x="412471" y="676290"/>
                  <a:pt x="412066" y="676294"/>
                </a:cubicBezTo>
                <a:close/>
                <a:moveTo>
                  <a:pt x="465173" y="676243"/>
                </a:moveTo>
                <a:cubicBezTo>
                  <a:pt x="456609" y="676243"/>
                  <a:pt x="454964" y="683837"/>
                  <a:pt x="454964" y="688900"/>
                </a:cubicBezTo>
                <a:cubicBezTo>
                  <a:pt x="454964" y="693963"/>
                  <a:pt x="456735" y="701557"/>
                  <a:pt x="465173" y="701557"/>
                </a:cubicBezTo>
                <a:lnTo>
                  <a:pt x="465173" y="701725"/>
                </a:lnTo>
                <a:cubicBezTo>
                  <a:pt x="473864" y="701725"/>
                  <a:pt x="475383" y="693963"/>
                  <a:pt x="475383" y="688900"/>
                </a:cubicBezTo>
                <a:cubicBezTo>
                  <a:pt x="475383" y="683837"/>
                  <a:pt x="473737" y="676243"/>
                  <a:pt x="465173" y="676243"/>
                </a:cubicBezTo>
                <a:close/>
                <a:moveTo>
                  <a:pt x="442433" y="676075"/>
                </a:moveTo>
                <a:lnTo>
                  <a:pt x="428807" y="691811"/>
                </a:lnTo>
                <a:lnTo>
                  <a:pt x="428807" y="694849"/>
                </a:lnTo>
                <a:lnTo>
                  <a:pt x="441801" y="694849"/>
                </a:lnTo>
                <a:lnTo>
                  <a:pt x="441801" y="700924"/>
                </a:lnTo>
                <a:lnTo>
                  <a:pt x="445555" y="700924"/>
                </a:lnTo>
                <a:lnTo>
                  <a:pt x="445555" y="694849"/>
                </a:lnTo>
                <a:lnTo>
                  <a:pt x="449774" y="694849"/>
                </a:lnTo>
                <a:lnTo>
                  <a:pt x="449774" y="692191"/>
                </a:lnTo>
                <a:lnTo>
                  <a:pt x="445555" y="692191"/>
                </a:lnTo>
                <a:lnTo>
                  <a:pt x="445555" y="676075"/>
                </a:lnTo>
                <a:close/>
                <a:moveTo>
                  <a:pt x="388390" y="675906"/>
                </a:moveTo>
                <a:cubicBezTo>
                  <a:pt x="387209" y="679956"/>
                  <a:pt x="385183" y="680378"/>
                  <a:pt x="380374" y="680631"/>
                </a:cubicBezTo>
                <a:lnTo>
                  <a:pt x="380374" y="683289"/>
                </a:lnTo>
                <a:lnTo>
                  <a:pt x="387335" y="683289"/>
                </a:lnTo>
                <a:lnTo>
                  <a:pt x="387335" y="700924"/>
                </a:lnTo>
                <a:lnTo>
                  <a:pt x="391301" y="700924"/>
                </a:lnTo>
                <a:lnTo>
                  <a:pt x="391301" y="675906"/>
                </a:lnTo>
                <a:close/>
                <a:moveTo>
                  <a:pt x="183141" y="668691"/>
                </a:moveTo>
                <a:lnTo>
                  <a:pt x="154706" y="699151"/>
                </a:lnTo>
                <a:lnTo>
                  <a:pt x="157449" y="701725"/>
                </a:lnTo>
                <a:lnTo>
                  <a:pt x="160191" y="704425"/>
                </a:lnTo>
                <a:lnTo>
                  <a:pt x="180652" y="682444"/>
                </a:lnTo>
                <a:lnTo>
                  <a:pt x="171751" y="715225"/>
                </a:lnTo>
                <a:lnTo>
                  <a:pt x="174661" y="717925"/>
                </a:lnTo>
                <a:lnTo>
                  <a:pt x="177573" y="720499"/>
                </a:lnTo>
                <a:lnTo>
                  <a:pt x="205966" y="689996"/>
                </a:lnTo>
                <a:lnTo>
                  <a:pt x="203223" y="687465"/>
                </a:lnTo>
                <a:lnTo>
                  <a:pt x="200523" y="684933"/>
                </a:lnTo>
                <a:lnTo>
                  <a:pt x="180568" y="706323"/>
                </a:lnTo>
                <a:lnTo>
                  <a:pt x="189259" y="674429"/>
                </a:lnTo>
                <a:lnTo>
                  <a:pt x="186179" y="671560"/>
                </a:lnTo>
                <a:close/>
                <a:moveTo>
                  <a:pt x="1056064" y="668248"/>
                </a:moveTo>
                <a:lnTo>
                  <a:pt x="1056212" y="692517"/>
                </a:lnTo>
                <a:lnTo>
                  <a:pt x="1080480" y="692517"/>
                </a:lnTo>
                <a:cubicBezTo>
                  <a:pt x="1084699" y="692785"/>
                  <a:pt x="1088890" y="691647"/>
                  <a:pt x="1092394" y="689282"/>
                </a:cubicBezTo>
                <a:cubicBezTo>
                  <a:pt x="1095080" y="686735"/>
                  <a:pt x="1096484" y="683119"/>
                  <a:pt x="1096218" y="679427"/>
                </a:cubicBezTo>
                <a:cubicBezTo>
                  <a:pt x="1096425" y="676100"/>
                  <a:pt x="1094860" y="672912"/>
                  <a:pt x="1092100" y="671043"/>
                </a:cubicBezTo>
                <a:cubicBezTo>
                  <a:pt x="1088297" y="668903"/>
                  <a:pt x="1083948" y="667932"/>
                  <a:pt x="1079597" y="668248"/>
                </a:cubicBezTo>
                <a:close/>
                <a:moveTo>
                  <a:pt x="3533537" y="665167"/>
                </a:moveTo>
                <a:cubicBezTo>
                  <a:pt x="3527217" y="664168"/>
                  <a:pt x="3520515" y="665581"/>
                  <a:pt x="3514930" y="669641"/>
                </a:cubicBezTo>
                <a:cubicBezTo>
                  <a:pt x="3512812" y="671181"/>
                  <a:pt x="3510950" y="673043"/>
                  <a:pt x="3509410" y="675160"/>
                </a:cubicBezTo>
                <a:cubicBezTo>
                  <a:pt x="3503928" y="683949"/>
                  <a:pt x="3501354" y="694243"/>
                  <a:pt x="3502055" y="704576"/>
                </a:cubicBezTo>
                <a:cubicBezTo>
                  <a:pt x="3501541" y="714411"/>
                  <a:pt x="3504056" y="724164"/>
                  <a:pt x="3509263" y="732523"/>
                </a:cubicBezTo>
                <a:cubicBezTo>
                  <a:pt x="3517602" y="743732"/>
                  <a:pt x="3533450" y="746059"/>
                  <a:pt x="3544661" y="737721"/>
                </a:cubicBezTo>
                <a:cubicBezTo>
                  <a:pt x="3546636" y="736249"/>
                  <a:pt x="3548387" y="734500"/>
                  <a:pt x="3549857" y="732523"/>
                </a:cubicBezTo>
                <a:lnTo>
                  <a:pt x="3549858" y="732523"/>
                </a:lnTo>
                <a:cubicBezTo>
                  <a:pt x="3555178" y="724209"/>
                  <a:pt x="3557752" y="714433"/>
                  <a:pt x="3557212" y="704576"/>
                </a:cubicBezTo>
                <a:cubicBezTo>
                  <a:pt x="3557914" y="694243"/>
                  <a:pt x="3555340" y="683949"/>
                  <a:pt x="3549858" y="675160"/>
                </a:cubicBezTo>
                <a:cubicBezTo>
                  <a:pt x="3545798" y="669575"/>
                  <a:pt x="3539858" y="666166"/>
                  <a:pt x="3533537" y="665167"/>
                </a:cubicBezTo>
                <a:close/>
                <a:moveTo>
                  <a:pt x="3326023" y="665160"/>
                </a:moveTo>
                <a:cubicBezTo>
                  <a:pt x="3319663" y="664175"/>
                  <a:pt x="3312926" y="665616"/>
                  <a:pt x="3307320" y="669718"/>
                </a:cubicBezTo>
                <a:cubicBezTo>
                  <a:pt x="3305237" y="671242"/>
                  <a:pt x="3303400" y="673079"/>
                  <a:pt x="3301876" y="675162"/>
                </a:cubicBezTo>
                <a:cubicBezTo>
                  <a:pt x="3296445" y="683969"/>
                  <a:pt x="3293923" y="694261"/>
                  <a:pt x="3294669" y="704579"/>
                </a:cubicBezTo>
                <a:cubicBezTo>
                  <a:pt x="3294085" y="714420"/>
                  <a:pt x="3296605" y="724195"/>
                  <a:pt x="3301876" y="732526"/>
                </a:cubicBezTo>
                <a:cubicBezTo>
                  <a:pt x="3310216" y="743735"/>
                  <a:pt x="3326064" y="746062"/>
                  <a:pt x="3337273" y="737722"/>
                </a:cubicBezTo>
                <a:cubicBezTo>
                  <a:pt x="3339249" y="736252"/>
                  <a:pt x="3341001" y="734501"/>
                  <a:pt x="3342471" y="732526"/>
                </a:cubicBezTo>
                <a:cubicBezTo>
                  <a:pt x="3347741" y="724195"/>
                  <a:pt x="3350261" y="714419"/>
                  <a:pt x="3349677" y="704579"/>
                </a:cubicBezTo>
                <a:cubicBezTo>
                  <a:pt x="3350423" y="694261"/>
                  <a:pt x="3347902" y="683969"/>
                  <a:pt x="3342471" y="675162"/>
                </a:cubicBezTo>
                <a:cubicBezTo>
                  <a:pt x="3338369" y="669558"/>
                  <a:pt x="3332384" y="666146"/>
                  <a:pt x="3326023" y="665160"/>
                </a:cubicBezTo>
                <a:close/>
                <a:moveTo>
                  <a:pt x="2558985" y="665160"/>
                </a:moveTo>
                <a:cubicBezTo>
                  <a:pt x="2552624" y="664175"/>
                  <a:pt x="2545887" y="665616"/>
                  <a:pt x="2540281" y="669718"/>
                </a:cubicBezTo>
                <a:cubicBezTo>
                  <a:pt x="2538198" y="671242"/>
                  <a:pt x="2536361" y="673079"/>
                  <a:pt x="2534837" y="675162"/>
                </a:cubicBezTo>
                <a:cubicBezTo>
                  <a:pt x="2529406" y="683969"/>
                  <a:pt x="2526884" y="694261"/>
                  <a:pt x="2527630" y="704579"/>
                </a:cubicBezTo>
                <a:cubicBezTo>
                  <a:pt x="2527046" y="714420"/>
                  <a:pt x="2529566" y="724195"/>
                  <a:pt x="2534837" y="732526"/>
                </a:cubicBezTo>
                <a:cubicBezTo>
                  <a:pt x="2543177" y="743735"/>
                  <a:pt x="2559025" y="746062"/>
                  <a:pt x="2570234" y="737722"/>
                </a:cubicBezTo>
                <a:cubicBezTo>
                  <a:pt x="2572210" y="736252"/>
                  <a:pt x="2573962" y="734501"/>
                  <a:pt x="2575432" y="732526"/>
                </a:cubicBezTo>
                <a:cubicBezTo>
                  <a:pt x="2580702" y="724195"/>
                  <a:pt x="2583222" y="714419"/>
                  <a:pt x="2582638" y="704579"/>
                </a:cubicBezTo>
                <a:cubicBezTo>
                  <a:pt x="2583384" y="694261"/>
                  <a:pt x="2580863" y="683969"/>
                  <a:pt x="2575432" y="675162"/>
                </a:cubicBezTo>
                <a:cubicBezTo>
                  <a:pt x="2571330" y="669558"/>
                  <a:pt x="2565345" y="666146"/>
                  <a:pt x="2558985" y="665160"/>
                </a:cubicBezTo>
                <a:close/>
                <a:moveTo>
                  <a:pt x="169683" y="654009"/>
                </a:moveTo>
                <a:lnTo>
                  <a:pt x="138717" y="681896"/>
                </a:lnTo>
                <a:lnTo>
                  <a:pt x="141417" y="684849"/>
                </a:lnTo>
                <a:lnTo>
                  <a:pt x="144075" y="687844"/>
                </a:lnTo>
                <a:lnTo>
                  <a:pt x="175041" y="659958"/>
                </a:lnTo>
                <a:lnTo>
                  <a:pt x="172383" y="656962"/>
                </a:lnTo>
                <a:close/>
                <a:moveTo>
                  <a:pt x="3708388" y="649485"/>
                </a:moveTo>
                <a:lnTo>
                  <a:pt x="3720890" y="649485"/>
                </a:lnTo>
                <a:lnTo>
                  <a:pt x="3733540" y="649485"/>
                </a:lnTo>
                <a:lnTo>
                  <a:pt x="3754644" y="697116"/>
                </a:lnTo>
                <a:lnTo>
                  <a:pt x="3754573" y="697286"/>
                </a:lnTo>
                <a:lnTo>
                  <a:pt x="3754720" y="697286"/>
                </a:lnTo>
                <a:lnTo>
                  <a:pt x="3754644" y="697116"/>
                </a:lnTo>
                <a:lnTo>
                  <a:pt x="3774428" y="649485"/>
                </a:lnTo>
                <a:lnTo>
                  <a:pt x="3786490" y="649485"/>
                </a:lnTo>
                <a:lnTo>
                  <a:pt x="3798403" y="649485"/>
                </a:lnTo>
                <a:lnTo>
                  <a:pt x="3764868" y="717878"/>
                </a:lnTo>
                <a:lnTo>
                  <a:pt x="3764868" y="759798"/>
                </a:lnTo>
                <a:lnTo>
                  <a:pt x="3754425" y="759798"/>
                </a:lnTo>
                <a:lnTo>
                  <a:pt x="3743688" y="759798"/>
                </a:lnTo>
                <a:lnTo>
                  <a:pt x="3743688" y="718320"/>
                </a:lnTo>
                <a:close/>
                <a:moveTo>
                  <a:pt x="3394072" y="649485"/>
                </a:moveTo>
                <a:lnTo>
                  <a:pt x="3404662" y="649485"/>
                </a:lnTo>
                <a:lnTo>
                  <a:pt x="3415252" y="649485"/>
                </a:lnTo>
                <a:lnTo>
                  <a:pt x="3415252" y="740088"/>
                </a:lnTo>
                <a:lnTo>
                  <a:pt x="3465555" y="740088"/>
                </a:lnTo>
                <a:lnTo>
                  <a:pt x="3465555" y="749943"/>
                </a:lnTo>
                <a:lnTo>
                  <a:pt x="3465555" y="759650"/>
                </a:lnTo>
                <a:lnTo>
                  <a:pt x="3394072" y="759650"/>
                </a:lnTo>
                <a:close/>
                <a:moveTo>
                  <a:pt x="3169917" y="649485"/>
                </a:moveTo>
                <a:lnTo>
                  <a:pt x="3180949" y="649485"/>
                </a:lnTo>
                <a:lnTo>
                  <a:pt x="3191981" y="649485"/>
                </a:lnTo>
                <a:lnTo>
                  <a:pt x="3232722" y="726852"/>
                </a:lnTo>
                <a:lnTo>
                  <a:pt x="3232722" y="649485"/>
                </a:lnTo>
                <a:lnTo>
                  <a:pt x="3242577" y="649485"/>
                </a:lnTo>
                <a:lnTo>
                  <a:pt x="3252577" y="649485"/>
                </a:lnTo>
                <a:lnTo>
                  <a:pt x="3252577" y="759650"/>
                </a:lnTo>
                <a:lnTo>
                  <a:pt x="3241987" y="759650"/>
                </a:lnTo>
                <a:lnTo>
                  <a:pt x="3231397" y="759650"/>
                </a:lnTo>
                <a:lnTo>
                  <a:pt x="3189626" y="680225"/>
                </a:lnTo>
                <a:lnTo>
                  <a:pt x="3189626" y="759650"/>
                </a:lnTo>
                <a:lnTo>
                  <a:pt x="3179772" y="759650"/>
                </a:lnTo>
                <a:lnTo>
                  <a:pt x="3169917" y="759650"/>
                </a:lnTo>
                <a:close/>
                <a:moveTo>
                  <a:pt x="3062546" y="649485"/>
                </a:moveTo>
                <a:lnTo>
                  <a:pt x="3072990" y="649485"/>
                </a:lnTo>
                <a:lnTo>
                  <a:pt x="3083580" y="649485"/>
                </a:lnTo>
                <a:lnTo>
                  <a:pt x="3083580" y="690815"/>
                </a:lnTo>
                <a:lnTo>
                  <a:pt x="3123291" y="690815"/>
                </a:lnTo>
                <a:lnTo>
                  <a:pt x="3123291" y="649485"/>
                </a:lnTo>
                <a:lnTo>
                  <a:pt x="3133881" y="649485"/>
                </a:lnTo>
                <a:lnTo>
                  <a:pt x="3144471" y="649485"/>
                </a:lnTo>
                <a:lnTo>
                  <a:pt x="3144471" y="759650"/>
                </a:lnTo>
                <a:lnTo>
                  <a:pt x="3133881" y="759650"/>
                </a:lnTo>
                <a:lnTo>
                  <a:pt x="3123291" y="759650"/>
                </a:lnTo>
                <a:lnTo>
                  <a:pt x="3123291" y="709790"/>
                </a:lnTo>
                <a:lnTo>
                  <a:pt x="3083580" y="709790"/>
                </a:lnTo>
                <a:lnTo>
                  <a:pt x="3083580" y="759650"/>
                </a:lnTo>
                <a:lnTo>
                  <a:pt x="3073136" y="759650"/>
                </a:lnTo>
                <a:lnTo>
                  <a:pt x="3062546" y="759650"/>
                </a:lnTo>
                <a:close/>
                <a:moveTo>
                  <a:pt x="2855748" y="649485"/>
                </a:moveTo>
                <a:lnTo>
                  <a:pt x="2930319" y="649485"/>
                </a:lnTo>
                <a:lnTo>
                  <a:pt x="2930319" y="659192"/>
                </a:lnTo>
                <a:lnTo>
                  <a:pt x="2930319" y="669047"/>
                </a:lnTo>
                <a:lnTo>
                  <a:pt x="2876928" y="669047"/>
                </a:lnTo>
                <a:lnTo>
                  <a:pt x="2876928" y="692433"/>
                </a:lnTo>
                <a:lnTo>
                  <a:pt x="2926495" y="692433"/>
                </a:lnTo>
                <a:lnTo>
                  <a:pt x="2926495" y="701847"/>
                </a:lnTo>
                <a:lnTo>
                  <a:pt x="2926495" y="711407"/>
                </a:lnTo>
                <a:lnTo>
                  <a:pt x="2876928" y="711407"/>
                </a:lnTo>
                <a:lnTo>
                  <a:pt x="2876928" y="740088"/>
                </a:lnTo>
                <a:lnTo>
                  <a:pt x="2932673" y="740088"/>
                </a:lnTo>
                <a:lnTo>
                  <a:pt x="2932673" y="749943"/>
                </a:lnTo>
                <a:lnTo>
                  <a:pt x="2932673" y="759650"/>
                </a:lnTo>
                <a:lnTo>
                  <a:pt x="2855748" y="759650"/>
                </a:lnTo>
                <a:close/>
                <a:moveTo>
                  <a:pt x="2754995" y="649485"/>
                </a:moveTo>
                <a:lnTo>
                  <a:pt x="2837508" y="649485"/>
                </a:lnTo>
                <a:lnTo>
                  <a:pt x="2837508" y="659192"/>
                </a:lnTo>
                <a:lnTo>
                  <a:pt x="2837508" y="669047"/>
                </a:lnTo>
                <a:lnTo>
                  <a:pt x="2806768" y="669047"/>
                </a:lnTo>
                <a:lnTo>
                  <a:pt x="2806768" y="759650"/>
                </a:lnTo>
                <a:lnTo>
                  <a:pt x="2796325" y="759650"/>
                </a:lnTo>
                <a:lnTo>
                  <a:pt x="2785735" y="759650"/>
                </a:lnTo>
                <a:lnTo>
                  <a:pt x="2785735" y="669047"/>
                </a:lnTo>
                <a:lnTo>
                  <a:pt x="2754995" y="669047"/>
                </a:lnTo>
                <a:lnTo>
                  <a:pt x="2754995" y="659340"/>
                </a:lnTo>
                <a:close/>
                <a:moveTo>
                  <a:pt x="2627033" y="649485"/>
                </a:moveTo>
                <a:lnTo>
                  <a:pt x="2699103" y="649485"/>
                </a:lnTo>
                <a:lnTo>
                  <a:pt x="2699103" y="659192"/>
                </a:lnTo>
                <a:lnTo>
                  <a:pt x="2699103" y="669047"/>
                </a:lnTo>
                <a:lnTo>
                  <a:pt x="2648213" y="669047"/>
                </a:lnTo>
                <a:lnTo>
                  <a:pt x="2648213" y="694052"/>
                </a:lnTo>
                <a:lnTo>
                  <a:pt x="2692633" y="694052"/>
                </a:lnTo>
                <a:lnTo>
                  <a:pt x="2692633" y="703612"/>
                </a:lnTo>
                <a:lnTo>
                  <a:pt x="2692633" y="713025"/>
                </a:lnTo>
                <a:lnTo>
                  <a:pt x="2648213" y="713025"/>
                </a:lnTo>
                <a:lnTo>
                  <a:pt x="2648213" y="759650"/>
                </a:lnTo>
                <a:lnTo>
                  <a:pt x="2637623" y="759650"/>
                </a:lnTo>
                <a:lnTo>
                  <a:pt x="2627033" y="759650"/>
                </a:lnTo>
                <a:close/>
                <a:moveTo>
                  <a:pt x="2366697" y="649485"/>
                </a:moveTo>
                <a:lnTo>
                  <a:pt x="2441416" y="649485"/>
                </a:lnTo>
                <a:lnTo>
                  <a:pt x="2441416" y="659192"/>
                </a:lnTo>
                <a:lnTo>
                  <a:pt x="2441416" y="669047"/>
                </a:lnTo>
                <a:lnTo>
                  <a:pt x="2387877" y="669047"/>
                </a:lnTo>
                <a:lnTo>
                  <a:pt x="2387877" y="692433"/>
                </a:lnTo>
                <a:lnTo>
                  <a:pt x="2437444" y="692433"/>
                </a:lnTo>
                <a:lnTo>
                  <a:pt x="2437444" y="701847"/>
                </a:lnTo>
                <a:lnTo>
                  <a:pt x="2437444" y="711407"/>
                </a:lnTo>
                <a:lnTo>
                  <a:pt x="2387877" y="711407"/>
                </a:lnTo>
                <a:lnTo>
                  <a:pt x="2387877" y="740088"/>
                </a:lnTo>
                <a:lnTo>
                  <a:pt x="2443769" y="740088"/>
                </a:lnTo>
                <a:lnTo>
                  <a:pt x="2443769" y="749943"/>
                </a:lnTo>
                <a:lnTo>
                  <a:pt x="2443769" y="759650"/>
                </a:lnTo>
                <a:lnTo>
                  <a:pt x="2366697" y="759650"/>
                </a:lnTo>
                <a:close/>
                <a:moveTo>
                  <a:pt x="2266092" y="649485"/>
                </a:moveTo>
                <a:lnTo>
                  <a:pt x="2348459" y="649485"/>
                </a:lnTo>
                <a:lnTo>
                  <a:pt x="2348459" y="659192"/>
                </a:lnTo>
                <a:lnTo>
                  <a:pt x="2348459" y="669047"/>
                </a:lnTo>
                <a:lnTo>
                  <a:pt x="2317866" y="669047"/>
                </a:lnTo>
                <a:lnTo>
                  <a:pt x="2317866" y="759650"/>
                </a:lnTo>
                <a:lnTo>
                  <a:pt x="2307276" y="759650"/>
                </a:lnTo>
                <a:lnTo>
                  <a:pt x="2296686" y="759650"/>
                </a:lnTo>
                <a:lnTo>
                  <a:pt x="2296686" y="669047"/>
                </a:lnTo>
                <a:lnTo>
                  <a:pt x="2266092" y="669047"/>
                </a:lnTo>
                <a:lnTo>
                  <a:pt x="2266092" y="659340"/>
                </a:lnTo>
                <a:close/>
                <a:moveTo>
                  <a:pt x="2066499" y="649485"/>
                </a:moveTo>
                <a:lnTo>
                  <a:pt x="2148866" y="649485"/>
                </a:lnTo>
                <a:lnTo>
                  <a:pt x="2148866" y="659192"/>
                </a:lnTo>
                <a:lnTo>
                  <a:pt x="2148866" y="669047"/>
                </a:lnTo>
                <a:lnTo>
                  <a:pt x="2118273" y="669047"/>
                </a:lnTo>
                <a:lnTo>
                  <a:pt x="2118273" y="759650"/>
                </a:lnTo>
                <a:lnTo>
                  <a:pt x="2107683" y="759650"/>
                </a:lnTo>
                <a:lnTo>
                  <a:pt x="2097093" y="759650"/>
                </a:lnTo>
                <a:lnTo>
                  <a:pt x="2097093" y="669047"/>
                </a:lnTo>
                <a:lnTo>
                  <a:pt x="2066499" y="669047"/>
                </a:lnTo>
                <a:lnTo>
                  <a:pt x="2066499" y="659340"/>
                </a:lnTo>
                <a:close/>
                <a:moveTo>
                  <a:pt x="2028553" y="649485"/>
                </a:moveTo>
                <a:lnTo>
                  <a:pt x="2039143" y="649485"/>
                </a:lnTo>
                <a:lnTo>
                  <a:pt x="2049733" y="649485"/>
                </a:lnTo>
                <a:lnTo>
                  <a:pt x="2049733" y="759650"/>
                </a:lnTo>
                <a:lnTo>
                  <a:pt x="2039290" y="759650"/>
                </a:lnTo>
                <a:lnTo>
                  <a:pt x="2028553" y="759650"/>
                </a:lnTo>
                <a:close/>
                <a:moveTo>
                  <a:pt x="1929713" y="649485"/>
                </a:moveTo>
                <a:lnTo>
                  <a:pt x="2012080" y="649485"/>
                </a:lnTo>
                <a:lnTo>
                  <a:pt x="2012080" y="659192"/>
                </a:lnTo>
                <a:lnTo>
                  <a:pt x="2012080" y="669047"/>
                </a:lnTo>
                <a:lnTo>
                  <a:pt x="1981487" y="669047"/>
                </a:lnTo>
                <a:lnTo>
                  <a:pt x="1981487" y="759650"/>
                </a:lnTo>
                <a:lnTo>
                  <a:pt x="1970897" y="759650"/>
                </a:lnTo>
                <a:lnTo>
                  <a:pt x="1960307" y="759650"/>
                </a:lnTo>
                <a:lnTo>
                  <a:pt x="1960307" y="669047"/>
                </a:lnTo>
                <a:lnTo>
                  <a:pt x="1929713" y="669047"/>
                </a:lnTo>
                <a:lnTo>
                  <a:pt x="1929713" y="659340"/>
                </a:lnTo>
                <a:close/>
                <a:moveTo>
                  <a:pt x="1729826" y="649485"/>
                </a:moveTo>
                <a:lnTo>
                  <a:pt x="1741005" y="649485"/>
                </a:lnTo>
                <a:lnTo>
                  <a:pt x="1752036" y="649485"/>
                </a:lnTo>
                <a:lnTo>
                  <a:pt x="1792778" y="726852"/>
                </a:lnTo>
                <a:lnTo>
                  <a:pt x="1792778" y="649485"/>
                </a:lnTo>
                <a:lnTo>
                  <a:pt x="1802633" y="649485"/>
                </a:lnTo>
                <a:lnTo>
                  <a:pt x="1812635" y="649485"/>
                </a:lnTo>
                <a:lnTo>
                  <a:pt x="1812635" y="759650"/>
                </a:lnTo>
                <a:lnTo>
                  <a:pt x="1802045" y="759650"/>
                </a:lnTo>
                <a:lnTo>
                  <a:pt x="1791455" y="759650"/>
                </a:lnTo>
                <a:lnTo>
                  <a:pt x="1749683" y="680225"/>
                </a:lnTo>
                <a:lnTo>
                  <a:pt x="1749683" y="759650"/>
                </a:lnTo>
                <a:lnTo>
                  <a:pt x="1739828" y="759650"/>
                </a:lnTo>
                <a:lnTo>
                  <a:pt x="1729826" y="759650"/>
                </a:lnTo>
                <a:close/>
                <a:moveTo>
                  <a:pt x="1684378" y="649485"/>
                </a:moveTo>
                <a:lnTo>
                  <a:pt x="1694821" y="649485"/>
                </a:lnTo>
                <a:lnTo>
                  <a:pt x="1705558" y="649485"/>
                </a:lnTo>
                <a:lnTo>
                  <a:pt x="1705558" y="759650"/>
                </a:lnTo>
                <a:lnTo>
                  <a:pt x="1694968" y="759650"/>
                </a:lnTo>
                <a:lnTo>
                  <a:pt x="1684378" y="759650"/>
                </a:lnTo>
                <a:close/>
                <a:moveTo>
                  <a:pt x="1416980" y="649485"/>
                </a:moveTo>
                <a:lnTo>
                  <a:pt x="1428012" y="649485"/>
                </a:lnTo>
                <a:lnTo>
                  <a:pt x="1439190" y="649485"/>
                </a:lnTo>
                <a:lnTo>
                  <a:pt x="1479785" y="726852"/>
                </a:lnTo>
                <a:lnTo>
                  <a:pt x="1479785" y="649485"/>
                </a:lnTo>
                <a:lnTo>
                  <a:pt x="1489639" y="649485"/>
                </a:lnTo>
                <a:lnTo>
                  <a:pt x="1499640" y="649485"/>
                </a:lnTo>
                <a:lnTo>
                  <a:pt x="1499640" y="759650"/>
                </a:lnTo>
                <a:lnTo>
                  <a:pt x="1489052" y="759650"/>
                </a:lnTo>
                <a:lnTo>
                  <a:pt x="1478462" y="759650"/>
                </a:lnTo>
                <a:lnTo>
                  <a:pt x="1436689" y="680225"/>
                </a:lnTo>
                <a:lnTo>
                  <a:pt x="1436689" y="759650"/>
                </a:lnTo>
                <a:lnTo>
                  <a:pt x="1426835" y="759650"/>
                </a:lnTo>
                <a:lnTo>
                  <a:pt x="1416980" y="759650"/>
                </a:lnTo>
                <a:close/>
                <a:moveTo>
                  <a:pt x="1371385" y="649485"/>
                </a:moveTo>
                <a:lnTo>
                  <a:pt x="1381975" y="649485"/>
                </a:lnTo>
                <a:lnTo>
                  <a:pt x="1392565" y="649485"/>
                </a:lnTo>
                <a:lnTo>
                  <a:pt x="1392565" y="759650"/>
                </a:lnTo>
                <a:lnTo>
                  <a:pt x="1381975" y="759650"/>
                </a:lnTo>
                <a:lnTo>
                  <a:pt x="1371385" y="759650"/>
                </a:lnTo>
                <a:close/>
                <a:moveTo>
                  <a:pt x="1242246" y="649485"/>
                </a:moveTo>
                <a:lnTo>
                  <a:pt x="1252836" y="649485"/>
                </a:lnTo>
                <a:lnTo>
                  <a:pt x="1263426" y="649485"/>
                </a:lnTo>
                <a:lnTo>
                  <a:pt x="1263426" y="759650"/>
                </a:lnTo>
                <a:lnTo>
                  <a:pt x="1252983" y="759650"/>
                </a:lnTo>
                <a:lnTo>
                  <a:pt x="1242246" y="759650"/>
                </a:lnTo>
                <a:close/>
                <a:moveTo>
                  <a:pt x="1144141" y="649485"/>
                </a:moveTo>
                <a:lnTo>
                  <a:pt x="1218712" y="649485"/>
                </a:lnTo>
                <a:lnTo>
                  <a:pt x="1218712" y="659192"/>
                </a:lnTo>
                <a:lnTo>
                  <a:pt x="1218712" y="669047"/>
                </a:lnTo>
                <a:lnTo>
                  <a:pt x="1165321" y="669047"/>
                </a:lnTo>
                <a:lnTo>
                  <a:pt x="1165321" y="692433"/>
                </a:lnTo>
                <a:lnTo>
                  <a:pt x="1214888" y="692433"/>
                </a:lnTo>
                <a:lnTo>
                  <a:pt x="1214888" y="701847"/>
                </a:lnTo>
                <a:lnTo>
                  <a:pt x="1214888" y="711407"/>
                </a:lnTo>
                <a:lnTo>
                  <a:pt x="1165321" y="711407"/>
                </a:lnTo>
                <a:lnTo>
                  <a:pt x="1165321" y="740088"/>
                </a:lnTo>
                <a:lnTo>
                  <a:pt x="1221066" y="740088"/>
                </a:lnTo>
                <a:lnTo>
                  <a:pt x="1221066" y="749943"/>
                </a:lnTo>
                <a:lnTo>
                  <a:pt x="1221066" y="759650"/>
                </a:lnTo>
                <a:lnTo>
                  <a:pt x="1144141" y="759650"/>
                </a:lnTo>
                <a:close/>
                <a:moveTo>
                  <a:pt x="1324932" y="649275"/>
                </a:moveTo>
                <a:lnTo>
                  <a:pt x="1345965" y="649275"/>
                </a:lnTo>
                <a:lnTo>
                  <a:pt x="1345965" y="728553"/>
                </a:lnTo>
                <a:cubicBezTo>
                  <a:pt x="1346688" y="737744"/>
                  <a:pt x="1343724" y="746847"/>
                  <a:pt x="1337728" y="753852"/>
                </a:cubicBezTo>
                <a:cubicBezTo>
                  <a:pt x="1331153" y="760019"/>
                  <a:pt x="1322305" y="763165"/>
                  <a:pt x="1313312" y="762530"/>
                </a:cubicBezTo>
                <a:cubicBezTo>
                  <a:pt x="1303911" y="763331"/>
                  <a:pt x="1294657" y="759814"/>
                  <a:pt x="1288162" y="752968"/>
                </a:cubicBezTo>
                <a:cubicBezTo>
                  <a:pt x="1282138" y="744415"/>
                  <a:pt x="1279468" y="733946"/>
                  <a:pt x="1280661" y="723552"/>
                </a:cubicBezTo>
                <a:lnTo>
                  <a:pt x="1280661" y="717817"/>
                </a:lnTo>
                <a:lnTo>
                  <a:pt x="1300810" y="717817"/>
                </a:lnTo>
                <a:lnTo>
                  <a:pt x="1300810" y="724435"/>
                </a:lnTo>
                <a:cubicBezTo>
                  <a:pt x="1300333" y="729503"/>
                  <a:pt x="1301302" y="734603"/>
                  <a:pt x="1303605" y="739143"/>
                </a:cubicBezTo>
                <a:cubicBezTo>
                  <a:pt x="1305633" y="742423"/>
                  <a:pt x="1309322" y="744296"/>
                  <a:pt x="1313165" y="743997"/>
                </a:cubicBezTo>
                <a:cubicBezTo>
                  <a:pt x="1316550" y="744329"/>
                  <a:pt x="1319887" y="743016"/>
                  <a:pt x="1322137" y="740467"/>
                </a:cubicBezTo>
                <a:cubicBezTo>
                  <a:pt x="1324246" y="737029"/>
                  <a:pt x="1325224" y="733016"/>
                  <a:pt x="1324932" y="728995"/>
                </a:cubicBezTo>
                <a:close/>
                <a:moveTo>
                  <a:pt x="1035913" y="649275"/>
                </a:moveTo>
                <a:lnTo>
                  <a:pt x="1085480" y="649275"/>
                </a:lnTo>
                <a:cubicBezTo>
                  <a:pt x="1093777" y="648784"/>
                  <a:pt x="1101960" y="651407"/>
                  <a:pt x="1108425" y="656628"/>
                </a:cubicBezTo>
                <a:cubicBezTo>
                  <a:pt x="1114157" y="661894"/>
                  <a:pt x="1117233" y="669448"/>
                  <a:pt x="1116810" y="677220"/>
                </a:cubicBezTo>
                <a:cubicBezTo>
                  <a:pt x="1117338" y="685273"/>
                  <a:pt x="1113805" y="693055"/>
                  <a:pt x="1107395" y="697958"/>
                </a:cubicBezTo>
                <a:cubicBezTo>
                  <a:pt x="1106412" y="698894"/>
                  <a:pt x="1105266" y="699641"/>
                  <a:pt x="1104013" y="700165"/>
                </a:cubicBezTo>
                <a:cubicBezTo>
                  <a:pt x="1106327" y="701091"/>
                  <a:pt x="1108504" y="702328"/>
                  <a:pt x="1110485" y="703842"/>
                </a:cubicBezTo>
                <a:cubicBezTo>
                  <a:pt x="1117034" y="708854"/>
                  <a:pt x="1120671" y="716790"/>
                  <a:pt x="1120192" y="725022"/>
                </a:cubicBezTo>
                <a:cubicBezTo>
                  <a:pt x="1120860" y="734563"/>
                  <a:pt x="1117312" y="743918"/>
                  <a:pt x="1110485" y="750615"/>
                </a:cubicBezTo>
                <a:cubicBezTo>
                  <a:pt x="1102582" y="757020"/>
                  <a:pt x="1092537" y="760177"/>
                  <a:pt x="1082392" y="759440"/>
                </a:cubicBezTo>
                <a:lnTo>
                  <a:pt x="1036355" y="759440"/>
                </a:lnTo>
                <a:close/>
                <a:moveTo>
                  <a:pt x="2165513" y="649128"/>
                </a:moveTo>
                <a:lnTo>
                  <a:pt x="2186693" y="649128"/>
                </a:lnTo>
                <a:lnTo>
                  <a:pt x="2186693" y="718551"/>
                </a:lnTo>
                <a:cubicBezTo>
                  <a:pt x="2186268" y="724882"/>
                  <a:pt x="2188033" y="731166"/>
                  <a:pt x="2191693" y="736348"/>
                </a:cubicBezTo>
                <a:cubicBezTo>
                  <a:pt x="2195431" y="740466"/>
                  <a:pt x="2200856" y="742636"/>
                  <a:pt x="2206401" y="742231"/>
                </a:cubicBezTo>
                <a:cubicBezTo>
                  <a:pt x="2211867" y="742684"/>
                  <a:pt x="2217253" y="740692"/>
                  <a:pt x="2221109" y="736790"/>
                </a:cubicBezTo>
                <a:cubicBezTo>
                  <a:pt x="2224679" y="731414"/>
                  <a:pt x="2226288" y="724973"/>
                  <a:pt x="2225669" y="718551"/>
                </a:cubicBezTo>
                <a:lnTo>
                  <a:pt x="2225669" y="649128"/>
                </a:lnTo>
                <a:lnTo>
                  <a:pt x="2247438" y="649128"/>
                </a:lnTo>
                <a:lnTo>
                  <a:pt x="2247438" y="717816"/>
                </a:lnTo>
                <a:cubicBezTo>
                  <a:pt x="2248563" y="729980"/>
                  <a:pt x="2245160" y="742131"/>
                  <a:pt x="2237876" y="751939"/>
                </a:cubicBezTo>
                <a:cubicBezTo>
                  <a:pt x="2229348" y="759637"/>
                  <a:pt x="2217990" y="763424"/>
                  <a:pt x="2206548" y="762383"/>
                </a:cubicBezTo>
                <a:cubicBezTo>
                  <a:pt x="2195178" y="763271"/>
                  <a:pt x="2183961" y="759318"/>
                  <a:pt x="2175661" y="751498"/>
                </a:cubicBezTo>
                <a:cubicBezTo>
                  <a:pt x="2168286" y="741882"/>
                  <a:pt x="2164677" y="729906"/>
                  <a:pt x="2165513" y="717816"/>
                </a:cubicBezTo>
                <a:close/>
                <a:moveTo>
                  <a:pt x="3526982" y="646699"/>
                </a:moveTo>
                <a:cubicBezTo>
                  <a:pt x="3539159" y="646020"/>
                  <a:pt x="3551595" y="649987"/>
                  <a:pt x="3561404" y="658759"/>
                </a:cubicBezTo>
                <a:cubicBezTo>
                  <a:pt x="3562723" y="659940"/>
                  <a:pt x="3563975" y="661193"/>
                  <a:pt x="3565155" y="662512"/>
                </a:cubicBezTo>
                <a:cubicBezTo>
                  <a:pt x="3574557" y="674729"/>
                  <a:pt x="3579255" y="689919"/>
                  <a:pt x="3578393" y="705313"/>
                </a:cubicBezTo>
                <a:cubicBezTo>
                  <a:pt x="3579227" y="720431"/>
                  <a:pt x="3574522" y="735335"/>
                  <a:pt x="3565155" y="747231"/>
                </a:cubicBezTo>
                <a:cubicBezTo>
                  <a:pt x="3547127" y="766849"/>
                  <a:pt x="3516607" y="768136"/>
                  <a:pt x="3496989" y="750107"/>
                </a:cubicBezTo>
                <a:cubicBezTo>
                  <a:pt x="3495991" y="749189"/>
                  <a:pt x="3495031" y="748230"/>
                  <a:pt x="3494113" y="747231"/>
                </a:cubicBezTo>
                <a:cubicBezTo>
                  <a:pt x="3484748" y="735335"/>
                  <a:pt x="3480041" y="720431"/>
                  <a:pt x="3480875" y="705313"/>
                </a:cubicBezTo>
                <a:cubicBezTo>
                  <a:pt x="3480012" y="689919"/>
                  <a:pt x="3484709" y="674729"/>
                  <a:pt x="3494113" y="662512"/>
                </a:cubicBezTo>
                <a:cubicBezTo>
                  <a:pt x="3502887" y="652703"/>
                  <a:pt x="3514805" y="647379"/>
                  <a:pt x="3526982" y="646699"/>
                </a:cubicBezTo>
                <a:close/>
                <a:moveTo>
                  <a:pt x="3319566" y="646689"/>
                </a:moveTo>
                <a:cubicBezTo>
                  <a:pt x="3331782" y="646022"/>
                  <a:pt x="3344252" y="650015"/>
                  <a:pt x="3354081" y="658826"/>
                </a:cubicBezTo>
                <a:cubicBezTo>
                  <a:pt x="3355377" y="659988"/>
                  <a:pt x="3356606" y="661218"/>
                  <a:pt x="3357767" y="662512"/>
                </a:cubicBezTo>
                <a:cubicBezTo>
                  <a:pt x="3367130" y="674745"/>
                  <a:pt x="3371778" y="689939"/>
                  <a:pt x="3370859" y="705314"/>
                </a:cubicBezTo>
                <a:cubicBezTo>
                  <a:pt x="3371736" y="720415"/>
                  <a:pt x="3367082" y="735316"/>
                  <a:pt x="3357767" y="747234"/>
                </a:cubicBezTo>
                <a:cubicBezTo>
                  <a:pt x="3339663" y="766891"/>
                  <a:pt x="3309050" y="768150"/>
                  <a:pt x="3289392" y="750044"/>
                </a:cubicBezTo>
                <a:cubicBezTo>
                  <a:pt x="3288417" y="749147"/>
                  <a:pt x="3287479" y="748208"/>
                  <a:pt x="3286580" y="747234"/>
                </a:cubicBezTo>
                <a:lnTo>
                  <a:pt x="3286579" y="747234"/>
                </a:lnTo>
                <a:cubicBezTo>
                  <a:pt x="3277326" y="735285"/>
                  <a:pt x="3272678" y="720405"/>
                  <a:pt x="3273489" y="705314"/>
                </a:cubicBezTo>
                <a:cubicBezTo>
                  <a:pt x="3272649" y="689948"/>
                  <a:pt x="3277288" y="674781"/>
                  <a:pt x="3286579" y="662512"/>
                </a:cubicBezTo>
                <a:cubicBezTo>
                  <a:pt x="3295390" y="652684"/>
                  <a:pt x="3307351" y="647356"/>
                  <a:pt x="3319566" y="646689"/>
                </a:cubicBezTo>
                <a:close/>
                <a:moveTo>
                  <a:pt x="2552527" y="646689"/>
                </a:moveTo>
                <a:cubicBezTo>
                  <a:pt x="2564743" y="646022"/>
                  <a:pt x="2577213" y="650015"/>
                  <a:pt x="2587042" y="658826"/>
                </a:cubicBezTo>
                <a:cubicBezTo>
                  <a:pt x="2588338" y="659988"/>
                  <a:pt x="2589567" y="661218"/>
                  <a:pt x="2590728" y="662512"/>
                </a:cubicBezTo>
                <a:cubicBezTo>
                  <a:pt x="2600091" y="674745"/>
                  <a:pt x="2604739" y="689939"/>
                  <a:pt x="2603820" y="705314"/>
                </a:cubicBezTo>
                <a:cubicBezTo>
                  <a:pt x="2604697" y="720415"/>
                  <a:pt x="2600043" y="735316"/>
                  <a:pt x="2590728" y="747234"/>
                </a:cubicBezTo>
                <a:cubicBezTo>
                  <a:pt x="2572624" y="766891"/>
                  <a:pt x="2542011" y="768150"/>
                  <a:pt x="2522353" y="750044"/>
                </a:cubicBezTo>
                <a:cubicBezTo>
                  <a:pt x="2521378" y="749147"/>
                  <a:pt x="2520440" y="748208"/>
                  <a:pt x="2519541" y="747234"/>
                </a:cubicBezTo>
                <a:lnTo>
                  <a:pt x="2519540" y="747234"/>
                </a:lnTo>
                <a:cubicBezTo>
                  <a:pt x="2510287" y="735285"/>
                  <a:pt x="2505639" y="720405"/>
                  <a:pt x="2506450" y="705314"/>
                </a:cubicBezTo>
                <a:cubicBezTo>
                  <a:pt x="2505610" y="689948"/>
                  <a:pt x="2510249" y="674781"/>
                  <a:pt x="2519540" y="662512"/>
                </a:cubicBezTo>
                <a:cubicBezTo>
                  <a:pt x="2528351" y="652684"/>
                  <a:pt x="2540312" y="647356"/>
                  <a:pt x="2552527" y="646689"/>
                </a:cubicBezTo>
                <a:close/>
                <a:moveTo>
                  <a:pt x="3646050" y="646626"/>
                </a:moveTo>
                <a:cubicBezTo>
                  <a:pt x="3657080" y="646126"/>
                  <a:pt x="3667911" y="649684"/>
                  <a:pt x="3676497" y="656628"/>
                </a:cubicBezTo>
                <a:cubicBezTo>
                  <a:pt x="3684540" y="663453"/>
                  <a:pt x="3689562" y="673180"/>
                  <a:pt x="3690470" y="683691"/>
                </a:cubicBezTo>
                <a:lnTo>
                  <a:pt x="3669732" y="683691"/>
                </a:lnTo>
                <a:cubicBezTo>
                  <a:pt x="3668997" y="678691"/>
                  <a:pt x="3666296" y="674191"/>
                  <a:pt x="3662230" y="671190"/>
                </a:cubicBezTo>
                <a:cubicBezTo>
                  <a:pt x="3658152" y="667647"/>
                  <a:pt x="3652923" y="665712"/>
                  <a:pt x="3647522" y="665748"/>
                </a:cubicBezTo>
                <a:cubicBezTo>
                  <a:pt x="3639043" y="665334"/>
                  <a:pt x="3630923" y="669201"/>
                  <a:pt x="3625900" y="676043"/>
                </a:cubicBezTo>
                <a:cubicBezTo>
                  <a:pt x="3615715" y="693807"/>
                  <a:pt x="3615715" y="715642"/>
                  <a:pt x="3625900" y="733405"/>
                </a:cubicBezTo>
                <a:cubicBezTo>
                  <a:pt x="3631163" y="740066"/>
                  <a:pt x="3639341" y="743744"/>
                  <a:pt x="3647817" y="743259"/>
                </a:cubicBezTo>
                <a:cubicBezTo>
                  <a:pt x="3655582" y="743540"/>
                  <a:pt x="3662896" y="739603"/>
                  <a:pt x="3666937" y="732964"/>
                </a:cubicBezTo>
                <a:cubicBezTo>
                  <a:pt x="3669644" y="728851"/>
                  <a:pt x="3671542" y="724258"/>
                  <a:pt x="3672525" y="719433"/>
                </a:cubicBezTo>
                <a:lnTo>
                  <a:pt x="3648698" y="719433"/>
                </a:lnTo>
                <a:lnTo>
                  <a:pt x="3648698" y="700459"/>
                </a:lnTo>
                <a:lnTo>
                  <a:pt x="3691205" y="700459"/>
                </a:lnTo>
                <a:lnTo>
                  <a:pt x="3691205" y="759293"/>
                </a:lnTo>
                <a:lnTo>
                  <a:pt x="3676497" y="759293"/>
                </a:lnTo>
                <a:lnTo>
                  <a:pt x="3674438" y="744584"/>
                </a:lnTo>
                <a:lnTo>
                  <a:pt x="3674143" y="747231"/>
                </a:lnTo>
                <a:cubicBezTo>
                  <a:pt x="3667792" y="757273"/>
                  <a:pt x="3656602" y="763202"/>
                  <a:pt x="3644727" y="762823"/>
                </a:cubicBezTo>
                <a:lnTo>
                  <a:pt x="3644727" y="761939"/>
                </a:lnTo>
                <a:cubicBezTo>
                  <a:pt x="3631336" y="762656"/>
                  <a:pt x="3618348" y="757244"/>
                  <a:pt x="3609427" y="747231"/>
                </a:cubicBezTo>
                <a:cubicBezTo>
                  <a:pt x="3591527" y="721828"/>
                  <a:pt x="3591527" y="687915"/>
                  <a:pt x="3609427" y="662511"/>
                </a:cubicBezTo>
                <a:cubicBezTo>
                  <a:pt x="3618558" y="651887"/>
                  <a:pt x="3632054" y="646035"/>
                  <a:pt x="3646050" y="646626"/>
                </a:cubicBezTo>
                <a:close/>
                <a:moveTo>
                  <a:pt x="2998443" y="646333"/>
                </a:moveTo>
                <a:cubicBezTo>
                  <a:pt x="3009229" y="646055"/>
                  <a:pt x="3019725" y="649836"/>
                  <a:pt x="3027859" y="656923"/>
                </a:cubicBezTo>
                <a:cubicBezTo>
                  <a:pt x="3036204" y="664286"/>
                  <a:pt x="3041457" y="674530"/>
                  <a:pt x="3042568" y="685603"/>
                </a:cubicBezTo>
                <a:lnTo>
                  <a:pt x="3021388" y="685603"/>
                </a:lnTo>
                <a:cubicBezTo>
                  <a:pt x="3021031" y="679972"/>
                  <a:pt x="3018499" y="674697"/>
                  <a:pt x="3014328" y="670895"/>
                </a:cubicBezTo>
                <a:cubicBezTo>
                  <a:pt x="3010209" y="667441"/>
                  <a:pt x="3004996" y="665565"/>
                  <a:pt x="2999619" y="665600"/>
                </a:cubicBezTo>
                <a:cubicBezTo>
                  <a:pt x="2992038" y="665441"/>
                  <a:pt x="2984958" y="669374"/>
                  <a:pt x="2981088" y="675897"/>
                </a:cubicBezTo>
                <a:cubicBezTo>
                  <a:pt x="2976216" y="684533"/>
                  <a:pt x="2973920" y="694384"/>
                  <a:pt x="2974468" y="704283"/>
                </a:cubicBezTo>
                <a:cubicBezTo>
                  <a:pt x="2973927" y="713948"/>
                  <a:pt x="2976228" y="723562"/>
                  <a:pt x="2981088" y="731935"/>
                </a:cubicBezTo>
                <a:cubicBezTo>
                  <a:pt x="2988086" y="742304"/>
                  <a:pt x="3002166" y="745034"/>
                  <a:pt x="3012533" y="738036"/>
                </a:cubicBezTo>
                <a:cubicBezTo>
                  <a:pt x="3013423" y="737435"/>
                  <a:pt x="3014268" y="736773"/>
                  <a:pt x="3015063" y="736053"/>
                </a:cubicBezTo>
                <a:cubicBezTo>
                  <a:pt x="3019220" y="731817"/>
                  <a:pt x="3021724" y="726235"/>
                  <a:pt x="3022123" y="720315"/>
                </a:cubicBezTo>
                <a:lnTo>
                  <a:pt x="3041686" y="720903"/>
                </a:lnTo>
                <a:cubicBezTo>
                  <a:pt x="3040951" y="732358"/>
                  <a:pt x="3036030" y="743142"/>
                  <a:pt x="3027859" y="751203"/>
                </a:cubicBezTo>
                <a:cubicBezTo>
                  <a:pt x="3019910" y="758675"/>
                  <a:pt x="3009351" y="762740"/>
                  <a:pt x="2998443" y="762528"/>
                </a:cubicBezTo>
                <a:cubicBezTo>
                  <a:pt x="2985276" y="763067"/>
                  <a:pt x="2972646" y="757272"/>
                  <a:pt x="2964466" y="746938"/>
                </a:cubicBezTo>
                <a:cubicBezTo>
                  <a:pt x="2955487" y="734870"/>
                  <a:pt x="2951010" y="720040"/>
                  <a:pt x="2951818" y="705018"/>
                </a:cubicBezTo>
                <a:cubicBezTo>
                  <a:pt x="2950976" y="689720"/>
                  <a:pt x="2955445" y="674601"/>
                  <a:pt x="2964466" y="662218"/>
                </a:cubicBezTo>
                <a:cubicBezTo>
                  <a:pt x="2972569" y="651753"/>
                  <a:pt x="2985219" y="645839"/>
                  <a:pt x="2998443" y="646333"/>
                </a:cubicBezTo>
                <a:close/>
                <a:moveTo>
                  <a:pt x="1874874" y="646332"/>
                </a:moveTo>
                <a:cubicBezTo>
                  <a:pt x="1885043" y="645887"/>
                  <a:pt x="1894993" y="649361"/>
                  <a:pt x="1902674" y="656040"/>
                </a:cubicBezTo>
                <a:cubicBezTo>
                  <a:pt x="1909935" y="662907"/>
                  <a:pt x="1914167" y="672378"/>
                  <a:pt x="1914441" y="682369"/>
                </a:cubicBezTo>
                <a:lnTo>
                  <a:pt x="1892966" y="682369"/>
                </a:lnTo>
                <a:cubicBezTo>
                  <a:pt x="1892802" y="677472"/>
                  <a:pt x="1890489" y="672898"/>
                  <a:pt x="1886641" y="669865"/>
                </a:cubicBezTo>
                <a:cubicBezTo>
                  <a:pt x="1882399" y="666718"/>
                  <a:pt x="1877212" y="665111"/>
                  <a:pt x="1871933" y="665307"/>
                </a:cubicBezTo>
                <a:cubicBezTo>
                  <a:pt x="1867436" y="664992"/>
                  <a:pt x="1862983" y="666354"/>
                  <a:pt x="1859431" y="669130"/>
                </a:cubicBezTo>
                <a:cubicBezTo>
                  <a:pt x="1856312" y="671797"/>
                  <a:pt x="1854624" y="675772"/>
                  <a:pt x="1854871" y="679867"/>
                </a:cubicBezTo>
                <a:cubicBezTo>
                  <a:pt x="1854863" y="683104"/>
                  <a:pt x="1856685" y="686065"/>
                  <a:pt x="1859578" y="687515"/>
                </a:cubicBezTo>
                <a:cubicBezTo>
                  <a:pt x="1865961" y="690435"/>
                  <a:pt x="1872680" y="692560"/>
                  <a:pt x="1879581" y="693840"/>
                </a:cubicBezTo>
                <a:cubicBezTo>
                  <a:pt x="1890211" y="695709"/>
                  <a:pt x="1900274" y="699986"/>
                  <a:pt x="1908998" y="706342"/>
                </a:cubicBezTo>
                <a:cubicBezTo>
                  <a:pt x="1914453" y="712446"/>
                  <a:pt x="1917118" y="720549"/>
                  <a:pt x="1916352" y="728699"/>
                </a:cubicBezTo>
                <a:cubicBezTo>
                  <a:pt x="1916871" y="738265"/>
                  <a:pt x="1912700" y="747484"/>
                  <a:pt x="1905173" y="753409"/>
                </a:cubicBezTo>
                <a:cubicBezTo>
                  <a:pt x="1896383" y="759876"/>
                  <a:pt x="1885625" y="763099"/>
                  <a:pt x="1874728" y="762529"/>
                </a:cubicBezTo>
                <a:cubicBezTo>
                  <a:pt x="1864059" y="763037"/>
                  <a:pt x="1853580" y="759578"/>
                  <a:pt x="1845311" y="752820"/>
                </a:cubicBezTo>
                <a:cubicBezTo>
                  <a:pt x="1837813" y="745646"/>
                  <a:pt x="1833608" y="735694"/>
                  <a:pt x="1833691" y="725315"/>
                </a:cubicBezTo>
                <a:lnTo>
                  <a:pt x="1854136" y="725317"/>
                </a:lnTo>
                <a:cubicBezTo>
                  <a:pt x="1854028" y="730470"/>
                  <a:pt x="1856176" y="735413"/>
                  <a:pt x="1860019" y="738849"/>
                </a:cubicBezTo>
                <a:cubicBezTo>
                  <a:pt x="1864243" y="742048"/>
                  <a:pt x="1869431" y="743708"/>
                  <a:pt x="1874728" y="743555"/>
                </a:cubicBezTo>
                <a:cubicBezTo>
                  <a:pt x="1880245" y="743849"/>
                  <a:pt x="1885739" y="742627"/>
                  <a:pt x="1890613" y="740025"/>
                </a:cubicBezTo>
                <a:cubicBezTo>
                  <a:pt x="1894160" y="738012"/>
                  <a:pt x="1896351" y="734249"/>
                  <a:pt x="1896349" y="730170"/>
                </a:cubicBezTo>
                <a:cubicBezTo>
                  <a:pt x="1896587" y="726591"/>
                  <a:pt x="1895046" y="723126"/>
                  <a:pt x="1892231" y="720904"/>
                </a:cubicBezTo>
                <a:cubicBezTo>
                  <a:pt x="1886868" y="717953"/>
                  <a:pt x="1881053" y="715914"/>
                  <a:pt x="1875021" y="714874"/>
                </a:cubicBezTo>
                <a:cubicBezTo>
                  <a:pt x="1863528" y="712919"/>
                  <a:pt x="1852563" y="708612"/>
                  <a:pt x="1842811" y="702224"/>
                </a:cubicBezTo>
                <a:cubicBezTo>
                  <a:pt x="1837081" y="696791"/>
                  <a:pt x="1834108" y="689063"/>
                  <a:pt x="1834721" y="681192"/>
                </a:cubicBezTo>
                <a:cubicBezTo>
                  <a:pt x="1834233" y="671516"/>
                  <a:pt x="1838186" y="662147"/>
                  <a:pt x="1845458" y="655745"/>
                </a:cubicBezTo>
                <a:cubicBezTo>
                  <a:pt x="1853701" y="648965"/>
                  <a:pt x="1864227" y="645597"/>
                  <a:pt x="1874874" y="646332"/>
                </a:cubicBezTo>
                <a:close/>
                <a:moveTo>
                  <a:pt x="1565835" y="645928"/>
                </a:moveTo>
                <a:cubicBezTo>
                  <a:pt x="1577800" y="644877"/>
                  <a:pt x="1590139" y="648078"/>
                  <a:pt x="1600418" y="655746"/>
                </a:cubicBezTo>
                <a:cubicBezTo>
                  <a:pt x="1608514" y="662532"/>
                  <a:pt x="1613547" y="672282"/>
                  <a:pt x="1614391" y="682810"/>
                </a:cubicBezTo>
                <a:lnTo>
                  <a:pt x="1593211" y="682810"/>
                </a:lnTo>
                <a:cubicBezTo>
                  <a:pt x="1592611" y="677799"/>
                  <a:pt x="1589945" y="673267"/>
                  <a:pt x="1585857" y="670308"/>
                </a:cubicBezTo>
                <a:cubicBezTo>
                  <a:pt x="1581780" y="666766"/>
                  <a:pt x="1576550" y="664831"/>
                  <a:pt x="1571148" y="664865"/>
                </a:cubicBezTo>
                <a:cubicBezTo>
                  <a:pt x="1562688" y="664531"/>
                  <a:pt x="1554602" y="668381"/>
                  <a:pt x="1549528" y="675161"/>
                </a:cubicBezTo>
                <a:cubicBezTo>
                  <a:pt x="1543784" y="683850"/>
                  <a:pt x="1541046" y="694184"/>
                  <a:pt x="1541732" y="704578"/>
                </a:cubicBezTo>
                <a:cubicBezTo>
                  <a:pt x="1541046" y="714654"/>
                  <a:pt x="1543680" y="724677"/>
                  <a:pt x="1549233" y="733111"/>
                </a:cubicBezTo>
                <a:cubicBezTo>
                  <a:pt x="1554511" y="739753"/>
                  <a:pt x="1562678" y="743426"/>
                  <a:pt x="1571148" y="742966"/>
                </a:cubicBezTo>
                <a:cubicBezTo>
                  <a:pt x="1578902" y="743185"/>
                  <a:pt x="1586185" y="739263"/>
                  <a:pt x="1590270" y="732671"/>
                </a:cubicBezTo>
                <a:cubicBezTo>
                  <a:pt x="1592918" y="728527"/>
                  <a:pt x="1594810" y="723945"/>
                  <a:pt x="1595858" y="719139"/>
                </a:cubicBezTo>
                <a:lnTo>
                  <a:pt x="1572032" y="719139"/>
                </a:lnTo>
                <a:lnTo>
                  <a:pt x="1572032" y="700165"/>
                </a:lnTo>
                <a:lnTo>
                  <a:pt x="1614980" y="700165"/>
                </a:lnTo>
                <a:lnTo>
                  <a:pt x="1614980" y="758998"/>
                </a:lnTo>
                <a:lnTo>
                  <a:pt x="1600271" y="758998"/>
                </a:lnTo>
                <a:lnTo>
                  <a:pt x="1598211" y="744289"/>
                </a:lnTo>
                <a:lnTo>
                  <a:pt x="1597036" y="746054"/>
                </a:lnTo>
                <a:cubicBezTo>
                  <a:pt x="1590664" y="756073"/>
                  <a:pt x="1579487" y="761996"/>
                  <a:pt x="1567620" y="761646"/>
                </a:cubicBezTo>
                <a:lnTo>
                  <a:pt x="1568648" y="761939"/>
                </a:lnTo>
                <a:cubicBezTo>
                  <a:pt x="1555163" y="762390"/>
                  <a:pt x="1542214" y="756647"/>
                  <a:pt x="1533495" y="746349"/>
                </a:cubicBezTo>
                <a:cubicBezTo>
                  <a:pt x="1515854" y="720864"/>
                  <a:pt x="1515854" y="687115"/>
                  <a:pt x="1533495" y="661630"/>
                </a:cubicBezTo>
                <a:cubicBezTo>
                  <a:pt x="1542280" y="652285"/>
                  <a:pt x="1553871" y="646980"/>
                  <a:pt x="1565835" y="645928"/>
                </a:cubicBezTo>
                <a:close/>
                <a:moveTo>
                  <a:pt x="692865" y="645867"/>
                </a:moveTo>
                <a:lnTo>
                  <a:pt x="690208" y="648862"/>
                </a:lnTo>
                <a:lnTo>
                  <a:pt x="687508" y="651815"/>
                </a:lnTo>
                <a:lnTo>
                  <a:pt x="699110" y="662278"/>
                </a:lnTo>
                <a:lnTo>
                  <a:pt x="689111" y="673416"/>
                </a:lnTo>
                <a:lnTo>
                  <a:pt x="677509" y="662953"/>
                </a:lnTo>
                <a:lnTo>
                  <a:pt x="674809" y="665949"/>
                </a:lnTo>
                <a:lnTo>
                  <a:pt x="672151" y="668902"/>
                </a:lnTo>
                <a:lnTo>
                  <a:pt x="703033" y="696873"/>
                </a:lnTo>
                <a:lnTo>
                  <a:pt x="705691" y="693878"/>
                </a:lnTo>
                <a:lnTo>
                  <a:pt x="708391" y="690924"/>
                </a:lnTo>
                <a:lnTo>
                  <a:pt x="694342" y="678268"/>
                </a:lnTo>
                <a:lnTo>
                  <a:pt x="704383" y="667130"/>
                </a:lnTo>
                <a:lnTo>
                  <a:pt x="718390" y="679786"/>
                </a:lnTo>
                <a:lnTo>
                  <a:pt x="721090" y="676791"/>
                </a:lnTo>
                <a:lnTo>
                  <a:pt x="723832" y="673753"/>
                </a:lnTo>
                <a:close/>
                <a:moveTo>
                  <a:pt x="427625" y="625026"/>
                </a:moveTo>
                <a:cubicBezTo>
                  <a:pt x="428549" y="626397"/>
                  <a:pt x="429579" y="627697"/>
                  <a:pt x="430705" y="628908"/>
                </a:cubicBezTo>
                <a:cubicBezTo>
                  <a:pt x="432013" y="630215"/>
                  <a:pt x="433953" y="631397"/>
                  <a:pt x="434080" y="632156"/>
                </a:cubicBezTo>
                <a:cubicBezTo>
                  <a:pt x="434207" y="632916"/>
                  <a:pt x="433152" y="633169"/>
                  <a:pt x="433152" y="633169"/>
                </a:cubicBezTo>
                <a:lnTo>
                  <a:pt x="433152" y="659157"/>
                </a:lnTo>
                <a:cubicBezTo>
                  <a:pt x="433152" y="659157"/>
                  <a:pt x="443024" y="658988"/>
                  <a:pt x="446231" y="661435"/>
                </a:cubicBezTo>
                <a:cubicBezTo>
                  <a:pt x="449437" y="663882"/>
                  <a:pt x="454964" y="665949"/>
                  <a:pt x="456398" y="667637"/>
                </a:cubicBezTo>
                <a:cubicBezTo>
                  <a:pt x="457832" y="669324"/>
                  <a:pt x="463823" y="669704"/>
                  <a:pt x="466270" y="670379"/>
                </a:cubicBezTo>
                <a:cubicBezTo>
                  <a:pt x="468717" y="671054"/>
                  <a:pt x="469898" y="674218"/>
                  <a:pt x="471291" y="675273"/>
                </a:cubicBezTo>
                <a:cubicBezTo>
                  <a:pt x="472683" y="676328"/>
                  <a:pt x="474834" y="675146"/>
                  <a:pt x="476902" y="675779"/>
                </a:cubicBezTo>
                <a:cubicBezTo>
                  <a:pt x="478969" y="676412"/>
                  <a:pt x="482470" y="680547"/>
                  <a:pt x="484749" y="681643"/>
                </a:cubicBezTo>
                <a:cubicBezTo>
                  <a:pt x="487027" y="682740"/>
                  <a:pt x="489812" y="682951"/>
                  <a:pt x="490824" y="685398"/>
                </a:cubicBezTo>
                <a:cubicBezTo>
                  <a:pt x="491836" y="687845"/>
                  <a:pt x="491246" y="689195"/>
                  <a:pt x="493861" y="689195"/>
                </a:cubicBezTo>
                <a:cubicBezTo>
                  <a:pt x="495988" y="689107"/>
                  <a:pt x="498047" y="689934"/>
                  <a:pt x="499515" y="691473"/>
                </a:cubicBezTo>
                <a:cubicBezTo>
                  <a:pt x="500401" y="692233"/>
                  <a:pt x="503269" y="691305"/>
                  <a:pt x="505927" y="692233"/>
                </a:cubicBezTo>
                <a:cubicBezTo>
                  <a:pt x="507277" y="692613"/>
                  <a:pt x="511665" y="694849"/>
                  <a:pt x="514365" y="695608"/>
                </a:cubicBezTo>
                <a:cubicBezTo>
                  <a:pt x="518647" y="697452"/>
                  <a:pt x="522735" y="699730"/>
                  <a:pt x="526558" y="702400"/>
                </a:cubicBezTo>
                <a:cubicBezTo>
                  <a:pt x="534561" y="702949"/>
                  <a:pt x="542488" y="704290"/>
                  <a:pt x="550226" y="706408"/>
                </a:cubicBezTo>
                <a:lnTo>
                  <a:pt x="308273" y="706661"/>
                </a:lnTo>
                <a:cubicBezTo>
                  <a:pt x="308273" y="706661"/>
                  <a:pt x="316078" y="705100"/>
                  <a:pt x="337173" y="703286"/>
                </a:cubicBezTo>
                <a:cubicBezTo>
                  <a:pt x="340890" y="700194"/>
                  <a:pt x="345197" y="697882"/>
                  <a:pt x="349829" y="696494"/>
                </a:cubicBezTo>
                <a:cubicBezTo>
                  <a:pt x="351348" y="696367"/>
                  <a:pt x="356031" y="690967"/>
                  <a:pt x="356622" y="690081"/>
                </a:cubicBezTo>
                <a:cubicBezTo>
                  <a:pt x="357212" y="689195"/>
                  <a:pt x="362275" y="689870"/>
                  <a:pt x="363414" y="686664"/>
                </a:cubicBezTo>
                <a:cubicBezTo>
                  <a:pt x="364553" y="683458"/>
                  <a:pt x="367717" y="683879"/>
                  <a:pt x="369489" y="683247"/>
                </a:cubicBezTo>
                <a:cubicBezTo>
                  <a:pt x="371261" y="682614"/>
                  <a:pt x="371514" y="678142"/>
                  <a:pt x="374763" y="676454"/>
                </a:cubicBezTo>
                <a:cubicBezTo>
                  <a:pt x="376239" y="675695"/>
                  <a:pt x="379994" y="674471"/>
                  <a:pt x="382694" y="673417"/>
                </a:cubicBezTo>
                <a:cubicBezTo>
                  <a:pt x="385394" y="672362"/>
                  <a:pt x="388263" y="668438"/>
                  <a:pt x="390246" y="668143"/>
                </a:cubicBezTo>
                <a:cubicBezTo>
                  <a:pt x="393676" y="667974"/>
                  <a:pt x="397030" y="667067"/>
                  <a:pt x="400076" y="665485"/>
                </a:cubicBezTo>
                <a:cubicBezTo>
                  <a:pt x="402945" y="663545"/>
                  <a:pt x="406278" y="661646"/>
                  <a:pt x="408767" y="660212"/>
                </a:cubicBezTo>
                <a:cubicBezTo>
                  <a:pt x="411256" y="658777"/>
                  <a:pt x="422563" y="659537"/>
                  <a:pt x="422563" y="659537"/>
                </a:cubicBezTo>
                <a:lnTo>
                  <a:pt x="422563" y="633717"/>
                </a:lnTo>
                <a:lnTo>
                  <a:pt x="421297" y="632536"/>
                </a:lnTo>
                <a:cubicBezTo>
                  <a:pt x="420748" y="632030"/>
                  <a:pt x="423069" y="630469"/>
                  <a:pt x="424630" y="628908"/>
                </a:cubicBezTo>
                <a:cubicBezTo>
                  <a:pt x="425761" y="627722"/>
                  <a:pt x="426765" y="626423"/>
                  <a:pt x="427625" y="625026"/>
                </a:cubicBezTo>
                <a:close/>
                <a:moveTo>
                  <a:pt x="718348" y="611019"/>
                </a:moveTo>
                <a:lnTo>
                  <a:pt x="716196" y="614099"/>
                </a:lnTo>
                <a:lnTo>
                  <a:pt x="714044" y="617178"/>
                </a:lnTo>
                <a:lnTo>
                  <a:pt x="738007" y="634054"/>
                </a:lnTo>
                <a:lnTo>
                  <a:pt x="705227" y="629835"/>
                </a:lnTo>
                <a:lnTo>
                  <a:pt x="702822" y="633295"/>
                </a:lnTo>
                <a:lnTo>
                  <a:pt x="700417" y="636712"/>
                </a:lnTo>
                <a:lnTo>
                  <a:pt x="734548" y="660633"/>
                </a:lnTo>
                <a:lnTo>
                  <a:pt x="736700" y="657553"/>
                </a:lnTo>
                <a:lnTo>
                  <a:pt x="738809" y="654473"/>
                </a:lnTo>
                <a:lnTo>
                  <a:pt x="714213" y="637260"/>
                </a:lnTo>
                <a:lnTo>
                  <a:pt x="747964" y="641479"/>
                </a:lnTo>
                <a:lnTo>
                  <a:pt x="750285" y="638188"/>
                </a:lnTo>
                <a:lnTo>
                  <a:pt x="752478" y="634940"/>
                </a:lnTo>
                <a:close/>
                <a:moveTo>
                  <a:pt x="129688" y="607349"/>
                </a:moveTo>
                <a:cubicBezTo>
                  <a:pt x="117956" y="606897"/>
                  <a:pt x="107181" y="613799"/>
                  <a:pt x="102688" y="624646"/>
                </a:cubicBezTo>
                <a:cubicBezTo>
                  <a:pt x="101207" y="629514"/>
                  <a:pt x="102063" y="634796"/>
                  <a:pt x="105008" y="638948"/>
                </a:cubicBezTo>
                <a:cubicBezTo>
                  <a:pt x="107341" y="642711"/>
                  <a:pt x="111467" y="644981"/>
                  <a:pt x="115893" y="644939"/>
                </a:cubicBezTo>
                <a:lnTo>
                  <a:pt x="116694" y="644939"/>
                </a:lnTo>
                <a:lnTo>
                  <a:pt x="112475" y="648525"/>
                </a:lnTo>
                <a:lnTo>
                  <a:pt x="115386" y="653039"/>
                </a:lnTo>
                <a:lnTo>
                  <a:pt x="134245" y="640804"/>
                </a:lnTo>
                <a:lnTo>
                  <a:pt x="125512" y="627304"/>
                </a:lnTo>
                <a:lnTo>
                  <a:pt x="119479" y="631227"/>
                </a:lnTo>
                <a:lnTo>
                  <a:pt x="124162" y="638948"/>
                </a:lnTo>
                <a:cubicBezTo>
                  <a:pt x="122428" y="639627"/>
                  <a:pt x="120584" y="639986"/>
                  <a:pt x="118719" y="640003"/>
                </a:cubicBezTo>
                <a:cubicBezTo>
                  <a:pt x="115804" y="640007"/>
                  <a:pt x="113091" y="638509"/>
                  <a:pt x="111547" y="636037"/>
                </a:cubicBezTo>
                <a:cubicBezTo>
                  <a:pt x="109628" y="633455"/>
                  <a:pt x="109109" y="630092"/>
                  <a:pt x="110155" y="627051"/>
                </a:cubicBezTo>
                <a:cubicBezTo>
                  <a:pt x="111686" y="623557"/>
                  <a:pt x="114327" y="620667"/>
                  <a:pt x="117665" y="618824"/>
                </a:cubicBezTo>
                <a:cubicBezTo>
                  <a:pt x="120770" y="616541"/>
                  <a:pt x="124529" y="615326"/>
                  <a:pt x="128380" y="615364"/>
                </a:cubicBezTo>
                <a:cubicBezTo>
                  <a:pt x="131599" y="615525"/>
                  <a:pt x="134519" y="617305"/>
                  <a:pt x="136143" y="620090"/>
                </a:cubicBezTo>
                <a:cubicBezTo>
                  <a:pt x="137240" y="621790"/>
                  <a:pt x="137687" y="623823"/>
                  <a:pt x="137409" y="625827"/>
                </a:cubicBezTo>
                <a:cubicBezTo>
                  <a:pt x="137295" y="627747"/>
                  <a:pt x="136413" y="629540"/>
                  <a:pt x="134962" y="630805"/>
                </a:cubicBezTo>
                <a:lnTo>
                  <a:pt x="139687" y="637513"/>
                </a:lnTo>
                <a:cubicBezTo>
                  <a:pt x="142830" y="635054"/>
                  <a:pt x="144889" y="631468"/>
                  <a:pt x="145425" y="627515"/>
                </a:cubicBezTo>
                <a:cubicBezTo>
                  <a:pt x="145838" y="623363"/>
                  <a:pt x="144746" y="619199"/>
                  <a:pt x="142345" y="615786"/>
                </a:cubicBezTo>
                <a:cubicBezTo>
                  <a:pt x="139674" y="611150"/>
                  <a:pt x="134991" y="608032"/>
                  <a:pt x="129688" y="607349"/>
                </a:cubicBezTo>
                <a:close/>
                <a:moveTo>
                  <a:pt x="745053" y="583090"/>
                </a:moveTo>
                <a:cubicBezTo>
                  <a:pt x="748854" y="582854"/>
                  <a:pt x="752634" y="583782"/>
                  <a:pt x="755895" y="585748"/>
                </a:cubicBezTo>
                <a:cubicBezTo>
                  <a:pt x="759401" y="587204"/>
                  <a:pt x="762346" y="589748"/>
                  <a:pt x="764291" y="593005"/>
                </a:cubicBezTo>
                <a:cubicBezTo>
                  <a:pt x="764645" y="593781"/>
                  <a:pt x="764898" y="594604"/>
                  <a:pt x="765038" y="595443"/>
                </a:cubicBezTo>
                <a:cubicBezTo>
                  <a:pt x="765907" y="600687"/>
                  <a:pt x="762359" y="605636"/>
                  <a:pt x="757119" y="606505"/>
                </a:cubicBezTo>
                <a:cubicBezTo>
                  <a:pt x="753385" y="606792"/>
                  <a:pt x="749651" y="605906"/>
                  <a:pt x="746445" y="603974"/>
                </a:cubicBezTo>
                <a:cubicBezTo>
                  <a:pt x="742922" y="602404"/>
                  <a:pt x="739977" y="599780"/>
                  <a:pt x="738007" y="596464"/>
                </a:cubicBezTo>
                <a:cubicBezTo>
                  <a:pt x="736573" y="593836"/>
                  <a:pt x="736573" y="590655"/>
                  <a:pt x="738007" y="588026"/>
                </a:cubicBezTo>
                <a:cubicBezTo>
                  <a:pt x="739353" y="585280"/>
                  <a:pt x="742011" y="583415"/>
                  <a:pt x="745053" y="583090"/>
                </a:cubicBezTo>
                <a:close/>
                <a:moveTo>
                  <a:pt x="743197" y="575581"/>
                </a:moveTo>
                <a:cubicBezTo>
                  <a:pt x="742577" y="575732"/>
                  <a:pt x="741965" y="575922"/>
                  <a:pt x="741366" y="576137"/>
                </a:cubicBezTo>
                <a:cubicBezTo>
                  <a:pt x="731970" y="579555"/>
                  <a:pt x="727123" y="589937"/>
                  <a:pt x="730540" y="599333"/>
                </a:cubicBezTo>
                <a:cubicBezTo>
                  <a:pt x="732983" y="604610"/>
                  <a:pt x="737210" y="608855"/>
                  <a:pt x="742479" y="611314"/>
                </a:cubicBezTo>
                <a:cubicBezTo>
                  <a:pt x="747390" y="614263"/>
                  <a:pt x="753204" y="615343"/>
                  <a:pt x="758849" y="614352"/>
                </a:cubicBezTo>
                <a:cubicBezTo>
                  <a:pt x="763874" y="613272"/>
                  <a:pt x="768113" y="609922"/>
                  <a:pt x="770324" y="605281"/>
                </a:cubicBezTo>
                <a:lnTo>
                  <a:pt x="770240" y="605197"/>
                </a:lnTo>
                <a:cubicBezTo>
                  <a:pt x="772847" y="600788"/>
                  <a:pt x="773315" y="595434"/>
                  <a:pt x="771505" y="590642"/>
                </a:cubicBezTo>
                <a:cubicBezTo>
                  <a:pt x="769172" y="585406"/>
                  <a:pt x="765021" y="581192"/>
                  <a:pt x="759819" y="578787"/>
                </a:cubicBezTo>
                <a:cubicBezTo>
                  <a:pt x="754837" y="575770"/>
                  <a:pt x="748943" y="574635"/>
                  <a:pt x="743197" y="575581"/>
                </a:cubicBezTo>
                <a:close/>
                <a:moveTo>
                  <a:pt x="112560" y="562375"/>
                </a:moveTo>
                <a:lnTo>
                  <a:pt x="74801" y="580010"/>
                </a:lnTo>
                <a:lnTo>
                  <a:pt x="76362" y="583385"/>
                </a:lnTo>
                <a:lnTo>
                  <a:pt x="77965" y="586760"/>
                </a:lnTo>
                <a:lnTo>
                  <a:pt x="105177" y="574104"/>
                </a:lnTo>
                <a:lnTo>
                  <a:pt x="84631" y="601147"/>
                </a:lnTo>
                <a:lnTo>
                  <a:pt x="86318" y="604733"/>
                </a:lnTo>
                <a:lnTo>
                  <a:pt x="88006" y="608277"/>
                </a:lnTo>
                <a:lnTo>
                  <a:pt x="125765" y="590684"/>
                </a:lnTo>
                <a:lnTo>
                  <a:pt x="124162" y="587267"/>
                </a:lnTo>
                <a:lnTo>
                  <a:pt x="122601" y="583892"/>
                </a:lnTo>
                <a:lnTo>
                  <a:pt x="96106" y="596253"/>
                </a:lnTo>
                <a:lnTo>
                  <a:pt x="116104" y="570012"/>
                </a:lnTo>
                <a:lnTo>
                  <a:pt x="114332" y="566215"/>
                </a:lnTo>
                <a:close/>
                <a:moveTo>
                  <a:pt x="786440" y="545289"/>
                </a:moveTo>
                <a:lnTo>
                  <a:pt x="779605" y="563093"/>
                </a:lnTo>
                <a:lnTo>
                  <a:pt x="747627" y="550816"/>
                </a:lnTo>
                <a:lnTo>
                  <a:pt x="746192" y="554571"/>
                </a:lnTo>
                <a:lnTo>
                  <a:pt x="744758" y="558283"/>
                </a:lnTo>
                <a:lnTo>
                  <a:pt x="783740" y="573260"/>
                </a:lnTo>
                <a:lnTo>
                  <a:pt x="793359" y="547947"/>
                </a:lnTo>
                <a:lnTo>
                  <a:pt x="789900" y="546639"/>
                </a:lnTo>
                <a:close/>
                <a:moveTo>
                  <a:pt x="105219" y="543855"/>
                </a:moveTo>
                <a:lnTo>
                  <a:pt x="66321" y="558789"/>
                </a:lnTo>
                <a:lnTo>
                  <a:pt x="67755" y="562544"/>
                </a:lnTo>
                <a:lnTo>
                  <a:pt x="69190" y="566257"/>
                </a:lnTo>
                <a:lnTo>
                  <a:pt x="108088" y="551322"/>
                </a:lnTo>
                <a:lnTo>
                  <a:pt x="106653" y="547609"/>
                </a:lnTo>
                <a:close/>
                <a:moveTo>
                  <a:pt x="69569" y="515462"/>
                </a:moveTo>
                <a:lnTo>
                  <a:pt x="67165" y="516094"/>
                </a:lnTo>
                <a:cubicBezTo>
                  <a:pt x="63266" y="516698"/>
                  <a:pt x="59723" y="518710"/>
                  <a:pt x="57208" y="521748"/>
                </a:cubicBezTo>
                <a:cubicBezTo>
                  <a:pt x="55390" y="524811"/>
                  <a:pt x="55035" y="528523"/>
                  <a:pt x="56238" y="531873"/>
                </a:cubicBezTo>
                <a:cubicBezTo>
                  <a:pt x="56879" y="535210"/>
                  <a:pt x="58883" y="538130"/>
                  <a:pt x="61765" y="539931"/>
                </a:cubicBezTo>
                <a:lnTo>
                  <a:pt x="61765" y="539847"/>
                </a:lnTo>
                <a:cubicBezTo>
                  <a:pt x="64903" y="541399"/>
                  <a:pt x="68532" y="541644"/>
                  <a:pt x="71848" y="540522"/>
                </a:cubicBezTo>
                <a:lnTo>
                  <a:pt x="100789" y="532759"/>
                </a:lnTo>
                <a:lnTo>
                  <a:pt x="99734" y="528878"/>
                </a:lnTo>
                <a:lnTo>
                  <a:pt x="98722" y="525038"/>
                </a:lnTo>
                <a:lnTo>
                  <a:pt x="69780" y="532801"/>
                </a:lnTo>
                <a:cubicBezTo>
                  <a:pt x="68312" y="533265"/>
                  <a:pt x="66734" y="533265"/>
                  <a:pt x="65266" y="532801"/>
                </a:cubicBezTo>
                <a:cubicBezTo>
                  <a:pt x="65118" y="532713"/>
                  <a:pt x="64975" y="532611"/>
                  <a:pt x="64836" y="532506"/>
                </a:cubicBezTo>
                <a:cubicBezTo>
                  <a:pt x="62764" y="530920"/>
                  <a:pt x="62372" y="527954"/>
                  <a:pt x="63958" y="525882"/>
                </a:cubicBezTo>
                <a:cubicBezTo>
                  <a:pt x="65418" y="524612"/>
                  <a:pt x="67198" y="523769"/>
                  <a:pt x="69105" y="523435"/>
                </a:cubicBezTo>
                <a:lnTo>
                  <a:pt x="71510" y="522802"/>
                </a:lnTo>
                <a:close/>
                <a:moveTo>
                  <a:pt x="1640278" y="506603"/>
                </a:moveTo>
                <a:lnTo>
                  <a:pt x="1640130" y="506898"/>
                </a:lnTo>
                <a:lnTo>
                  <a:pt x="1640155" y="506738"/>
                </a:lnTo>
                <a:close/>
                <a:moveTo>
                  <a:pt x="773235" y="502046"/>
                </a:moveTo>
                <a:cubicBezTo>
                  <a:pt x="776876" y="500916"/>
                  <a:pt x="780774" y="500916"/>
                  <a:pt x="784415" y="502046"/>
                </a:cubicBezTo>
                <a:cubicBezTo>
                  <a:pt x="788098" y="502747"/>
                  <a:pt x="791460" y="504594"/>
                  <a:pt x="794034" y="507320"/>
                </a:cubicBezTo>
                <a:cubicBezTo>
                  <a:pt x="794565" y="507986"/>
                  <a:pt x="795008" y="508725"/>
                  <a:pt x="795350" y="509509"/>
                </a:cubicBezTo>
                <a:cubicBezTo>
                  <a:pt x="797468" y="514403"/>
                  <a:pt x="795219" y="520095"/>
                  <a:pt x="790321" y="522213"/>
                </a:cubicBezTo>
                <a:cubicBezTo>
                  <a:pt x="786752" y="523347"/>
                  <a:pt x="782921" y="523347"/>
                  <a:pt x="779352" y="522213"/>
                </a:cubicBezTo>
                <a:cubicBezTo>
                  <a:pt x="775606" y="521500"/>
                  <a:pt x="772172" y="519643"/>
                  <a:pt x="769522" y="516897"/>
                </a:cubicBezTo>
                <a:cubicBezTo>
                  <a:pt x="768877" y="516129"/>
                  <a:pt x="768358" y="515268"/>
                  <a:pt x="767986" y="514336"/>
                </a:cubicBezTo>
                <a:cubicBezTo>
                  <a:pt x="766042" y="509493"/>
                  <a:pt x="768391" y="503991"/>
                  <a:pt x="773235" y="502046"/>
                </a:cubicBezTo>
                <a:close/>
                <a:moveTo>
                  <a:pt x="786271" y="494283"/>
                </a:moveTo>
                <a:cubicBezTo>
                  <a:pt x="780715" y="492574"/>
                  <a:pt x="774733" y="492903"/>
                  <a:pt x="769396" y="495211"/>
                </a:cubicBezTo>
                <a:cubicBezTo>
                  <a:pt x="768826" y="495515"/>
                  <a:pt x="768270" y="495848"/>
                  <a:pt x="767734" y="496211"/>
                </a:cubicBezTo>
                <a:cubicBezTo>
                  <a:pt x="759473" y="501797"/>
                  <a:pt x="757309" y="513023"/>
                  <a:pt x="762899" y="521284"/>
                </a:cubicBezTo>
                <a:cubicBezTo>
                  <a:pt x="766561" y="525815"/>
                  <a:pt x="771699" y="528920"/>
                  <a:pt x="777412" y="530059"/>
                </a:cubicBezTo>
                <a:cubicBezTo>
                  <a:pt x="782896" y="531730"/>
                  <a:pt x="788794" y="531371"/>
                  <a:pt x="794034" y="529046"/>
                </a:cubicBezTo>
                <a:cubicBezTo>
                  <a:pt x="798612" y="526734"/>
                  <a:pt x="801885" y="522465"/>
                  <a:pt x="802936" y="517445"/>
                </a:cubicBezTo>
                <a:cubicBezTo>
                  <a:pt x="804408" y="512504"/>
                  <a:pt x="803506" y="507155"/>
                  <a:pt x="800489" y="502974"/>
                </a:cubicBezTo>
                <a:cubicBezTo>
                  <a:pt x="796958" y="498451"/>
                  <a:pt x="791908" y="495359"/>
                  <a:pt x="786271" y="494283"/>
                </a:cubicBezTo>
                <a:close/>
                <a:moveTo>
                  <a:pt x="90833" y="491541"/>
                </a:moveTo>
                <a:lnTo>
                  <a:pt x="49952" y="499514"/>
                </a:lnTo>
                <a:lnTo>
                  <a:pt x="50711" y="503438"/>
                </a:lnTo>
                <a:lnTo>
                  <a:pt x="51470" y="507361"/>
                </a:lnTo>
                <a:lnTo>
                  <a:pt x="92351" y="499430"/>
                </a:lnTo>
                <a:lnTo>
                  <a:pt x="91592" y="495464"/>
                </a:lnTo>
                <a:close/>
                <a:moveTo>
                  <a:pt x="179597" y="491119"/>
                </a:moveTo>
                <a:cubicBezTo>
                  <a:pt x="195237" y="494946"/>
                  <a:pt x="211171" y="497473"/>
                  <a:pt x="227228" y="498671"/>
                </a:cubicBezTo>
                <a:cubicBezTo>
                  <a:pt x="258026" y="499895"/>
                  <a:pt x="301649" y="497279"/>
                  <a:pt x="341560" y="497743"/>
                </a:cubicBezTo>
                <a:cubicBezTo>
                  <a:pt x="347930" y="498924"/>
                  <a:pt x="353668" y="499895"/>
                  <a:pt x="358140" y="500443"/>
                </a:cubicBezTo>
                <a:cubicBezTo>
                  <a:pt x="368856" y="501920"/>
                  <a:pt x="386702" y="503818"/>
                  <a:pt x="394549" y="504662"/>
                </a:cubicBezTo>
                <a:lnTo>
                  <a:pt x="383369" y="549846"/>
                </a:lnTo>
                <a:lnTo>
                  <a:pt x="428131" y="557440"/>
                </a:lnTo>
                <a:lnTo>
                  <a:pt x="472851" y="549846"/>
                </a:lnTo>
                <a:lnTo>
                  <a:pt x="461671" y="504704"/>
                </a:lnTo>
                <a:cubicBezTo>
                  <a:pt x="469518" y="503776"/>
                  <a:pt x="487364" y="501878"/>
                  <a:pt x="498080" y="500485"/>
                </a:cubicBezTo>
                <a:cubicBezTo>
                  <a:pt x="502552" y="499937"/>
                  <a:pt x="508290" y="498966"/>
                  <a:pt x="514702" y="497785"/>
                </a:cubicBezTo>
                <a:cubicBezTo>
                  <a:pt x="554613" y="497321"/>
                  <a:pt x="598194" y="499937"/>
                  <a:pt x="629034" y="498713"/>
                </a:cubicBezTo>
                <a:lnTo>
                  <a:pt x="629203" y="498671"/>
                </a:lnTo>
                <a:cubicBezTo>
                  <a:pt x="645247" y="497469"/>
                  <a:pt x="661165" y="494946"/>
                  <a:pt x="676791" y="491119"/>
                </a:cubicBezTo>
                <a:cubicBezTo>
                  <a:pt x="676791" y="491119"/>
                  <a:pt x="662827" y="513564"/>
                  <a:pt x="646837" y="524533"/>
                </a:cubicBezTo>
                <a:cubicBezTo>
                  <a:pt x="585233" y="542341"/>
                  <a:pt x="522001" y="553930"/>
                  <a:pt x="458085" y="559128"/>
                </a:cubicBezTo>
                <a:lnTo>
                  <a:pt x="470193" y="607560"/>
                </a:lnTo>
                <a:lnTo>
                  <a:pt x="428005" y="616673"/>
                </a:lnTo>
                <a:lnTo>
                  <a:pt x="385816" y="607560"/>
                </a:lnTo>
                <a:lnTo>
                  <a:pt x="397924" y="559128"/>
                </a:lnTo>
                <a:cubicBezTo>
                  <a:pt x="334135" y="553905"/>
                  <a:pt x="271033" y="542315"/>
                  <a:pt x="209551" y="524533"/>
                </a:cubicBezTo>
                <a:cubicBezTo>
                  <a:pt x="193562" y="513564"/>
                  <a:pt x="179597" y="491119"/>
                  <a:pt x="179597" y="491119"/>
                </a:cubicBezTo>
                <a:close/>
                <a:moveTo>
                  <a:pt x="1588652" y="467627"/>
                </a:moveTo>
                <a:cubicBezTo>
                  <a:pt x="1599095" y="467627"/>
                  <a:pt x="1599684" y="486012"/>
                  <a:pt x="1603360" y="486012"/>
                </a:cubicBezTo>
                <a:cubicBezTo>
                  <a:pt x="1608728" y="485578"/>
                  <a:pt x="1613992" y="484287"/>
                  <a:pt x="1618950" y="482188"/>
                </a:cubicBezTo>
                <a:cubicBezTo>
                  <a:pt x="1624976" y="481832"/>
                  <a:pt x="1631016" y="481832"/>
                  <a:pt x="1637042" y="482188"/>
                </a:cubicBezTo>
                <a:cubicBezTo>
                  <a:pt x="1639984" y="482188"/>
                  <a:pt x="1643367" y="482777"/>
                  <a:pt x="1643367" y="485130"/>
                </a:cubicBezTo>
                <a:cubicBezTo>
                  <a:pt x="1643960" y="488631"/>
                  <a:pt x="1643446" y="492230"/>
                  <a:pt x="1641895" y="495425"/>
                </a:cubicBezTo>
                <a:lnTo>
                  <a:pt x="1640155" y="506738"/>
                </a:lnTo>
                <a:lnTo>
                  <a:pt x="1632335" y="515282"/>
                </a:lnTo>
                <a:cubicBezTo>
                  <a:pt x="1631159" y="517193"/>
                  <a:pt x="1625422" y="518517"/>
                  <a:pt x="1624245" y="521311"/>
                </a:cubicBezTo>
                <a:cubicBezTo>
                  <a:pt x="1621599" y="527930"/>
                  <a:pt x="1621599" y="533961"/>
                  <a:pt x="1618510" y="537638"/>
                </a:cubicBezTo>
                <a:cubicBezTo>
                  <a:pt x="1615420" y="541315"/>
                  <a:pt x="1611890" y="542345"/>
                  <a:pt x="1607037" y="545433"/>
                </a:cubicBezTo>
                <a:cubicBezTo>
                  <a:pt x="1602184" y="548523"/>
                  <a:pt x="1597035" y="545728"/>
                  <a:pt x="1593800" y="546610"/>
                </a:cubicBezTo>
                <a:cubicBezTo>
                  <a:pt x="1588329" y="549849"/>
                  <a:pt x="1582440" y="552325"/>
                  <a:pt x="1576297" y="553964"/>
                </a:cubicBezTo>
                <a:cubicBezTo>
                  <a:pt x="1565560" y="553964"/>
                  <a:pt x="1555410" y="549110"/>
                  <a:pt x="1555410" y="536756"/>
                </a:cubicBezTo>
                <a:cubicBezTo>
                  <a:pt x="1555410" y="533815"/>
                  <a:pt x="1557617" y="526753"/>
                  <a:pt x="1557617" y="523811"/>
                </a:cubicBezTo>
                <a:cubicBezTo>
                  <a:pt x="1557617" y="520870"/>
                  <a:pt x="1554529" y="516458"/>
                  <a:pt x="1554529" y="513517"/>
                </a:cubicBezTo>
                <a:cubicBezTo>
                  <a:pt x="1554529" y="510575"/>
                  <a:pt x="1559970" y="504985"/>
                  <a:pt x="1560854" y="501455"/>
                </a:cubicBezTo>
                <a:cubicBezTo>
                  <a:pt x="1562588" y="490612"/>
                  <a:pt x="1568304" y="480805"/>
                  <a:pt x="1576885" y="473952"/>
                </a:cubicBezTo>
                <a:cubicBezTo>
                  <a:pt x="1580857" y="471892"/>
                  <a:pt x="1585710" y="467627"/>
                  <a:pt x="1588652" y="467627"/>
                </a:cubicBezTo>
                <a:close/>
                <a:moveTo>
                  <a:pt x="85981" y="452094"/>
                </a:moveTo>
                <a:lnTo>
                  <a:pt x="44636" y="457199"/>
                </a:lnTo>
                <a:lnTo>
                  <a:pt x="48180" y="486225"/>
                </a:lnTo>
                <a:lnTo>
                  <a:pt x="51850" y="485803"/>
                </a:lnTo>
                <a:lnTo>
                  <a:pt x="55521" y="485339"/>
                </a:lnTo>
                <a:lnTo>
                  <a:pt x="52947" y="464245"/>
                </a:lnTo>
                <a:lnTo>
                  <a:pt x="63705" y="462895"/>
                </a:lnTo>
                <a:lnTo>
                  <a:pt x="65983" y="481500"/>
                </a:lnTo>
                <a:lnTo>
                  <a:pt x="69569" y="481078"/>
                </a:lnTo>
                <a:lnTo>
                  <a:pt x="73113" y="480656"/>
                </a:lnTo>
                <a:lnTo>
                  <a:pt x="70835" y="462051"/>
                </a:lnTo>
                <a:lnTo>
                  <a:pt x="79610" y="460954"/>
                </a:lnTo>
                <a:lnTo>
                  <a:pt x="82057" y="480993"/>
                </a:lnTo>
                <a:lnTo>
                  <a:pt x="85770" y="480572"/>
                </a:lnTo>
                <a:lnTo>
                  <a:pt x="89398" y="480108"/>
                </a:lnTo>
                <a:close/>
                <a:moveTo>
                  <a:pt x="783234" y="445049"/>
                </a:moveTo>
                <a:cubicBezTo>
                  <a:pt x="779260" y="444990"/>
                  <a:pt x="775421" y="446508"/>
                  <a:pt x="772560" y="449268"/>
                </a:cubicBezTo>
                <a:cubicBezTo>
                  <a:pt x="766189" y="456503"/>
                  <a:pt x="766189" y="467345"/>
                  <a:pt x="772560" y="474581"/>
                </a:cubicBezTo>
                <a:cubicBezTo>
                  <a:pt x="781530" y="482124"/>
                  <a:pt x="794237" y="483318"/>
                  <a:pt x="804455" y="477576"/>
                </a:cubicBezTo>
                <a:cubicBezTo>
                  <a:pt x="808631" y="474678"/>
                  <a:pt x="811222" y="469999"/>
                  <a:pt x="811458" y="464920"/>
                </a:cubicBezTo>
                <a:cubicBezTo>
                  <a:pt x="811939" y="460515"/>
                  <a:pt x="810083" y="456178"/>
                  <a:pt x="806564" y="453486"/>
                </a:cubicBezTo>
                <a:lnTo>
                  <a:pt x="805931" y="453149"/>
                </a:lnTo>
                <a:lnTo>
                  <a:pt x="811374" y="452811"/>
                </a:lnTo>
                <a:lnTo>
                  <a:pt x="811754" y="447538"/>
                </a:lnTo>
                <a:lnTo>
                  <a:pt x="789351" y="445597"/>
                </a:lnTo>
                <a:lnTo>
                  <a:pt x="787959" y="461587"/>
                </a:lnTo>
                <a:lnTo>
                  <a:pt x="795131" y="462220"/>
                </a:lnTo>
                <a:lnTo>
                  <a:pt x="795891" y="453191"/>
                </a:lnTo>
                <a:cubicBezTo>
                  <a:pt x="797679" y="453723"/>
                  <a:pt x="799350" y="454583"/>
                  <a:pt x="800827" y="455722"/>
                </a:cubicBezTo>
                <a:cubicBezTo>
                  <a:pt x="803130" y="457515"/>
                  <a:pt x="804341" y="460372"/>
                  <a:pt x="804033" y="463274"/>
                </a:cubicBezTo>
                <a:cubicBezTo>
                  <a:pt x="803987" y="466443"/>
                  <a:pt x="802417" y="469396"/>
                  <a:pt x="799814" y="471206"/>
                </a:cubicBezTo>
                <a:cubicBezTo>
                  <a:pt x="796443" y="472999"/>
                  <a:pt x="792579" y="473653"/>
                  <a:pt x="788803" y="473062"/>
                </a:cubicBezTo>
                <a:cubicBezTo>
                  <a:pt x="784947" y="472948"/>
                  <a:pt x="781230" y="471585"/>
                  <a:pt x="778213" y="469181"/>
                </a:cubicBezTo>
                <a:cubicBezTo>
                  <a:pt x="775817" y="467071"/>
                  <a:pt x="774615" y="463911"/>
                  <a:pt x="775007" y="460743"/>
                </a:cubicBezTo>
                <a:cubicBezTo>
                  <a:pt x="775176" y="458709"/>
                  <a:pt x="776074" y="456807"/>
                  <a:pt x="777538" y="455385"/>
                </a:cubicBezTo>
                <a:cubicBezTo>
                  <a:pt x="778829" y="453959"/>
                  <a:pt x="780639" y="453111"/>
                  <a:pt x="782559" y="453022"/>
                </a:cubicBezTo>
                <a:close/>
                <a:moveTo>
                  <a:pt x="206978" y="432097"/>
                </a:moveTo>
                <a:cubicBezTo>
                  <a:pt x="215695" y="433722"/>
                  <a:pt x="224525" y="434679"/>
                  <a:pt x="233389" y="434966"/>
                </a:cubicBezTo>
                <a:cubicBezTo>
                  <a:pt x="239675" y="435219"/>
                  <a:pt x="247437" y="434966"/>
                  <a:pt x="256297" y="434966"/>
                </a:cubicBezTo>
                <a:cubicBezTo>
                  <a:pt x="264186" y="434713"/>
                  <a:pt x="273130" y="434713"/>
                  <a:pt x="282538" y="434713"/>
                </a:cubicBezTo>
                <a:cubicBezTo>
                  <a:pt x="293465" y="434713"/>
                  <a:pt x="307261" y="434840"/>
                  <a:pt x="322153" y="435726"/>
                </a:cubicBezTo>
                <a:cubicBezTo>
                  <a:pt x="336211" y="439923"/>
                  <a:pt x="350509" y="443248"/>
                  <a:pt x="364975" y="445682"/>
                </a:cubicBezTo>
                <a:cubicBezTo>
                  <a:pt x="374995" y="447104"/>
                  <a:pt x="385103" y="447796"/>
                  <a:pt x="395224" y="447749"/>
                </a:cubicBezTo>
                <a:lnTo>
                  <a:pt x="385015" y="491161"/>
                </a:lnTo>
                <a:lnTo>
                  <a:pt x="427204" y="496140"/>
                </a:lnTo>
                <a:lnTo>
                  <a:pt x="427668" y="496140"/>
                </a:lnTo>
                <a:lnTo>
                  <a:pt x="428216" y="496140"/>
                </a:lnTo>
                <a:lnTo>
                  <a:pt x="470700" y="491077"/>
                </a:lnTo>
                <a:lnTo>
                  <a:pt x="460490" y="447665"/>
                </a:lnTo>
                <a:cubicBezTo>
                  <a:pt x="470611" y="447711"/>
                  <a:pt x="480720" y="447020"/>
                  <a:pt x="490740" y="445598"/>
                </a:cubicBezTo>
                <a:cubicBezTo>
                  <a:pt x="505261" y="443214"/>
                  <a:pt x="519618" y="439928"/>
                  <a:pt x="533730" y="435768"/>
                </a:cubicBezTo>
                <a:cubicBezTo>
                  <a:pt x="548623" y="434755"/>
                  <a:pt x="562418" y="434755"/>
                  <a:pt x="573345" y="434755"/>
                </a:cubicBezTo>
                <a:cubicBezTo>
                  <a:pt x="582711" y="434755"/>
                  <a:pt x="591697" y="435008"/>
                  <a:pt x="599587" y="435008"/>
                </a:cubicBezTo>
                <a:cubicBezTo>
                  <a:pt x="608488" y="435008"/>
                  <a:pt x="616251" y="435008"/>
                  <a:pt x="622495" y="435008"/>
                </a:cubicBezTo>
                <a:lnTo>
                  <a:pt x="622495" y="434966"/>
                </a:lnTo>
                <a:cubicBezTo>
                  <a:pt x="631359" y="434679"/>
                  <a:pt x="640189" y="433722"/>
                  <a:pt x="648905" y="432097"/>
                </a:cubicBezTo>
                <a:cubicBezTo>
                  <a:pt x="641750" y="441615"/>
                  <a:pt x="633219" y="450019"/>
                  <a:pt x="623592" y="457031"/>
                </a:cubicBezTo>
                <a:cubicBezTo>
                  <a:pt x="611834" y="463730"/>
                  <a:pt x="599511" y="469375"/>
                  <a:pt x="586761" y="473906"/>
                </a:cubicBezTo>
                <a:cubicBezTo>
                  <a:pt x="557246" y="482433"/>
                  <a:pt x="527216" y="489069"/>
                  <a:pt x="496857" y="493777"/>
                </a:cubicBezTo>
                <a:cubicBezTo>
                  <a:pt x="483019" y="495549"/>
                  <a:pt x="456989" y="498291"/>
                  <a:pt x="456736" y="498291"/>
                </a:cubicBezTo>
                <a:lnTo>
                  <a:pt x="452854" y="498671"/>
                </a:lnTo>
                <a:lnTo>
                  <a:pt x="464119" y="544361"/>
                </a:lnTo>
                <a:lnTo>
                  <a:pt x="427794" y="550521"/>
                </a:lnTo>
                <a:lnTo>
                  <a:pt x="391428" y="544361"/>
                </a:lnTo>
                <a:lnTo>
                  <a:pt x="402734" y="498671"/>
                </a:lnTo>
                <a:lnTo>
                  <a:pt x="398811" y="498291"/>
                </a:lnTo>
                <a:cubicBezTo>
                  <a:pt x="398557" y="498249"/>
                  <a:pt x="372527" y="495549"/>
                  <a:pt x="358689" y="493777"/>
                </a:cubicBezTo>
                <a:cubicBezTo>
                  <a:pt x="328444" y="489048"/>
                  <a:pt x="298528" y="482412"/>
                  <a:pt x="269122" y="473906"/>
                </a:cubicBezTo>
                <a:cubicBezTo>
                  <a:pt x="256373" y="469375"/>
                  <a:pt x="244050" y="463730"/>
                  <a:pt x="232292" y="457031"/>
                </a:cubicBezTo>
                <a:cubicBezTo>
                  <a:pt x="222664" y="450019"/>
                  <a:pt x="214134" y="441615"/>
                  <a:pt x="206978" y="432097"/>
                </a:cubicBezTo>
                <a:close/>
                <a:moveTo>
                  <a:pt x="1784860" y="431444"/>
                </a:moveTo>
                <a:cubicBezTo>
                  <a:pt x="1788685" y="430855"/>
                  <a:pt x="1790597" y="435122"/>
                  <a:pt x="1796628" y="434092"/>
                </a:cubicBezTo>
                <a:cubicBezTo>
                  <a:pt x="1798540" y="433945"/>
                  <a:pt x="1805747" y="440268"/>
                  <a:pt x="1808542" y="440268"/>
                </a:cubicBezTo>
                <a:cubicBezTo>
                  <a:pt x="1812408" y="441380"/>
                  <a:pt x="1816454" y="441731"/>
                  <a:pt x="1820455" y="441298"/>
                </a:cubicBezTo>
                <a:cubicBezTo>
                  <a:pt x="1823985" y="440857"/>
                  <a:pt x="1829427" y="444975"/>
                  <a:pt x="1832222" y="444975"/>
                </a:cubicBezTo>
                <a:cubicBezTo>
                  <a:pt x="1835644" y="444723"/>
                  <a:pt x="1839040" y="444183"/>
                  <a:pt x="1842370" y="443358"/>
                </a:cubicBezTo>
                <a:cubicBezTo>
                  <a:pt x="1848400" y="442180"/>
                  <a:pt x="1861934" y="458507"/>
                  <a:pt x="1866492" y="464685"/>
                </a:cubicBezTo>
                <a:lnTo>
                  <a:pt x="1865169" y="464978"/>
                </a:lnTo>
                <a:cubicBezTo>
                  <a:pt x="1867605" y="467830"/>
                  <a:pt x="1869726" y="470937"/>
                  <a:pt x="1871494" y="474245"/>
                </a:cubicBezTo>
                <a:cubicBezTo>
                  <a:pt x="1872352" y="478220"/>
                  <a:pt x="1872352" y="482332"/>
                  <a:pt x="1871494" y="486305"/>
                </a:cubicBezTo>
                <a:cubicBezTo>
                  <a:pt x="1869434" y="492778"/>
                  <a:pt x="1865610" y="494543"/>
                  <a:pt x="1862962" y="497485"/>
                </a:cubicBezTo>
                <a:cubicBezTo>
                  <a:pt x="1860315" y="500426"/>
                  <a:pt x="1859285" y="507486"/>
                  <a:pt x="1856344" y="511016"/>
                </a:cubicBezTo>
                <a:cubicBezTo>
                  <a:pt x="1854077" y="514324"/>
                  <a:pt x="1851464" y="517381"/>
                  <a:pt x="1848549" y="520135"/>
                </a:cubicBezTo>
                <a:cubicBezTo>
                  <a:pt x="1844492" y="522919"/>
                  <a:pt x="1839872" y="524778"/>
                  <a:pt x="1835017" y="525576"/>
                </a:cubicBezTo>
                <a:cubicBezTo>
                  <a:pt x="1831780" y="525576"/>
                  <a:pt x="1826780" y="524695"/>
                  <a:pt x="1823544" y="525576"/>
                </a:cubicBezTo>
                <a:cubicBezTo>
                  <a:pt x="1817955" y="527048"/>
                  <a:pt x="1815455" y="531313"/>
                  <a:pt x="1811483" y="531313"/>
                </a:cubicBezTo>
                <a:cubicBezTo>
                  <a:pt x="1807512" y="531313"/>
                  <a:pt x="1803540" y="527636"/>
                  <a:pt x="1802070" y="521311"/>
                </a:cubicBezTo>
                <a:cubicBezTo>
                  <a:pt x="1802070" y="518076"/>
                  <a:pt x="1803687" y="512045"/>
                  <a:pt x="1802070" y="508075"/>
                </a:cubicBezTo>
                <a:cubicBezTo>
                  <a:pt x="1798503" y="502329"/>
                  <a:pt x="1795262" y="496387"/>
                  <a:pt x="1792362" y="490277"/>
                </a:cubicBezTo>
                <a:cubicBezTo>
                  <a:pt x="1792068" y="483070"/>
                  <a:pt x="1784567" y="479540"/>
                  <a:pt x="1784567" y="474833"/>
                </a:cubicBezTo>
                <a:cubicBezTo>
                  <a:pt x="1784588" y="468796"/>
                  <a:pt x="1783016" y="462860"/>
                  <a:pt x="1780007" y="457625"/>
                </a:cubicBezTo>
                <a:cubicBezTo>
                  <a:pt x="1778971" y="454107"/>
                  <a:pt x="1779286" y="450332"/>
                  <a:pt x="1780890" y="447035"/>
                </a:cubicBezTo>
                <a:cubicBezTo>
                  <a:pt x="1783243" y="443798"/>
                  <a:pt x="1780007" y="435122"/>
                  <a:pt x="1784860" y="431444"/>
                </a:cubicBezTo>
                <a:close/>
                <a:moveTo>
                  <a:pt x="68936" y="416656"/>
                </a:moveTo>
                <a:lnTo>
                  <a:pt x="78091" y="416656"/>
                </a:lnTo>
                <a:lnTo>
                  <a:pt x="78091" y="425516"/>
                </a:lnTo>
                <a:cubicBezTo>
                  <a:pt x="78176" y="427153"/>
                  <a:pt x="77779" y="428781"/>
                  <a:pt x="76952" y="430199"/>
                </a:cubicBezTo>
                <a:cubicBezTo>
                  <a:pt x="76231" y="431241"/>
                  <a:pt x="75011" y="431823"/>
                  <a:pt x="73746" y="431718"/>
                </a:cubicBezTo>
                <a:cubicBezTo>
                  <a:pt x="72375" y="431832"/>
                  <a:pt x="71025" y="431321"/>
                  <a:pt x="70075" y="430326"/>
                </a:cubicBezTo>
                <a:cubicBezTo>
                  <a:pt x="69181" y="429001"/>
                  <a:pt x="68780" y="427402"/>
                  <a:pt x="68936" y="425811"/>
                </a:cubicBezTo>
                <a:close/>
                <a:moveTo>
                  <a:pt x="50838" y="416107"/>
                </a:moveTo>
                <a:lnTo>
                  <a:pt x="61933" y="416318"/>
                </a:lnTo>
                <a:lnTo>
                  <a:pt x="61933" y="425853"/>
                </a:lnTo>
                <a:cubicBezTo>
                  <a:pt x="62018" y="427562"/>
                  <a:pt x="61541" y="429249"/>
                  <a:pt x="60583" y="430662"/>
                </a:cubicBezTo>
                <a:cubicBezTo>
                  <a:pt x="59587" y="431759"/>
                  <a:pt x="58132" y="432325"/>
                  <a:pt x="56660" y="432181"/>
                </a:cubicBezTo>
                <a:cubicBezTo>
                  <a:pt x="55018" y="432274"/>
                  <a:pt x="53411" y="431675"/>
                  <a:pt x="52230" y="430536"/>
                </a:cubicBezTo>
                <a:cubicBezTo>
                  <a:pt x="51167" y="429203"/>
                  <a:pt x="50669" y="427507"/>
                  <a:pt x="50838" y="425811"/>
                </a:cubicBezTo>
                <a:close/>
                <a:moveTo>
                  <a:pt x="43876" y="408302"/>
                </a:moveTo>
                <a:lnTo>
                  <a:pt x="43876" y="412141"/>
                </a:lnTo>
                <a:lnTo>
                  <a:pt x="43834" y="425684"/>
                </a:lnTo>
                <a:cubicBezTo>
                  <a:pt x="43480" y="429523"/>
                  <a:pt x="44598" y="433350"/>
                  <a:pt x="46956" y="436400"/>
                </a:cubicBezTo>
                <a:cubicBezTo>
                  <a:pt x="49488" y="438990"/>
                  <a:pt x="53002" y="440370"/>
                  <a:pt x="56618" y="440197"/>
                </a:cubicBezTo>
                <a:cubicBezTo>
                  <a:pt x="59723" y="440421"/>
                  <a:pt x="62743" y="439096"/>
                  <a:pt x="64676" y="436653"/>
                </a:cubicBezTo>
                <a:cubicBezTo>
                  <a:pt x="65245" y="435932"/>
                  <a:pt x="65713" y="435139"/>
                  <a:pt x="66068" y="434291"/>
                </a:cubicBezTo>
                <a:cubicBezTo>
                  <a:pt x="67709" y="437413"/>
                  <a:pt x="70983" y="439324"/>
                  <a:pt x="74505" y="439227"/>
                </a:cubicBezTo>
                <a:cubicBezTo>
                  <a:pt x="77421" y="439433"/>
                  <a:pt x="80281" y="438337"/>
                  <a:pt x="82310" y="436231"/>
                </a:cubicBezTo>
                <a:cubicBezTo>
                  <a:pt x="84323" y="433810"/>
                  <a:pt x="85361" y="430726"/>
                  <a:pt x="85221" y="427583"/>
                </a:cubicBezTo>
                <a:lnTo>
                  <a:pt x="85517" y="412859"/>
                </a:lnTo>
                <a:lnTo>
                  <a:pt x="85517" y="409062"/>
                </a:lnTo>
                <a:close/>
                <a:moveTo>
                  <a:pt x="770746" y="400877"/>
                </a:moveTo>
                <a:lnTo>
                  <a:pt x="770746" y="405434"/>
                </a:lnTo>
                <a:lnTo>
                  <a:pt x="770746" y="409948"/>
                </a:lnTo>
                <a:lnTo>
                  <a:pt x="789014" y="416782"/>
                </a:lnTo>
                <a:lnTo>
                  <a:pt x="771252" y="425220"/>
                </a:lnTo>
                <a:lnTo>
                  <a:pt x="771252" y="429987"/>
                </a:lnTo>
                <a:lnTo>
                  <a:pt x="771252" y="434755"/>
                </a:lnTo>
                <a:lnTo>
                  <a:pt x="796565" y="420453"/>
                </a:lnTo>
                <a:lnTo>
                  <a:pt x="812218" y="419904"/>
                </a:lnTo>
                <a:lnTo>
                  <a:pt x="812218" y="415896"/>
                </a:lnTo>
                <a:lnTo>
                  <a:pt x="812218" y="411931"/>
                </a:lnTo>
                <a:lnTo>
                  <a:pt x="796397" y="412479"/>
                </a:lnTo>
                <a:close/>
                <a:moveTo>
                  <a:pt x="623465" y="366325"/>
                </a:moveTo>
                <a:cubicBezTo>
                  <a:pt x="616541" y="376624"/>
                  <a:pt x="608142" y="385850"/>
                  <a:pt x="598531" y="393706"/>
                </a:cubicBezTo>
                <a:cubicBezTo>
                  <a:pt x="587377" y="403211"/>
                  <a:pt x="575019" y="411210"/>
                  <a:pt x="561785" y="417500"/>
                </a:cubicBezTo>
                <a:cubicBezTo>
                  <a:pt x="538691" y="427790"/>
                  <a:pt x="514331" y="434954"/>
                  <a:pt x="489347" y="438805"/>
                </a:cubicBezTo>
                <a:cubicBezTo>
                  <a:pt x="478990" y="440219"/>
                  <a:pt x="468539" y="440881"/>
                  <a:pt x="458085" y="440788"/>
                </a:cubicBezTo>
                <a:lnTo>
                  <a:pt x="451630" y="440788"/>
                </a:lnTo>
                <a:lnTo>
                  <a:pt x="462093" y="485213"/>
                </a:lnTo>
                <a:lnTo>
                  <a:pt x="428342" y="489432"/>
                </a:lnTo>
                <a:lnTo>
                  <a:pt x="427920" y="489432"/>
                </a:lnTo>
                <a:lnTo>
                  <a:pt x="427456" y="489432"/>
                </a:lnTo>
                <a:lnTo>
                  <a:pt x="393705" y="485213"/>
                </a:lnTo>
                <a:lnTo>
                  <a:pt x="404210" y="440873"/>
                </a:lnTo>
                <a:lnTo>
                  <a:pt x="397755" y="440873"/>
                </a:lnTo>
                <a:cubicBezTo>
                  <a:pt x="387301" y="440970"/>
                  <a:pt x="376851" y="440307"/>
                  <a:pt x="366493" y="438890"/>
                </a:cubicBezTo>
                <a:cubicBezTo>
                  <a:pt x="341505" y="435051"/>
                  <a:pt x="317145" y="427883"/>
                  <a:pt x="294055" y="417585"/>
                </a:cubicBezTo>
                <a:cubicBezTo>
                  <a:pt x="280783" y="411294"/>
                  <a:pt x="268400" y="403278"/>
                  <a:pt x="257225" y="393748"/>
                </a:cubicBezTo>
                <a:cubicBezTo>
                  <a:pt x="247631" y="385918"/>
                  <a:pt x="239256" y="376704"/>
                  <a:pt x="232375" y="366410"/>
                </a:cubicBezTo>
                <a:cubicBezTo>
                  <a:pt x="241572" y="367802"/>
                  <a:pt x="255115" y="369363"/>
                  <a:pt x="258448" y="369363"/>
                </a:cubicBezTo>
                <a:lnTo>
                  <a:pt x="268573" y="369827"/>
                </a:lnTo>
                <a:cubicBezTo>
                  <a:pt x="280850" y="370375"/>
                  <a:pt x="296798" y="371135"/>
                  <a:pt x="316162" y="372316"/>
                </a:cubicBezTo>
                <a:cubicBezTo>
                  <a:pt x="317892" y="373286"/>
                  <a:pt x="319664" y="374215"/>
                  <a:pt x="321478" y="375143"/>
                </a:cubicBezTo>
                <a:cubicBezTo>
                  <a:pt x="338366" y="383694"/>
                  <a:pt x="356511" y="389491"/>
                  <a:pt x="375226" y="392314"/>
                </a:cubicBezTo>
                <a:cubicBezTo>
                  <a:pt x="378412" y="392761"/>
                  <a:pt x="381626" y="392972"/>
                  <a:pt x="384845" y="392946"/>
                </a:cubicBezTo>
                <a:cubicBezTo>
                  <a:pt x="389275" y="392946"/>
                  <a:pt x="393536" y="392609"/>
                  <a:pt x="396658" y="392314"/>
                </a:cubicBezTo>
                <a:lnTo>
                  <a:pt x="387377" y="430916"/>
                </a:lnTo>
                <a:lnTo>
                  <a:pt x="428131" y="433490"/>
                </a:lnTo>
                <a:lnTo>
                  <a:pt x="468843" y="430916"/>
                </a:lnTo>
                <a:lnTo>
                  <a:pt x="459604" y="392314"/>
                </a:lnTo>
                <a:cubicBezTo>
                  <a:pt x="462683" y="392609"/>
                  <a:pt x="467155" y="392946"/>
                  <a:pt x="471374" y="392946"/>
                </a:cubicBezTo>
                <a:cubicBezTo>
                  <a:pt x="474593" y="392976"/>
                  <a:pt x="477808" y="392765"/>
                  <a:pt x="480993" y="392314"/>
                </a:cubicBezTo>
                <a:cubicBezTo>
                  <a:pt x="499721" y="389483"/>
                  <a:pt x="517879" y="383686"/>
                  <a:pt x="534784" y="375143"/>
                </a:cubicBezTo>
                <a:lnTo>
                  <a:pt x="540100" y="372316"/>
                </a:lnTo>
                <a:cubicBezTo>
                  <a:pt x="559464" y="371135"/>
                  <a:pt x="575370" y="370375"/>
                  <a:pt x="587689" y="369827"/>
                </a:cubicBezTo>
                <a:lnTo>
                  <a:pt x="597772" y="369363"/>
                </a:lnTo>
                <a:lnTo>
                  <a:pt x="597350" y="369279"/>
                </a:lnTo>
                <a:cubicBezTo>
                  <a:pt x="600725" y="369110"/>
                  <a:pt x="614225" y="367717"/>
                  <a:pt x="623465" y="366325"/>
                </a:cubicBezTo>
                <a:close/>
                <a:moveTo>
                  <a:pt x="1742648" y="346138"/>
                </a:moveTo>
                <a:cubicBezTo>
                  <a:pt x="1738958" y="345874"/>
                  <a:pt x="1735252" y="346374"/>
                  <a:pt x="1731763" y="347608"/>
                </a:cubicBezTo>
                <a:cubicBezTo>
                  <a:pt x="1727498" y="350256"/>
                  <a:pt x="1723380" y="348784"/>
                  <a:pt x="1720587" y="351284"/>
                </a:cubicBezTo>
                <a:cubicBezTo>
                  <a:pt x="1718032" y="353406"/>
                  <a:pt x="1715214" y="355187"/>
                  <a:pt x="1712202" y="356579"/>
                </a:cubicBezTo>
                <a:cubicBezTo>
                  <a:pt x="1704737" y="359214"/>
                  <a:pt x="1697464" y="362359"/>
                  <a:pt x="1690433" y="365993"/>
                </a:cubicBezTo>
                <a:cubicBezTo>
                  <a:pt x="1686238" y="368111"/>
                  <a:pt x="1683654" y="372474"/>
                  <a:pt x="1683815" y="377171"/>
                </a:cubicBezTo>
                <a:cubicBezTo>
                  <a:pt x="1683968" y="382305"/>
                  <a:pt x="1688094" y="386432"/>
                  <a:pt x="1693228" y="386584"/>
                </a:cubicBezTo>
                <a:cubicBezTo>
                  <a:pt x="1699010" y="385780"/>
                  <a:pt x="1704623" y="384041"/>
                  <a:pt x="1709848" y="381438"/>
                </a:cubicBezTo>
                <a:cubicBezTo>
                  <a:pt x="1715437" y="378054"/>
                  <a:pt x="1718232" y="373789"/>
                  <a:pt x="1725440" y="369376"/>
                </a:cubicBezTo>
                <a:cubicBezTo>
                  <a:pt x="1730296" y="366211"/>
                  <a:pt x="1734657" y="362344"/>
                  <a:pt x="1738383" y="357904"/>
                </a:cubicBezTo>
                <a:cubicBezTo>
                  <a:pt x="1741177" y="353049"/>
                  <a:pt x="1744853" y="346138"/>
                  <a:pt x="1742648" y="346138"/>
                </a:cubicBezTo>
                <a:close/>
                <a:moveTo>
                  <a:pt x="2259351" y="322457"/>
                </a:moveTo>
                <a:cubicBezTo>
                  <a:pt x="2253547" y="322989"/>
                  <a:pt x="2247793" y="323972"/>
                  <a:pt x="2242141" y="325399"/>
                </a:cubicBezTo>
                <a:cubicBezTo>
                  <a:pt x="2239745" y="327864"/>
                  <a:pt x="2238289" y="331089"/>
                  <a:pt x="2238023" y="334517"/>
                </a:cubicBezTo>
                <a:cubicBezTo>
                  <a:pt x="2237601" y="337430"/>
                  <a:pt x="2238063" y="340401"/>
                  <a:pt x="2239348" y="343049"/>
                </a:cubicBezTo>
                <a:cubicBezTo>
                  <a:pt x="2244201" y="344666"/>
                  <a:pt x="2251114" y="346284"/>
                  <a:pt x="2254056" y="344666"/>
                </a:cubicBezTo>
                <a:lnTo>
                  <a:pt x="2254203" y="344666"/>
                </a:lnTo>
                <a:cubicBezTo>
                  <a:pt x="2259887" y="340751"/>
                  <a:pt x="2263507" y="334485"/>
                  <a:pt x="2264058" y="327604"/>
                </a:cubicBezTo>
                <a:cubicBezTo>
                  <a:pt x="2264092" y="327346"/>
                  <a:pt x="2264103" y="327087"/>
                  <a:pt x="2264092" y="326827"/>
                </a:cubicBezTo>
                <a:cubicBezTo>
                  <a:pt x="2263988" y="324310"/>
                  <a:pt x="2261867" y="322354"/>
                  <a:pt x="2259351" y="322457"/>
                </a:cubicBezTo>
                <a:close/>
                <a:moveTo>
                  <a:pt x="2310829" y="307159"/>
                </a:moveTo>
                <a:cubicBezTo>
                  <a:pt x="2306711" y="308337"/>
                  <a:pt x="2303769" y="311573"/>
                  <a:pt x="2297446" y="311573"/>
                </a:cubicBezTo>
                <a:cubicBezTo>
                  <a:pt x="2294356" y="315103"/>
                  <a:pt x="2295681" y="321868"/>
                  <a:pt x="2295826" y="324957"/>
                </a:cubicBezTo>
                <a:cubicBezTo>
                  <a:pt x="2295974" y="328046"/>
                  <a:pt x="2302151" y="332458"/>
                  <a:pt x="2304063" y="332458"/>
                </a:cubicBezTo>
                <a:cubicBezTo>
                  <a:pt x="2310446" y="331340"/>
                  <a:pt x="2315911" y="327241"/>
                  <a:pt x="2318771" y="321427"/>
                </a:cubicBezTo>
                <a:lnTo>
                  <a:pt x="2319361" y="321427"/>
                </a:lnTo>
                <a:cubicBezTo>
                  <a:pt x="2319736" y="317711"/>
                  <a:pt x="2319736" y="313964"/>
                  <a:pt x="2319361" y="310249"/>
                </a:cubicBezTo>
                <a:cubicBezTo>
                  <a:pt x="2318771" y="306424"/>
                  <a:pt x="2314948" y="305983"/>
                  <a:pt x="2310829" y="307159"/>
                </a:cubicBezTo>
                <a:close/>
                <a:moveTo>
                  <a:pt x="1772948" y="290245"/>
                </a:moveTo>
                <a:cubicBezTo>
                  <a:pt x="1777348" y="291335"/>
                  <a:pt x="1781597" y="292966"/>
                  <a:pt x="1785597" y="295100"/>
                </a:cubicBezTo>
                <a:cubicBezTo>
                  <a:pt x="1788538" y="295100"/>
                  <a:pt x="1797363" y="293188"/>
                  <a:pt x="1800305" y="295100"/>
                </a:cubicBezTo>
                <a:cubicBezTo>
                  <a:pt x="1807654" y="298904"/>
                  <a:pt x="1814601" y="303437"/>
                  <a:pt x="1821043" y="308631"/>
                </a:cubicBezTo>
                <a:cubicBezTo>
                  <a:pt x="1823443" y="314193"/>
                  <a:pt x="1825361" y="319950"/>
                  <a:pt x="1826780" y="325840"/>
                </a:cubicBezTo>
                <a:cubicBezTo>
                  <a:pt x="1828281" y="330174"/>
                  <a:pt x="1828281" y="334888"/>
                  <a:pt x="1826780" y="339224"/>
                </a:cubicBezTo>
                <a:cubicBezTo>
                  <a:pt x="1820623" y="344831"/>
                  <a:pt x="1814780" y="350772"/>
                  <a:pt x="1809277" y="357021"/>
                </a:cubicBezTo>
                <a:lnTo>
                  <a:pt x="1808688" y="357021"/>
                </a:lnTo>
                <a:cubicBezTo>
                  <a:pt x="1806210" y="362098"/>
                  <a:pt x="1803410" y="367010"/>
                  <a:pt x="1800305" y="371729"/>
                </a:cubicBezTo>
                <a:cubicBezTo>
                  <a:pt x="1790241" y="387182"/>
                  <a:pt x="1781058" y="403190"/>
                  <a:pt x="1772800" y="419679"/>
                </a:cubicBezTo>
                <a:cubicBezTo>
                  <a:pt x="1769099" y="425067"/>
                  <a:pt x="1765070" y="430224"/>
                  <a:pt x="1760738" y="435123"/>
                </a:cubicBezTo>
                <a:cubicBezTo>
                  <a:pt x="1758192" y="437135"/>
                  <a:pt x="1754747" y="437587"/>
                  <a:pt x="1751767" y="436299"/>
                </a:cubicBezTo>
                <a:cubicBezTo>
                  <a:pt x="1749562" y="435416"/>
                  <a:pt x="1743237" y="439829"/>
                  <a:pt x="1743237" y="445859"/>
                </a:cubicBezTo>
                <a:cubicBezTo>
                  <a:pt x="1742974" y="451823"/>
                  <a:pt x="1743925" y="457777"/>
                  <a:pt x="1746032" y="463362"/>
                </a:cubicBezTo>
                <a:cubicBezTo>
                  <a:pt x="1747798" y="489268"/>
                  <a:pt x="1747798" y="515264"/>
                  <a:pt x="1746032" y="541169"/>
                </a:cubicBezTo>
                <a:cubicBezTo>
                  <a:pt x="1744756" y="550385"/>
                  <a:pt x="1739339" y="558510"/>
                  <a:pt x="1731323" y="563232"/>
                </a:cubicBezTo>
                <a:cubicBezTo>
                  <a:pt x="1727057" y="565291"/>
                  <a:pt x="1721027" y="576469"/>
                  <a:pt x="1715585" y="578969"/>
                </a:cubicBezTo>
                <a:cubicBezTo>
                  <a:pt x="1710143" y="581470"/>
                  <a:pt x="1703818" y="586470"/>
                  <a:pt x="1700877" y="586470"/>
                </a:cubicBezTo>
                <a:cubicBezTo>
                  <a:pt x="1698038" y="586176"/>
                  <a:pt x="1695545" y="584458"/>
                  <a:pt x="1694258" y="581911"/>
                </a:cubicBezTo>
                <a:cubicBezTo>
                  <a:pt x="1692933" y="580146"/>
                  <a:pt x="1687198" y="579264"/>
                  <a:pt x="1683962" y="577352"/>
                </a:cubicBezTo>
                <a:cubicBezTo>
                  <a:pt x="1680727" y="575439"/>
                  <a:pt x="1679255" y="572792"/>
                  <a:pt x="1675872" y="571027"/>
                </a:cubicBezTo>
                <a:cubicBezTo>
                  <a:pt x="1670969" y="569736"/>
                  <a:pt x="1666369" y="567486"/>
                  <a:pt x="1662340" y="564409"/>
                </a:cubicBezTo>
                <a:cubicBezTo>
                  <a:pt x="1658957" y="561172"/>
                  <a:pt x="1658370" y="556466"/>
                  <a:pt x="1654987" y="550582"/>
                </a:cubicBezTo>
                <a:cubicBezTo>
                  <a:pt x="1650280" y="542199"/>
                  <a:pt x="1634542" y="534109"/>
                  <a:pt x="1634248" y="529402"/>
                </a:cubicBezTo>
                <a:cubicBezTo>
                  <a:pt x="1633953" y="524696"/>
                  <a:pt x="1646013" y="523961"/>
                  <a:pt x="1647485" y="523961"/>
                </a:cubicBezTo>
                <a:cubicBezTo>
                  <a:pt x="1657487" y="523666"/>
                  <a:pt x="1664253" y="530726"/>
                  <a:pt x="1667047" y="530726"/>
                </a:cubicBezTo>
                <a:cubicBezTo>
                  <a:pt x="1677048" y="530726"/>
                  <a:pt x="1681902" y="527049"/>
                  <a:pt x="1682785" y="512341"/>
                </a:cubicBezTo>
                <a:cubicBezTo>
                  <a:pt x="1682785" y="509399"/>
                  <a:pt x="1682785" y="502486"/>
                  <a:pt x="1682785" y="499544"/>
                </a:cubicBezTo>
                <a:cubicBezTo>
                  <a:pt x="1682187" y="493726"/>
                  <a:pt x="1682187" y="487861"/>
                  <a:pt x="1682785" y="482042"/>
                </a:cubicBezTo>
                <a:cubicBezTo>
                  <a:pt x="1683066" y="474182"/>
                  <a:pt x="1684000" y="466360"/>
                  <a:pt x="1685580" y="458656"/>
                </a:cubicBezTo>
                <a:cubicBezTo>
                  <a:pt x="1685580" y="456302"/>
                  <a:pt x="1683373" y="450713"/>
                  <a:pt x="1681315" y="450713"/>
                </a:cubicBezTo>
                <a:cubicBezTo>
                  <a:pt x="1676460" y="451889"/>
                  <a:pt x="1671607" y="447183"/>
                  <a:pt x="1668665" y="447183"/>
                </a:cubicBezTo>
                <a:cubicBezTo>
                  <a:pt x="1665723" y="447183"/>
                  <a:pt x="1661605" y="448948"/>
                  <a:pt x="1658663" y="448948"/>
                </a:cubicBezTo>
                <a:cubicBezTo>
                  <a:pt x="1653282" y="449062"/>
                  <a:pt x="1647903" y="448569"/>
                  <a:pt x="1642632" y="447477"/>
                </a:cubicBezTo>
                <a:cubicBezTo>
                  <a:pt x="1640397" y="446159"/>
                  <a:pt x="1638447" y="444409"/>
                  <a:pt x="1636895" y="442329"/>
                </a:cubicBezTo>
                <a:cubicBezTo>
                  <a:pt x="1635354" y="438549"/>
                  <a:pt x="1634267" y="434599"/>
                  <a:pt x="1633658" y="430563"/>
                </a:cubicBezTo>
                <a:cubicBezTo>
                  <a:pt x="1632923" y="429533"/>
                  <a:pt x="1632042" y="424238"/>
                  <a:pt x="1630865" y="424238"/>
                </a:cubicBezTo>
                <a:cubicBezTo>
                  <a:pt x="1630570" y="420856"/>
                  <a:pt x="1629393" y="415266"/>
                  <a:pt x="1629393" y="411883"/>
                </a:cubicBezTo>
                <a:cubicBezTo>
                  <a:pt x="1629393" y="408501"/>
                  <a:pt x="1626452" y="402323"/>
                  <a:pt x="1625422" y="393793"/>
                </a:cubicBezTo>
                <a:cubicBezTo>
                  <a:pt x="1624393" y="385261"/>
                  <a:pt x="1621598" y="379819"/>
                  <a:pt x="1621598" y="370553"/>
                </a:cubicBezTo>
                <a:cubicBezTo>
                  <a:pt x="1620422" y="356579"/>
                  <a:pt x="1620422" y="349814"/>
                  <a:pt x="1620422" y="347019"/>
                </a:cubicBezTo>
                <a:cubicBezTo>
                  <a:pt x="1621303" y="330399"/>
                  <a:pt x="1631158" y="326723"/>
                  <a:pt x="1635130" y="320398"/>
                </a:cubicBezTo>
                <a:cubicBezTo>
                  <a:pt x="1639395" y="318045"/>
                  <a:pt x="1643513" y="313780"/>
                  <a:pt x="1648662" y="314368"/>
                </a:cubicBezTo>
                <a:cubicBezTo>
                  <a:pt x="1653810" y="314956"/>
                  <a:pt x="1655280" y="316868"/>
                  <a:pt x="1660722" y="320691"/>
                </a:cubicBezTo>
                <a:cubicBezTo>
                  <a:pt x="1662775" y="323133"/>
                  <a:pt x="1664690" y="325685"/>
                  <a:pt x="1666458" y="328340"/>
                </a:cubicBezTo>
                <a:cubicBezTo>
                  <a:pt x="1675223" y="327699"/>
                  <a:pt x="1683749" y="325193"/>
                  <a:pt x="1691463" y="320986"/>
                </a:cubicBezTo>
                <a:cubicBezTo>
                  <a:pt x="1695287" y="318926"/>
                  <a:pt x="1703523" y="318926"/>
                  <a:pt x="1709995" y="315985"/>
                </a:cubicBezTo>
                <a:cubicBezTo>
                  <a:pt x="1714243" y="313710"/>
                  <a:pt x="1718803" y="312075"/>
                  <a:pt x="1723527" y="311131"/>
                </a:cubicBezTo>
                <a:cubicBezTo>
                  <a:pt x="1726468" y="311131"/>
                  <a:pt x="1727352" y="309955"/>
                  <a:pt x="1734117" y="308043"/>
                </a:cubicBezTo>
                <a:cubicBezTo>
                  <a:pt x="1739385" y="307246"/>
                  <a:pt x="1744409" y="305287"/>
                  <a:pt x="1748825" y="302306"/>
                </a:cubicBezTo>
                <a:cubicBezTo>
                  <a:pt x="1751915" y="300100"/>
                  <a:pt x="1754708" y="298335"/>
                  <a:pt x="1757210" y="296865"/>
                </a:cubicBezTo>
                <a:cubicBezTo>
                  <a:pt x="1759568" y="295418"/>
                  <a:pt x="1762025" y="294141"/>
                  <a:pt x="1764563" y="293040"/>
                </a:cubicBezTo>
                <a:cubicBezTo>
                  <a:pt x="1766818" y="290932"/>
                  <a:pt x="1769878" y="289911"/>
                  <a:pt x="1772948" y="290245"/>
                </a:cubicBezTo>
                <a:close/>
                <a:moveTo>
                  <a:pt x="2254938" y="266124"/>
                </a:moveTo>
                <a:cubicBezTo>
                  <a:pt x="2251408" y="269654"/>
                  <a:pt x="2240230" y="266124"/>
                  <a:pt x="2240230" y="276273"/>
                </a:cubicBezTo>
                <a:cubicBezTo>
                  <a:pt x="2240376" y="281274"/>
                  <a:pt x="2238318" y="287893"/>
                  <a:pt x="2241848" y="290981"/>
                </a:cubicBezTo>
                <a:cubicBezTo>
                  <a:pt x="2241848" y="290981"/>
                  <a:pt x="2244643" y="297599"/>
                  <a:pt x="2248171" y="294806"/>
                </a:cubicBezTo>
                <a:cubicBezTo>
                  <a:pt x="2255233" y="289511"/>
                  <a:pt x="2264058" y="287304"/>
                  <a:pt x="2264940" y="278921"/>
                </a:cubicBezTo>
                <a:lnTo>
                  <a:pt x="2265675" y="278479"/>
                </a:lnTo>
                <a:cubicBezTo>
                  <a:pt x="2266999" y="267153"/>
                  <a:pt x="2264204" y="263918"/>
                  <a:pt x="2254938" y="266124"/>
                </a:cubicBezTo>
                <a:close/>
                <a:moveTo>
                  <a:pt x="2334363" y="244503"/>
                </a:moveTo>
                <a:cubicBezTo>
                  <a:pt x="2321861" y="248474"/>
                  <a:pt x="2301711" y="247886"/>
                  <a:pt x="2300681" y="257739"/>
                </a:cubicBezTo>
                <a:cubicBezTo>
                  <a:pt x="2300239" y="262888"/>
                  <a:pt x="2300239" y="271713"/>
                  <a:pt x="2305534" y="273624"/>
                </a:cubicBezTo>
                <a:cubicBezTo>
                  <a:pt x="2311446" y="275111"/>
                  <a:pt x="2317585" y="275460"/>
                  <a:pt x="2323626" y="274654"/>
                </a:cubicBezTo>
                <a:cubicBezTo>
                  <a:pt x="2329341" y="270315"/>
                  <a:pt x="2333558" y="264299"/>
                  <a:pt x="2335686" y="257446"/>
                </a:cubicBezTo>
                <a:cubicBezTo>
                  <a:pt x="2335686" y="254358"/>
                  <a:pt x="2335834" y="245826"/>
                  <a:pt x="2334363" y="244503"/>
                </a:cubicBezTo>
                <a:close/>
                <a:moveTo>
                  <a:pt x="2815030" y="241119"/>
                </a:moveTo>
                <a:cubicBezTo>
                  <a:pt x="2818875" y="241845"/>
                  <a:pt x="2822356" y="243869"/>
                  <a:pt x="2824885" y="246856"/>
                </a:cubicBezTo>
                <a:cubicBezTo>
                  <a:pt x="2830033" y="252297"/>
                  <a:pt x="2835622" y="254946"/>
                  <a:pt x="2839593" y="260534"/>
                </a:cubicBezTo>
                <a:cubicBezTo>
                  <a:pt x="2841870" y="264740"/>
                  <a:pt x="2843364" y="269325"/>
                  <a:pt x="2844005" y="274066"/>
                </a:cubicBezTo>
                <a:cubicBezTo>
                  <a:pt x="2844888" y="277302"/>
                  <a:pt x="2849742" y="281272"/>
                  <a:pt x="2849742" y="283037"/>
                </a:cubicBezTo>
                <a:cubicBezTo>
                  <a:pt x="2848712" y="295687"/>
                  <a:pt x="2839447" y="295392"/>
                  <a:pt x="2826943" y="304217"/>
                </a:cubicBezTo>
                <a:cubicBezTo>
                  <a:pt x="2820092" y="307950"/>
                  <a:pt x="2814003" y="312939"/>
                  <a:pt x="2809000" y="318926"/>
                </a:cubicBezTo>
                <a:cubicBezTo>
                  <a:pt x="2805064" y="322917"/>
                  <a:pt x="2800360" y="326069"/>
                  <a:pt x="2795173" y="328192"/>
                </a:cubicBezTo>
                <a:cubicBezTo>
                  <a:pt x="2781200" y="334222"/>
                  <a:pt x="2768699" y="333634"/>
                  <a:pt x="2767670" y="347460"/>
                </a:cubicBezTo>
                <a:cubicBezTo>
                  <a:pt x="2766640" y="361286"/>
                  <a:pt x="2774288" y="355697"/>
                  <a:pt x="2774288" y="370405"/>
                </a:cubicBezTo>
                <a:cubicBezTo>
                  <a:pt x="2773631" y="374247"/>
                  <a:pt x="2772068" y="377876"/>
                  <a:pt x="2769728" y="380995"/>
                </a:cubicBezTo>
                <a:cubicBezTo>
                  <a:pt x="2767550" y="383784"/>
                  <a:pt x="2766268" y="387169"/>
                  <a:pt x="2766052" y="390702"/>
                </a:cubicBezTo>
                <a:cubicBezTo>
                  <a:pt x="2766015" y="394317"/>
                  <a:pt x="2765051" y="397861"/>
                  <a:pt x="2763257" y="400999"/>
                </a:cubicBezTo>
                <a:cubicBezTo>
                  <a:pt x="2761646" y="404387"/>
                  <a:pt x="2760985" y="408148"/>
                  <a:pt x="2761345" y="411882"/>
                </a:cubicBezTo>
                <a:cubicBezTo>
                  <a:pt x="2761050" y="425414"/>
                  <a:pt x="2758845" y="436740"/>
                  <a:pt x="2762815" y="440122"/>
                </a:cubicBezTo>
                <a:cubicBezTo>
                  <a:pt x="2779742" y="438755"/>
                  <a:pt x="2796735" y="438363"/>
                  <a:pt x="2813707" y="438945"/>
                </a:cubicBezTo>
                <a:cubicBezTo>
                  <a:pt x="2819883" y="438945"/>
                  <a:pt x="2822385" y="434827"/>
                  <a:pt x="2826945" y="433799"/>
                </a:cubicBezTo>
                <a:cubicBezTo>
                  <a:pt x="2831096" y="432878"/>
                  <a:pt x="2835341" y="432434"/>
                  <a:pt x="2839593" y="432474"/>
                </a:cubicBezTo>
                <a:cubicBezTo>
                  <a:pt x="2844305" y="433277"/>
                  <a:pt x="2848933" y="434507"/>
                  <a:pt x="2853420" y="436152"/>
                </a:cubicBezTo>
                <a:cubicBezTo>
                  <a:pt x="2858124" y="438285"/>
                  <a:pt x="2862648" y="440794"/>
                  <a:pt x="2866950" y="443652"/>
                </a:cubicBezTo>
                <a:cubicBezTo>
                  <a:pt x="2871952" y="447182"/>
                  <a:pt x="2880923" y="449095"/>
                  <a:pt x="2884600" y="458360"/>
                </a:cubicBezTo>
                <a:cubicBezTo>
                  <a:pt x="2885724" y="462281"/>
                  <a:pt x="2886269" y="466344"/>
                  <a:pt x="2886218" y="470422"/>
                </a:cubicBezTo>
                <a:lnTo>
                  <a:pt x="2883717" y="470715"/>
                </a:lnTo>
                <a:cubicBezTo>
                  <a:pt x="2883725" y="472357"/>
                  <a:pt x="2884356" y="473935"/>
                  <a:pt x="2885482" y="475129"/>
                </a:cubicBezTo>
                <a:cubicBezTo>
                  <a:pt x="2886572" y="477099"/>
                  <a:pt x="2886986" y="479372"/>
                  <a:pt x="2886660" y="481600"/>
                </a:cubicBezTo>
                <a:cubicBezTo>
                  <a:pt x="2885973" y="485363"/>
                  <a:pt x="2884467" y="488927"/>
                  <a:pt x="2882247" y="492044"/>
                </a:cubicBezTo>
                <a:cubicBezTo>
                  <a:pt x="2879893" y="495720"/>
                  <a:pt x="2876952" y="501015"/>
                  <a:pt x="2873422" y="501015"/>
                </a:cubicBezTo>
                <a:cubicBezTo>
                  <a:pt x="2864008" y="501309"/>
                  <a:pt x="2859302" y="502192"/>
                  <a:pt x="2856213" y="502045"/>
                </a:cubicBezTo>
                <a:cubicBezTo>
                  <a:pt x="2853125" y="501897"/>
                  <a:pt x="2844005" y="498809"/>
                  <a:pt x="2837533" y="498809"/>
                </a:cubicBezTo>
                <a:cubicBezTo>
                  <a:pt x="2831062" y="498809"/>
                  <a:pt x="2826503" y="500574"/>
                  <a:pt x="2818413" y="500427"/>
                </a:cubicBezTo>
                <a:cubicBezTo>
                  <a:pt x="2810323" y="500280"/>
                  <a:pt x="2795763" y="498809"/>
                  <a:pt x="2786790" y="497779"/>
                </a:cubicBezTo>
                <a:cubicBezTo>
                  <a:pt x="2781055" y="497044"/>
                  <a:pt x="2763110" y="498515"/>
                  <a:pt x="2757373" y="497779"/>
                </a:cubicBezTo>
                <a:cubicBezTo>
                  <a:pt x="2747506" y="496855"/>
                  <a:pt x="2737552" y="497651"/>
                  <a:pt x="2727957" y="500132"/>
                </a:cubicBezTo>
                <a:lnTo>
                  <a:pt x="2699864" y="504104"/>
                </a:lnTo>
                <a:cubicBezTo>
                  <a:pt x="2689863" y="505575"/>
                  <a:pt x="2676920" y="503369"/>
                  <a:pt x="2667947" y="503369"/>
                </a:cubicBezTo>
                <a:cubicBezTo>
                  <a:pt x="2648703" y="505163"/>
                  <a:pt x="2629714" y="509059"/>
                  <a:pt x="2611320" y="514989"/>
                </a:cubicBezTo>
                <a:cubicBezTo>
                  <a:pt x="2587934" y="523077"/>
                  <a:pt x="2547045" y="542052"/>
                  <a:pt x="2541897" y="541464"/>
                </a:cubicBezTo>
                <a:cubicBezTo>
                  <a:pt x="2536749" y="540875"/>
                  <a:pt x="2525865" y="526314"/>
                  <a:pt x="2515422" y="516459"/>
                </a:cubicBezTo>
                <a:cubicBezTo>
                  <a:pt x="2514539" y="511596"/>
                  <a:pt x="2514539" y="506613"/>
                  <a:pt x="2515422" y="501750"/>
                </a:cubicBezTo>
                <a:cubicBezTo>
                  <a:pt x="2516390" y="495728"/>
                  <a:pt x="2515836" y="489557"/>
                  <a:pt x="2513804" y="483807"/>
                </a:cubicBezTo>
                <a:cubicBezTo>
                  <a:pt x="2517775" y="476894"/>
                  <a:pt x="2540867" y="468362"/>
                  <a:pt x="2543220" y="467774"/>
                </a:cubicBezTo>
                <a:cubicBezTo>
                  <a:pt x="2545574" y="467185"/>
                  <a:pt x="2554694" y="470715"/>
                  <a:pt x="2560282" y="469392"/>
                </a:cubicBezTo>
                <a:cubicBezTo>
                  <a:pt x="2563224" y="468657"/>
                  <a:pt x="2584110" y="460125"/>
                  <a:pt x="2595582" y="456007"/>
                </a:cubicBezTo>
                <a:cubicBezTo>
                  <a:pt x="2600142" y="454537"/>
                  <a:pt x="2606760" y="454242"/>
                  <a:pt x="2610290" y="453214"/>
                </a:cubicBezTo>
                <a:cubicBezTo>
                  <a:pt x="2621174" y="449830"/>
                  <a:pt x="2637207" y="441740"/>
                  <a:pt x="2648974" y="437034"/>
                </a:cubicBezTo>
                <a:cubicBezTo>
                  <a:pt x="2674125" y="427032"/>
                  <a:pt x="2675449" y="396734"/>
                  <a:pt x="2679272" y="385260"/>
                </a:cubicBezTo>
                <a:cubicBezTo>
                  <a:pt x="2681290" y="379695"/>
                  <a:pt x="2682334" y="373824"/>
                  <a:pt x="2682362" y="367905"/>
                </a:cubicBezTo>
                <a:cubicBezTo>
                  <a:pt x="2682509" y="362169"/>
                  <a:pt x="2682067" y="355255"/>
                  <a:pt x="2679272" y="354226"/>
                </a:cubicBezTo>
                <a:cubicBezTo>
                  <a:pt x="2674318" y="354647"/>
                  <a:pt x="2669401" y="355435"/>
                  <a:pt x="2664564" y="356579"/>
                </a:cubicBezTo>
                <a:cubicBezTo>
                  <a:pt x="2658370" y="358708"/>
                  <a:pt x="2651722" y="359165"/>
                  <a:pt x="2645297" y="357904"/>
                </a:cubicBezTo>
                <a:cubicBezTo>
                  <a:pt x="2639413" y="355109"/>
                  <a:pt x="2640295" y="348195"/>
                  <a:pt x="2639413" y="340400"/>
                </a:cubicBezTo>
                <a:cubicBezTo>
                  <a:pt x="2637531" y="332491"/>
                  <a:pt x="2633570" y="325230"/>
                  <a:pt x="2627940" y="319367"/>
                </a:cubicBezTo>
                <a:cubicBezTo>
                  <a:pt x="2625734" y="314012"/>
                  <a:pt x="2624730" y="308238"/>
                  <a:pt x="2624999" y="302452"/>
                </a:cubicBezTo>
                <a:cubicBezTo>
                  <a:pt x="2625145" y="299364"/>
                  <a:pt x="2623529" y="289216"/>
                  <a:pt x="2623529" y="286127"/>
                </a:cubicBezTo>
                <a:cubicBezTo>
                  <a:pt x="2623529" y="278037"/>
                  <a:pt x="2631177" y="277449"/>
                  <a:pt x="2638237" y="273919"/>
                </a:cubicBezTo>
                <a:cubicBezTo>
                  <a:pt x="2646983" y="275446"/>
                  <a:pt x="2655629" y="277509"/>
                  <a:pt x="2664123" y="280096"/>
                </a:cubicBezTo>
                <a:cubicBezTo>
                  <a:pt x="2684894" y="277846"/>
                  <a:pt x="2705520" y="274408"/>
                  <a:pt x="2725898" y="269801"/>
                </a:cubicBezTo>
                <a:cubicBezTo>
                  <a:pt x="2730458" y="268771"/>
                  <a:pt x="2735458" y="267152"/>
                  <a:pt x="2736635" y="266859"/>
                </a:cubicBezTo>
                <a:cubicBezTo>
                  <a:pt x="2737812" y="266564"/>
                  <a:pt x="2742077" y="264652"/>
                  <a:pt x="2744283" y="263917"/>
                </a:cubicBezTo>
                <a:cubicBezTo>
                  <a:pt x="2760422" y="259183"/>
                  <a:pt x="2775967" y="252620"/>
                  <a:pt x="2790615" y="244356"/>
                </a:cubicBezTo>
                <a:cubicBezTo>
                  <a:pt x="2794818" y="242910"/>
                  <a:pt x="2799276" y="242359"/>
                  <a:pt x="2803705" y="242737"/>
                </a:cubicBezTo>
                <a:cubicBezTo>
                  <a:pt x="2807508" y="242411"/>
                  <a:pt x="2811289" y="241871"/>
                  <a:pt x="2815030" y="241119"/>
                </a:cubicBezTo>
                <a:close/>
                <a:moveTo>
                  <a:pt x="2164334" y="224058"/>
                </a:moveTo>
                <a:cubicBezTo>
                  <a:pt x="2171542" y="219793"/>
                  <a:pt x="2175219" y="235678"/>
                  <a:pt x="2177572" y="241414"/>
                </a:cubicBezTo>
                <a:cubicBezTo>
                  <a:pt x="2178895" y="244208"/>
                  <a:pt x="2174925" y="255093"/>
                  <a:pt x="2174482" y="258916"/>
                </a:cubicBezTo>
                <a:cubicBezTo>
                  <a:pt x="2174042" y="262741"/>
                  <a:pt x="2168452" y="267448"/>
                  <a:pt x="2168452" y="278919"/>
                </a:cubicBezTo>
                <a:cubicBezTo>
                  <a:pt x="2168600" y="284068"/>
                  <a:pt x="2163894" y="287893"/>
                  <a:pt x="2157569" y="293628"/>
                </a:cubicBezTo>
                <a:cubicBezTo>
                  <a:pt x="2151099" y="299885"/>
                  <a:pt x="2145056" y="306568"/>
                  <a:pt x="2139479" y="313631"/>
                </a:cubicBezTo>
                <a:cubicBezTo>
                  <a:pt x="2136529" y="320651"/>
                  <a:pt x="2135861" y="328421"/>
                  <a:pt x="2137565" y="335841"/>
                </a:cubicBezTo>
                <a:cubicBezTo>
                  <a:pt x="2137565" y="338341"/>
                  <a:pt x="2134477" y="346284"/>
                  <a:pt x="2138889" y="350549"/>
                </a:cubicBezTo>
                <a:cubicBezTo>
                  <a:pt x="2143302" y="354816"/>
                  <a:pt x="2148155" y="350256"/>
                  <a:pt x="2150655" y="350549"/>
                </a:cubicBezTo>
                <a:cubicBezTo>
                  <a:pt x="2153157" y="350844"/>
                  <a:pt x="2151539" y="355844"/>
                  <a:pt x="2154480" y="361286"/>
                </a:cubicBezTo>
                <a:cubicBezTo>
                  <a:pt x="2159922" y="371729"/>
                  <a:pt x="2161687" y="373347"/>
                  <a:pt x="2161687" y="378496"/>
                </a:cubicBezTo>
                <a:cubicBezTo>
                  <a:pt x="2161539" y="381437"/>
                  <a:pt x="2161539" y="383937"/>
                  <a:pt x="2159187" y="385407"/>
                </a:cubicBezTo>
                <a:cubicBezTo>
                  <a:pt x="2145564" y="393618"/>
                  <a:pt x="2133955" y="404776"/>
                  <a:pt x="2125210" y="418060"/>
                </a:cubicBezTo>
                <a:cubicBezTo>
                  <a:pt x="2124244" y="422577"/>
                  <a:pt x="2124814" y="427288"/>
                  <a:pt x="2126829" y="431445"/>
                </a:cubicBezTo>
                <a:cubicBezTo>
                  <a:pt x="2129622" y="431445"/>
                  <a:pt x="2136682" y="431445"/>
                  <a:pt x="2139772" y="431445"/>
                </a:cubicBezTo>
                <a:lnTo>
                  <a:pt x="2139330" y="432327"/>
                </a:lnTo>
                <a:cubicBezTo>
                  <a:pt x="2143947" y="433603"/>
                  <a:pt x="2148057" y="436274"/>
                  <a:pt x="2151097" y="439975"/>
                </a:cubicBezTo>
                <a:cubicBezTo>
                  <a:pt x="2153213" y="443873"/>
                  <a:pt x="2154419" y="448197"/>
                  <a:pt x="2154627" y="452625"/>
                </a:cubicBezTo>
                <a:cubicBezTo>
                  <a:pt x="2152420" y="471305"/>
                  <a:pt x="2136242" y="482923"/>
                  <a:pt x="2121534" y="492337"/>
                </a:cubicBezTo>
                <a:cubicBezTo>
                  <a:pt x="2106826" y="501750"/>
                  <a:pt x="2080202" y="512047"/>
                  <a:pt x="2067554" y="519253"/>
                </a:cubicBezTo>
                <a:cubicBezTo>
                  <a:pt x="2057111" y="525283"/>
                  <a:pt x="2047257" y="540286"/>
                  <a:pt x="2041226" y="542787"/>
                </a:cubicBezTo>
                <a:cubicBezTo>
                  <a:pt x="2041226" y="542787"/>
                  <a:pt x="2034019" y="545140"/>
                  <a:pt x="2030784" y="542787"/>
                </a:cubicBezTo>
                <a:cubicBezTo>
                  <a:pt x="2025989" y="541055"/>
                  <a:pt x="2021071" y="539678"/>
                  <a:pt x="2016076" y="538668"/>
                </a:cubicBezTo>
                <a:cubicBezTo>
                  <a:pt x="2011074" y="537050"/>
                  <a:pt x="2013428" y="529990"/>
                  <a:pt x="2009751" y="525725"/>
                </a:cubicBezTo>
                <a:cubicBezTo>
                  <a:pt x="2005907" y="521980"/>
                  <a:pt x="2002811" y="517538"/>
                  <a:pt x="2000631" y="512635"/>
                </a:cubicBezTo>
                <a:cubicBezTo>
                  <a:pt x="1997560" y="505081"/>
                  <a:pt x="1996154" y="496954"/>
                  <a:pt x="1996513" y="488807"/>
                </a:cubicBezTo>
                <a:cubicBezTo>
                  <a:pt x="2000900" y="478421"/>
                  <a:pt x="2009352" y="470287"/>
                  <a:pt x="2019899" y="466304"/>
                </a:cubicBezTo>
                <a:cubicBezTo>
                  <a:pt x="2024543" y="463274"/>
                  <a:pt x="2029011" y="459983"/>
                  <a:pt x="2033284" y="456449"/>
                </a:cubicBezTo>
                <a:cubicBezTo>
                  <a:pt x="2037373" y="454180"/>
                  <a:pt x="2040701" y="450751"/>
                  <a:pt x="2042844" y="446594"/>
                </a:cubicBezTo>
                <a:cubicBezTo>
                  <a:pt x="2044121" y="443541"/>
                  <a:pt x="2044964" y="440323"/>
                  <a:pt x="2045344" y="437034"/>
                </a:cubicBezTo>
                <a:cubicBezTo>
                  <a:pt x="2045639" y="432034"/>
                  <a:pt x="2048139" y="428357"/>
                  <a:pt x="2048138" y="424679"/>
                </a:cubicBezTo>
                <a:cubicBezTo>
                  <a:pt x="2047733" y="421014"/>
                  <a:pt x="2046190" y="417568"/>
                  <a:pt x="2043726" y="414825"/>
                </a:cubicBezTo>
                <a:cubicBezTo>
                  <a:pt x="2041349" y="412410"/>
                  <a:pt x="2039540" y="409495"/>
                  <a:pt x="2038431" y="406294"/>
                </a:cubicBezTo>
                <a:cubicBezTo>
                  <a:pt x="2038431" y="406147"/>
                  <a:pt x="2027842" y="393939"/>
                  <a:pt x="2027841" y="387909"/>
                </a:cubicBezTo>
                <a:cubicBezTo>
                  <a:pt x="2028191" y="378614"/>
                  <a:pt x="2035480" y="371074"/>
                  <a:pt x="2044756" y="370406"/>
                </a:cubicBezTo>
                <a:cubicBezTo>
                  <a:pt x="2047697" y="369229"/>
                  <a:pt x="2053139" y="370406"/>
                  <a:pt x="2056081" y="370406"/>
                </a:cubicBezTo>
                <a:cubicBezTo>
                  <a:pt x="2063141" y="369817"/>
                  <a:pt x="2068142" y="363051"/>
                  <a:pt x="2071967" y="357316"/>
                </a:cubicBezTo>
                <a:cubicBezTo>
                  <a:pt x="2074010" y="349425"/>
                  <a:pt x="2075193" y="341338"/>
                  <a:pt x="2075496" y="333194"/>
                </a:cubicBezTo>
                <a:cubicBezTo>
                  <a:pt x="2077849" y="324957"/>
                  <a:pt x="2067996" y="323633"/>
                  <a:pt x="2063141" y="321721"/>
                </a:cubicBezTo>
                <a:cubicBezTo>
                  <a:pt x="2058473" y="319364"/>
                  <a:pt x="2053533" y="317587"/>
                  <a:pt x="2048432" y="316426"/>
                </a:cubicBezTo>
                <a:cubicBezTo>
                  <a:pt x="2044462" y="316132"/>
                  <a:pt x="2041079" y="311426"/>
                  <a:pt x="2039167" y="306278"/>
                </a:cubicBezTo>
                <a:cubicBezTo>
                  <a:pt x="2037256" y="301129"/>
                  <a:pt x="2035636" y="302748"/>
                  <a:pt x="2031519" y="301129"/>
                </a:cubicBezTo>
                <a:cubicBezTo>
                  <a:pt x="2027399" y="299511"/>
                  <a:pt x="2027399" y="285539"/>
                  <a:pt x="2027399" y="283921"/>
                </a:cubicBezTo>
                <a:cubicBezTo>
                  <a:pt x="2027399" y="282303"/>
                  <a:pt x="2031666" y="280538"/>
                  <a:pt x="2035343" y="278919"/>
                </a:cubicBezTo>
                <a:cubicBezTo>
                  <a:pt x="2039021" y="277303"/>
                  <a:pt x="2039021" y="274654"/>
                  <a:pt x="2041373" y="269654"/>
                </a:cubicBezTo>
                <a:cubicBezTo>
                  <a:pt x="2043727" y="264653"/>
                  <a:pt x="2049169" y="263476"/>
                  <a:pt x="2054169" y="262153"/>
                </a:cubicBezTo>
                <a:cubicBezTo>
                  <a:pt x="2059788" y="261822"/>
                  <a:pt x="2065388" y="261183"/>
                  <a:pt x="2070937" y="260241"/>
                </a:cubicBezTo>
                <a:cubicBezTo>
                  <a:pt x="2094469" y="250681"/>
                  <a:pt x="2121092" y="224353"/>
                  <a:pt x="2143595" y="225530"/>
                </a:cubicBezTo>
                <a:cubicBezTo>
                  <a:pt x="2155067" y="226265"/>
                  <a:pt x="2159774" y="226560"/>
                  <a:pt x="2164334" y="224058"/>
                </a:cubicBezTo>
                <a:close/>
                <a:moveTo>
                  <a:pt x="3191710" y="223304"/>
                </a:moveTo>
                <a:cubicBezTo>
                  <a:pt x="3196196" y="223101"/>
                  <a:pt x="3200167" y="223101"/>
                  <a:pt x="3200829" y="224351"/>
                </a:cubicBezTo>
                <a:cubicBezTo>
                  <a:pt x="3205058" y="230548"/>
                  <a:pt x="3210980" y="235398"/>
                  <a:pt x="3217891" y="238325"/>
                </a:cubicBezTo>
                <a:cubicBezTo>
                  <a:pt x="3223627" y="241266"/>
                  <a:pt x="3221127" y="245238"/>
                  <a:pt x="3221862" y="250385"/>
                </a:cubicBezTo>
                <a:cubicBezTo>
                  <a:pt x="3222597" y="255533"/>
                  <a:pt x="3225834" y="257593"/>
                  <a:pt x="3224216" y="262004"/>
                </a:cubicBezTo>
                <a:cubicBezTo>
                  <a:pt x="3222597" y="266418"/>
                  <a:pt x="3218627" y="274213"/>
                  <a:pt x="3215244" y="283626"/>
                </a:cubicBezTo>
                <a:cubicBezTo>
                  <a:pt x="3215244" y="285684"/>
                  <a:pt x="3212596" y="296274"/>
                  <a:pt x="3215244" y="296274"/>
                </a:cubicBezTo>
                <a:cubicBezTo>
                  <a:pt x="3218295" y="296460"/>
                  <a:pt x="3221329" y="295688"/>
                  <a:pt x="3223922" y="294069"/>
                </a:cubicBezTo>
                <a:cubicBezTo>
                  <a:pt x="3225245" y="293481"/>
                  <a:pt x="3231129" y="290539"/>
                  <a:pt x="3234805" y="289214"/>
                </a:cubicBezTo>
                <a:cubicBezTo>
                  <a:pt x="3239223" y="288231"/>
                  <a:pt x="3243516" y="286751"/>
                  <a:pt x="3247602" y="284803"/>
                </a:cubicBezTo>
                <a:cubicBezTo>
                  <a:pt x="3252604" y="281273"/>
                  <a:pt x="3259221" y="274213"/>
                  <a:pt x="3262310" y="274213"/>
                </a:cubicBezTo>
                <a:cubicBezTo>
                  <a:pt x="3262310" y="274213"/>
                  <a:pt x="3281872" y="268476"/>
                  <a:pt x="3285255" y="274213"/>
                </a:cubicBezTo>
                <a:cubicBezTo>
                  <a:pt x="3288637" y="279949"/>
                  <a:pt x="3296874" y="279361"/>
                  <a:pt x="3305259" y="280684"/>
                </a:cubicBezTo>
                <a:cubicBezTo>
                  <a:pt x="3313642" y="282008"/>
                  <a:pt x="3319084" y="295539"/>
                  <a:pt x="3319084" y="307013"/>
                </a:cubicBezTo>
                <a:cubicBezTo>
                  <a:pt x="3319230" y="311719"/>
                  <a:pt x="3318937" y="313631"/>
                  <a:pt x="3313789" y="313631"/>
                </a:cubicBezTo>
                <a:cubicBezTo>
                  <a:pt x="3310995" y="313778"/>
                  <a:pt x="3307905" y="318484"/>
                  <a:pt x="3302759" y="321868"/>
                </a:cubicBezTo>
                <a:cubicBezTo>
                  <a:pt x="3294734" y="326483"/>
                  <a:pt x="3286193" y="330137"/>
                  <a:pt x="3277312" y="332751"/>
                </a:cubicBezTo>
                <a:cubicBezTo>
                  <a:pt x="3272837" y="335739"/>
                  <a:pt x="3267852" y="337882"/>
                  <a:pt x="3262604" y="339076"/>
                </a:cubicBezTo>
                <a:cubicBezTo>
                  <a:pt x="3256132" y="339959"/>
                  <a:pt x="3250397" y="340253"/>
                  <a:pt x="3245544" y="341283"/>
                </a:cubicBezTo>
                <a:cubicBezTo>
                  <a:pt x="3236435" y="343519"/>
                  <a:pt x="3227641" y="346877"/>
                  <a:pt x="3219362" y="351284"/>
                </a:cubicBezTo>
                <a:cubicBezTo>
                  <a:pt x="3215832" y="355026"/>
                  <a:pt x="3212904" y="359294"/>
                  <a:pt x="3210684" y="363933"/>
                </a:cubicBezTo>
                <a:cubicBezTo>
                  <a:pt x="3208639" y="370821"/>
                  <a:pt x="3209771" y="378263"/>
                  <a:pt x="3213772" y="384231"/>
                </a:cubicBezTo>
                <a:cubicBezTo>
                  <a:pt x="3226022" y="400914"/>
                  <a:pt x="3240582" y="415772"/>
                  <a:pt x="3257015" y="428356"/>
                </a:cubicBezTo>
                <a:cubicBezTo>
                  <a:pt x="3264810" y="434974"/>
                  <a:pt x="3275842" y="457772"/>
                  <a:pt x="3288932" y="464391"/>
                </a:cubicBezTo>
                <a:cubicBezTo>
                  <a:pt x="3300609" y="470743"/>
                  <a:pt x="3311602" y="478285"/>
                  <a:pt x="3321732" y="486894"/>
                </a:cubicBezTo>
                <a:cubicBezTo>
                  <a:pt x="3327705" y="490058"/>
                  <a:pt x="3334022" y="492527"/>
                  <a:pt x="3340559" y="494249"/>
                </a:cubicBezTo>
                <a:cubicBezTo>
                  <a:pt x="3346442" y="496749"/>
                  <a:pt x="3351590" y="502191"/>
                  <a:pt x="3355267" y="503515"/>
                </a:cubicBezTo>
                <a:cubicBezTo>
                  <a:pt x="3364827" y="506750"/>
                  <a:pt x="3373064" y="509692"/>
                  <a:pt x="3387772" y="515575"/>
                </a:cubicBezTo>
                <a:cubicBezTo>
                  <a:pt x="3391302" y="517047"/>
                  <a:pt x="3397185" y="517487"/>
                  <a:pt x="3398950" y="520724"/>
                </a:cubicBezTo>
                <a:lnTo>
                  <a:pt x="3397773" y="522194"/>
                </a:lnTo>
                <a:cubicBezTo>
                  <a:pt x="3399245" y="524989"/>
                  <a:pt x="3394537" y="527489"/>
                  <a:pt x="3394243" y="530725"/>
                </a:cubicBezTo>
                <a:cubicBezTo>
                  <a:pt x="3393950" y="533960"/>
                  <a:pt x="3395420" y="539404"/>
                  <a:pt x="3392627" y="542785"/>
                </a:cubicBezTo>
                <a:cubicBezTo>
                  <a:pt x="3388105" y="548582"/>
                  <a:pt x="3381288" y="552125"/>
                  <a:pt x="3373947" y="552494"/>
                </a:cubicBezTo>
                <a:cubicBezTo>
                  <a:pt x="3370857" y="552787"/>
                  <a:pt x="3368504" y="557200"/>
                  <a:pt x="3366298" y="558819"/>
                </a:cubicBezTo>
                <a:cubicBezTo>
                  <a:pt x="3364092" y="560435"/>
                  <a:pt x="3360855" y="560435"/>
                  <a:pt x="3358649" y="560435"/>
                </a:cubicBezTo>
                <a:cubicBezTo>
                  <a:pt x="3352898" y="560459"/>
                  <a:pt x="3347149" y="560114"/>
                  <a:pt x="3341440" y="559407"/>
                </a:cubicBezTo>
                <a:cubicBezTo>
                  <a:pt x="3335512" y="559731"/>
                  <a:pt x="3329572" y="559731"/>
                  <a:pt x="3323644" y="559407"/>
                </a:cubicBezTo>
                <a:cubicBezTo>
                  <a:pt x="3318313" y="559359"/>
                  <a:pt x="3313034" y="558363"/>
                  <a:pt x="3308052" y="556465"/>
                </a:cubicBezTo>
                <a:cubicBezTo>
                  <a:pt x="3298345" y="550875"/>
                  <a:pt x="3290992" y="554994"/>
                  <a:pt x="3283637" y="553082"/>
                </a:cubicBezTo>
                <a:cubicBezTo>
                  <a:pt x="3277863" y="552043"/>
                  <a:pt x="3272822" y="548556"/>
                  <a:pt x="3269812" y="543522"/>
                </a:cubicBezTo>
                <a:cubicBezTo>
                  <a:pt x="3265105" y="530430"/>
                  <a:pt x="3271429" y="526607"/>
                  <a:pt x="3248632" y="505721"/>
                </a:cubicBezTo>
                <a:cubicBezTo>
                  <a:pt x="3240031" y="496068"/>
                  <a:pt x="3232024" y="485899"/>
                  <a:pt x="3224657" y="475276"/>
                </a:cubicBezTo>
                <a:cubicBezTo>
                  <a:pt x="3220171" y="469378"/>
                  <a:pt x="3215256" y="463824"/>
                  <a:pt x="3209949" y="458654"/>
                </a:cubicBezTo>
                <a:cubicBezTo>
                  <a:pt x="3194946" y="447624"/>
                  <a:pt x="3181562" y="432327"/>
                  <a:pt x="3176561" y="429237"/>
                </a:cubicBezTo>
                <a:cubicBezTo>
                  <a:pt x="3174796" y="428209"/>
                  <a:pt x="3164794" y="452036"/>
                  <a:pt x="3153469" y="464244"/>
                </a:cubicBezTo>
                <a:cubicBezTo>
                  <a:pt x="3142144" y="476452"/>
                  <a:pt x="3133907" y="482187"/>
                  <a:pt x="3120081" y="496896"/>
                </a:cubicBezTo>
                <a:cubicBezTo>
                  <a:pt x="3109990" y="505839"/>
                  <a:pt x="3098385" y="512913"/>
                  <a:pt x="3085811" y="517782"/>
                </a:cubicBezTo>
                <a:cubicBezTo>
                  <a:pt x="3080074" y="521605"/>
                  <a:pt x="3066984" y="527489"/>
                  <a:pt x="3060366" y="531607"/>
                </a:cubicBezTo>
                <a:cubicBezTo>
                  <a:pt x="3053746" y="535725"/>
                  <a:pt x="3042128" y="535137"/>
                  <a:pt x="3036979" y="537639"/>
                </a:cubicBezTo>
                <a:cubicBezTo>
                  <a:pt x="3032903" y="539232"/>
                  <a:pt x="3028559" y="540031"/>
                  <a:pt x="3024183" y="539992"/>
                </a:cubicBezTo>
                <a:cubicBezTo>
                  <a:pt x="3020653" y="539404"/>
                  <a:pt x="3018153" y="534402"/>
                  <a:pt x="3015504" y="532490"/>
                </a:cubicBezTo>
                <a:cubicBezTo>
                  <a:pt x="3012858" y="530579"/>
                  <a:pt x="3012858" y="521017"/>
                  <a:pt x="3008886" y="519252"/>
                </a:cubicBezTo>
                <a:cubicBezTo>
                  <a:pt x="3005053" y="518312"/>
                  <a:pt x="3001313" y="517032"/>
                  <a:pt x="2997708" y="515429"/>
                </a:cubicBezTo>
                <a:cubicBezTo>
                  <a:pt x="2995354" y="513222"/>
                  <a:pt x="2997266" y="509545"/>
                  <a:pt x="3004914" y="507045"/>
                </a:cubicBezTo>
                <a:cubicBezTo>
                  <a:pt x="3011014" y="504975"/>
                  <a:pt x="3016621" y="501670"/>
                  <a:pt x="3021388" y="497337"/>
                </a:cubicBezTo>
                <a:cubicBezTo>
                  <a:pt x="3025432" y="494925"/>
                  <a:pt x="3029226" y="492116"/>
                  <a:pt x="3032714" y="488954"/>
                </a:cubicBezTo>
                <a:cubicBezTo>
                  <a:pt x="3034038" y="487336"/>
                  <a:pt x="3038744" y="486601"/>
                  <a:pt x="3040657" y="485424"/>
                </a:cubicBezTo>
                <a:cubicBezTo>
                  <a:pt x="3059323" y="469602"/>
                  <a:pt x="3077006" y="452656"/>
                  <a:pt x="3093606" y="434681"/>
                </a:cubicBezTo>
                <a:cubicBezTo>
                  <a:pt x="3103098" y="424454"/>
                  <a:pt x="3110095" y="412171"/>
                  <a:pt x="3114051" y="398792"/>
                </a:cubicBezTo>
                <a:cubicBezTo>
                  <a:pt x="3116555" y="394269"/>
                  <a:pt x="3118012" y="389243"/>
                  <a:pt x="3118316" y="384084"/>
                </a:cubicBezTo>
                <a:cubicBezTo>
                  <a:pt x="3117874" y="381731"/>
                  <a:pt x="3110814" y="384084"/>
                  <a:pt x="3107726" y="384084"/>
                </a:cubicBezTo>
                <a:cubicBezTo>
                  <a:pt x="3104637" y="384084"/>
                  <a:pt x="3102726" y="383936"/>
                  <a:pt x="3099636" y="384084"/>
                </a:cubicBezTo>
                <a:cubicBezTo>
                  <a:pt x="3096547" y="384231"/>
                  <a:pt x="3092282" y="387026"/>
                  <a:pt x="3088752" y="387026"/>
                </a:cubicBezTo>
                <a:cubicBezTo>
                  <a:pt x="3085371" y="388202"/>
                  <a:pt x="3081691" y="388202"/>
                  <a:pt x="3078309" y="387026"/>
                </a:cubicBezTo>
                <a:cubicBezTo>
                  <a:pt x="3072719" y="385261"/>
                  <a:pt x="3069778" y="380554"/>
                  <a:pt x="3062276" y="379524"/>
                </a:cubicBezTo>
                <a:cubicBezTo>
                  <a:pt x="3052155" y="375934"/>
                  <a:pt x="3044926" y="366941"/>
                  <a:pt x="3043596" y="356284"/>
                </a:cubicBezTo>
                <a:cubicBezTo>
                  <a:pt x="3042327" y="350830"/>
                  <a:pt x="3044266" y="345128"/>
                  <a:pt x="3048598" y="341576"/>
                </a:cubicBezTo>
                <a:cubicBezTo>
                  <a:pt x="3052423" y="338783"/>
                  <a:pt x="3054334" y="334811"/>
                  <a:pt x="3057424" y="332458"/>
                </a:cubicBezTo>
                <a:cubicBezTo>
                  <a:pt x="3060513" y="330104"/>
                  <a:pt x="3066101" y="329809"/>
                  <a:pt x="3068602" y="328193"/>
                </a:cubicBezTo>
                <a:cubicBezTo>
                  <a:pt x="3071102" y="326574"/>
                  <a:pt x="3073749" y="323633"/>
                  <a:pt x="3078014" y="322014"/>
                </a:cubicBezTo>
                <a:cubicBezTo>
                  <a:pt x="3082281" y="320396"/>
                  <a:pt x="3093164" y="322014"/>
                  <a:pt x="3100961" y="322014"/>
                </a:cubicBezTo>
                <a:cubicBezTo>
                  <a:pt x="3114360" y="320254"/>
                  <a:pt x="3127238" y="315694"/>
                  <a:pt x="3138761" y="308629"/>
                </a:cubicBezTo>
                <a:cubicBezTo>
                  <a:pt x="3138361" y="296603"/>
                  <a:pt x="3140831" y="284653"/>
                  <a:pt x="3145967" y="273771"/>
                </a:cubicBezTo>
                <a:cubicBezTo>
                  <a:pt x="3147706" y="266547"/>
                  <a:pt x="3148548" y="259138"/>
                  <a:pt x="3148467" y="251709"/>
                </a:cubicBezTo>
                <a:cubicBezTo>
                  <a:pt x="3149275" y="245374"/>
                  <a:pt x="3148926" y="238945"/>
                  <a:pt x="3147439" y="232735"/>
                </a:cubicBezTo>
                <a:cubicBezTo>
                  <a:pt x="3147291" y="227440"/>
                  <a:pt x="3150232" y="226851"/>
                  <a:pt x="3153322" y="225970"/>
                </a:cubicBezTo>
                <a:cubicBezTo>
                  <a:pt x="3163029" y="223321"/>
                  <a:pt x="3162882" y="227000"/>
                  <a:pt x="3168031" y="227146"/>
                </a:cubicBezTo>
                <a:cubicBezTo>
                  <a:pt x="3173177" y="227293"/>
                  <a:pt x="3174061" y="222586"/>
                  <a:pt x="3179502" y="223470"/>
                </a:cubicBezTo>
                <a:cubicBezTo>
                  <a:pt x="3182223" y="223910"/>
                  <a:pt x="3187224" y="223506"/>
                  <a:pt x="3191710" y="223304"/>
                </a:cubicBezTo>
                <a:close/>
                <a:moveTo>
                  <a:pt x="1143579" y="218762"/>
                </a:moveTo>
                <a:cubicBezTo>
                  <a:pt x="1146373" y="219057"/>
                  <a:pt x="1149609" y="223764"/>
                  <a:pt x="1154463" y="224792"/>
                </a:cubicBezTo>
                <a:cubicBezTo>
                  <a:pt x="1159316" y="225822"/>
                  <a:pt x="1166229" y="225676"/>
                  <a:pt x="1171818" y="226705"/>
                </a:cubicBezTo>
                <a:cubicBezTo>
                  <a:pt x="1174761" y="226705"/>
                  <a:pt x="1186526" y="226705"/>
                  <a:pt x="1189469" y="226705"/>
                </a:cubicBezTo>
                <a:cubicBezTo>
                  <a:pt x="1193445" y="226948"/>
                  <a:pt x="1197338" y="227945"/>
                  <a:pt x="1200941" y="229647"/>
                </a:cubicBezTo>
                <a:cubicBezTo>
                  <a:pt x="1202706" y="230677"/>
                  <a:pt x="1208884" y="232000"/>
                  <a:pt x="1211089" y="234500"/>
                </a:cubicBezTo>
                <a:cubicBezTo>
                  <a:pt x="1216085" y="239131"/>
                  <a:pt x="1219828" y="244950"/>
                  <a:pt x="1221974" y="251415"/>
                </a:cubicBezTo>
                <a:lnTo>
                  <a:pt x="1220061" y="252150"/>
                </a:lnTo>
                <a:cubicBezTo>
                  <a:pt x="1220797" y="257445"/>
                  <a:pt x="1219179" y="259210"/>
                  <a:pt x="1219179" y="263329"/>
                </a:cubicBezTo>
                <a:cubicBezTo>
                  <a:pt x="1219828" y="268997"/>
                  <a:pt x="1219828" y="274722"/>
                  <a:pt x="1219179" y="280390"/>
                </a:cubicBezTo>
                <a:cubicBezTo>
                  <a:pt x="1218444" y="283332"/>
                  <a:pt x="1214031" y="290539"/>
                  <a:pt x="1210501" y="298924"/>
                </a:cubicBezTo>
                <a:cubicBezTo>
                  <a:pt x="1209245" y="305235"/>
                  <a:pt x="1208412" y="311621"/>
                  <a:pt x="1208001" y="318044"/>
                </a:cubicBezTo>
                <a:cubicBezTo>
                  <a:pt x="1207854" y="327015"/>
                  <a:pt x="1207413" y="333635"/>
                  <a:pt x="1206089" y="352755"/>
                </a:cubicBezTo>
                <a:cubicBezTo>
                  <a:pt x="1205794" y="359227"/>
                  <a:pt x="1204029" y="365257"/>
                  <a:pt x="1202999" y="373935"/>
                </a:cubicBezTo>
                <a:cubicBezTo>
                  <a:pt x="1202559" y="377170"/>
                  <a:pt x="1201676" y="386290"/>
                  <a:pt x="1201676" y="391878"/>
                </a:cubicBezTo>
                <a:cubicBezTo>
                  <a:pt x="1201529" y="400263"/>
                  <a:pt x="1205353" y="401882"/>
                  <a:pt x="1205794" y="404087"/>
                </a:cubicBezTo>
                <a:cubicBezTo>
                  <a:pt x="1206236" y="406293"/>
                  <a:pt x="1206383" y="406735"/>
                  <a:pt x="1206971" y="411147"/>
                </a:cubicBezTo>
                <a:cubicBezTo>
                  <a:pt x="1207559" y="415560"/>
                  <a:pt x="1210061" y="417618"/>
                  <a:pt x="1209324" y="422178"/>
                </a:cubicBezTo>
                <a:cubicBezTo>
                  <a:pt x="1208589" y="426738"/>
                  <a:pt x="1204764" y="434386"/>
                  <a:pt x="1202706" y="445858"/>
                </a:cubicBezTo>
                <a:cubicBezTo>
                  <a:pt x="1201637" y="451073"/>
                  <a:pt x="1198645" y="455695"/>
                  <a:pt x="1194323" y="458801"/>
                </a:cubicBezTo>
                <a:cubicBezTo>
                  <a:pt x="1186856" y="465051"/>
                  <a:pt x="1178407" y="470020"/>
                  <a:pt x="1169318" y="473510"/>
                </a:cubicBezTo>
                <a:cubicBezTo>
                  <a:pt x="1159316" y="476746"/>
                  <a:pt x="1153139" y="490571"/>
                  <a:pt x="1147403" y="494248"/>
                </a:cubicBezTo>
                <a:cubicBezTo>
                  <a:pt x="1139918" y="498181"/>
                  <a:pt x="1132206" y="501668"/>
                  <a:pt x="1124311" y="504691"/>
                </a:cubicBezTo>
                <a:cubicBezTo>
                  <a:pt x="1113789" y="509228"/>
                  <a:pt x="1103901" y="515111"/>
                  <a:pt x="1094894" y="522194"/>
                </a:cubicBezTo>
                <a:cubicBezTo>
                  <a:pt x="1089113" y="525298"/>
                  <a:pt x="1083057" y="527859"/>
                  <a:pt x="1076803" y="529843"/>
                </a:cubicBezTo>
                <a:cubicBezTo>
                  <a:pt x="1067950" y="537357"/>
                  <a:pt x="1058506" y="544143"/>
                  <a:pt x="1048563" y="550141"/>
                </a:cubicBezTo>
                <a:cubicBezTo>
                  <a:pt x="1042826" y="552641"/>
                  <a:pt x="1035914" y="539551"/>
                  <a:pt x="1030470" y="533814"/>
                </a:cubicBezTo>
                <a:cubicBezTo>
                  <a:pt x="1026832" y="530530"/>
                  <a:pt x="1022949" y="527531"/>
                  <a:pt x="1018852" y="524843"/>
                </a:cubicBezTo>
                <a:cubicBezTo>
                  <a:pt x="1015615" y="522194"/>
                  <a:pt x="1016792" y="514693"/>
                  <a:pt x="1015615" y="510134"/>
                </a:cubicBezTo>
                <a:cubicBezTo>
                  <a:pt x="1014439" y="505575"/>
                  <a:pt x="1011497" y="499396"/>
                  <a:pt x="1011497" y="497338"/>
                </a:cubicBezTo>
                <a:cubicBezTo>
                  <a:pt x="1011801" y="493019"/>
                  <a:pt x="1014542" y="489251"/>
                  <a:pt x="1018557" y="487630"/>
                </a:cubicBezTo>
                <a:cubicBezTo>
                  <a:pt x="1021794" y="486600"/>
                  <a:pt x="1026352" y="488071"/>
                  <a:pt x="1029442" y="486600"/>
                </a:cubicBezTo>
                <a:cubicBezTo>
                  <a:pt x="1035347" y="483740"/>
                  <a:pt x="1041004" y="480395"/>
                  <a:pt x="1046356" y="476598"/>
                </a:cubicBezTo>
                <a:cubicBezTo>
                  <a:pt x="1051988" y="473361"/>
                  <a:pt x="1058093" y="471030"/>
                  <a:pt x="1064448" y="469686"/>
                </a:cubicBezTo>
                <a:cubicBezTo>
                  <a:pt x="1075286" y="464646"/>
                  <a:pt x="1085756" y="458846"/>
                  <a:pt x="1095776" y="452330"/>
                </a:cubicBezTo>
                <a:cubicBezTo>
                  <a:pt x="1100924" y="449535"/>
                  <a:pt x="1110484" y="444830"/>
                  <a:pt x="1110484" y="437621"/>
                </a:cubicBezTo>
                <a:cubicBezTo>
                  <a:pt x="1110887" y="426534"/>
                  <a:pt x="1110592" y="415432"/>
                  <a:pt x="1109603" y="404382"/>
                </a:cubicBezTo>
                <a:cubicBezTo>
                  <a:pt x="1107984" y="400998"/>
                  <a:pt x="1101806" y="399675"/>
                  <a:pt x="1101808" y="399675"/>
                </a:cubicBezTo>
                <a:cubicBezTo>
                  <a:pt x="1097031" y="401063"/>
                  <a:pt x="1092071" y="401709"/>
                  <a:pt x="1087099" y="401587"/>
                </a:cubicBezTo>
                <a:cubicBezTo>
                  <a:pt x="1082369" y="402898"/>
                  <a:pt x="1077748" y="404570"/>
                  <a:pt x="1073273" y="406587"/>
                </a:cubicBezTo>
                <a:cubicBezTo>
                  <a:pt x="1070478" y="407912"/>
                  <a:pt x="1065478" y="409235"/>
                  <a:pt x="1062829" y="407912"/>
                </a:cubicBezTo>
                <a:cubicBezTo>
                  <a:pt x="1059824" y="407118"/>
                  <a:pt x="1057338" y="405010"/>
                  <a:pt x="1056064" y="402175"/>
                </a:cubicBezTo>
                <a:cubicBezTo>
                  <a:pt x="1054142" y="396685"/>
                  <a:pt x="1053099" y="390927"/>
                  <a:pt x="1052976" y="385113"/>
                </a:cubicBezTo>
                <a:cubicBezTo>
                  <a:pt x="1051216" y="381376"/>
                  <a:pt x="1050215" y="377326"/>
                  <a:pt x="1050033" y="373200"/>
                </a:cubicBezTo>
                <a:cubicBezTo>
                  <a:pt x="1051381" y="365235"/>
                  <a:pt x="1051825" y="357142"/>
                  <a:pt x="1051358" y="349078"/>
                </a:cubicBezTo>
                <a:cubicBezTo>
                  <a:pt x="1051358" y="339517"/>
                  <a:pt x="1059299" y="336282"/>
                  <a:pt x="1066066" y="335105"/>
                </a:cubicBezTo>
                <a:cubicBezTo>
                  <a:pt x="1072831" y="333928"/>
                  <a:pt x="1078861" y="328927"/>
                  <a:pt x="1085628" y="328928"/>
                </a:cubicBezTo>
                <a:cubicBezTo>
                  <a:pt x="1090552" y="329078"/>
                  <a:pt x="1095481" y="328734"/>
                  <a:pt x="1100336" y="327898"/>
                </a:cubicBezTo>
                <a:cubicBezTo>
                  <a:pt x="1107308" y="325882"/>
                  <a:pt x="1113946" y="322860"/>
                  <a:pt x="1120046" y="318927"/>
                </a:cubicBezTo>
                <a:cubicBezTo>
                  <a:pt x="1123869" y="313337"/>
                  <a:pt x="1129606" y="309807"/>
                  <a:pt x="1129606" y="300982"/>
                </a:cubicBezTo>
                <a:cubicBezTo>
                  <a:pt x="1130488" y="284362"/>
                  <a:pt x="1135636" y="277007"/>
                  <a:pt x="1135636" y="262299"/>
                </a:cubicBezTo>
                <a:cubicBezTo>
                  <a:pt x="1136297" y="252904"/>
                  <a:pt x="1132674" y="243713"/>
                  <a:pt x="1125781" y="237295"/>
                </a:cubicBezTo>
                <a:cubicBezTo>
                  <a:pt x="1124385" y="235149"/>
                  <a:pt x="1124385" y="232382"/>
                  <a:pt x="1125781" y="230235"/>
                </a:cubicBezTo>
                <a:cubicBezTo>
                  <a:pt x="1129867" y="227962"/>
                  <a:pt x="1133585" y="225087"/>
                  <a:pt x="1136813" y="221704"/>
                </a:cubicBezTo>
                <a:cubicBezTo>
                  <a:pt x="1138312" y="219502"/>
                  <a:pt x="1140945" y="218358"/>
                  <a:pt x="1143579" y="218762"/>
                </a:cubicBezTo>
                <a:close/>
                <a:moveTo>
                  <a:pt x="1352437" y="199201"/>
                </a:moveTo>
                <a:cubicBezTo>
                  <a:pt x="1359202" y="199494"/>
                  <a:pt x="1360086" y="203319"/>
                  <a:pt x="1363174" y="205526"/>
                </a:cubicBezTo>
                <a:cubicBezTo>
                  <a:pt x="1365995" y="206811"/>
                  <a:pt x="1369047" y="207512"/>
                  <a:pt x="1372146" y="207584"/>
                </a:cubicBezTo>
                <a:cubicBezTo>
                  <a:pt x="1374941" y="208026"/>
                  <a:pt x="1377587" y="211998"/>
                  <a:pt x="1379059" y="215379"/>
                </a:cubicBezTo>
                <a:cubicBezTo>
                  <a:pt x="1382331" y="222147"/>
                  <a:pt x="1384230" y="229496"/>
                  <a:pt x="1384647" y="237001"/>
                </a:cubicBezTo>
                <a:cubicBezTo>
                  <a:pt x="1384059" y="253032"/>
                  <a:pt x="1372734" y="256562"/>
                  <a:pt x="1368616" y="266417"/>
                </a:cubicBezTo>
                <a:cubicBezTo>
                  <a:pt x="1366997" y="271178"/>
                  <a:pt x="1365960" y="276116"/>
                  <a:pt x="1365527" y="281126"/>
                </a:cubicBezTo>
                <a:cubicBezTo>
                  <a:pt x="1366997" y="289216"/>
                  <a:pt x="1375234" y="291422"/>
                  <a:pt x="1378764" y="285686"/>
                </a:cubicBezTo>
                <a:cubicBezTo>
                  <a:pt x="1385384" y="284216"/>
                  <a:pt x="1387442" y="280391"/>
                  <a:pt x="1392002" y="278184"/>
                </a:cubicBezTo>
                <a:cubicBezTo>
                  <a:pt x="1396562" y="275979"/>
                  <a:pt x="1403034" y="283332"/>
                  <a:pt x="1413329" y="285686"/>
                </a:cubicBezTo>
                <a:cubicBezTo>
                  <a:pt x="1419066" y="287009"/>
                  <a:pt x="1421419" y="301276"/>
                  <a:pt x="1425242" y="307896"/>
                </a:cubicBezTo>
                <a:cubicBezTo>
                  <a:pt x="1426970" y="313010"/>
                  <a:pt x="1427815" y="318382"/>
                  <a:pt x="1427742" y="323780"/>
                </a:cubicBezTo>
                <a:cubicBezTo>
                  <a:pt x="1427539" y="327863"/>
                  <a:pt x="1424557" y="331273"/>
                  <a:pt x="1420536" y="332017"/>
                </a:cubicBezTo>
                <a:cubicBezTo>
                  <a:pt x="1415389" y="333194"/>
                  <a:pt x="1412299" y="333929"/>
                  <a:pt x="1405827" y="335841"/>
                </a:cubicBezTo>
                <a:cubicBezTo>
                  <a:pt x="1400994" y="337927"/>
                  <a:pt x="1396640" y="340980"/>
                  <a:pt x="1393032" y="344812"/>
                </a:cubicBezTo>
                <a:cubicBezTo>
                  <a:pt x="1387296" y="348931"/>
                  <a:pt x="1381264" y="349814"/>
                  <a:pt x="1375087" y="354814"/>
                </a:cubicBezTo>
                <a:cubicBezTo>
                  <a:pt x="1366591" y="361276"/>
                  <a:pt x="1356891" y="365977"/>
                  <a:pt x="1346554" y="368640"/>
                </a:cubicBezTo>
                <a:cubicBezTo>
                  <a:pt x="1341273" y="378400"/>
                  <a:pt x="1337927" y="389087"/>
                  <a:pt x="1336699" y="400115"/>
                </a:cubicBezTo>
                <a:cubicBezTo>
                  <a:pt x="1336037" y="405038"/>
                  <a:pt x="1336387" y="410043"/>
                  <a:pt x="1337729" y="414824"/>
                </a:cubicBezTo>
                <a:cubicBezTo>
                  <a:pt x="1340229" y="423649"/>
                  <a:pt x="1338022" y="432033"/>
                  <a:pt x="1345671" y="440858"/>
                </a:cubicBezTo>
                <a:cubicBezTo>
                  <a:pt x="1351616" y="446470"/>
                  <a:pt x="1359292" y="449892"/>
                  <a:pt x="1367439" y="450565"/>
                </a:cubicBezTo>
                <a:cubicBezTo>
                  <a:pt x="1372699" y="450656"/>
                  <a:pt x="1377929" y="451348"/>
                  <a:pt x="1383031" y="452625"/>
                </a:cubicBezTo>
                <a:cubicBezTo>
                  <a:pt x="1386610" y="453813"/>
                  <a:pt x="1390308" y="454602"/>
                  <a:pt x="1394061" y="454978"/>
                </a:cubicBezTo>
                <a:cubicBezTo>
                  <a:pt x="1397328" y="457188"/>
                  <a:pt x="1401047" y="458646"/>
                  <a:pt x="1404946" y="459243"/>
                </a:cubicBezTo>
                <a:cubicBezTo>
                  <a:pt x="1410688" y="459006"/>
                  <a:pt x="1416434" y="459600"/>
                  <a:pt x="1422007" y="461008"/>
                </a:cubicBezTo>
                <a:lnTo>
                  <a:pt x="1422742" y="461302"/>
                </a:lnTo>
                <a:cubicBezTo>
                  <a:pt x="1430244" y="465851"/>
                  <a:pt x="1434072" y="474627"/>
                  <a:pt x="1432302" y="483218"/>
                </a:cubicBezTo>
                <a:cubicBezTo>
                  <a:pt x="1429915" y="491509"/>
                  <a:pt x="1427066" y="499659"/>
                  <a:pt x="1423772" y="507633"/>
                </a:cubicBezTo>
                <a:cubicBezTo>
                  <a:pt x="1421712" y="514105"/>
                  <a:pt x="1420389" y="520872"/>
                  <a:pt x="1416712" y="523666"/>
                </a:cubicBezTo>
                <a:cubicBezTo>
                  <a:pt x="1413034" y="526460"/>
                  <a:pt x="1403622" y="524402"/>
                  <a:pt x="1398327" y="526460"/>
                </a:cubicBezTo>
                <a:cubicBezTo>
                  <a:pt x="1392588" y="528917"/>
                  <a:pt x="1386466" y="530360"/>
                  <a:pt x="1380236" y="530725"/>
                </a:cubicBezTo>
                <a:cubicBezTo>
                  <a:pt x="1375822" y="530725"/>
                  <a:pt x="1370381" y="526460"/>
                  <a:pt x="1367586" y="525283"/>
                </a:cubicBezTo>
                <a:cubicBezTo>
                  <a:pt x="1361248" y="523396"/>
                  <a:pt x="1354607" y="522746"/>
                  <a:pt x="1348024" y="523372"/>
                </a:cubicBezTo>
                <a:cubicBezTo>
                  <a:pt x="1342729" y="523372"/>
                  <a:pt x="1328756" y="523372"/>
                  <a:pt x="1328756" y="523372"/>
                </a:cubicBezTo>
                <a:cubicBezTo>
                  <a:pt x="1325814" y="523372"/>
                  <a:pt x="1319491" y="519988"/>
                  <a:pt x="1312431" y="518665"/>
                </a:cubicBezTo>
                <a:cubicBezTo>
                  <a:pt x="1305371" y="517342"/>
                  <a:pt x="1293751" y="518958"/>
                  <a:pt x="1288602" y="517342"/>
                </a:cubicBezTo>
                <a:cubicBezTo>
                  <a:pt x="1284262" y="515779"/>
                  <a:pt x="1280191" y="513546"/>
                  <a:pt x="1276542" y="510722"/>
                </a:cubicBezTo>
                <a:cubicBezTo>
                  <a:pt x="1271972" y="505311"/>
                  <a:pt x="1268207" y="499267"/>
                  <a:pt x="1265364" y="492778"/>
                </a:cubicBezTo>
                <a:cubicBezTo>
                  <a:pt x="1264294" y="485870"/>
                  <a:pt x="1263801" y="478884"/>
                  <a:pt x="1263892" y="471892"/>
                </a:cubicBezTo>
                <a:cubicBezTo>
                  <a:pt x="1263304" y="467922"/>
                  <a:pt x="1258744" y="449977"/>
                  <a:pt x="1258744" y="447035"/>
                </a:cubicBezTo>
                <a:lnTo>
                  <a:pt x="1257716" y="431445"/>
                </a:lnTo>
                <a:cubicBezTo>
                  <a:pt x="1257700" y="426481"/>
                  <a:pt x="1257059" y="421539"/>
                  <a:pt x="1255804" y="416737"/>
                </a:cubicBezTo>
                <a:cubicBezTo>
                  <a:pt x="1253976" y="409181"/>
                  <a:pt x="1253183" y="401412"/>
                  <a:pt x="1253449" y="393645"/>
                </a:cubicBezTo>
                <a:cubicBezTo>
                  <a:pt x="1253302" y="381584"/>
                  <a:pt x="1256832" y="379672"/>
                  <a:pt x="1259627" y="356432"/>
                </a:cubicBezTo>
                <a:cubicBezTo>
                  <a:pt x="1259921" y="354079"/>
                  <a:pt x="1264776" y="347019"/>
                  <a:pt x="1264776" y="344812"/>
                </a:cubicBezTo>
                <a:cubicBezTo>
                  <a:pt x="1265657" y="333340"/>
                  <a:pt x="1268157" y="333487"/>
                  <a:pt x="1269187" y="325692"/>
                </a:cubicBezTo>
                <a:cubicBezTo>
                  <a:pt x="1270217" y="317897"/>
                  <a:pt x="1273306" y="308484"/>
                  <a:pt x="1273306" y="306131"/>
                </a:cubicBezTo>
                <a:cubicBezTo>
                  <a:pt x="1275071" y="294216"/>
                  <a:pt x="1275071" y="278772"/>
                  <a:pt x="1275072" y="275684"/>
                </a:cubicBezTo>
                <a:cubicBezTo>
                  <a:pt x="1275662" y="269330"/>
                  <a:pt x="1277148" y="263091"/>
                  <a:pt x="1279484" y="257151"/>
                </a:cubicBezTo>
                <a:cubicBezTo>
                  <a:pt x="1282214" y="247490"/>
                  <a:pt x="1284325" y="237665"/>
                  <a:pt x="1285809" y="227734"/>
                </a:cubicBezTo>
                <a:cubicBezTo>
                  <a:pt x="1285313" y="221011"/>
                  <a:pt x="1285560" y="214254"/>
                  <a:pt x="1286544" y="207584"/>
                </a:cubicBezTo>
                <a:cubicBezTo>
                  <a:pt x="1288602" y="200524"/>
                  <a:pt x="1292279" y="199348"/>
                  <a:pt x="1298162" y="199348"/>
                </a:cubicBezTo>
                <a:cubicBezTo>
                  <a:pt x="1300811" y="199201"/>
                  <a:pt x="1308606" y="202289"/>
                  <a:pt x="1312871" y="202438"/>
                </a:cubicBezTo>
                <a:cubicBezTo>
                  <a:pt x="1317137" y="202584"/>
                  <a:pt x="1323021" y="199643"/>
                  <a:pt x="1325962" y="199643"/>
                </a:cubicBezTo>
                <a:cubicBezTo>
                  <a:pt x="1329929" y="200183"/>
                  <a:pt x="1333859" y="200969"/>
                  <a:pt x="1337729" y="201996"/>
                </a:cubicBezTo>
                <a:cubicBezTo>
                  <a:pt x="1342550" y="200679"/>
                  <a:pt x="1347468" y="199744"/>
                  <a:pt x="1352437" y="199201"/>
                </a:cubicBezTo>
                <a:close/>
                <a:moveTo>
                  <a:pt x="427710" y="198541"/>
                </a:moveTo>
                <a:cubicBezTo>
                  <a:pt x="422352" y="198541"/>
                  <a:pt x="420411" y="204574"/>
                  <a:pt x="419272" y="210480"/>
                </a:cubicBezTo>
                <a:lnTo>
                  <a:pt x="419272" y="211071"/>
                </a:lnTo>
                <a:cubicBezTo>
                  <a:pt x="418723" y="214150"/>
                  <a:pt x="412142" y="247901"/>
                  <a:pt x="412142" y="247901"/>
                </a:cubicBezTo>
                <a:lnTo>
                  <a:pt x="411594" y="250644"/>
                </a:lnTo>
                <a:lnTo>
                  <a:pt x="406362" y="250644"/>
                </a:lnTo>
                <a:cubicBezTo>
                  <a:pt x="362904" y="250821"/>
                  <a:pt x="319660" y="244581"/>
                  <a:pt x="278024" y="232123"/>
                </a:cubicBezTo>
                <a:cubicBezTo>
                  <a:pt x="278982" y="242202"/>
                  <a:pt x="282868" y="251778"/>
                  <a:pt x="289204" y="259672"/>
                </a:cubicBezTo>
                <a:cubicBezTo>
                  <a:pt x="297102" y="269093"/>
                  <a:pt x="307780" y="275767"/>
                  <a:pt x="319707" y="278741"/>
                </a:cubicBezTo>
                <a:lnTo>
                  <a:pt x="322238" y="279247"/>
                </a:lnTo>
                <a:lnTo>
                  <a:pt x="322238" y="281821"/>
                </a:lnTo>
                <a:lnTo>
                  <a:pt x="322407" y="281821"/>
                </a:lnTo>
                <a:cubicBezTo>
                  <a:pt x="323339" y="290419"/>
                  <a:pt x="327301" y="298405"/>
                  <a:pt x="333587" y="304350"/>
                </a:cubicBezTo>
                <a:cubicBezTo>
                  <a:pt x="340404" y="309383"/>
                  <a:pt x="348699" y="312007"/>
                  <a:pt x="357170" y="311817"/>
                </a:cubicBezTo>
                <a:cubicBezTo>
                  <a:pt x="359111" y="311817"/>
                  <a:pt x="360334" y="311817"/>
                  <a:pt x="360334" y="311817"/>
                </a:cubicBezTo>
                <a:lnTo>
                  <a:pt x="362992" y="311480"/>
                </a:lnTo>
                <a:lnTo>
                  <a:pt x="363920" y="313969"/>
                </a:lnTo>
                <a:cubicBezTo>
                  <a:pt x="367439" y="321132"/>
                  <a:pt x="373860" y="326448"/>
                  <a:pt x="381555" y="328566"/>
                </a:cubicBezTo>
                <a:cubicBezTo>
                  <a:pt x="384479" y="329473"/>
                  <a:pt x="387525" y="329929"/>
                  <a:pt x="390584" y="329916"/>
                </a:cubicBezTo>
                <a:cubicBezTo>
                  <a:pt x="394566" y="329912"/>
                  <a:pt x="398519" y="329224"/>
                  <a:pt x="402270" y="327891"/>
                </a:cubicBezTo>
                <a:lnTo>
                  <a:pt x="408472" y="325318"/>
                </a:lnTo>
                <a:lnTo>
                  <a:pt x="399359" y="362570"/>
                </a:lnTo>
                <a:lnTo>
                  <a:pt x="456736" y="362570"/>
                </a:lnTo>
                <a:lnTo>
                  <a:pt x="447581" y="325275"/>
                </a:lnTo>
                <a:lnTo>
                  <a:pt x="453825" y="327891"/>
                </a:lnTo>
                <a:cubicBezTo>
                  <a:pt x="457562" y="329228"/>
                  <a:pt x="461499" y="329916"/>
                  <a:pt x="465469" y="329916"/>
                </a:cubicBezTo>
                <a:cubicBezTo>
                  <a:pt x="468527" y="329925"/>
                  <a:pt x="471573" y="329473"/>
                  <a:pt x="474497" y="328566"/>
                </a:cubicBezTo>
                <a:cubicBezTo>
                  <a:pt x="482196" y="326453"/>
                  <a:pt x="488618" y="321137"/>
                  <a:pt x="492132" y="313969"/>
                </a:cubicBezTo>
                <a:lnTo>
                  <a:pt x="493060" y="311480"/>
                </a:lnTo>
                <a:lnTo>
                  <a:pt x="495718" y="311817"/>
                </a:lnTo>
                <a:cubicBezTo>
                  <a:pt x="495718" y="311817"/>
                  <a:pt x="496941" y="311817"/>
                  <a:pt x="498882" y="311817"/>
                </a:cubicBezTo>
                <a:cubicBezTo>
                  <a:pt x="507354" y="312007"/>
                  <a:pt x="515648" y="309383"/>
                  <a:pt x="522466" y="304350"/>
                </a:cubicBezTo>
                <a:cubicBezTo>
                  <a:pt x="528794" y="298422"/>
                  <a:pt x="532768" y="290406"/>
                  <a:pt x="533646" y="281779"/>
                </a:cubicBezTo>
                <a:lnTo>
                  <a:pt x="533646" y="279247"/>
                </a:lnTo>
                <a:lnTo>
                  <a:pt x="536177" y="278741"/>
                </a:lnTo>
                <a:cubicBezTo>
                  <a:pt x="548070" y="275721"/>
                  <a:pt x="558723" y="269051"/>
                  <a:pt x="566637" y="259672"/>
                </a:cubicBezTo>
                <a:cubicBezTo>
                  <a:pt x="572974" y="251778"/>
                  <a:pt x="576860" y="242202"/>
                  <a:pt x="577817" y="232123"/>
                </a:cubicBezTo>
                <a:cubicBezTo>
                  <a:pt x="536223" y="244569"/>
                  <a:pt x="493022" y="250808"/>
                  <a:pt x="449606" y="250644"/>
                </a:cubicBezTo>
                <a:lnTo>
                  <a:pt x="444374" y="250644"/>
                </a:lnTo>
                <a:lnTo>
                  <a:pt x="443826" y="247901"/>
                </a:lnTo>
                <a:cubicBezTo>
                  <a:pt x="443826" y="247901"/>
                  <a:pt x="437287" y="213982"/>
                  <a:pt x="436696" y="211071"/>
                </a:cubicBezTo>
                <a:lnTo>
                  <a:pt x="436696" y="210480"/>
                </a:lnTo>
                <a:cubicBezTo>
                  <a:pt x="435599" y="204574"/>
                  <a:pt x="433700" y="198541"/>
                  <a:pt x="428258" y="198541"/>
                </a:cubicBezTo>
                <a:close/>
                <a:moveTo>
                  <a:pt x="494072" y="197065"/>
                </a:moveTo>
                <a:cubicBezTo>
                  <a:pt x="500350" y="199246"/>
                  <a:pt x="506008" y="202908"/>
                  <a:pt x="510568" y="207738"/>
                </a:cubicBezTo>
                <a:cubicBezTo>
                  <a:pt x="504143" y="209131"/>
                  <a:pt x="497532" y="209489"/>
                  <a:pt x="490993" y="208793"/>
                </a:cubicBezTo>
                <a:cubicBezTo>
                  <a:pt x="482893" y="207949"/>
                  <a:pt x="476395" y="198161"/>
                  <a:pt x="476395" y="198161"/>
                </a:cubicBezTo>
                <a:cubicBezTo>
                  <a:pt x="482007" y="195871"/>
                  <a:pt x="488221" y="195482"/>
                  <a:pt x="494072" y="197065"/>
                </a:cubicBezTo>
                <a:close/>
                <a:moveTo>
                  <a:pt x="2355689" y="195083"/>
                </a:moveTo>
                <a:cubicBezTo>
                  <a:pt x="2361131" y="195083"/>
                  <a:pt x="2365544" y="200820"/>
                  <a:pt x="2370398" y="200820"/>
                </a:cubicBezTo>
                <a:cubicBezTo>
                  <a:pt x="2380259" y="200102"/>
                  <a:pt x="2390171" y="200844"/>
                  <a:pt x="2399814" y="203025"/>
                </a:cubicBezTo>
                <a:lnTo>
                  <a:pt x="2401139" y="203761"/>
                </a:lnTo>
                <a:cubicBezTo>
                  <a:pt x="2402904" y="205231"/>
                  <a:pt x="2404081" y="213910"/>
                  <a:pt x="2406139" y="215821"/>
                </a:cubicBezTo>
                <a:cubicBezTo>
                  <a:pt x="2411891" y="221238"/>
                  <a:pt x="2415495" y="228551"/>
                  <a:pt x="2416288" y="236413"/>
                </a:cubicBezTo>
                <a:cubicBezTo>
                  <a:pt x="2415848" y="242296"/>
                  <a:pt x="2408051" y="251709"/>
                  <a:pt x="2408051" y="253916"/>
                </a:cubicBezTo>
                <a:cubicBezTo>
                  <a:pt x="2408486" y="259575"/>
                  <a:pt x="2407149" y="265229"/>
                  <a:pt x="2404228" y="270094"/>
                </a:cubicBezTo>
                <a:cubicBezTo>
                  <a:pt x="2398312" y="278161"/>
                  <a:pt x="2393375" y="286900"/>
                  <a:pt x="2389519" y="296129"/>
                </a:cubicBezTo>
                <a:cubicBezTo>
                  <a:pt x="2387901" y="299218"/>
                  <a:pt x="2377899" y="307159"/>
                  <a:pt x="2376281" y="310837"/>
                </a:cubicBezTo>
                <a:cubicBezTo>
                  <a:pt x="2366279" y="333636"/>
                  <a:pt x="2355101" y="349521"/>
                  <a:pt x="2346864" y="372317"/>
                </a:cubicBezTo>
                <a:cubicBezTo>
                  <a:pt x="2345541" y="375994"/>
                  <a:pt x="2339806" y="383496"/>
                  <a:pt x="2337011" y="382172"/>
                </a:cubicBezTo>
                <a:cubicBezTo>
                  <a:pt x="2333175" y="380447"/>
                  <a:pt x="2328785" y="380447"/>
                  <a:pt x="2324949" y="382172"/>
                </a:cubicBezTo>
                <a:cubicBezTo>
                  <a:pt x="2323038" y="383791"/>
                  <a:pt x="2314948" y="383642"/>
                  <a:pt x="2312299" y="386291"/>
                </a:cubicBezTo>
                <a:cubicBezTo>
                  <a:pt x="2309653" y="388937"/>
                  <a:pt x="2296121" y="386879"/>
                  <a:pt x="2293474" y="392027"/>
                </a:cubicBezTo>
                <a:cubicBezTo>
                  <a:pt x="2291561" y="396743"/>
                  <a:pt x="2291561" y="402020"/>
                  <a:pt x="2293474" y="406735"/>
                </a:cubicBezTo>
                <a:cubicBezTo>
                  <a:pt x="2297739" y="411736"/>
                  <a:pt x="2306418" y="406735"/>
                  <a:pt x="2308181" y="404087"/>
                </a:cubicBezTo>
                <a:cubicBezTo>
                  <a:pt x="2311015" y="400685"/>
                  <a:pt x="2315229" y="398741"/>
                  <a:pt x="2319654" y="398792"/>
                </a:cubicBezTo>
                <a:cubicBezTo>
                  <a:pt x="2324756" y="401020"/>
                  <a:pt x="2330081" y="402697"/>
                  <a:pt x="2335539" y="403794"/>
                </a:cubicBezTo>
                <a:cubicBezTo>
                  <a:pt x="2339162" y="404368"/>
                  <a:pt x="2341837" y="407480"/>
                  <a:pt x="2341864" y="411147"/>
                </a:cubicBezTo>
                <a:cubicBezTo>
                  <a:pt x="2341955" y="418016"/>
                  <a:pt x="2343353" y="424805"/>
                  <a:pt x="2345983" y="431150"/>
                </a:cubicBezTo>
                <a:cubicBezTo>
                  <a:pt x="2346102" y="434100"/>
                  <a:pt x="2345220" y="437001"/>
                  <a:pt x="2343483" y="439387"/>
                </a:cubicBezTo>
                <a:cubicBezTo>
                  <a:pt x="2339028" y="443379"/>
                  <a:pt x="2334086" y="446788"/>
                  <a:pt x="2328774" y="449535"/>
                </a:cubicBezTo>
                <a:cubicBezTo>
                  <a:pt x="2325243" y="451742"/>
                  <a:pt x="2317301" y="452330"/>
                  <a:pt x="2312299" y="455567"/>
                </a:cubicBezTo>
                <a:cubicBezTo>
                  <a:pt x="2309265" y="457845"/>
                  <a:pt x="2307384" y="461339"/>
                  <a:pt x="2307153" y="465127"/>
                </a:cubicBezTo>
                <a:cubicBezTo>
                  <a:pt x="2307153" y="471452"/>
                  <a:pt x="2312006" y="471452"/>
                  <a:pt x="2315094" y="471452"/>
                </a:cubicBezTo>
                <a:cubicBezTo>
                  <a:pt x="2318184" y="471452"/>
                  <a:pt x="2330979" y="467334"/>
                  <a:pt x="2337011" y="467334"/>
                </a:cubicBezTo>
                <a:cubicBezTo>
                  <a:pt x="2342499" y="467610"/>
                  <a:pt x="2347996" y="467610"/>
                  <a:pt x="2353484" y="467334"/>
                </a:cubicBezTo>
                <a:cubicBezTo>
                  <a:pt x="2360050" y="465115"/>
                  <a:pt x="2366869" y="463731"/>
                  <a:pt x="2373781" y="463215"/>
                </a:cubicBezTo>
                <a:cubicBezTo>
                  <a:pt x="2380253" y="464834"/>
                  <a:pt x="2387459" y="458802"/>
                  <a:pt x="2391578" y="463215"/>
                </a:cubicBezTo>
                <a:cubicBezTo>
                  <a:pt x="2391578" y="470864"/>
                  <a:pt x="2406286" y="474394"/>
                  <a:pt x="2406286" y="486307"/>
                </a:cubicBezTo>
                <a:cubicBezTo>
                  <a:pt x="2406286" y="503369"/>
                  <a:pt x="2394961" y="522637"/>
                  <a:pt x="2380253" y="523813"/>
                </a:cubicBezTo>
                <a:cubicBezTo>
                  <a:pt x="2374074" y="524402"/>
                  <a:pt x="2378341" y="519695"/>
                  <a:pt x="2356573" y="519695"/>
                </a:cubicBezTo>
                <a:cubicBezTo>
                  <a:pt x="2337158" y="519988"/>
                  <a:pt x="2320536" y="521312"/>
                  <a:pt x="2317448" y="521312"/>
                </a:cubicBezTo>
                <a:cubicBezTo>
                  <a:pt x="2310315" y="521401"/>
                  <a:pt x="2303187" y="520958"/>
                  <a:pt x="2296121" y="519988"/>
                </a:cubicBezTo>
                <a:cubicBezTo>
                  <a:pt x="2289853" y="520121"/>
                  <a:pt x="2283606" y="520761"/>
                  <a:pt x="2277441" y="521902"/>
                </a:cubicBezTo>
                <a:cubicBezTo>
                  <a:pt x="2270591" y="523664"/>
                  <a:pt x="2263605" y="524845"/>
                  <a:pt x="2256556" y="525432"/>
                </a:cubicBezTo>
                <a:cubicBezTo>
                  <a:pt x="2247818" y="525305"/>
                  <a:pt x="2239150" y="527008"/>
                  <a:pt x="2231111" y="530432"/>
                </a:cubicBezTo>
                <a:cubicBezTo>
                  <a:pt x="2222447" y="532203"/>
                  <a:pt x="2213626" y="533089"/>
                  <a:pt x="2204783" y="533078"/>
                </a:cubicBezTo>
                <a:cubicBezTo>
                  <a:pt x="2196081" y="536783"/>
                  <a:pt x="2187009" y="539545"/>
                  <a:pt x="2177720" y="541315"/>
                </a:cubicBezTo>
                <a:cubicBezTo>
                  <a:pt x="2172718" y="541903"/>
                  <a:pt x="2161100" y="540433"/>
                  <a:pt x="2160658" y="532343"/>
                </a:cubicBezTo>
                <a:cubicBezTo>
                  <a:pt x="2160216" y="524253"/>
                  <a:pt x="2155805" y="519988"/>
                  <a:pt x="2156835" y="509545"/>
                </a:cubicBezTo>
                <a:cubicBezTo>
                  <a:pt x="2157716" y="506457"/>
                  <a:pt x="2157716" y="501457"/>
                  <a:pt x="2157715" y="499103"/>
                </a:cubicBezTo>
                <a:cubicBezTo>
                  <a:pt x="2157743" y="494431"/>
                  <a:pt x="2159844" y="490011"/>
                  <a:pt x="2163451" y="487042"/>
                </a:cubicBezTo>
                <a:cubicBezTo>
                  <a:pt x="2164481" y="486749"/>
                  <a:pt x="2166835" y="481600"/>
                  <a:pt x="2169776" y="481895"/>
                </a:cubicBezTo>
                <a:cubicBezTo>
                  <a:pt x="2172718" y="482189"/>
                  <a:pt x="2173308" y="485719"/>
                  <a:pt x="2177720" y="485719"/>
                </a:cubicBezTo>
                <a:cubicBezTo>
                  <a:pt x="2185748" y="483981"/>
                  <a:pt x="2193546" y="481316"/>
                  <a:pt x="2200960" y="477777"/>
                </a:cubicBezTo>
                <a:cubicBezTo>
                  <a:pt x="2210507" y="472899"/>
                  <a:pt x="2220330" y="468578"/>
                  <a:pt x="2230376" y="464834"/>
                </a:cubicBezTo>
                <a:cubicBezTo>
                  <a:pt x="2234200" y="459390"/>
                  <a:pt x="2227875" y="456597"/>
                  <a:pt x="2225521" y="456597"/>
                </a:cubicBezTo>
                <a:cubicBezTo>
                  <a:pt x="2221446" y="457696"/>
                  <a:pt x="2217101" y="457113"/>
                  <a:pt x="2213461" y="454979"/>
                </a:cubicBezTo>
                <a:cubicBezTo>
                  <a:pt x="2207431" y="453949"/>
                  <a:pt x="2204930" y="452479"/>
                  <a:pt x="2203311" y="449830"/>
                </a:cubicBezTo>
                <a:cubicBezTo>
                  <a:pt x="2201695" y="447184"/>
                  <a:pt x="2202870" y="444094"/>
                  <a:pt x="2203311" y="439975"/>
                </a:cubicBezTo>
                <a:cubicBezTo>
                  <a:pt x="2203753" y="435857"/>
                  <a:pt x="2204046" y="431445"/>
                  <a:pt x="2204636" y="427915"/>
                </a:cubicBezTo>
                <a:cubicBezTo>
                  <a:pt x="2205225" y="424385"/>
                  <a:pt x="2205665" y="419090"/>
                  <a:pt x="2211255" y="419090"/>
                </a:cubicBezTo>
                <a:cubicBezTo>
                  <a:pt x="2214343" y="419090"/>
                  <a:pt x="2215078" y="421296"/>
                  <a:pt x="2218020" y="421296"/>
                </a:cubicBezTo>
                <a:cubicBezTo>
                  <a:pt x="2220961" y="421296"/>
                  <a:pt x="2222285" y="419972"/>
                  <a:pt x="2225228" y="419972"/>
                </a:cubicBezTo>
                <a:cubicBezTo>
                  <a:pt x="2227564" y="420361"/>
                  <a:pt x="2229951" y="420361"/>
                  <a:pt x="2232288" y="419972"/>
                </a:cubicBezTo>
                <a:cubicBezTo>
                  <a:pt x="2234893" y="418692"/>
                  <a:pt x="2237086" y="416705"/>
                  <a:pt x="2238613" y="414236"/>
                </a:cubicBezTo>
                <a:cubicBezTo>
                  <a:pt x="2239935" y="409452"/>
                  <a:pt x="2240483" y="404486"/>
                  <a:pt x="2240230" y="399527"/>
                </a:cubicBezTo>
                <a:cubicBezTo>
                  <a:pt x="2239641" y="395557"/>
                  <a:pt x="2236111" y="396146"/>
                  <a:pt x="2231551" y="398351"/>
                </a:cubicBezTo>
                <a:cubicBezTo>
                  <a:pt x="2227959" y="399660"/>
                  <a:pt x="2224270" y="400693"/>
                  <a:pt x="2220520" y="401441"/>
                </a:cubicBezTo>
                <a:cubicBezTo>
                  <a:pt x="2217178" y="402353"/>
                  <a:pt x="2213792" y="403090"/>
                  <a:pt x="2210371" y="403646"/>
                </a:cubicBezTo>
                <a:cubicBezTo>
                  <a:pt x="2207582" y="403658"/>
                  <a:pt x="2204808" y="403263"/>
                  <a:pt x="2202135" y="402469"/>
                </a:cubicBezTo>
                <a:cubicBezTo>
                  <a:pt x="2198016" y="401441"/>
                  <a:pt x="2199046" y="398940"/>
                  <a:pt x="2198016" y="395997"/>
                </a:cubicBezTo>
                <a:cubicBezTo>
                  <a:pt x="2196353" y="393093"/>
                  <a:pt x="2195255" y="389899"/>
                  <a:pt x="2194781" y="386584"/>
                </a:cubicBezTo>
                <a:cubicBezTo>
                  <a:pt x="2195370" y="378201"/>
                  <a:pt x="2188603" y="375112"/>
                  <a:pt x="2187428" y="372906"/>
                </a:cubicBezTo>
                <a:cubicBezTo>
                  <a:pt x="2185210" y="368279"/>
                  <a:pt x="2183816" y="363302"/>
                  <a:pt x="2183308" y="358197"/>
                </a:cubicBezTo>
                <a:cubicBezTo>
                  <a:pt x="2183308" y="348637"/>
                  <a:pt x="2192281" y="341136"/>
                  <a:pt x="2191251" y="335106"/>
                </a:cubicBezTo>
                <a:cubicBezTo>
                  <a:pt x="2188580" y="322885"/>
                  <a:pt x="2187297" y="310402"/>
                  <a:pt x="2187426" y="297894"/>
                </a:cubicBezTo>
                <a:cubicBezTo>
                  <a:pt x="2187868" y="294511"/>
                  <a:pt x="2182720" y="288774"/>
                  <a:pt x="2182720" y="282009"/>
                </a:cubicBezTo>
                <a:cubicBezTo>
                  <a:pt x="2182937" y="277933"/>
                  <a:pt x="2183578" y="273892"/>
                  <a:pt x="2184631" y="269948"/>
                </a:cubicBezTo>
                <a:cubicBezTo>
                  <a:pt x="2186742" y="263252"/>
                  <a:pt x="2188123" y="256348"/>
                  <a:pt x="2188751" y="249356"/>
                </a:cubicBezTo>
                <a:cubicBezTo>
                  <a:pt x="2187868" y="240091"/>
                  <a:pt x="2192575" y="228471"/>
                  <a:pt x="2198900" y="228471"/>
                </a:cubicBezTo>
                <a:cubicBezTo>
                  <a:pt x="2205225" y="228471"/>
                  <a:pt x="2205076" y="236413"/>
                  <a:pt x="2211990" y="236413"/>
                </a:cubicBezTo>
                <a:cubicBezTo>
                  <a:pt x="2216151" y="236627"/>
                  <a:pt x="2220322" y="236181"/>
                  <a:pt x="2224345" y="235089"/>
                </a:cubicBezTo>
                <a:cubicBezTo>
                  <a:pt x="2225816" y="234059"/>
                  <a:pt x="2237141" y="231265"/>
                  <a:pt x="2240524" y="229941"/>
                </a:cubicBezTo>
                <a:cubicBezTo>
                  <a:pt x="2250378" y="226411"/>
                  <a:pt x="2257438" y="221999"/>
                  <a:pt x="2268175" y="218616"/>
                </a:cubicBezTo>
                <a:cubicBezTo>
                  <a:pt x="2275383" y="216410"/>
                  <a:pt x="2284354" y="218321"/>
                  <a:pt x="2290091" y="216410"/>
                </a:cubicBezTo>
                <a:cubicBezTo>
                  <a:pt x="2305976" y="210968"/>
                  <a:pt x="2350248" y="195083"/>
                  <a:pt x="2355689" y="195083"/>
                </a:cubicBezTo>
                <a:close/>
                <a:moveTo>
                  <a:pt x="139476" y="178416"/>
                </a:moveTo>
                <a:cubicBezTo>
                  <a:pt x="138928" y="178416"/>
                  <a:pt x="138084" y="179091"/>
                  <a:pt x="137746" y="179091"/>
                </a:cubicBezTo>
                <a:cubicBezTo>
                  <a:pt x="137139" y="179344"/>
                  <a:pt x="136582" y="179699"/>
                  <a:pt x="136101" y="180146"/>
                </a:cubicBezTo>
                <a:cubicBezTo>
                  <a:pt x="135763" y="180526"/>
                  <a:pt x="134920" y="181791"/>
                  <a:pt x="134160" y="182340"/>
                </a:cubicBezTo>
                <a:cubicBezTo>
                  <a:pt x="133401" y="182888"/>
                  <a:pt x="132473" y="183816"/>
                  <a:pt x="131967" y="184196"/>
                </a:cubicBezTo>
                <a:cubicBezTo>
                  <a:pt x="131460" y="184576"/>
                  <a:pt x="130363" y="184534"/>
                  <a:pt x="130026" y="184829"/>
                </a:cubicBezTo>
                <a:cubicBezTo>
                  <a:pt x="129684" y="185103"/>
                  <a:pt x="129524" y="185538"/>
                  <a:pt x="129604" y="185968"/>
                </a:cubicBezTo>
                <a:lnTo>
                  <a:pt x="129562" y="185968"/>
                </a:lnTo>
                <a:cubicBezTo>
                  <a:pt x="129600" y="186706"/>
                  <a:pt x="129528" y="187445"/>
                  <a:pt x="129351" y="188162"/>
                </a:cubicBezTo>
                <a:cubicBezTo>
                  <a:pt x="129452" y="188580"/>
                  <a:pt x="129777" y="188904"/>
                  <a:pt x="130195" y="189006"/>
                </a:cubicBezTo>
                <a:cubicBezTo>
                  <a:pt x="131772" y="188850"/>
                  <a:pt x="133338" y="189444"/>
                  <a:pt x="134414" y="190609"/>
                </a:cubicBezTo>
                <a:cubicBezTo>
                  <a:pt x="136059" y="192296"/>
                  <a:pt x="136481" y="193689"/>
                  <a:pt x="138379" y="195671"/>
                </a:cubicBezTo>
                <a:cubicBezTo>
                  <a:pt x="139476" y="196726"/>
                  <a:pt x="139223" y="197781"/>
                  <a:pt x="139476" y="198836"/>
                </a:cubicBezTo>
                <a:cubicBezTo>
                  <a:pt x="139244" y="200017"/>
                  <a:pt x="138860" y="201169"/>
                  <a:pt x="138337" y="202253"/>
                </a:cubicBezTo>
                <a:cubicBezTo>
                  <a:pt x="137886" y="202890"/>
                  <a:pt x="137392" y="203497"/>
                  <a:pt x="136860" y="204067"/>
                </a:cubicBezTo>
                <a:cubicBezTo>
                  <a:pt x="136101" y="204911"/>
                  <a:pt x="136017" y="206176"/>
                  <a:pt x="135384" y="207147"/>
                </a:cubicBezTo>
                <a:cubicBezTo>
                  <a:pt x="134515" y="208071"/>
                  <a:pt x="134515" y="209514"/>
                  <a:pt x="135384" y="210438"/>
                </a:cubicBezTo>
                <a:cubicBezTo>
                  <a:pt x="136409" y="211294"/>
                  <a:pt x="137346" y="212256"/>
                  <a:pt x="138168" y="213306"/>
                </a:cubicBezTo>
                <a:cubicBezTo>
                  <a:pt x="138886" y="214024"/>
                  <a:pt x="139054" y="213770"/>
                  <a:pt x="139898" y="214277"/>
                </a:cubicBezTo>
                <a:cubicBezTo>
                  <a:pt x="140742" y="214783"/>
                  <a:pt x="141206" y="215500"/>
                  <a:pt x="142303" y="215838"/>
                </a:cubicBezTo>
                <a:cubicBezTo>
                  <a:pt x="142771" y="216053"/>
                  <a:pt x="143311" y="216053"/>
                  <a:pt x="143779" y="215838"/>
                </a:cubicBezTo>
                <a:cubicBezTo>
                  <a:pt x="144243" y="215627"/>
                  <a:pt x="144539" y="214825"/>
                  <a:pt x="144792" y="214403"/>
                </a:cubicBezTo>
                <a:cubicBezTo>
                  <a:pt x="145049" y="213635"/>
                  <a:pt x="145357" y="212889"/>
                  <a:pt x="145720" y="212167"/>
                </a:cubicBezTo>
                <a:cubicBezTo>
                  <a:pt x="146311" y="211594"/>
                  <a:pt x="146796" y="210923"/>
                  <a:pt x="147154" y="210184"/>
                </a:cubicBezTo>
                <a:cubicBezTo>
                  <a:pt x="147154" y="210184"/>
                  <a:pt x="147998" y="209762"/>
                  <a:pt x="148589" y="209762"/>
                </a:cubicBezTo>
                <a:cubicBezTo>
                  <a:pt x="150061" y="210893"/>
                  <a:pt x="151470" y="212104"/>
                  <a:pt x="152808" y="213391"/>
                </a:cubicBezTo>
                <a:cubicBezTo>
                  <a:pt x="153525" y="214234"/>
                  <a:pt x="153061" y="215922"/>
                  <a:pt x="152808" y="216766"/>
                </a:cubicBezTo>
                <a:cubicBezTo>
                  <a:pt x="152491" y="218711"/>
                  <a:pt x="152023" y="220630"/>
                  <a:pt x="151416" y="222503"/>
                </a:cubicBezTo>
                <a:cubicBezTo>
                  <a:pt x="150842" y="223411"/>
                  <a:pt x="150428" y="224410"/>
                  <a:pt x="150192" y="225457"/>
                </a:cubicBezTo>
                <a:cubicBezTo>
                  <a:pt x="150044" y="226528"/>
                  <a:pt x="149804" y="227587"/>
                  <a:pt x="149475" y="228621"/>
                </a:cubicBezTo>
                <a:cubicBezTo>
                  <a:pt x="149306" y="229169"/>
                  <a:pt x="148631" y="229507"/>
                  <a:pt x="148378" y="230055"/>
                </a:cubicBezTo>
                <a:cubicBezTo>
                  <a:pt x="148142" y="230730"/>
                  <a:pt x="148306" y="231481"/>
                  <a:pt x="148800" y="231996"/>
                </a:cubicBezTo>
                <a:cubicBezTo>
                  <a:pt x="149011" y="232207"/>
                  <a:pt x="150192" y="232587"/>
                  <a:pt x="150783" y="232924"/>
                </a:cubicBezTo>
                <a:cubicBezTo>
                  <a:pt x="151373" y="233262"/>
                  <a:pt x="152217" y="234190"/>
                  <a:pt x="152892" y="234190"/>
                </a:cubicBezTo>
                <a:cubicBezTo>
                  <a:pt x="153685" y="234000"/>
                  <a:pt x="154487" y="233857"/>
                  <a:pt x="155297" y="233768"/>
                </a:cubicBezTo>
                <a:cubicBezTo>
                  <a:pt x="156605" y="233768"/>
                  <a:pt x="158967" y="234401"/>
                  <a:pt x="159305" y="233473"/>
                </a:cubicBezTo>
                <a:cubicBezTo>
                  <a:pt x="159697" y="231595"/>
                  <a:pt x="159938" y="229692"/>
                  <a:pt x="160022" y="227777"/>
                </a:cubicBezTo>
                <a:cubicBezTo>
                  <a:pt x="160482" y="226786"/>
                  <a:pt x="160849" y="225756"/>
                  <a:pt x="161119" y="224697"/>
                </a:cubicBezTo>
                <a:cubicBezTo>
                  <a:pt x="161305" y="222807"/>
                  <a:pt x="161731" y="220951"/>
                  <a:pt x="162385" y="219171"/>
                </a:cubicBezTo>
                <a:cubicBezTo>
                  <a:pt x="162908" y="217880"/>
                  <a:pt x="163347" y="216555"/>
                  <a:pt x="163693" y="215205"/>
                </a:cubicBezTo>
                <a:cubicBezTo>
                  <a:pt x="163946" y="214108"/>
                  <a:pt x="162975" y="211830"/>
                  <a:pt x="163693" y="210227"/>
                </a:cubicBezTo>
                <a:cubicBezTo>
                  <a:pt x="164287" y="208720"/>
                  <a:pt x="164616" y="207122"/>
                  <a:pt x="164663" y="205501"/>
                </a:cubicBezTo>
                <a:cubicBezTo>
                  <a:pt x="164785" y="204632"/>
                  <a:pt x="164557" y="203755"/>
                  <a:pt x="164030" y="203055"/>
                </a:cubicBezTo>
                <a:cubicBezTo>
                  <a:pt x="162891" y="201493"/>
                  <a:pt x="162216" y="199933"/>
                  <a:pt x="161921" y="199553"/>
                </a:cubicBezTo>
                <a:cubicBezTo>
                  <a:pt x="161625" y="199173"/>
                  <a:pt x="160950" y="199047"/>
                  <a:pt x="160360" y="198625"/>
                </a:cubicBezTo>
                <a:lnTo>
                  <a:pt x="159347" y="197950"/>
                </a:lnTo>
                <a:cubicBezTo>
                  <a:pt x="159052" y="197739"/>
                  <a:pt x="158419" y="198034"/>
                  <a:pt x="157449" y="197064"/>
                </a:cubicBezTo>
                <a:cubicBezTo>
                  <a:pt x="156736" y="196384"/>
                  <a:pt x="156060" y="195663"/>
                  <a:pt x="155423" y="194912"/>
                </a:cubicBezTo>
                <a:cubicBezTo>
                  <a:pt x="154495" y="193815"/>
                  <a:pt x="153905" y="192887"/>
                  <a:pt x="153230" y="192170"/>
                </a:cubicBezTo>
                <a:cubicBezTo>
                  <a:pt x="151036" y="189765"/>
                  <a:pt x="150319" y="188964"/>
                  <a:pt x="149264" y="187951"/>
                </a:cubicBezTo>
                <a:cubicBezTo>
                  <a:pt x="148526" y="187179"/>
                  <a:pt x="147834" y="186360"/>
                  <a:pt x="147197" y="185504"/>
                </a:cubicBezTo>
                <a:cubicBezTo>
                  <a:pt x="146606" y="184112"/>
                  <a:pt x="146226" y="182804"/>
                  <a:pt x="145973" y="182382"/>
                </a:cubicBezTo>
                <a:cubicBezTo>
                  <a:pt x="145378" y="181648"/>
                  <a:pt x="144712" y="180969"/>
                  <a:pt x="143990" y="180357"/>
                </a:cubicBezTo>
                <a:cubicBezTo>
                  <a:pt x="143442" y="179935"/>
                  <a:pt x="143442" y="179513"/>
                  <a:pt x="142725" y="179007"/>
                </a:cubicBezTo>
                <a:cubicBezTo>
                  <a:pt x="141704" y="178556"/>
                  <a:pt x="140590" y="178353"/>
                  <a:pt x="139476" y="178416"/>
                </a:cubicBezTo>
                <a:close/>
                <a:moveTo>
                  <a:pt x="512202" y="178252"/>
                </a:moveTo>
                <a:lnTo>
                  <a:pt x="529047" y="180569"/>
                </a:lnTo>
                <a:cubicBezTo>
                  <a:pt x="524689" y="185066"/>
                  <a:pt x="519120" y="188201"/>
                  <a:pt x="513015" y="189597"/>
                </a:cubicBezTo>
                <a:cubicBezTo>
                  <a:pt x="505505" y="191200"/>
                  <a:pt x="495886" y="184197"/>
                  <a:pt x="495886" y="184197"/>
                </a:cubicBezTo>
                <a:close/>
                <a:moveTo>
                  <a:pt x="512171" y="178248"/>
                </a:moveTo>
                <a:lnTo>
                  <a:pt x="512214" y="178248"/>
                </a:lnTo>
                <a:lnTo>
                  <a:pt x="512202" y="178252"/>
                </a:lnTo>
                <a:close/>
                <a:moveTo>
                  <a:pt x="713580" y="158419"/>
                </a:moveTo>
                <a:cubicBezTo>
                  <a:pt x="712779" y="157870"/>
                  <a:pt x="711218" y="158588"/>
                  <a:pt x="711302" y="158925"/>
                </a:cubicBezTo>
                <a:cubicBezTo>
                  <a:pt x="711386" y="159263"/>
                  <a:pt x="709868" y="161035"/>
                  <a:pt x="709108" y="161710"/>
                </a:cubicBezTo>
                <a:cubicBezTo>
                  <a:pt x="706577" y="163903"/>
                  <a:pt x="705986" y="165380"/>
                  <a:pt x="704889" y="166182"/>
                </a:cubicBezTo>
                <a:cubicBezTo>
                  <a:pt x="703118" y="167574"/>
                  <a:pt x="700755" y="169430"/>
                  <a:pt x="700417" y="169810"/>
                </a:cubicBezTo>
                <a:cubicBezTo>
                  <a:pt x="699738" y="170493"/>
                  <a:pt x="699143" y="171261"/>
                  <a:pt x="698646" y="172088"/>
                </a:cubicBezTo>
                <a:cubicBezTo>
                  <a:pt x="698426" y="172729"/>
                  <a:pt x="698131" y="173337"/>
                  <a:pt x="697760" y="173902"/>
                </a:cubicBezTo>
                <a:cubicBezTo>
                  <a:pt x="697422" y="174324"/>
                  <a:pt x="696409" y="173902"/>
                  <a:pt x="696409" y="173902"/>
                </a:cubicBezTo>
                <a:cubicBezTo>
                  <a:pt x="695443" y="173636"/>
                  <a:pt x="694532" y="173210"/>
                  <a:pt x="693709" y="172636"/>
                </a:cubicBezTo>
                <a:cubicBezTo>
                  <a:pt x="693583" y="172556"/>
                  <a:pt x="693477" y="172447"/>
                  <a:pt x="693397" y="172324"/>
                </a:cubicBezTo>
                <a:cubicBezTo>
                  <a:pt x="693081" y="171835"/>
                  <a:pt x="693220" y="171181"/>
                  <a:pt x="693709" y="170865"/>
                </a:cubicBezTo>
                <a:cubicBezTo>
                  <a:pt x="694709" y="169869"/>
                  <a:pt x="695574" y="168751"/>
                  <a:pt x="696283" y="167532"/>
                </a:cubicBezTo>
                <a:cubicBezTo>
                  <a:pt x="696241" y="166899"/>
                  <a:pt x="695608" y="166899"/>
                  <a:pt x="695608" y="166899"/>
                </a:cubicBezTo>
                <a:cubicBezTo>
                  <a:pt x="693583" y="167456"/>
                  <a:pt x="691524" y="167894"/>
                  <a:pt x="689448" y="168207"/>
                </a:cubicBezTo>
                <a:cubicBezTo>
                  <a:pt x="688921" y="168177"/>
                  <a:pt x="688406" y="168046"/>
                  <a:pt x="687929" y="167827"/>
                </a:cubicBezTo>
                <a:cubicBezTo>
                  <a:pt x="687204" y="167717"/>
                  <a:pt x="686478" y="168008"/>
                  <a:pt x="686031" y="168586"/>
                </a:cubicBezTo>
                <a:cubicBezTo>
                  <a:pt x="684554" y="171118"/>
                  <a:pt x="683668" y="170654"/>
                  <a:pt x="682571" y="171708"/>
                </a:cubicBezTo>
                <a:cubicBezTo>
                  <a:pt x="681466" y="172911"/>
                  <a:pt x="680661" y="174358"/>
                  <a:pt x="680209" y="175927"/>
                </a:cubicBezTo>
                <a:cubicBezTo>
                  <a:pt x="679943" y="176687"/>
                  <a:pt x="680264" y="177522"/>
                  <a:pt x="680968" y="177910"/>
                </a:cubicBezTo>
                <a:cubicBezTo>
                  <a:pt x="682487" y="178965"/>
                  <a:pt x="684723" y="178585"/>
                  <a:pt x="687212" y="178965"/>
                </a:cubicBezTo>
                <a:cubicBezTo>
                  <a:pt x="687816" y="179028"/>
                  <a:pt x="688423" y="179028"/>
                  <a:pt x="689026" y="178965"/>
                </a:cubicBezTo>
                <a:cubicBezTo>
                  <a:pt x="690406" y="178623"/>
                  <a:pt x="691828" y="178496"/>
                  <a:pt x="693245" y="178585"/>
                </a:cubicBezTo>
                <a:cubicBezTo>
                  <a:pt x="694557" y="179066"/>
                  <a:pt x="695794" y="179733"/>
                  <a:pt x="696916" y="180568"/>
                </a:cubicBezTo>
                <a:cubicBezTo>
                  <a:pt x="697760" y="181116"/>
                  <a:pt x="699025" y="182087"/>
                  <a:pt x="699658" y="182551"/>
                </a:cubicBezTo>
                <a:cubicBezTo>
                  <a:pt x="700835" y="183411"/>
                  <a:pt x="701966" y="184340"/>
                  <a:pt x="703033" y="185335"/>
                </a:cubicBezTo>
                <a:cubicBezTo>
                  <a:pt x="703742" y="185939"/>
                  <a:pt x="704505" y="186474"/>
                  <a:pt x="705311" y="186938"/>
                </a:cubicBezTo>
                <a:cubicBezTo>
                  <a:pt x="706159" y="187297"/>
                  <a:pt x="706931" y="187816"/>
                  <a:pt x="707590" y="188457"/>
                </a:cubicBezTo>
                <a:cubicBezTo>
                  <a:pt x="708686" y="189963"/>
                  <a:pt x="710133" y="191183"/>
                  <a:pt x="711808" y="192001"/>
                </a:cubicBezTo>
                <a:cubicBezTo>
                  <a:pt x="712315" y="192170"/>
                  <a:pt x="713749" y="193815"/>
                  <a:pt x="714466" y="194153"/>
                </a:cubicBezTo>
                <a:cubicBezTo>
                  <a:pt x="715398" y="194726"/>
                  <a:pt x="716238" y="195435"/>
                  <a:pt x="716955" y="196262"/>
                </a:cubicBezTo>
                <a:cubicBezTo>
                  <a:pt x="716285" y="197114"/>
                  <a:pt x="715137" y="197422"/>
                  <a:pt x="714129" y="197022"/>
                </a:cubicBezTo>
                <a:cubicBezTo>
                  <a:pt x="713665" y="196726"/>
                  <a:pt x="711935" y="196431"/>
                  <a:pt x="711555" y="196051"/>
                </a:cubicBezTo>
                <a:cubicBezTo>
                  <a:pt x="711095" y="195431"/>
                  <a:pt x="710724" y="194752"/>
                  <a:pt x="710458" y="194026"/>
                </a:cubicBezTo>
                <a:cubicBezTo>
                  <a:pt x="710247" y="193689"/>
                  <a:pt x="709404" y="193182"/>
                  <a:pt x="708897" y="192550"/>
                </a:cubicBezTo>
                <a:cubicBezTo>
                  <a:pt x="708429" y="191799"/>
                  <a:pt x="707830" y="191140"/>
                  <a:pt x="707125" y="190609"/>
                </a:cubicBezTo>
                <a:cubicBezTo>
                  <a:pt x="706619" y="190314"/>
                  <a:pt x="705775" y="190314"/>
                  <a:pt x="705775" y="190314"/>
                </a:cubicBezTo>
                <a:cubicBezTo>
                  <a:pt x="704341" y="189385"/>
                  <a:pt x="704679" y="189554"/>
                  <a:pt x="704003" y="189385"/>
                </a:cubicBezTo>
                <a:cubicBezTo>
                  <a:pt x="703328" y="189217"/>
                  <a:pt x="702485" y="188035"/>
                  <a:pt x="702147" y="188035"/>
                </a:cubicBezTo>
                <a:cubicBezTo>
                  <a:pt x="701248" y="187521"/>
                  <a:pt x="700388" y="186943"/>
                  <a:pt x="699574" y="186306"/>
                </a:cubicBezTo>
                <a:cubicBezTo>
                  <a:pt x="698983" y="185926"/>
                  <a:pt x="698097" y="184871"/>
                  <a:pt x="697591" y="184576"/>
                </a:cubicBezTo>
                <a:cubicBezTo>
                  <a:pt x="697190" y="184449"/>
                  <a:pt x="696781" y="184348"/>
                  <a:pt x="696367" y="184281"/>
                </a:cubicBezTo>
                <a:cubicBezTo>
                  <a:pt x="695650" y="184070"/>
                  <a:pt x="695059" y="182298"/>
                  <a:pt x="694258" y="182298"/>
                </a:cubicBezTo>
                <a:cubicBezTo>
                  <a:pt x="691895" y="182129"/>
                  <a:pt x="689997" y="184112"/>
                  <a:pt x="689364" y="184112"/>
                </a:cubicBezTo>
                <a:cubicBezTo>
                  <a:pt x="688482" y="184340"/>
                  <a:pt x="687689" y="184825"/>
                  <a:pt x="687086" y="185504"/>
                </a:cubicBezTo>
                <a:cubicBezTo>
                  <a:pt x="686284" y="186095"/>
                  <a:pt x="685989" y="186390"/>
                  <a:pt x="686284" y="187234"/>
                </a:cubicBezTo>
                <a:cubicBezTo>
                  <a:pt x="686542" y="187846"/>
                  <a:pt x="687006" y="188352"/>
                  <a:pt x="687592" y="188668"/>
                </a:cubicBezTo>
                <a:cubicBezTo>
                  <a:pt x="688322" y="189162"/>
                  <a:pt x="689161" y="189470"/>
                  <a:pt x="690039" y="189554"/>
                </a:cubicBezTo>
                <a:cubicBezTo>
                  <a:pt x="690862" y="189503"/>
                  <a:pt x="691684" y="189693"/>
                  <a:pt x="692401" y="190103"/>
                </a:cubicBezTo>
                <a:cubicBezTo>
                  <a:pt x="692739" y="190482"/>
                  <a:pt x="694089" y="191200"/>
                  <a:pt x="693498" y="191579"/>
                </a:cubicBezTo>
                <a:cubicBezTo>
                  <a:pt x="692773" y="191967"/>
                  <a:pt x="692009" y="192280"/>
                  <a:pt x="691220" y="192507"/>
                </a:cubicBezTo>
                <a:cubicBezTo>
                  <a:pt x="690672" y="192676"/>
                  <a:pt x="689659" y="193604"/>
                  <a:pt x="689280" y="193857"/>
                </a:cubicBezTo>
                <a:cubicBezTo>
                  <a:pt x="688900" y="194110"/>
                  <a:pt x="688605" y="194110"/>
                  <a:pt x="688014" y="194110"/>
                </a:cubicBezTo>
                <a:cubicBezTo>
                  <a:pt x="687305" y="193988"/>
                  <a:pt x="686618" y="193743"/>
                  <a:pt x="685989" y="193393"/>
                </a:cubicBezTo>
                <a:cubicBezTo>
                  <a:pt x="685111" y="192739"/>
                  <a:pt x="684179" y="192161"/>
                  <a:pt x="683204" y="191664"/>
                </a:cubicBezTo>
                <a:cubicBezTo>
                  <a:pt x="682276" y="191326"/>
                  <a:pt x="680589" y="191242"/>
                  <a:pt x="680251" y="190862"/>
                </a:cubicBezTo>
                <a:cubicBezTo>
                  <a:pt x="679914" y="190482"/>
                  <a:pt x="679323" y="188837"/>
                  <a:pt x="678943" y="188457"/>
                </a:cubicBezTo>
                <a:cubicBezTo>
                  <a:pt x="677758" y="187504"/>
                  <a:pt x="676222" y="187107"/>
                  <a:pt x="674724" y="187360"/>
                </a:cubicBezTo>
                <a:cubicBezTo>
                  <a:pt x="673792" y="187765"/>
                  <a:pt x="672927" y="188305"/>
                  <a:pt x="672151" y="188964"/>
                </a:cubicBezTo>
                <a:cubicBezTo>
                  <a:pt x="671771" y="189301"/>
                  <a:pt x="670674" y="190229"/>
                  <a:pt x="670759" y="190651"/>
                </a:cubicBezTo>
                <a:cubicBezTo>
                  <a:pt x="670843" y="191073"/>
                  <a:pt x="671265" y="191664"/>
                  <a:pt x="671265" y="192085"/>
                </a:cubicBezTo>
                <a:cubicBezTo>
                  <a:pt x="671223" y="193689"/>
                  <a:pt x="672362" y="194364"/>
                  <a:pt x="672742" y="194743"/>
                </a:cubicBezTo>
                <a:cubicBezTo>
                  <a:pt x="673121" y="195123"/>
                  <a:pt x="675231" y="195714"/>
                  <a:pt x="675906" y="196347"/>
                </a:cubicBezTo>
                <a:cubicBezTo>
                  <a:pt x="676906" y="197279"/>
                  <a:pt x="677994" y="198114"/>
                  <a:pt x="679154" y="198836"/>
                </a:cubicBezTo>
                <a:cubicBezTo>
                  <a:pt x="680298" y="199532"/>
                  <a:pt x="681369" y="200338"/>
                  <a:pt x="682361" y="201240"/>
                </a:cubicBezTo>
                <a:cubicBezTo>
                  <a:pt x="683204" y="202337"/>
                  <a:pt x="682614" y="203012"/>
                  <a:pt x="681939" y="203223"/>
                </a:cubicBezTo>
                <a:cubicBezTo>
                  <a:pt x="679703" y="203772"/>
                  <a:pt x="675821" y="206176"/>
                  <a:pt x="673796" y="205037"/>
                </a:cubicBezTo>
                <a:cubicBezTo>
                  <a:pt x="672995" y="204531"/>
                  <a:pt x="671392" y="203139"/>
                  <a:pt x="669577" y="201831"/>
                </a:cubicBezTo>
                <a:cubicBezTo>
                  <a:pt x="668565" y="200945"/>
                  <a:pt x="667552" y="200270"/>
                  <a:pt x="667299" y="200945"/>
                </a:cubicBezTo>
                <a:cubicBezTo>
                  <a:pt x="667046" y="201620"/>
                  <a:pt x="668438" y="205501"/>
                  <a:pt x="667299" y="206641"/>
                </a:cubicBezTo>
                <a:cubicBezTo>
                  <a:pt x="666709" y="207189"/>
                  <a:pt x="665569" y="208117"/>
                  <a:pt x="665021" y="208666"/>
                </a:cubicBezTo>
                <a:cubicBezTo>
                  <a:pt x="665675" y="209973"/>
                  <a:pt x="666683" y="211070"/>
                  <a:pt x="667932" y="211830"/>
                </a:cubicBezTo>
                <a:cubicBezTo>
                  <a:pt x="668839" y="212201"/>
                  <a:pt x="669679" y="212716"/>
                  <a:pt x="670421" y="213349"/>
                </a:cubicBezTo>
                <a:cubicBezTo>
                  <a:pt x="671501" y="214011"/>
                  <a:pt x="672628" y="214589"/>
                  <a:pt x="673796" y="215078"/>
                </a:cubicBezTo>
                <a:cubicBezTo>
                  <a:pt x="675400" y="216006"/>
                  <a:pt x="677087" y="214234"/>
                  <a:pt x="678859" y="213644"/>
                </a:cubicBezTo>
                <a:cubicBezTo>
                  <a:pt x="679112" y="213602"/>
                  <a:pt x="680589" y="213813"/>
                  <a:pt x="681306" y="213095"/>
                </a:cubicBezTo>
                <a:cubicBezTo>
                  <a:pt x="682137" y="212332"/>
                  <a:pt x="683112" y="211745"/>
                  <a:pt x="684175" y="211366"/>
                </a:cubicBezTo>
                <a:cubicBezTo>
                  <a:pt x="685061" y="210859"/>
                  <a:pt x="685694" y="210269"/>
                  <a:pt x="686495" y="209678"/>
                </a:cubicBezTo>
                <a:cubicBezTo>
                  <a:pt x="687297" y="209087"/>
                  <a:pt x="687761" y="208075"/>
                  <a:pt x="688773" y="207231"/>
                </a:cubicBezTo>
                <a:cubicBezTo>
                  <a:pt x="689786" y="206387"/>
                  <a:pt x="693161" y="208877"/>
                  <a:pt x="693667" y="209256"/>
                </a:cubicBezTo>
                <a:cubicBezTo>
                  <a:pt x="694173" y="209636"/>
                  <a:pt x="694511" y="209636"/>
                  <a:pt x="695608" y="210311"/>
                </a:cubicBezTo>
                <a:cubicBezTo>
                  <a:pt x="696705" y="210986"/>
                  <a:pt x="697169" y="211492"/>
                  <a:pt x="698139" y="212167"/>
                </a:cubicBezTo>
                <a:cubicBezTo>
                  <a:pt x="698856" y="212475"/>
                  <a:pt x="699650" y="212564"/>
                  <a:pt x="700417" y="212420"/>
                </a:cubicBezTo>
                <a:cubicBezTo>
                  <a:pt x="701303" y="212378"/>
                  <a:pt x="702442" y="211366"/>
                  <a:pt x="703160" y="210902"/>
                </a:cubicBezTo>
                <a:cubicBezTo>
                  <a:pt x="703877" y="210438"/>
                  <a:pt x="703160" y="209256"/>
                  <a:pt x="703160" y="209256"/>
                </a:cubicBezTo>
                <a:cubicBezTo>
                  <a:pt x="702485" y="207864"/>
                  <a:pt x="702316" y="206809"/>
                  <a:pt x="702021" y="206261"/>
                </a:cubicBezTo>
                <a:cubicBezTo>
                  <a:pt x="701092" y="204826"/>
                  <a:pt x="701430" y="203434"/>
                  <a:pt x="701092" y="203055"/>
                </a:cubicBezTo>
                <a:cubicBezTo>
                  <a:pt x="700755" y="202675"/>
                  <a:pt x="699953" y="202970"/>
                  <a:pt x="699278" y="202422"/>
                </a:cubicBezTo>
                <a:cubicBezTo>
                  <a:pt x="698603" y="201873"/>
                  <a:pt x="697295" y="201578"/>
                  <a:pt x="696705" y="201198"/>
                </a:cubicBezTo>
                <a:cubicBezTo>
                  <a:pt x="696114" y="200819"/>
                  <a:pt x="695903" y="200270"/>
                  <a:pt x="695903" y="199933"/>
                </a:cubicBezTo>
                <a:cubicBezTo>
                  <a:pt x="696502" y="199123"/>
                  <a:pt x="697367" y="198553"/>
                  <a:pt x="698350" y="198329"/>
                </a:cubicBezTo>
                <a:cubicBezTo>
                  <a:pt x="699582" y="198194"/>
                  <a:pt x="700827" y="198194"/>
                  <a:pt x="702063" y="198329"/>
                </a:cubicBezTo>
                <a:cubicBezTo>
                  <a:pt x="702961" y="198561"/>
                  <a:pt x="703906" y="198561"/>
                  <a:pt x="704805" y="198329"/>
                </a:cubicBezTo>
                <a:cubicBezTo>
                  <a:pt x="706990" y="198021"/>
                  <a:pt x="709209" y="198485"/>
                  <a:pt x="711091" y="199637"/>
                </a:cubicBezTo>
                <a:cubicBezTo>
                  <a:pt x="711977" y="200312"/>
                  <a:pt x="713116" y="201114"/>
                  <a:pt x="713200" y="201831"/>
                </a:cubicBezTo>
                <a:cubicBezTo>
                  <a:pt x="713285" y="202548"/>
                  <a:pt x="714340" y="203687"/>
                  <a:pt x="714635" y="203687"/>
                </a:cubicBezTo>
                <a:cubicBezTo>
                  <a:pt x="715352" y="203717"/>
                  <a:pt x="716031" y="204021"/>
                  <a:pt x="716534" y="204531"/>
                </a:cubicBezTo>
                <a:cubicBezTo>
                  <a:pt x="717968" y="206139"/>
                  <a:pt x="719824" y="207307"/>
                  <a:pt x="721891" y="207906"/>
                </a:cubicBezTo>
                <a:cubicBezTo>
                  <a:pt x="723258" y="207539"/>
                  <a:pt x="724524" y="206877"/>
                  <a:pt x="725604" y="205966"/>
                </a:cubicBezTo>
                <a:cubicBezTo>
                  <a:pt x="726832" y="204978"/>
                  <a:pt x="727730" y="203637"/>
                  <a:pt x="728178" y="202126"/>
                </a:cubicBezTo>
                <a:cubicBezTo>
                  <a:pt x="728262" y="201240"/>
                  <a:pt x="727460" y="201198"/>
                  <a:pt x="727334" y="200228"/>
                </a:cubicBezTo>
                <a:cubicBezTo>
                  <a:pt x="727207" y="199257"/>
                  <a:pt x="726532" y="199047"/>
                  <a:pt x="726532" y="198625"/>
                </a:cubicBezTo>
                <a:cubicBezTo>
                  <a:pt x="726532" y="198203"/>
                  <a:pt x="726532" y="197190"/>
                  <a:pt x="726532" y="196726"/>
                </a:cubicBezTo>
                <a:cubicBezTo>
                  <a:pt x="726148" y="196228"/>
                  <a:pt x="725693" y="195790"/>
                  <a:pt x="725182" y="195418"/>
                </a:cubicBezTo>
                <a:cubicBezTo>
                  <a:pt x="724115" y="195368"/>
                  <a:pt x="723081" y="195034"/>
                  <a:pt x="722187" y="194448"/>
                </a:cubicBezTo>
                <a:cubicBezTo>
                  <a:pt x="721849" y="194068"/>
                  <a:pt x="721132" y="193604"/>
                  <a:pt x="721554" y="193098"/>
                </a:cubicBezTo>
                <a:cubicBezTo>
                  <a:pt x="722313" y="192398"/>
                  <a:pt x="723182" y="191828"/>
                  <a:pt x="724127" y="191410"/>
                </a:cubicBezTo>
                <a:lnTo>
                  <a:pt x="726279" y="190229"/>
                </a:lnTo>
                <a:cubicBezTo>
                  <a:pt x="726616" y="190018"/>
                  <a:pt x="728262" y="189343"/>
                  <a:pt x="728262" y="189343"/>
                </a:cubicBezTo>
                <a:cubicBezTo>
                  <a:pt x="730004" y="188078"/>
                  <a:pt x="732063" y="187318"/>
                  <a:pt x="734211" y="187149"/>
                </a:cubicBezTo>
                <a:cubicBezTo>
                  <a:pt x="735645" y="187192"/>
                  <a:pt x="738050" y="188457"/>
                  <a:pt x="738176" y="187656"/>
                </a:cubicBezTo>
                <a:cubicBezTo>
                  <a:pt x="738303" y="186854"/>
                  <a:pt x="739906" y="186263"/>
                  <a:pt x="740497" y="185842"/>
                </a:cubicBezTo>
                <a:cubicBezTo>
                  <a:pt x="741033" y="185504"/>
                  <a:pt x="741349" y="184913"/>
                  <a:pt x="741341" y="184281"/>
                </a:cubicBezTo>
                <a:cubicBezTo>
                  <a:pt x="741256" y="183390"/>
                  <a:pt x="741070" y="182513"/>
                  <a:pt x="740792" y="181665"/>
                </a:cubicBezTo>
                <a:cubicBezTo>
                  <a:pt x="740539" y="180952"/>
                  <a:pt x="739931" y="180420"/>
                  <a:pt x="739189" y="180273"/>
                </a:cubicBezTo>
                <a:cubicBezTo>
                  <a:pt x="738809" y="180062"/>
                  <a:pt x="738809" y="180441"/>
                  <a:pt x="738092" y="180273"/>
                </a:cubicBezTo>
                <a:cubicBezTo>
                  <a:pt x="737375" y="180104"/>
                  <a:pt x="732734" y="176433"/>
                  <a:pt x="730582" y="177657"/>
                </a:cubicBezTo>
                <a:cubicBezTo>
                  <a:pt x="729527" y="178248"/>
                  <a:pt x="730203" y="179977"/>
                  <a:pt x="729063" y="180990"/>
                </a:cubicBezTo>
                <a:cubicBezTo>
                  <a:pt x="728561" y="181386"/>
                  <a:pt x="727988" y="181686"/>
                  <a:pt x="727376" y="181876"/>
                </a:cubicBezTo>
                <a:cubicBezTo>
                  <a:pt x="726785" y="182213"/>
                  <a:pt x="725857" y="182509"/>
                  <a:pt x="725393" y="182213"/>
                </a:cubicBezTo>
                <a:cubicBezTo>
                  <a:pt x="724929" y="181918"/>
                  <a:pt x="724507" y="181412"/>
                  <a:pt x="723326" y="181412"/>
                </a:cubicBezTo>
                <a:cubicBezTo>
                  <a:pt x="721470" y="181707"/>
                  <a:pt x="722271" y="182720"/>
                  <a:pt x="721765" y="183141"/>
                </a:cubicBezTo>
                <a:cubicBezTo>
                  <a:pt x="721259" y="183563"/>
                  <a:pt x="720415" y="183141"/>
                  <a:pt x="720035" y="183141"/>
                </a:cubicBezTo>
                <a:cubicBezTo>
                  <a:pt x="719445" y="183230"/>
                  <a:pt x="718845" y="183141"/>
                  <a:pt x="718305" y="182888"/>
                </a:cubicBezTo>
                <a:cubicBezTo>
                  <a:pt x="718052" y="182677"/>
                  <a:pt x="716829" y="184238"/>
                  <a:pt x="716913" y="184829"/>
                </a:cubicBezTo>
                <a:cubicBezTo>
                  <a:pt x="716998" y="185420"/>
                  <a:pt x="718390" y="185588"/>
                  <a:pt x="717841" y="186854"/>
                </a:cubicBezTo>
                <a:cubicBezTo>
                  <a:pt x="717293" y="188120"/>
                  <a:pt x="715647" y="188120"/>
                  <a:pt x="714466" y="186854"/>
                </a:cubicBezTo>
                <a:cubicBezTo>
                  <a:pt x="713285" y="185588"/>
                  <a:pt x="716449" y="185293"/>
                  <a:pt x="715141" y="184491"/>
                </a:cubicBezTo>
                <a:cubicBezTo>
                  <a:pt x="713833" y="183690"/>
                  <a:pt x="713876" y="181749"/>
                  <a:pt x="714340" y="181665"/>
                </a:cubicBezTo>
                <a:cubicBezTo>
                  <a:pt x="714804" y="181580"/>
                  <a:pt x="718095" y="181116"/>
                  <a:pt x="718095" y="181116"/>
                </a:cubicBezTo>
                <a:cubicBezTo>
                  <a:pt x="722187" y="179851"/>
                  <a:pt x="723537" y="180062"/>
                  <a:pt x="724296" y="179260"/>
                </a:cubicBezTo>
                <a:cubicBezTo>
                  <a:pt x="724756" y="178581"/>
                  <a:pt x="724938" y="177750"/>
                  <a:pt x="724802" y="176940"/>
                </a:cubicBezTo>
                <a:cubicBezTo>
                  <a:pt x="724802" y="176349"/>
                  <a:pt x="726279" y="175252"/>
                  <a:pt x="726616" y="175252"/>
                </a:cubicBezTo>
                <a:cubicBezTo>
                  <a:pt x="727730" y="174885"/>
                  <a:pt x="728912" y="174771"/>
                  <a:pt x="730076" y="174915"/>
                </a:cubicBezTo>
                <a:cubicBezTo>
                  <a:pt x="731215" y="175041"/>
                  <a:pt x="733114" y="174619"/>
                  <a:pt x="733114" y="173565"/>
                </a:cubicBezTo>
                <a:cubicBezTo>
                  <a:pt x="733455" y="172485"/>
                  <a:pt x="733350" y="171316"/>
                  <a:pt x="732818" y="170316"/>
                </a:cubicBezTo>
                <a:cubicBezTo>
                  <a:pt x="732527" y="169962"/>
                  <a:pt x="732148" y="169688"/>
                  <a:pt x="731721" y="169515"/>
                </a:cubicBezTo>
                <a:cubicBezTo>
                  <a:pt x="731342" y="169430"/>
                  <a:pt x="731131" y="168629"/>
                  <a:pt x="730709" y="168629"/>
                </a:cubicBezTo>
                <a:cubicBezTo>
                  <a:pt x="729570" y="168164"/>
                  <a:pt x="728515" y="169135"/>
                  <a:pt x="727292" y="169515"/>
                </a:cubicBezTo>
                <a:cubicBezTo>
                  <a:pt x="726068" y="169894"/>
                  <a:pt x="723579" y="170400"/>
                  <a:pt x="723579" y="169894"/>
                </a:cubicBezTo>
                <a:cubicBezTo>
                  <a:pt x="723579" y="169388"/>
                  <a:pt x="723959" y="167869"/>
                  <a:pt x="723579" y="167489"/>
                </a:cubicBezTo>
                <a:cubicBezTo>
                  <a:pt x="722807" y="167173"/>
                  <a:pt x="721946" y="167173"/>
                  <a:pt x="721174" y="167489"/>
                </a:cubicBezTo>
                <a:cubicBezTo>
                  <a:pt x="720837" y="167827"/>
                  <a:pt x="720583" y="169304"/>
                  <a:pt x="719909" y="170063"/>
                </a:cubicBezTo>
                <a:cubicBezTo>
                  <a:pt x="719191" y="170637"/>
                  <a:pt x="718331" y="171000"/>
                  <a:pt x="717419" y="171118"/>
                </a:cubicBezTo>
                <a:cubicBezTo>
                  <a:pt x="716449" y="171371"/>
                  <a:pt x="714846" y="172552"/>
                  <a:pt x="715183" y="173185"/>
                </a:cubicBezTo>
                <a:cubicBezTo>
                  <a:pt x="715521" y="173818"/>
                  <a:pt x="716027" y="173269"/>
                  <a:pt x="716744" y="173818"/>
                </a:cubicBezTo>
                <a:cubicBezTo>
                  <a:pt x="717462" y="174366"/>
                  <a:pt x="718516" y="174366"/>
                  <a:pt x="718812" y="174830"/>
                </a:cubicBezTo>
                <a:cubicBezTo>
                  <a:pt x="719107" y="175294"/>
                  <a:pt x="718980" y="177657"/>
                  <a:pt x="717462" y="177868"/>
                </a:cubicBezTo>
                <a:cubicBezTo>
                  <a:pt x="716871" y="177952"/>
                  <a:pt x="714804" y="178669"/>
                  <a:pt x="714213" y="177657"/>
                </a:cubicBezTo>
                <a:cubicBezTo>
                  <a:pt x="714002" y="177319"/>
                  <a:pt x="714466" y="176855"/>
                  <a:pt x="714424" y="176096"/>
                </a:cubicBezTo>
                <a:cubicBezTo>
                  <a:pt x="714382" y="175337"/>
                  <a:pt x="712779" y="174535"/>
                  <a:pt x="712736" y="174071"/>
                </a:cubicBezTo>
                <a:cubicBezTo>
                  <a:pt x="712694" y="173607"/>
                  <a:pt x="712441" y="173396"/>
                  <a:pt x="713116" y="172805"/>
                </a:cubicBezTo>
                <a:cubicBezTo>
                  <a:pt x="714390" y="171556"/>
                  <a:pt x="715483" y="170135"/>
                  <a:pt x="716365" y="168586"/>
                </a:cubicBezTo>
                <a:cubicBezTo>
                  <a:pt x="716436" y="168042"/>
                  <a:pt x="716706" y="167549"/>
                  <a:pt x="717124" y="167194"/>
                </a:cubicBezTo>
                <a:cubicBezTo>
                  <a:pt x="717926" y="166477"/>
                  <a:pt x="718896" y="165338"/>
                  <a:pt x="718432" y="164958"/>
                </a:cubicBezTo>
                <a:cubicBezTo>
                  <a:pt x="717968" y="164549"/>
                  <a:pt x="717360" y="164351"/>
                  <a:pt x="716744" y="164410"/>
                </a:cubicBezTo>
                <a:cubicBezTo>
                  <a:pt x="715939" y="164456"/>
                  <a:pt x="715162" y="164735"/>
                  <a:pt x="714508" y="165211"/>
                </a:cubicBezTo>
                <a:cubicBezTo>
                  <a:pt x="714251" y="165671"/>
                  <a:pt x="713956" y="166110"/>
                  <a:pt x="713623" y="166519"/>
                </a:cubicBezTo>
                <a:cubicBezTo>
                  <a:pt x="712580" y="167616"/>
                  <a:pt x="711479" y="168658"/>
                  <a:pt x="710332" y="169641"/>
                </a:cubicBezTo>
                <a:cubicBezTo>
                  <a:pt x="709699" y="170190"/>
                  <a:pt x="708728" y="171919"/>
                  <a:pt x="708349" y="172215"/>
                </a:cubicBezTo>
                <a:cubicBezTo>
                  <a:pt x="707969" y="172510"/>
                  <a:pt x="705143" y="174915"/>
                  <a:pt x="704805" y="175294"/>
                </a:cubicBezTo>
                <a:cubicBezTo>
                  <a:pt x="704054" y="175864"/>
                  <a:pt x="703721" y="176830"/>
                  <a:pt x="703961" y="177741"/>
                </a:cubicBezTo>
                <a:cubicBezTo>
                  <a:pt x="704172" y="178163"/>
                  <a:pt x="704805" y="178121"/>
                  <a:pt x="705227" y="178163"/>
                </a:cubicBezTo>
                <a:cubicBezTo>
                  <a:pt x="705649" y="178205"/>
                  <a:pt x="706282" y="178374"/>
                  <a:pt x="706661" y="177952"/>
                </a:cubicBezTo>
                <a:cubicBezTo>
                  <a:pt x="707041" y="177530"/>
                  <a:pt x="707800" y="176687"/>
                  <a:pt x="708602" y="177108"/>
                </a:cubicBezTo>
                <a:cubicBezTo>
                  <a:pt x="709404" y="177530"/>
                  <a:pt x="709151" y="178374"/>
                  <a:pt x="708349" y="178796"/>
                </a:cubicBezTo>
                <a:cubicBezTo>
                  <a:pt x="707547" y="179218"/>
                  <a:pt x="707590" y="179809"/>
                  <a:pt x="707547" y="180273"/>
                </a:cubicBezTo>
                <a:cubicBezTo>
                  <a:pt x="707505" y="180737"/>
                  <a:pt x="708349" y="180610"/>
                  <a:pt x="709235" y="181074"/>
                </a:cubicBezTo>
                <a:cubicBezTo>
                  <a:pt x="710121" y="181538"/>
                  <a:pt x="710838" y="181834"/>
                  <a:pt x="710458" y="182635"/>
                </a:cubicBezTo>
                <a:cubicBezTo>
                  <a:pt x="710311" y="183015"/>
                  <a:pt x="709935" y="183255"/>
                  <a:pt x="709530" y="183226"/>
                </a:cubicBezTo>
                <a:cubicBezTo>
                  <a:pt x="708977" y="183171"/>
                  <a:pt x="708438" y="183028"/>
                  <a:pt x="707927" y="182804"/>
                </a:cubicBezTo>
                <a:cubicBezTo>
                  <a:pt x="707357" y="182551"/>
                  <a:pt x="706809" y="182255"/>
                  <a:pt x="706282" y="181918"/>
                </a:cubicBezTo>
                <a:cubicBezTo>
                  <a:pt x="705476" y="181184"/>
                  <a:pt x="704603" y="180534"/>
                  <a:pt x="703666" y="179977"/>
                </a:cubicBezTo>
                <a:cubicBezTo>
                  <a:pt x="703147" y="179560"/>
                  <a:pt x="702653" y="179108"/>
                  <a:pt x="702189" y="178627"/>
                </a:cubicBezTo>
                <a:cubicBezTo>
                  <a:pt x="701767" y="178248"/>
                  <a:pt x="700502" y="177910"/>
                  <a:pt x="700164" y="177319"/>
                </a:cubicBezTo>
                <a:cubicBezTo>
                  <a:pt x="699958" y="176792"/>
                  <a:pt x="699958" y="176201"/>
                  <a:pt x="700164" y="175674"/>
                </a:cubicBezTo>
                <a:cubicBezTo>
                  <a:pt x="700417" y="175126"/>
                  <a:pt x="702063" y="174872"/>
                  <a:pt x="702485" y="174619"/>
                </a:cubicBezTo>
                <a:cubicBezTo>
                  <a:pt x="702906" y="174366"/>
                  <a:pt x="702991" y="174029"/>
                  <a:pt x="704003" y="173269"/>
                </a:cubicBezTo>
                <a:cubicBezTo>
                  <a:pt x="705016" y="172510"/>
                  <a:pt x="705227" y="171413"/>
                  <a:pt x="705649" y="170991"/>
                </a:cubicBezTo>
                <a:cubicBezTo>
                  <a:pt x="706071" y="170569"/>
                  <a:pt x="707969" y="168586"/>
                  <a:pt x="708518" y="167996"/>
                </a:cubicBezTo>
                <a:cubicBezTo>
                  <a:pt x="709066" y="167405"/>
                  <a:pt x="709868" y="166899"/>
                  <a:pt x="710121" y="166646"/>
                </a:cubicBezTo>
                <a:cubicBezTo>
                  <a:pt x="710374" y="166393"/>
                  <a:pt x="711133" y="165591"/>
                  <a:pt x="711429" y="165591"/>
                </a:cubicBezTo>
                <a:cubicBezTo>
                  <a:pt x="711914" y="165405"/>
                  <a:pt x="712298" y="165021"/>
                  <a:pt x="712483" y="164536"/>
                </a:cubicBezTo>
                <a:cubicBezTo>
                  <a:pt x="712610" y="163946"/>
                  <a:pt x="713749" y="163439"/>
                  <a:pt x="714171" y="162722"/>
                </a:cubicBezTo>
                <a:cubicBezTo>
                  <a:pt x="714593" y="162005"/>
                  <a:pt x="715099" y="161752"/>
                  <a:pt x="715394" y="161119"/>
                </a:cubicBezTo>
                <a:cubicBezTo>
                  <a:pt x="715690" y="160486"/>
                  <a:pt x="715858" y="160106"/>
                  <a:pt x="715690" y="159853"/>
                </a:cubicBezTo>
                <a:cubicBezTo>
                  <a:pt x="715521" y="159600"/>
                  <a:pt x="714973" y="159896"/>
                  <a:pt x="714719" y="159600"/>
                </a:cubicBezTo>
                <a:cubicBezTo>
                  <a:pt x="714361" y="159187"/>
                  <a:pt x="713981" y="158790"/>
                  <a:pt x="713580" y="158419"/>
                </a:cubicBezTo>
                <a:close/>
                <a:moveTo>
                  <a:pt x="154200" y="155803"/>
                </a:moveTo>
                <a:cubicBezTo>
                  <a:pt x="153846" y="156187"/>
                  <a:pt x="153415" y="156487"/>
                  <a:pt x="152934" y="156689"/>
                </a:cubicBezTo>
                <a:cubicBezTo>
                  <a:pt x="152302" y="156816"/>
                  <a:pt x="151753" y="156478"/>
                  <a:pt x="150951" y="157238"/>
                </a:cubicBezTo>
                <a:cubicBezTo>
                  <a:pt x="150458" y="157925"/>
                  <a:pt x="150006" y="158647"/>
                  <a:pt x="149601" y="159389"/>
                </a:cubicBezTo>
                <a:cubicBezTo>
                  <a:pt x="149264" y="159727"/>
                  <a:pt x="148336" y="160149"/>
                  <a:pt x="147998" y="160528"/>
                </a:cubicBezTo>
                <a:cubicBezTo>
                  <a:pt x="147661" y="160908"/>
                  <a:pt x="147492" y="161878"/>
                  <a:pt x="146901" y="162427"/>
                </a:cubicBezTo>
                <a:cubicBezTo>
                  <a:pt x="146311" y="162975"/>
                  <a:pt x="145129" y="163524"/>
                  <a:pt x="144792" y="163946"/>
                </a:cubicBezTo>
                <a:cubicBezTo>
                  <a:pt x="144117" y="164705"/>
                  <a:pt x="143779" y="165211"/>
                  <a:pt x="144286" y="166139"/>
                </a:cubicBezTo>
                <a:cubicBezTo>
                  <a:pt x="144994" y="167004"/>
                  <a:pt x="145788" y="167793"/>
                  <a:pt x="146648" y="168502"/>
                </a:cubicBezTo>
                <a:cubicBezTo>
                  <a:pt x="147699" y="169839"/>
                  <a:pt x="148661" y="171248"/>
                  <a:pt x="149517" y="172721"/>
                </a:cubicBezTo>
                <a:cubicBezTo>
                  <a:pt x="149985" y="173670"/>
                  <a:pt x="150580" y="174552"/>
                  <a:pt x="151289" y="175337"/>
                </a:cubicBezTo>
                <a:cubicBezTo>
                  <a:pt x="151626" y="175674"/>
                  <a:pt x="153441" y="177488"/>
                  <a:pt x="154748" y="178965"/>
                </a:cubicBezTo>
                <a:cubicBezTo>
                  <a:pt x="155002" y="179260"/>
                  <a:pt x="155719" y="180484"/>
                  <a:pt x="156647" y="181623"/>
                </a:cubicBezTo>
                <a:cubicBezTo>
                  <a:pt x="157575" y="182762"/>
                  <a:pt x="157153" y="182931"/>
                  <a:pt x="158461" y="184323"/>
                </a:cubicBezTo>
                <a:cubicBezTo>
                  <a:pt x="158714" y="184576"/>
                  <a:pt x="159009" y="185926"/>
                  <a:pt x="159263" y="186263"/>
                </a:cubicBezTo>
                <a:cubicBezTo>
                  <a:pt x="161752" y="189217"/>
                  <a:pt x="161583" y="189807"/>
                  <a:pt x="163060" y="191157"/>
                </a:cubicBezTo>
                <a:cubicBezTo>
                  <a:pt x="163958" y="192069"/>
                  <a:pt x="164979" y="192853"/>
                  <a:pt x="166097" y="193478"/>
                </a:cubicBezTo>
                <a:cubicBezTo>
                  <a:pt x="166819" y="193883"/>
                  <a:pt x="167498" y="194364"/>
                  <a:pt x="168122" y="194912"/>
                </a:cubicBezTo>
                <a:lnTo>
                  <a:pt x="170105" y="196557"/>
                </a:lnTo>
                <a:cubicBezTo>
                  <a:pt x="170443" y="196895"/>
                  <a:pt x="173143" y="198329"/>
                  <a:pt x="173691" y="198709"/>
                </a:cubicBezTo>
                <a:cubicBezTo>
                  <a:pt x="174501" y="199528"/>
                  <a:pt x="175391" y="200262"/>
                  <a:pt x="176349" y="200903"/>
                </a:cubicBezTo>
                <a:cubicBezTo>
                  <a:pt x="177450" y="201287"/>
                  <a:pt x="178602" y="201498"/>
                  <a:pt x="179766" y="201536"/>
                </a:cubicBezTo>
                <a:cubicBezTo>
                  <a:pt x="180517" y="201434"/>
                  <a:pt x="181243" y="201207"/>
                  <a:pt x="181918" y="200861"/>
                </a:cubicBezTo>
                <a:cubicBezTo>
                  <a:pt x="182720" y="200397"/>
                  <a:pt x="183985" y="198709"/>
                  <a:pt x="184787" y="198118"/>
                </a:cubicBezTo>
                <a:cubicBezTo>
                  <a:pt x="185588" y="197528"/>
                  <a:pt x="187149" y="196684"/>
                  <a:pt x="187149" y="196684"/>
                </a:cubicBezTo>
                <a:cubicBezTo>
                  <a:pt x="187149" y="196684"/>
                  <a:pt x="188795" y="195081"/>
                  <a:pt x="189385" y="194406"/>
                </a:cubicBezTo>
                <a:cubicBezTo>
                  <a:pt x="190039" y="193541"/>
                  <a:pt x="190858" y="192811"/>
                  <a:pt x="191790" y="192254"/>
                </a:cubicBezTo>
                <a:cubicBezTo>
                  <a:pt x="192254" y="192043"/>
                  <a:pt x="193393" y="191874"/>
                  <a:pt x="193857" y="191368"/>
                </a:cubicBezTo>
                <a:cubicBezTo>
                  <a:pt x="194507" y="190571"/>
                  <a:pt x="195018" y="189672"/>
                  <a:pt x="195376" y="188710"/>
                </a:cubicBezTo>
                <a:cubicBezTo>
                  <a:pt x="195714" y="187824"/>
                  <a:pt x="197022" y="187107"/>
                  <a:pt x="197106" y="186179"/>
                </a:cubicBezTo>
                <a:cubicBezTo>
                  <a:pt x="197190" y="185251"/>
                  <a:pt x="196557" y="184491"/>
                  <a:pt x="195967" y="183521"/>
                </a:cubicBezTo>
                <a:cubicBezTo>
                  <a:pt x="195402" y="182222"/>
                  <a:pt x="194739" y="180964"/>
                  <a:pt x="193984" y="179766"/>
                </a:cubicBezTo>
                <a:cubicBezTo>
                  <a:pt x="193174" y="178556"/>
                  <a:pt x="191664" y="178024"/>
                  <a:pt x="190271" y="178459"/>
                </a:cubicBezTo>
                <a:cubicBezTo>
                  <a:pt x="189474" y="178944"/>
                  <a:pt x="188761" y="179555"/>
                  <a:pt x="188162" y="180273"/>
                </a:cubicBezTo>
                <a:cubicBezTo>
                  <a:pt x="187660" y="180682"/>
                  <a:pt x="187065" y="180973"/>
                  <a:pt x="186432" y="181116"/>
                </a:cubicBezTo>
                <a:cubicBezTo>
                  <a:pt x="186221" y="181159"/>
                  <a:pt x="185504" y="182171"/>
                  <a:pt x="184871" y="182171"/>
                </a:cubicBezTo>
                <a:cubicBezTo>
                  <a:pt x="184162" y="182661"/>
                  <a:pt x="183500" y="183209"/>
                  <a:pt x="182888" y="183816"/>
                </a:cubicBezTo>
                <a:cubicBezTo>
                  <a:pt x="181897" y="184740"/>
                  <a:pt x="180614" y="185293"/>
                  <a:pt x="179260" y="185377"/>
                </a:cubicBezTo>
                <a:cubicBezTo>
                  <a:pt x="177319" y="185293"/>
                  <a:pt x="176602" y="184070"/>
                  <a:pt x="175252" y="183395"/>
                </a:cubicBezTo>
                <a:cubicBezTo>
                  <a:pt x="174501" y="183002"/>
                  <a:pt x="173839" y="182454"/>
                  <a:pt x="173312" y="181791"/>
                </a:cubicBezTo>
                <a:cubicBezTo>
                  <a:pt x="172118" y="180403"/>
                  <a:pt x="171198" y="178800"/>
                  <a:pt x="170611" y="177066"/>
                </a:cubicBezTo>
                <a:cubicBezTo>
                  <a:pt x="171472" y="175535"/>
                  <a:pt x="172004" y="173839"/>
                  <a:pt x="172172" y="172088"/>
                </a:cubicBezTo>
                <a:cubicBezTo>
                  <a:pt x="172379" y="170991"/>
                  <a:pt x="172649" y="169907"/>
                  <a:pt x="172974" y="168840"/>
                </a:cubicBezTo>
                <a:cubicBezTo>
                  <a:pt x="172911" y="167966"/>
                  <a:pt x="173025" y="167093"/>
                  <a:pt x="173312" y="166266"/>
                </a:cubicBezTo>
                <a:cubicBezTo>
                  <a:pt x="173818" y="165296"/>
                  <a:pt x="174071" y="164832"/>
                  <a:pt x="174535" y="164030"/>
                </a:cubicBezTo>
                <a:cubicBezTo>
                  <a:pt x="174982" y="163507"/>
                  <a:pt x="174982" y="162739"/>
                  <a:pt x="174535" y="162216"/>
                </a:cubicBezTo>
                <a:cubicBezTo>
                  <a:pt x="173885" y="161613"/>
                  <a:pt x="173147" y="161115"/>
                  <a:pt x="172341" y="160739"/>
                </a:cubicBezTo>
                <a:cubicBezTo>
                  <a:pt x="171118" y="160486"/>
                  <a:pt x="169768" y="158714"/>
                  <a:pt x="168333" y="159685"/>
                </a:cubicBezTo>
                <a:cubicBezTo>
                  <a:pt x="166899" y="160655"/>
                  <a:pt x="165253" y="160613"/>
                  <a:pt x="165000" y="161414"/>
                </a:cubicBezTo>
                <a:cubicBezTo>
                  <a:pt x="164971" y="162258"/>
                  <a:pt x="164785" y="163085"/>
                  <a:pt x="164452" y="163861"/>
                </a:cubicBezTo>
                <a:cubicBezTo>
                  <a:pt x="164747" y="164916"/>
                  <a:pt x="163524" y="165675"/>
                  <a:pt x="162385" y="164916"/>
                </a:cubicBezTo>
                <a:cubicBezTo>
                  <a:pt x="161807" y="164292"/>
                  <a:pt x="161313" y="163595"/>
                  <a:pt x="160908" y="162849"/>
                </a:cubicBezTo>
                <a:cubicBezTo>
                  <a:pt x="160191" y="161246"/>
                  <a:pt x="161035" y="159516"/>
                  <a:pt x="159136" y="157575"/>
                </a:cubicBezTo>
                <a:cubicBezTo>
                  <a:pt x="158183" y="156795"/>
                  <a:pt x="157098" y="156191"/>
                  <a:pt x="155930" y="155803"/>
                </a:cubicBezTo>
                <a:cubicBezTo>
                  <a:pt x="155339" y="155803"/>
                  <a:pt x="154537" y="155550"/>
                  <a:pt x="154200" y="155803"/>
                </a:cubicBezTo>
                <a:close/>
                <a:moveTo>
                  <a:pt x="523225" y="138337"/>
                </a:moveTo>
                <a:cubicBezTo>
                  <a:pt x="523098" y="144767"/>
                  <a:pt x="522001" y="151137"/>
                  <a:pt x="519976" y="157238"/>
                </a:cubicBezTo>
                <a:cubicBezTo>
                  <a:pt x="518504" y="162064"/>
                  <a:pt x="514821" y="165903"/>
                  <a:pt x="510062" y="167574"/>
                </a:cubicBezTo>
                <a:cubicBezTo>
                  <a:pt x="509159" y="169890"/>
                  <a:pt x="507859" y="172029"/>
                  <a:pt x="506223" y="173902"/>
                </a:cubicBezTo>
                <a:cubicBezTo>
                  <a:pt x="496013" y="186053"/>
                  <a:pt x="477450" y="199258"/>
                  <a:pt x="456355" y="208370"/>
                </a:cubicBezTo>
                <a:cubicBezTo>
                  <a:pt x="461232" y="206902"/>
                  <a:pt x="466477" y="207244"/>
                  <a:pt x="471121" y="209341"/>
                </a:cubicBezTo>
                <a:lnTo>
                  <a:pt x="471290" y="209214"/>
                </a:lnTo>
                <a:cubicBezTo>
                  <a:pt x="477298" y="212155"/>
                  <a:pt x="482761" y="216091"/>
                  <a:pt x="487448" y="220858"/>
                </a:cubicBezTo>
                <a:cubicBezTo>
                  <a:pt x="487448" y="220858"/>
                  <a:pt x="481289" y="224107"/>
                  <a:pt x="468379" y="221196"/>
                </a:cubicBezTo>
                <a:cubicBezTo>
                  <a:pt x="462173" y="219504"/>
                  <a:pt x="457153" y="214939"/>
                  <a:pt x="454879" y="208919"/>
                </a:cubicBezTo>
                <a:lnTo>
                  <a:pt x="444293" y="212807"/>
                </a:lnTo>
                <a:lnTo>
                  <a:pt x="444668" y="214730"/>
                </a:lnTo>
                <a:cubicBezTo>
                  <a:pt x="446231" y="222741"/>
                  <a:pt x="449111" y="237534"/>
                  <a:pt x="450281" y="243640"/>
                </a:cubicBezTo>
                <a:cubicBezTo>
                  <a:pt x="494490" y="243889"/>
                  <a:pt x="538472" y="237257"/>
                  <a:pt x="580644" y="223980"/>
                </a:cubicBezTo>
                <a:lnTo>
                  <a:pt x="585158" y="222462"/>
                </a:lnTo>
                <a:lnTo>
                  <a:pt x="585158" y="227187"/>
                </a:lnTo>
                <a:cubicBezTo>
                  <a:pt x="585128" y="240489"/>
                  <a:pt x="580576" y="253390"/>
                  <a:pt x="572248" y="263764"/>
                </a:cubicBezTo>
                <a:cubicBezTo>
                  <a:pt x="563912" y="273797"/>
                  <a:pt x="552732" y="281079"/>
                  <a:pt x="540185" y="284648"/>
                </a:cubicBezTo>
                <a:cubicBezTo>
                  <a:pt x="538814" y="294241"/>
                  <a:pt x="534076" y="303038"/>
                  <a:pt x="526811" y="309455"/>
                </a:cubicBezTo>
                <a:cubicBezTo>
                  <a:pt x="524904" y="311066"/>
                  <a:pt x="522841" y="312480"/>
                  <a:pt x="520652" y="313673"/>
                </a:cubicBezTo>
                <a:cubicBezTo>
                  <a:pt x="549635" y="310383"/>
                  <a:pt x="571700" y="306248"/>
                  <a:pt x="582247" y="304265"/>
                </a:cubicBezTo>
                <a:lnTo>
                  <a:pt x="587099" y="303337"/>
                </a:lnTo>
                <a:lnTo>
                  <a:pt x="586846" y="303337"/>
                </a:lnTo>
                <a:cubicBezTo>
                  <a:pt x="591613" y="302536"/>
                  <a:pt x="596254" y="301523"/>
                  <a:pt x="600051" y="300595"/>
                </a:cubicBezTo>
                <a:cubicBezTo>
                  <a:pt x="594355" y="311357"/>
                  <a:pt x="587495" y="321457"/>
                  <a:pt x="579589" y="330718"/>
                </a:cubicBezTo>
                <a:cubicBezTo>
                  <a:pt x="566245" y="346585"/>
                  <a:pt x="549863" y="359621"/>
                  <a:pt x="531410" y="369067"/>
                </a:cubicBezTo>
                <a:cubicBezTo>
                  <a:pt x="515171" y="377286"/>
                  <a:pt x="497726" y="382854"/>
                  <a:pt x="479728" y="385563"/>
                </a:cubicBezTo>
                <a:cubicBezTo>
                  <a:pt x="476931" y="385955"/>
                  <a:pt x="474113" y="386137"/>
                  <a:pt x="471291" y="386111"/>
                </a:cubicBezTo>
                <a:cubicBezTo>
                  <a:pt x="466026" y="386090"/>
                  <a:pt x="460769" y="385711"/>
                  <a:pt x="455554" y="384972"/>
                </a:cubicBezTo>
                <a:lnTo>
                  <a:pt x="450576" y="384255"/>
                </a:lnTo>
                <a:lnTo>
                  <a:pt x="460237" y="424630"/>
                </a:lnTo>
                <a:lnTo>
                  <a:pt x="428047" y="426697"/>
                </a:lnTo>
                <a:lnTo>
                  <a:pt x="395815" y="424630"/>
                </a:lnTo>
                <a:lnTo>
                  <a:pt x="405476" y="384255"/>
                </a:lnTo>
                <a:lnTo>
                  <a:pt x="400498" y="384972"/>
                </a:lnTo>
                <a:cubicBezTo>
                  <a:pt x="395284" y="385711"/>
                  <a:pt x="390027" y="386090"/>
                  <a:pt x="384762" y="386111"/>
                </a:cubicBezTo>
                <a:cubicBezTo>
                  <a:pt x="381939" y="386141"/>
                  <a:pt x="379117" y="385955"/>
                  <a:pt x="376324" y="385563"/>
                </a:cubicBezTo>
                <a:cubicBezTo>
                  <a:pt x="358314" y="382863"/>
                  <a:pt x="340852" y="377294"/>
                  <a:pt x="324600" y="369067"/>
                </a:cubicBezTo>
                <a:cubicBezTo>
                  <a:pt x="306143" y="359625"/>
                  <a:pt x="289765" y="346585"/>
                  <a:pt x="276421" y="330718"/>
                </a:cubicBezTo>
                <a:cubicBezTo>
                  <a:pt x="268515" y="321457"/>
                  <a:pt x="261655" y="311357"/>
                  <a:pt x="255959" y="300595"/>
                </a:cubicBezTo>
                <a:cubicBezTo>
                  <a:pt x="259799" y="301523"/>
                  <a:pt x="264524" y="302536"/>
                  <a:pt x="269164" y="303337"/>
                </a:cubicBezTo>
                <a:lnTo>
                  <a:pt x="274058" y="304265"/>
                </a:lnTo>
                <a:cubicBezTo>
                  <a:pt x="284563" y="306248"/>
                  <a:pt x="306586" y="310383"/>
                  <a:pt x="335612" y="313631"/>
                </a:cubicBezTo>
                <a:cubicBezTo>
                  <a:pt x="333422" y="312522"/>
                  <a:pt x="331355" y="311176"/>
                  <a:pt x="329452" y="309623"/>
                </a:cubicBezTo>
                <a:cubicBezTo>
                  <a:pt x="322208" y="303194"/>
                  <a:pt x="317471" y="294406"/>
                  <a:pt x="316078" y="284816"/>
                </a:cubicBezTo>
                <a:cubicBezTo>
                  <a:pt x="303536" y="281235"/>
                  <a:pt x="292360" y="273957"/>
                  <a:pt x="284015" y="263933"/>
                </a:cubicBezTo>
                <a:cubicBezTo>
                  <a:pt x="275716" y="253542"/>
                  <a:pt x="271169" y="240653"/>
                  <a:pt x="271105" y="227355"/>
                </a:cubicBezTo>
                <a:lnTo>
                  <a:pt x="271105" y="222630"/>
                </a:lnTo>
                <a:lnTo>
                  <a:pt x="275577" y="224149"/>
                </a:lnTo>
                <a:cubicBezTo>
                  <a:pt x="317825" y="237392"/>
                  <a:pt x="361878" y="243965"/>
                  <a:pt x="406151" y="243640"/>
                </a:cubicBezTo>
                <a:cubicBezTo>
                  <a:pt x="407712" y="235498"/>
                  <a:pt x="412311" y="211914"/>
                  <a:pt x="412775" y="209552"/>
                </a:cubicBezTo>
                <a:lnTo>
                  <a:pt x="412775" y="209003"/>
                </a:lnTo>
                <a:cubicBezTo>
                  <a:pt x="413619" y="204658"/>
                  <a:pt x="416150" y="191537"/>
                  <a:pt x="427921" y="191537"/>
                </a:cubicBezTo>
                <a:lnTo>
                  <a:pt x="428469" y="191537"/>
                </a:lnTo>
                <a:cubicBezTo>
                  <a:pt x="434355" y="191537"/>
                  <a:pt x="437941" y="194849"/>
                  <a:pt x="440161" y="198688"/>
                </a:cubicBezTo>
                <a:lnTo>
                  <a:pt x="443187" y="207616"/>
                </a:lnTo>
                <a:lnTo>
                  <a:pt x="453360" y="203898"/>
                </a:lnTo>
                <a:cubicBezTo>
                  <a:pt x="449947" y="198532"/>
                  <a:pt x="448462" y="192166"/>
                  <a:pt x="449141" y="185842"/>
                </a:cubicBezTo>
                <a:cubicBezTo>
                  <a:pt x="450681" y="179201"/>
                  <a:pt x="454162" y="173164"/>
                  <a:pt x="459140" y="168502"/>
                </a:cubicBezTo>
                <a:cubicBezTo>
                  <a:pt x="461043" y="174822"/>
                  <a:pt x="462135" y="181357"/>
                  <a:pt x="462389" y="187951"/>
                </a:cubicBezTo>
                <a:cubicBezTo>
                  <a:pt x="462642" y="195292"/>
                  <a:pt x="455090" y="202422"/>
                  <a:pt x="453613" y="203730"/>
                </a:cubicBezTo>
                <a:lnTo>
                  <a:pt x="474065" y="191678"/>
                </a:lnTo>
                <a:lnTo>
                  <a:pt x="470193" y="174915"/>
                </a:lnTo>
                <a:cubicBezTo>
                  <a:pt x="471475" y="168236"/>
                  <a:pt x="474652" y="162073"/>
                  <a:pt x="479348" y="157153"/>
                </a:cubicBezTo>
                <a:cubicBezTo>
                  <a:pt x="481238" y="163553"/>
                  <a:pt x="482368" y="170152"/>
                  <a:pt x="482723" y="176813"/>
                </a:cubicBezTo>
                <a:lnTo>
                  <a:pt x="482849" y="176813"/>
                </a:lnTo>
                <a:cubicBezTo>
                  <a:pt x="482955" y="180948"/>
                  <a:pt x="480846" y="185040"/>
                  <a:pt x="478710" y="188098"/>
                </a:cubicBezTo>
                <a:lnTo>
                  <a:pt x="477291" y="189777"/>
                </a:lnTo>
                <a:lnTo>
                  <a:pt x="493060" y="180484"/>
                </a:lnTo>
                <a:cubicBezTo>
                  <a:pt x="489946" y="175189"/>
                  <a:pt x="488558" y="169055"/>
                  <a:pt x="489094" y="162933"/>
                </a:cubicBezTo>
                <a:cubicBezTo>
                  <a:pt x="490267" y="156626"/>
                  <a:pt x="493190" y="150779"/>
                  <a:pt x="497532" y="146058"/>
                </a:cubicBezTo>
                <a:cubicBezTo>
                  <a:pt x="499283" y="152205"/>
                  <a:pt x="500316" y="158533"/>
                  <a:pt x="500612" y="164916"/>
                </a:cubicBezTo>
                <a:cubicBezTo>
                  <a:pt x="500991" y="172004"/>
                  <a:pt x="494325" y="179260"/>
                  <a:pt x="493186" y="180442"/>
                </a:cubicBezTo>
                <a:cubicBezTo>
                  <a:pt x="497523" y="176991"/>
                  <a:pt x="501611" y="173244"/>
                  <a:pt x="505421" y="169219"/>
                </a:cubicBezTo>
                <a:cubicBezTo>
                  <a:pt x="506349" y="168207"/>
                  <a:pt x="507404" y="166899"/>
                  <a:pt x="508163" y="165929"/>
                </a:cubicBezTo>
                <a:cubicBezTo>
                  <a:pt x="507146" y="160756"/>
                  <a:pt x="507999" y="155386"/>
                  <a:pt x="510568" y="150783"/>
                </a:cubicBezTo>
                <a:cubicBezTo>
                  <a:pt x="513412" y="145433"/>
                  <a:pt x="517829" y="141088"/>
                  <a:pt x="523225" y="138337"/>
                </a:cubicBezTo>
                <a:close/>
                <a:moveTo>
                  <a:pt x="251740" y="136143"/>
                </a:moveTo>
                <a:cubicBezTo>
                  <a:pt x="251740" y="136143"/>
                  <a:pt x="249209" y="137704"/>
                  <a:pt x="249209" y="137704"/>
                </a:cubicBezTo>
                <a:cubicBezTo>
                  <a:pt x="248686" y="138438"/>
                  <a:pt x="248045" y="139080"/>
                  <a:pt x="247310" y="139603"/>
                </a:cubicBezTo>
                <a:cubicBezTo>
                  <a:pt x="246804" y="139898"/>
                  <a:pt x="245159" y="137367"/>
                  <a:pt x="243682" y="138253"/>
                </a:cubicBezTo>
                <a:cubicBezTo>
                  <a:pt x="243260" y="138506"/>
                  <a:pt x="242923" y="139518"/>
                  <a:pt x="242543" y="140151"/>
                </a:cubicBezTo>
                <a:cubicBezTo>
                  <a:pt x="241889" y="141835"/>
                  <a:pt x="241889" y="143699"/>
                  <a:pt x="242543" y="145383"/>
                </a:cubicBezTo>
                <a:cubicBezTo>
                  <a:pt x="242543" y="145973"/>
                  <a:pt x="242290" y="147197"/>
                  <a:pt x="242543" y="147619"/>
                </a:cubicBezTo>
                <a:cubicBezTo>
                  <a:pt x="242796" y="148040"/>
                  <a:pt x="243640" y="148462"/>
                  <a:pt x="243851" y="148842"/>
                </a:cubicBezTo>
                <a:cubicBezTo>
                  <a:pt x="244062" y="149222"/>
                  <a:pt x="244399" y="150403"/>
                  <a:pt x="244653" y="150825"/>
                </a:cubicBezTo>
                <a:cubicBezTo>
                  <a:pt x="245539" y="152597"/>
                  <a:pt x="247353" y="152386"/>
                  <a:pt x="248871" y="151500"/>
                </a:cubicBezTo>
                <a:cubicBezTo>
                  <a:pt x="249589" y="151036"/>
                  <a:pt x="250348" y="149348"/>
                  <a:pt x="250728" y="148969"/>
                </a:cubicBezTo>
                <a:cubicBezTo>
                  <a:pt x="251108" y="148589"/>
                  <a:pt x="252078" y="148547"/>
                  <a:pt x="252500" y="147703"/>
                </a:cubicBezTo>
                <a:cubicBezTo>
                  <a:pt x="252938" y="147057"/>
                  <a:pt x="253267" y="146344"/>
                  <a:pt x="253470" y="145593"/>
                </a:cubicBezTo>
                <a:lnTo>
                  <a:pt x="253470" y="145425"/>
                </a:lnTo>
                <a:cubicBezTo>
                  <a:pt x="253597" y="144412"/>
                  <a:pt x="253048" y="143822"/>
                  <a:pt x="253259" y="142936"/>
                </a:cubicBezTo>
                <a:cubicBezTo>
                  <a:pt x="253175" y="142472"/>
                  <a:pt x="253892" y="141754"/>
                  <a:pt x="253892" y="141417"/>
                </a:cubicBezTo>
                <a:cubicBezTo>
                  <a:pt x="253968" y="140776"/>
                  <a:pt x="254099" y="140139"/>
                  <a:pt x="254272" y="139518"/>
                </a:cubicBezTo>
                <a:cubicBezTo>
                  <a:pt x="254162" y="138881"/>
                  <a:pt x="253917" y="138278"/>
                  <a:pt x="253555" y="137746"/>
                </a:cubicBezTo>
                <a:cubicBezTo>
                  <a:pt x="253483" y="137160"/>
                  <a:pt x="253251" y="136603"/>
                  <a:pt x="252879" y="136143"/>
                </a:cubicBezTo>
                <a:cubicBezTo>
                  <a:pt x="252584" y="135764"/>
                  <a:pt x="251740" y="136143"/>
                  <a:pt x="251740" y="136143"/>
                </a:cubicBezTo>
                <a:close/>
                <a:moveTo>
                  <a:pt x="1734999" y="132278"/>
                </a:moveTo>
                <a:cubicBezTo>
                  <a:pt x="1738748" y="132417"/>
                  <a:pt x="1742483" y="132809"/>
                  <a:pt x="1746178" y="133455"/>
                </a:cubicBezTo>
                <a:cubicBezTo>
                  <a:pt x="1750782" y="133751"/>
                  <a:pt x="1755400" y="133751"/>
                  <a:pt x="1760003" y="133455"/>
                </a:cubicBezTo>
                <a:cubicBezTo>
                  <a:pt x="1763533" y="133455"/>
                  <a:pt x="1765740" y="138015"/>
                  <a:pt x="1767210" y="139191"/>
                </a:cubicBezTo>
                <a:cubicBezTo>
                  <a:pt x="1768682" y="140368"/>
                  <a:pt x="1777948" y="140809"/>
                  <a:pt x="1780155" y="143161"/>
                </a:cubicBezTo>
                <a:cubicBezTo>
                  <a:pt x="1782360" y="145515"/>
                  <a:pt x="1782067" y="153016"/>
                  <a:pt x="1784420" y="157870"/>
                </a:cubicBezTo>
                <a:cubicBezTo>
                  <a:pt x="1786773" y="162724"/>
                  <a:pt x="1793833" y="165224"/>
                  <a:pt x="1794422" y="179933"/>
                </a:cubicBezTo>
                <a:cubicBezTo>
                  <a:pt x="1795010" y="194641"/>
                  <a:pt x="1791038" y="194934"/>
                  <a:pt x="1782067" y="202584"/>
                </a:cubicBezTo>
                <a:cubicBezTo>
                  <a:pt x="1779565" y="205819"/>
                  <a:pt x="1779860" y="210968"/>
                  <a:pt x="1784420" y="210084"/>
                </a:cubicBezTo>
                <a:cubicBezTo>
                  <a:pt x="1792510" y="208466"/>
                  <a:pt x="1821632" y="201994"/>
                  <a:pt x="1828545" y="199789"/>
                </a:cubicBezTo>
                <a:cubicBezTo>
                  <a:pt x="1836763" y="197214"/>
                  <a:pt x="1845173" y="195296"/>
                  <a:pt x="1853697" y="194053"/>
                </a:cubicBezTo>
                <a:cubicBezTo>
                  <a:pt x="1856490" y="193758"/>
                  <a:pt x="1861050" y="197729"/>
                  <a:pt x="1864433" y="198613"/>
                </a:cubicBezTo>
                <a:cubicBezTo>
                  <a:pt x="1867815" y="199494"/>
                  <a:pt x="1874435" y="199201"/>
                  <a:pt x="1875612" y="202289"/>
                </a:cubicBezTo>
                <a:cubicBezTo>
                  <a:pt x="1877903" y="208148"/>
                  <a:pt x="1882891" y="212533"/>
                  <a:pt x="1888995" y="214056"/>
                </a:cubicBezTo>
                <a:lnTo>
                  <a:pt x="1888702" y="214056"/>
                </a:lnTo>
                <a:cubicBezTo>
                  <a:pt x="1891861" y="214846"/>
                  <a:pt x="1894237" y="217456"/>
                  <a:pt x="1894732" y="220674"/>
                </a:cubicBezTo>
                <a:cubicBezTo>
                  <a:pt x="1894732" y="223469"/>
                  <a:pt x="1893997" y="228176"/>
                  <a:pt x="1893997" y="234206"/>
                </a:cubicBezTo>
                <a:cubicBezTo>
                  <a:pt x="1893113" y="243619"/>
                  <a:pt x="1876935" y="250239"/>
                  <a:pt x="1869875" y="254651"/>
                </a:cubicBezTo>
                <a:cubicBezTo>
                  <a:pt x="1867522" y="256269"/>
                  <a:pt x="1865168" y="250827"/>
                  <a:pt x="1856932" y="250827"/>
                </a:cubicBezTo>
                <a:cubicBezTo>
                  <a:pt x="1854137" y="250974"/>
                  <a:pt x="1837810" y="252297"/>
                  <a:pt x="1835017" y="252297"/>
                </a:cubicBezTo>
                <a:lnTo>
                  <a:pt x="1817513" y="254357"/>
                </a:lnTo>
                <a:cubicBezTo>
                  <a:pt x="1813542" y="255239"/>
                  <a:pt x="1805305" y="258034"/>
                  <a:pt x="1801482" y="259211"/>
                </a:cubicBezTo>
                <a:cubicBezTo>
                  <a:pt x="1796012" y="260752"/>
                  <a:pt x="1790655" y="262670"/>
                  <a:pt x="1785448" y="264947"/>
                </a:cubicBezTo>
                <a:cubicBezTo>
                  <a:pt x="1783095" y="266417"/>
                  <a:pt x="1777360" y="263771"/>
                  <a:pt x="1770740" y="264947"/>
                </a:cubicBezTo>
                <a:cubicBezTo>
                  <a:pt x="1767800" y="265536"/>
                  <a:pt x="1757357" y="271859"/>
                  <a:pt x="1748384" y="274359"/>
                </a:cubicBezTo>
                <a:cubicBezTo>
                  <a:pt x="1730700" y="277453"/>
                  <a:pt x="1713252" y="281779"/>
                  <a:pt x="1696170" y="287302"/>
                </a:cubicBezTo>
                <a:cubicBezTo>
                  <a:pt x="1692345" y="291127"/>
                  <a:pt x="1684404" y="289509"/>
                  <a:pt x="1681462" y="291127"/>
                </a:cubicBezTo>
                <a:cubicBezTo>
                  <a:pt x="1678520" y="292745"/>
                  <a:pt x="1670725" y="292745"/>
                  <a:pt x="1666754" y="294804"/>
                </a:cubicBezTo>
                <a:cubicBezTo>
                  <a:pt x="1660135" y="298187"/>
                  <a:pt x="1657192" y="296275"/>
                  <a:pt x="1653515" y="298187"/>
                </a:cubicBezTo>
                <a:cubicBezTo>
                  <a:pt x="1649948" y="299517"/>
                  <a:pt x="1646126" y="300020"/>
                  <a:pt x="1642337" y="299657"/>
                </a:cubicBezTo>
                <a:cubicBezTo>
                  <a:pt x="1638251" y="300472"/>
                  <a:pt x="1634222" y="301553"/>
                  <a:pt x="1630277" y="302894"/>
                </a:cubicBezTo>
                <a:cubicBezTo>
                  <a:pt x="1626793" y="303698"/>
                  <a:pt x="1623171" y="303698"/>
                  <a:pt x="1619687" y="302894"/>
                </a:cubicBezTo>
                <a:cubicBezTo>
                  <a:pt x="1616907" y="302481"/>
                  <a:pt x="1614082" y="302481"/>
                  <a:pt x="1611302" y="302894"/>
                </a:cubicBezTo>
                <a:cubicBezTo>
                  <a:pt x="1608509" y="306570"/>
                  <a:pt x="1603214" y="306570"/>
                  <a:pt x="1597770" y="306570"/>
                </a:cubicBezTo>
                <a:cubicBezTo>
                  <a:pt x="1593779" y="307349"/>
                  <a:pt x="1589917" y="308686"/>
                  <a:pt x="1586299" y="310542"/>
                </a:cubicBezTo>
                <a:cubicBezTo>
                  <a:pt x="1585415" y="313190"/>
                  <a:pt x="1580710" y="315542"/>
                  <a:pt x="1576297" y="316279"/>
                </a:cubicBezTo>
                <a:cubicBezTo>
                  <a:pt x="1571885" y="317014"/>
                  <a:pt x="1574532" y="313484"/>
                  <a:pt x="1568207" y="310542"/>
                </a:cubicBezTo>
                <a:cubicBezTo>
                  <a:pt x="1565265" y="309660"/>
                  <a:pt x="1558647" y="312160"/>
                  <a:pt x="1553499" y="309660"/>
                </a:cubicBezTo>
                <a:cubicBezTo>
                  <a:pt x="1548351" y="307159"/>
                  <a:pt x="1548645" y="299952"/>
                  <a:pt x="1549675" y="293922"/>
                </a:cubicBezTo>
                <a:cubicBezTo>
                  <a:pt x="1549822" y="292597"/>
                  <a:pt x="1548940" y="287009"/>
                  <a:pt x="1548940" y="280979"/>
                </a:cubicBezTo>
                <a:cubicBezTo>
                  <a:pt x="1548307" y="277302"/>
                  <a:pt x="1549330" y="273534"/>
                  <a:pt x="1551734" y="270682"/>
                </a:cubicBezTo>
                <a:cubicBezTo>
                  <a:pt x="1560610" y="264107"/>
                  <a:pt x="1570565" y="259130"/>
                  <a:pt x="1581150" y="255974"/>
                </a:cubicBezTo>
                <a:cubicBezTo>
                  <a:pt x="1583945" y="255386"/>
                  <a:pt x="1586740" y="260387"/>
                  <a:pt x="1588947" y="260387"/>
                </a:cubicBezTo>
                <a:cubicBezTo>
                  <a:pt x="1591152" y="260387"/>
                  <a:pt x="1601449" y="254651"/>
                  <a:pt x="1605860" y="254651"/>
                </a:cubicBezTo>
                <a:cubicBezTo>
                  <a:pt x="1619533" y="253005"/>
                  <a:pt x="1633055" y="250301"/>
                  <a:pt x="1646309" y="246561"/>
                </a:cubicBezTo>
                <a:cubicBezTo>
                  <a:pt x="1653222" y="244207"/>
                  <a:pt x="1659545" y="247444"/>
                  <a:pt x="1663517" y="244207"/>
                </a:cubicBezTo>
                <a:cubicBezTo>
                  <a:pt x="1673868" y="240379"/>
                  <a:pt x="1684425" y="237138"/>
                  <a:pt x="1695140" y="234501"/>
                </a:cubicBezTo>
                <a:cubicBezTo>
                  <a:pt x="1698964" y="233617"/>
                  <a:pt x="1706024" y="231706"/>
                  <a:pt x="1708084" y="226999"/>
                </a:cubicBezTo>
                <a:cubicBezTo>
                  <a:pt x="1708304" y="223982"/>
                  <a:pt x="1707799" y="220957"/>
                  <a:pt x="1706613" y="218174"/>
                </a:cubicBezTo>
                <a:cubicBezTo>
                  <a:pt x="1704847" y="213614"/>
                  <a:pt x="1701317" y="215233"/>
                  <a:pt x="1697494" y="215233"/>
                </a:cubicBezTo>
                <a:cubicBezTo>
                  <a:pt x="1693859" y="214221"/>
                  <a:pt x="1690752" y="211851"/>
                  <a:pt x="1688815" y="208614"/>
                </a:cubicBezTo>
                <a:cubicBezTo>
                  <a:pt x="1688631" y="205441"/>
                  <a:pt x="1689345" y="202280"/>
                  <a:pt x="1690875" y="199494"/>
                </a:cubicBezTo>
                <a:cubicBezTo>
                  <a:pt x="1692052" y="196259"/>
                  <a:pt x="1692787" y="194934"/>
                  <a:pt x="1694258" y="190816"/>
                </a:cubicBezTo>
                <a:cubicBezTo>
                  <a:pt x="1695628" y="187255"/>
                  <a:pt x="1696806" y="183622"/>
                  <a:pt x="1697787" y="179933"/>
                </a:cubicBezTo>
                <a:cubicBezTo>
                  <a:pt x="1699700" y="173903"/>
                  <a:pt x="1688227" y="157283"/>
                  <a:pt x="1686757" y="152723"/>
                </a:cubicBezTo>
                <a:cubicBezTo>
                  <a:pt x="1686047" y="149273"/>
                  <a:pt x="1687290" y="145714"/>
                  <a:pt x="1689992" y="143456"/>
                </a:cubicBezTo>
                <a:cubicBezTo>
                  <a:pt x="1694994" y="138308"/>
                  <a:pt x="1700729" y="140661"/>
                  <a:pt x="1706613" y="140661"/>
                </a:cubicBezTo>
                <a:cubicBezTo>
                  <a:pt x="1710076" y="140059"/>
                  <a:pt x="1713377" y="138757"/>
                  <a:pt x="1716320" y="136838"/>
                </a:cubicBezTo>
                <a:cubicBezTo>
                  <a:pt x="1718232" y="135808"/>
                  <a:pt x="1721322" y="137278"/>
                  <a:pt x="1725587" y="135808"/>
                </a:cubicBezTo>
                <a:cubicBezTo>
                  <a:pt x="1729852" y="134338"/>
                  <a:pt x="1729852" y="132278"/>
                  <a:pt x="1734999" y="132278"/>
                </a:cubicBezTo>
                <a:close/>
                <a:moveTo>
                  <a:pt x="3676201" y="129630"/>
                </a:moveTo>
                <a:cubicBezTo>
                  <a:pt x="3682966" y="130072"/>
                  <a:pt x="3687821" y="136397"/>
                  <a:pt x="3691793" y="141692"/>
                </a:cubicBezTo>
                <a:cubicBezTo>
                  <a:pt x="3695763" y="146987"/>
                  <a:pt x="3690321" y="156253"/>
                  <a:pt x="3685173" y="160812"/>
                </a:cubicBezTo>
                <a:cubicBezTo>
                  <a:pt x="3679688" y="165355"/>
                  <a:pt x="3675310" y="171090"/>
                  <a:pt x="3672378" y="177580"/>
                </a:cubicBezTo>
                <a:cubicBezTo>
                  <a:pt x="3671495" y="179492"/>
                  <a:pt x="3671495" y="191552"/>
                  <a:pt x="3672378" y="192288"/>
                </a:cubicBezTo>
                <a:cubicBezTo>
                  <a:pt x="3673260" y="193023"/>
                  <a:pt x="3679878" y="197583"/>
                  <a:pt x="3680320" y="204202"/>
                </a:cubicBezTo>
                <a:cubicBezTo>
                  <a:pt x="3680761" y="210820"/>
                  <a:pt x="3674436" y="215968"/>
                  <a:pt x="3662963" y="239355"/>
                </a:cubicBezTo>
                <a:cubicBezTo>
                  <a:pt x="3663405" y="239648"/>
                  <a:pt x="3652668" y="254356"/>
                  <a:pt x="3649873" y="258328"/>
                </a:cubicBezTo>
                <a:cubicBezTo>
                  <a:pt x="3647078" y="262300"/>
                  <a:pt x="3656933" y="269065"/>
                  <a:pt x="3665758" y="266711"/>
                </a:cubicBezTo>
                <a:cubicBezTo>
                  <a:pt x="3670465" y="265388"/>
                  <a:pt x="3662963" y="279213"/>
                  <a:pt x="3673554" y="279213"/>
                </a:cubicBezTo>
                <a:cubicBezTo>
                  <a:pt x="3681643" y="279213"/>
                  <a:pt x="3691351" y="272006"/>
                  <a:pt x="3688263" y="264505"/>
                </a:cubicBezTo>
                <a:cubicBezTo>
                  <a:pt x="3685615" y="262005"/>
                  <a:pt x="3680466" y="264505"/>
                  <a:pt x="3675466" y="260240"/>
                </a:cubicBezTo>
                <a:cubicBezTo>
                  <a:pt x="3670465" y="255975"/>
                  <a:pt x="3670613" y="245531"/>
                  <a:pt x="3672524" y="245531"/>
                </a:cubicBezTo>
                <a:cubicBezTo>
                  <a:pt x="3675917" y="244211"/>
                  <a:pt x="3678837" y="241907"/>
                  <a:pt x="3680908" y="238913"/>
                </a:cubicBezTo>
                <a:cubicBezTo>
                  <a:pt x="3682526" y="237295"/>
                  <a:pt x="3687673" y="233618"/>
                  <a:pt x="3687673" y="230970"/>
                </a:cubicBezTo>
                <a:cubicBezTo>
                  <a:pt x="3687673" y="228323"/>
                  <a:pt x="3680026" y="226412"/>
                  <a:pt x="3686498" y="216998"/>
                </a:cubicBezTo>
                <a:cubicBezTo>
                  <a:pt x="3690616" y="210967"/>
                  <a:pt x="3695763" y="211555"/>
                  <a:pt x="3698411" y="210967"/>
                </a:cubicBezTo>
                <a:cubicBezTo>
                  <a:pt x="3701058" y="210378"/>
                  <a:pt x="3703706" y="204055"/>
                  <a:pt x="3705176" y="200818"/>
                </a:cubicBezTo>
                <a:cubicBezTo>
                  <a:pt x="3706856" y="197304"/>
                  <a:pt x="3707902" y="193519"/>
                  <a:pt x="3708266" y="189640"/>
                </a:cubicBezTo>
                <a:cubicBezTo>
                  <a:pt x="3708413" y="180375"/>
                  <a:pt x="3697970" y="176255"/>
                  <a:pt x="3699735" y="169048"/>
                </a:cubicBezTo>
                <a:cubicBezTo>
                  <a:pt x="3703411" y="154487"/>
                  <a:pt x="3738859" y="148899"/>
                  <a:pt x="3742536" y="146398"/>
                </a:cubicBezTo>
                <a:cubicBezTo>
                  <a:pt x="3743565" y="145663"/>
                  <a:pt x="3744448" y="142427"/>
                  <a:pt x="3746361" y="140957"/>
                </a:cubicBezTo>
                <a:cubicBezTo>
                  <a:pt x="3750038" y="138168"/>
                  <a:pt x="3754942" y="137604"/>
                  <a:pt x="3759156" y="139485"/>
                </a:cubicBezTo>
                <a:cubicBezTo>
                  <a:pt x="3764043" y="141908"/>
                  <a:pt x="3768674" y="144816"/>
                  <a:pt x="3772983" y="148163"/>
                </a:cubicBezTo>
                <a:cubicBezTo>
                  <a:pt x="3775792" y="150738"/>
                  <a:pt x="3777118" y="154550"/>
                  <a:pt x="3776513" y="158312"/>
                </a:cubicBezTo>
                <a:cubicBezTo>
                  <a:pt x="3775923" y="162724"/>
                  <a:pt x="3773571" y="175080"/>
                  <a:pt x="3774894" y="176108"/>
                </a:cubicBezTo>
                <a:cubicBezTo>
                  <a:pt x="3776218" y="177138"/>
                  <a:pt x="3762393" y="184640"/>
                  <a:pt x="3756068" y="190817"/>
                </a:cubicBezTo>
                <a:cubicBezTo>
                  <a:pt x="3748040" y="201135"/>
                  <a:pt x="3742958" y="213436"/>
                  <a:pt x="3741359" y="226412"/>
                </a:cubicBezTo>
                <a:cubicBezTo>
                  <a:pt x="3741065" y="227588"/>
                  <a:pt x="3737388" y="236413"/>
                  <a:pt x="3736946" y="238766"/>
                </a:cubicBezTo>
                <a:cubicBezTo>
                  <a:pt x="3736505" y="241120"/>
                  <a:pt x="3734888" y="247738"/>
                  <a:pt x="3733270" y="253475"/>
                </a:cubicBezTo>
                <a:cubicBezTo>
                  <a:pt x="3731254" y="259443"/>
                  <a:pt x="3730260" y="265708"/>
                  <a:pt x="3730328" y="272006"/>
                </a:cubicBezTo>
                <a:cubicBezTo>
                  <a:pt x="3730769" y="275683"/>
                  <a:pt x="3735770" y="274655"/>
                  <a:pt x="3738858" y="274655"/>
                </a:cubicBezTo>
                <a:cubicBezTo>
                  <a:pt x="3745140" y="273223"/>
                  <a:pt x="3750896" y="270064"/>
                  <a:pt x="3755479" y="265535"/>
                </a:cubicBezTo>
                <a:cubicBezTo>
                  <a:pt x="3759277" y="264895"/>
                  <a:pt x="3763154" y="264895"/>
                  <a:pt x="3766951" y="265535"/>
                </a:cubicBezTo>
                <a:cubicBezTo>
                  <a:pt x="3769893" y="266418"/>
                  <a:pt x="3772981" y="271271"/>
                  <a:pt x="3776218" y="272301"/>
                </a:cubicBezTo>
                <a:cubicBezTo>
                  <a:pt x="3779453" y="273330"/>
                  <a:pt x="3784013" y="273625"/>
                  <a:pt x="3786661" y="275390"/>
                </a:cubicBezTo>
                <a:cubicBezTo>
                  <a:pt x="3789308" y="277155"/>
                  <a:pt x="3795044" y="275390"/>
                  <a:pt x="3798574" y="279655"/>
                </a:cubicBezTo>
                <a:lnTo>
                  <a:pt x="3799458" y="279508"/>
                </a:lnTo>
                <a:cubicBezTo>
                  <a:pt x="3804351" y="287697"/>
                  <a:pt x="3806564" y="297210"/>
                  <a:pt x="3805783" y="306718"/>
                </a:cubicBezTo>
                <a:cubicBezTo>
                  <a:pt x="3805542" y="315331"/>
                  <a:pt x="3803221" y="323759"/>
                  <a:pt x="3799016" y="331281"/>
                </a:cubicBezTo>
                <a:cubicBezTo>
                  <a:pt x="3787870" y="338072"/>
                  <a:pt x="3774998" y="341494"/>
                  <a:pt x="3761951" y="341136"/>
                </a:cubicBezTo>
                <a:cubicBezTo>
                  <a:pt x="3757626" y="341124"/>
                  <a:pt x="3753483" y="342876"/>
                  <a:pt x="3750478" y="345989"/>
                </a:cubicBezTo>
                <a:cubicBezTo>
                  <a:pt x="3745597" y="347535"/>
                  <a:pt x="3740297" y="347060"/>
                  <a:pt x="3735770" y="344666"/>
                </a:cubicBezTo>
                <a:cubicBezTo>
                  <a:pt x="3729732" y="343188"/>
                  <a:pt x="3723424" y="343188"/>
                  <a:pt x="3717385" y="344666"/>
                </a:cubicBezTo>
                <a:cubicBezTo>
                  <a:pt x="3704504" y="348173"/>
                  <a:pt x="3693294" y="356150"/>
                  <a:pt x="3685761" y="367169"/>
                </a:cubicBezTo>
                <a:cubicBezTo>
                  <a:pt x="3682965" y="372182"/>
                  <a:pt x="3678973" y="376425"/>
                  <a:pt x="3674143" y="379524"/>
                </a:cubicBezTo>
                <a:cubicBezTo>
                  <a:pt x="3667134" y="384239"/>
                  <a:pt x="3660886" y="389992"/>
                  <a:pt x="3655610" y="396586"/>
                </a:cubicBezTo>
                <a:cubicBezTo>
                  <a:pt x="3652467" y="401844"/>
                  <a:pt x="3651419" y="408092"/>
                  <a:pt x="3652668" y="414089"/>
                </a:cubicBezTo>
                <a:cubicBezTo>
                  <a:pt x="3653256" y="415854"/>
                  <a:pt x="3657228" y="416883"/>
                  <a:pt x="3661493" y="415854"/>
                </a:cubicBezTo>
                <a:cubicBezTo>
                  <a:pt x="3666672" y="413467"/>
                  <a:pt x="3671975" y="411356"/>
                  <a:pt x="3677378" y="409529"/>
                </a:cubicBezTo>
                <a:cubicBezTo>
                  <a:pt x="3681643" y="408941"/>
                  <a:pt x="3684291" y="403646"/>
                  <a:pt x="3687821" y="403939"/>
                </a:cubicBezTo>
                <a:cubicBezTo>
                  <a:pt x="3691351" y="404234"/>
                  <a:pt x="3696058" y="410853"/>
                  <a:pt x="3706059" y="413206"/>
                </a:cubicBezTo>
                <a:cubicBezTo>
                  <a:pt x="3709148" y="414089"/>
                  <a:pt x="3714884" y="417766"/>
                  <a:pt x="3723856" y="420561"/>
                </a:cubicBezTo>
                <a:cubicBezTo>
                  <a:pt x="3725033" y="420854"/>
                  <a:pt x="3732093" y="422326"/>
                  <a:pt x="3730769" y="427621"/>
                </a:cubicBezTo>
                <a:cubicBezTo>
                  <a:pt x="3730539" y="434046"/>
                  <a:pt x="3728987" y="440354"/>
                  <a:pt x="3726210" y="446152"/>
                </a:cubicBezTo>
                <a:cubicBezTo>
                  <a:pt x="3723121" y="449829"/>
                  <a:pt x="3719444" y="454389"/>
                  <a:pt x="3715620" y="455272"/>
                </a:cubicBezTo>
                <a:cubicBezTo>
                  <a:pt x="3708706" y="456596"/>
                  <a:pt x="3704588" y="456742"/>
                  <a:pt x="3696940" y="458802"/>
                </a:cubicBezTo>
                <a:cubicBezTo>
                  <a:pt x="3693116" y="459832"/>
                  <a:pt x="3690321" y="462037"/>
                  <a:pt x="3684291" y="463067"/>
                </a:cubicBezTo>
                <a:cubicBezTo>
                  <a:pt x="3678261" y="464097"/>
                  <a:pt x="3654874" y="468509"/>
                  <a:pt x="3654874" y="476304"/>
                </a:cubicBezTo>
                <a:cubicBezTo>
                  <a:pt x="3655673" y="483043"/>
                  <a:pt x="3656114" y="489819"/>
                  <a:pt x="3656198" y="496602"/>
                </a:cubicBezTo>
                <a:cubicBezTo>
                  <a:pt x="3655861" y="502431"/>
                  <a:pt x="3655123" y="508230"/>
                  <a:pt x="3653991" y="513957"/>
                </a:cubicBezTo>
                <a:cubicBezTo>
                  <a:pt x="3651480" y="520288"/>
                  <a:pt x="3650086" y="527007"/>
                  <a:pt x="3649873" y="533814"/>
                </a:cubicBezTo>
                <a:cubicBezTo>
                  <a:pt x="3650315" y="539992"/>
                  <a:pt x="3643108" y="545875"/>
                  <a:pt x="3642225" y="547052"/>
                </a:cubicBezTo>
                <a:cubicBezTo>
                  <a:pt x="3637518" y="557200"/>
                  <a:pt x="3638254" y="572203"/>
                  <a:pt x="3627516" y="575585"/>
                </a:cubicBezTo>
                <a:cubicBezTo>
                  <a:pt x="3620532" y="578599"/>
                  <a:pt x="3613359" y="581155"/>
                  <a:pt x="3606043" y="583234"/>
                </a:cubicBezTo>
                <a:cubicBezTo>
                  <a:pt x="3600119" y="584012"/>
                  <a:pt x="3594329" y="585595"/>
                  <a:pt x="3588834" y="587940"/>
                </a:cubicBezTo>
                <a:cubicBezTo>
                  <a:pt x="3580380" y="590400"/>
                  <a:pt x="3571401" y="590400"/>
                  <a:pt x="3562948" y="587940"/>
                </a:cubicBezTo>
                <a:cubicBezTo>
                  <a:pt x="3559858" y="585440"/>
                  <a:pt x="3561329" y="577204"/>
                  <a:pt x="3561329" y="572350"/>
                </a:cubicBezTo>
                <a:cubicBezTo>
                  <a:pt x="3561183" y="563377"/>
                  <a:pt x="3538531" y="553964"/>
                  <a:pt x="3536325" y="548669"/>
                </a:cubicBezTo>
                <a:cubicBezTo>
                  <a:pt x="3534118" y="543374"/>
                  <a:pt x="3541914" y="543522"/>
                  <a:pt x="3549710" y="542050"/>
                </a:cubicBezTo>
                <a:cubicBezTo>
                  <a:pt x="3563094" y="539697"/>
                  <a:pt x="3575743" y="538227"/>
                  <a:pt x="3582068" y="536167"/>
                </a:cubicBezTo>
                <a:cubicBezTo>
                  <a:pt x="3595306" y="531314"/>
                  <a:pt x="3600895" y="504250"/>
                  <a:pt x="3607513" y="492042"/>
                </a:cubicBezTo>
                <a:cubicBezTo>
                  <a:pt x="3609573" y="488219"/>
                  <a:pt x="3608984" y="482041"/>
                  <a:pt x="3600453" y="482041"/>
                </a:cubicBezTo>
                <a:cubicBezTo>
                  <a:pt x="3592397" y="482722"/>
                  <a:pt x="3584420" y="484150"/>
                  <a:pt x="3576626" y="486307"/>
                </a:cubicBezTo>
                <a:cubicBezTo>
                  <a:pt x="3568575" y="488421"/>
                  <a:pt x="3560357" y="489848"/>
                  <a:pt x="3552063" y="490572"/>
                </a:cubicBezTo>
                <a:cubicBezTo>
                  <a:pt x="3546621" y="490866"/>
                  <a:pt x="3535148" y="497779"/>
                  <a:pt x="3531913" y="497779"/>
                </a:cubicBezTo>
                <a:cubicBezTo>
                  <a:pt x="3526029" y="497926"/>
                  <a:pt x="3520881" y="500279"/>
                  <a:pt x="3513821" y="493367"/>
                </a:cubicBezTo>
                <a:cubicBezTo>
                  <a:pt x="3511218" y="491845"/>
                  <a:pt x="3508457" y="490611"/>
                  <a:pt x="3505585" y="489689"/>
                </a:cubicBezTo>
                <a:cubicBezTo>
                  <a:pt x="3501613" y="487630"/>
                  <a:pt x="3503673" y="479541"/>
                  <a:pt x="3503673" y="476452"/>
                </a:cubicBezTo>
                <a:cubicBezTo>
                  <a:pt x="3504104" y="470238"/>
                  <a:pt x="3505339" y="464108"/>
                  <a:pt x="3507350" y="458214"/>
                </a:cubicBezTo>
                <a:cubicBezTo>
                  <a:pt x="3512472" y="450774"/>
                  <a:pt x="3520470" y="445816"/>
                  <a:pt x="3529411" y="444534"/>
                </a:cubicBezTo>
                <a:cubicBezTo>
                  <a:pt x="3532501" y="444534"/>
                  <a:pt x="3542209" y="448652"/>
                  <a:pt x="3545444" y="448652"/>
                </a:cubicBezTo>
                <a:cubicBezTo>
                  <a:pt x="3548680" y="448652"/>
                  <a:pt x="3555888" y="441741"/>
                  <a:pt x="3561035" y="438946"/>
                </a:cubicBezTo>
                <a:cubicBezTo>
                  <a:pt x="3567287" y="436648"/>
                  <a:pt x="3573737" y="434925"/>
                  <a:pt x="3580303" y="433797"/>
                </a:cubicBezTo>
                <a:cubicBezTo>
                  <a:pt x="3584483" y="432513"/>
                  <a:pt x="3588411" y="430522"/>
                  <a:pt x="3591923" y="427914"/>
                </a:cubicBezTo>
                <a:cubicBezTo>
                  <a:pt x="3595158" y="426002"/>
                  <a:pt x="3594864" y="424384"/>
                  <a:pt x="3596041" y="421149"/>
                </a:cubicBezTo>
                <a:cubicBezTo>
                  <a:pt x="3597218" y="417912"/>
                  <a:pt x="3596629" y="409529"/>
                  <a:pt x="3598100" y="406441"/>
                </a:cubicBezTo>
                <a:cubicBezTo>
                  <a:pt x="3600467" y="401760"/>
                  <a:pt x="3602292" y="396825"/>
                  <a:pt x="3603543" y="391733"/>
                </a:cubicBezTo>
                <a:cubicBezTo>
                  <a:pt x="3604278" y="387614"/>
                  <a:pt x="3595453" y="390703"/>
                  <a:pt x="3592364" y="390703"/>
                </a:cubicBezTo>
                <a:cubicBezTo>
                  <a:pt x="3587500" y="392041"/>
                  <a:pt x="3583180" y="394870"/>
                  <a:pt x="3580008" y="398793"/>
                </a:cubicBezTo>
                <a:cubicBezTo>
                  <a:pt x="3576042" y="402349"/>
                  <a:pt x="3571232" y="404830"/>
                  <a:pt x="3566035" y="405999"/>
                </a:cubicBezTo>
                <a:cubicBezTo>
                  <a:pt x="3562225" y="407321"/>
                  <a:pt x="3558079" y="407321"/>
                  <a:pt x="3554269" y="405999"/>
                </a:cubicBezTo>
                <a:cubicBezTo>
                  <a:pt x="3549856" y="403646"/>
                  <a:pt x="3549856" y="400557"/>
                  <a:pt x="3549858" y="395263"/>
                </a:cubicBezTo>
                <a:cubicBezTo>
                  <a:pt x="3549399" y="389719"/>
                  <a:pt x="3550520" y="384161"/>
                  <a:pt x="3553093" y="379229"/>
                </a:cubicBezTo>
                <a:cubicBezTo>
                  <a:pt x="3555740" y="376141"/>
                  <a:pt x="3554711" y="359668"/>
                  <a:pt x="3565448" y="349813"/>
                </a:cubicBezTo>
                <a:cubicBezTo>
                  <a:pt x="3568978" y="346724"/>
                  <a:pt x="3578833" y="350989"/>
                  <a:pt x="3582803" y="348636"/>
                </a:cubicBezTo>
                <a:cubicBezTo>
                  <a:pt x="3584886" y="347107"/>
                  <a:pt x="3587046" y="345684"/>
                  <a:pt x="3589275" y="344371"/>
                </a:cubicBezTo>
                <a:cubicBezTo>
                  <a:pt x="3592805" y="342901"/>
                  <a:pt x="3601043" y="343929"/>
                  <a:pt x="3605308" y="342901"/>
                </a:cubicBezTo>
                <a:cubicBezTo>
                  <a:pt x="3611491" y="341834"/>
                  <a:pt x="3617587" y="340310"/>
                  <a:pt x="3623546" y="338341"/>
                </a:cubicBezTo>
                <a:cubicBezTo>
                  <a:pt x="3625753" y="337606"/>
                  <a:pt x="3634576" y="337606"/>
                  <a:pt x="3637224" y="335988"/>
                </a:cubicBezTo>
                <a:cubicBezTo>
                  <a:pt x="3639871" y="334369"/>
                  <a:pt x="3638989" y="334811"/>
                  <a:pt x="3648696" y="331869"/>
                </a:cubicBezTo>
                <a:cubicBezTo>
                  <a:pt x="3647814" y="331576"/>
                  <a:pt x="3652668" y="328633"/>
                  <a:pt x="3655463" y="327016"/>
                </a:cubicBezTo>
                <a:cubicBezTo>
                  <a:pt x="3660776" y="326207"/>
                  <a:pt x="3666181" y="326207"/>
                  <a:pt x="3671495" y="327016"/>
                </a:cubicBezTo>
                <a:cubicBezTo>
                  <a:pt x="3676349" y="328045"/>
                  <a:pt x="3682231" y="327016"/>
                  <a:pt x="3684586" y="327016"/>
                </a:cubicBezTo>
                <a:cubicBezTo>
                  <a:pt x="3688876" y="328864"/>
                  <a:pt x="3693454" y="329959"/>
                  <a:pt x="3698116" y="330251"/>
                </a:cubicBezTo>
                <a:cubicBezTo>
                  <a:pt x="3701206" y="330104"/>
                  <a:pt x="3709589" y="323044"/>
                  <a:pt x="3712825" y="323044"/>
                </a:cubicBezTo>
                <a:cubicBezTo>
                  <a:pt x="3718787" y="320236"/>
                  <a:pt x="3722151" y="313806"/>
                  <a:pt x="3721061" y="307306"/>
                </a:cubicBezTo>
                <a:cubicBezTo>
                  <a:pt x="3714469" y="307113"/>
                  <a:pt x="3707883" y="307856"/>
                  <a:pt x="3701500" y="309513"/>
                </a:cubicBezTo>
                <a:cubicBezTo>
                  <a:pt x="3697088" y="311278"/>
                  <a:pt x="3683850" y="310983"/>
                  <a:pt x="3680908" y="312455"/>
                </a:cubicBezTo>
                <a:cubicBezTo>
                  <a:pt x="3670523" y="316049"/>
                  <a:pt x="3659451" y="317208"/>
                  <a:pt x="3648550" y="315838"/>
                </a:cubicBezTo>
                <a:cubicBezTo>
                  <a:pt x="3642921" y="316116"/>
                  <a:pt x="3637390" y="317411"/>
                  <a:pt x="3632223" y="319661"/>
                </a:cubicBezTo>
                <a:cubicBezTo>
                  <a:pt x="3626903" y="321317"/>
                  <a:pt x="3621435" y="322450"/>
                  <a:pt x="3615896" y="323044"/>
                </a:cubicBezTo>
                <a:cubicBezTo>
                  <a:pt x="3607020" y="323721"/>
                  <a:pt x="3598184" y="324850"/>
                  <a:pt x="3589421" y="326428"/>
                </a:cubicBezTo>
                <a:cubicBezTo>
                  <a:pt x="3584863" y="327458"/>
                  <a:pt x="3575155" y="328928"/>
                  <a:pt x="3569125" y="330546"/>
                </a:cubicBezTo>
                <a:cubicBezTo>
                  <a:pt x="3560709" y="332617"/>
                  <a:pt x="3552634" y="335886"/>
                  <a:pt x="3545150" y="340253"/>
                </a:cubicBezTo>
                <a:cubicBezTo>
                  <a:pt x="3539313" y="346014"/>
                  <a:pt x="3534356" y="352606"/>
                  <a:pt x="3530441" y="359814"/>
                </a:cubicBezTo>
                <a:cubicBezTo>
                  <a:pt x="3528360" y="362827"/>
                  <a:pt x="3525996" y="365634"/>
                  <a:pt x="3523381" y="368199"/>
                </a:cubicBezTo>
                <a:cubicBezTo>
                  <a:pt x="3511468" y="376878"/>
                  <a:pt x="3504114" y="389526"/>
                  <a:pt x="3492788" y="391586"/>
                </a:cubicBezTo>
                <a:cubicBezTo>
                  <a:pt x="3488168" y="393013"/>
                  <a:pt x="3483183" y="390981"/>
                  <a:pt x="3480875" y="386731"/>
                </a:cubicBezTo>
                <a:cubicBezTo>
                  <a:pt x="3475771" y="378178"/>
                  <a:pt x="3472701" y="368567"/>
                  <a:pt x="3471903" y="358638"/>
                </a:cubicBezTo>
                <a:cubicBezTo>
                  <a:pt x="3471903" y="349666"/>
                  <a:pt x="3477050" y="347461"/>
                  <a:pt x="3471903" y="330398"/>
                </a:cubicBezTo>
                <a:cubicBezTo>
                  <a:pt x="3471135" y="326053"/>
                  <a:pt x="3472832" y="321638"/>
                  <a:pt x="3476315" y="318926"/>
                </a:cubicBezTo>
                <a:cubicBezTo>
                  <a:pt x="3479307" y="317662"/>
                  <a:pt x="3482048" y="315867"/>
                  <a:pt x="3484405" y="313631"/>
                </a:cubicBezTo>
                <a:cubicBezTo>
                  <a:pt x="3491560" y="303112"/>
                  <a:pt x="3498140" y="292212"/>
                  <a:pt x="3504114" y="280978"/>
                </a:cubicBezTo>
                <a:cubicBezTo>
                  <a:pt x="3504114" y="280978"/>
                  <a:pt x="3507350" y="279066"/>
                  <a:pt x="3509703" y="280978"/>
                </a:cubicBezTo>
                <a:cubicBezTo>
                  <a:pt x="3512265" y="289170"/>
                  <a:pt x="3513603" y="297695"/>
                  <a:pt x="3513674" y="306276"/>
                </a:cubicBezTo>
                <a:cubicBezTo>
                  <a:pt x="3513620" y="307164"/>
                  <a:pt x="3513750" y="308052"/>
                  <a:pt x="3514054" y="308887"/>
                </a:cubicBezTo>
                <a:cubicBezTo>
                  <a:pt x="3515279" y="312245"/>
                  <a:pt x="3518994" y="313974"/>
                  <a:pt x="3522351" y="312748"/>
                </a:cubicBezTo>
                <a:cubicBezTo>
                  <a:pt x="3528323" y="311505"/>
                  <a:pt x="3534039" y="309267"/>
                  <a:pt x="3539266" y="306130"/>
                </a:cubicBezTo>
                <a:cubicBezTo>
                  <a:pt x="3540296" y="305395"/>
                  <a:pt x="3545003" y="303336"/>
                  <a:pt x="3545003" y="300395"/>
                </a:cubicBezTo>
                <a:cubicBezTo>
                  <a:pt x="3543988" y="296315"/>
                  <a:pt x="3542507" y="292366"/>
                  <a:pt x="3540590" y="288628"/>
                </a:cubicBezTo>
                <a:cubicBezTo>
                  <a:pt x="3539018" y="283058"/>
                  <a:pt x="3538032" y="277340"/>
                  <a:pt x="3537648" y="271565"/>
                </a:cubicBezTo>
                <a:cubicBezTo>
                  <a:pt x="3537648" y="268476"/>
                  <a:pt x="3538973" y="250238"/>
                  <a:pt x="3540296" y="236560"/>
                </a:cubicBezTo>
                <a:cubicBezTo>
                  <a:pt x="3541179" y="228912"/>
                  <a:pt x="3537796" y="219792"/>
                  <a:pt x="3537796" y="199495"/>
                </a:cubicBezTo>
                <a:cubicBezTo>
                  <a:pt x="3538125" y="192278"/>
                  <a:pt x="3536973" y="185071"/>
                  <a:pt x="3534413" y="178315"/>
                </a:cubicBezTo>
                <a:cubicBezTo>
                  <a:pt x="3530736" y="176108"/>
                  <a:pt x="3535738" y="167430"/>
                  <a:pt x="3541473" y="166107"/>
                </a:cubicBezTo>
                <a:cubicBezTo>
                  <a:pt x="3544848" y="165815"/>
                  <a:pt x="3548246" y="165815"/>
                  <a:pt x="3551621" y="166107"/>
                </a:cubicBezTo>
                <a:cubicBezTo>
                  <a:pt x="3553828" y="165960"/>
                  <a:pt x="3553533" y="161400"/>
                  <a:pt x="3556770" y="162724"/>
                </a:cubicBezTo>
                <a:cubicBezTo>
                  <a:pt x="3560005" y="164048"/>
                  <a:pt x="3559418" y="164637"/>
                  <a:pt x="3561183" y="169343"/>
                </a:cubicBezTo>
                <a:cubicBezTo>
                  <a:pt x="3562948" y="174050"/>
                  <a:pt x="3561623" y="176550"/>
                  <a:pt x="3562948" y="181403"/>
                </a:cubicBezTo>
                <a:cubicBezTo>
                  <a:pt x="3564271" y="186257"/>
                  <a:pt x="3562211" y="193317"/>
                  <a:pt x="3564271" y="196112"/>
                </a:cubicBezTo>
                <a:cubicBezTo>
                  <a:pt x="3565556" y="199067"/>
                  <a:pt x="3565556" y="202423"/>
                  <a:pt x="3564271" y="205378"/>
                </a:cubicBezTo>
                <a:cubicBezTo>
                  <a:pt x="3563658" y="208734"/>
                  <a:pt x="3563658" y="212171"/>
                  <a:pt x="3564271" y="215527"/>
                </a:cubicBezTo>
                <a:cubicBezTo>
                  <a:pt x="3565448" y="219352"/>
                  <a:pt x="3563830" y="223322"/>
                  <a:pt x="3564271" y="228323"/>
                </a:cubicBezTo>
                <a:cubicBezTo>
                  <a:pt x="3564713" y="233323"/>
                  <a:pt x="3565741" y="249797"/>
                  <a:pt x="3565741" y="253326"/>
                </a:cubicBezTo>
                <a:cubicBezTo>
                  <a:pt x="3565741" y="256856"/>
                  <a:pt x="3569860" y="262446"/>
                  <a:pt x="3568978" y="270095"/>
                </a:cubicBezTo>
                <a:cubicBezTo>
                  <a:pt x="3568978" y="273183"/>
                  <a:pt x="3568978" y="279508"/>
                  <a:pt x="3568978" y="282450"/>
                </a:cubicBezTo>
                <a:cubicBezTo>
                  <a:pt x="3568095" y="288775"/>
                  <a:pt x="3562653" y="293628"/>
                  <a:pt x="3563976" y="297158"/>
                </a:cubicBezTo>
                <a:cubicBezTo>
                  <a:pt x="3565258" y="300416"/>
                  <a:pt x="3567806" y="303017"/>
                  <a:pt x="3571036" y="304365"/>
                </a:cubicBezTo>
                <a:cubicBezTo>
                  <a:pt x="3575008" y="305248"/>
                  <a:pt x="3581773" y="300541"/>
                  <a:pt x="3585008" y="300541"/>
                </a:cubicBezTo>
                <a:cubicBezTo>
                  <a:pt x="3589043" y="300645"/>
                  <a:pt x="3593078" y="300399"/>
                  <a:pt x="3597070" y="299805"/>
                </a:cubicBezTo>
                <a:cubicBezTo>
                  <a:pt x="3603489" y="297902"/>
                  <a:pt x="3610099" y="296719"/>
                  <a:pt x="3616780" y="296275"/>
                </a:cubicBezTo>
                <a:cubicBezTo>
                  <a:pt x="3619721" y="296128"/>
                  <a:pt x="3624869" y="292598"/>
                  <a:pt x="3627516" y="292598"/>
                </a:cubicBezTo>
                <a:cubicBezTo>
                  <a:pt x="3630628" y="291261"/>
                  <a:pt x="3633469" y="289368"/>
                  <a:pt x="3635900" y="287010"/>
                </a:cubicBezTo>
                <a:cubicBezTo>
                  <a:pt x="3637675" y="285408"/>
                  <a:pt x="3638157" y="282817"/>
                  <a:pt x="3637076" y="280685"/>
                </a:cubicBezTo>
                <a:cubicBezTo>
                  <a:pt x="3635018" y="275536"/>
                  <a:pt x="3630753" y="277596"/>
                  <a:pt x="3625310" y="279508"/>
                </a:cubicBezTo>
                <a:cubicBezTo>
                  <a:pt x="3622368" y="280685"/>
                  <a:pt x="3616486" y="285833"/>
                  <a:pt x="3614573" y="283920"/>
                </a:cubicBezTo>
                <a:cubicBezTo>
                  <a:pt x="3611203" y="281886"/>
                  <a:pt x="3609879" y="277660"/>
                  <a:pt x="3611485" y="274066"/>
                </a:cubicBezTo>
                <a:cubicBezTo>
                  <a:pt x="3612220" y="270830"/>
                  <a:pt x="3609279" y="264653"/>
                  <a:pt x="3605013" y="265976"/>
                </a:cubicBezTo>
                <a:cubicBezTo>
                  <a:pt x="3600748" y="267300"/>
                  <a:pt x="3600453" y="273478"/>
                  <a:pt x="3600748" y="278038"/>
                </a:cubicBezTo>
                <a:cubicBezTo>
                  <a:pt x="3601043" y="282596"/>
                  <a:pt x="3597658" y="283626"/>
                  <a:pt x="3595600" y="285245"/>
                </a:cubicBezTo>
                <a:cubicBezTo>
                  <a:pt x="3593541" y="286861"/>
                  <a:pt x="3591628" y="290391"/>
                  <a:pt x="3588393" y="289068"/>
                </a:cubicBezTo>
                <a:cubicBezTo>
                  <a:pt x="3583487" y="286256"/>
                  <a:pt x="3580629" y="280882"/>
                  <a:pt x="3581038" y="275243"/>
                </a:cubicBezTo>
                <a:cubicBezTo>
                  <a:pt x="3580891" y="272153"/>
                  <a:pt x="3582068" y="249650"/>
                  <a:pt x="3582068" y="246708"/>
                </a:cubicBezTo>
                <a:cubicBezTo>
                  <a:pt x="3582656" y="240678"/>
                  <a:pt x="3578833" y="232442"/>
                  <a:pt x="3578833" y="227293"/>
                </a:cubicBezTo>
                <a:cubicBezTo>
                  <a:pt x="3579316" y="218132"/>
                  <a:pt x="3579316" y="208952"/>
                  <a:pt x="3578833" y="199790"/>
                </a:cubicBezTo>
                <a:cubicBezTo>
                  <a:pt x="3578326" y="196663"/>
                  <a:pt x="3577641" y="193568"/>
                  <a:pt x="3576773" y="190523"/>
                </a:cubicBezTo>
                <a:cubicBezTo>
                  <a:pt x="3577210" y="185591"/>
                  <a:pt x="3579162" y="180915"/>
                  <a:pt x="3582363" y="177138"/>
                </a:cubicBezTo>
                <a:cubicBezTo>
                  <a:pt x="3584769" y="174308"/>
                  <a:pt x="3588107" y="172430"/>
                  <a:pt x="3591776" y="171843"/>
                </a:cubicBezTo>
                <a:cubicBezTo>
                  <a:pt x="3595306" y="171108"/>
                  <a:pt x="3596336" y="180227"/>
                  <a:pt x="3596335" y="186552"/>
                </a:cubicBezTo>
                <a:cubicBezTo>
                  <a:pt x="3596202" y="189913"/>
                  <a:pt x="3597300" y="193207"/>
                  <a:pt x="3599423" y="195818"/>
                </a:cubicBezTo>
                <a:cubicBezTo>
                  <a:pt x="3602206" y="205933"/>
                  <a:pt x="3603688" y="216362"/>
                  <a:pt x="3603836" y="226852"/>
                </a:cubicBezTo>
                <a:cubicBezTo>
                  <a:pt x="3603689" y="232588"/>
                  <a:pt x="3604571" y="231853"/>
                  <a:pt x="3607955" y="234060"/>
                </a:cubicBezTo>
                <a:cubicBezTo>
                  <a:pt x="3611338" y="236265"/>
                  <a:pt x="3621486" y="232000"/>
                  <a:pt x="3623988" y="234060"/>
                </a:cubicBezTo>
                <a:cubicBezTo>
                  <a:pt x="3626488" y="236118"/>
                  <a:pt x="3627664" y="241708"/>
                  <a:pt x="3630018" y="241708"/>
                </a:cubicBezTo>
                <a:cubicBezTo>
                  <a:pt x="3637518" y="242737"/>
                  <a:pt x="3642666" y="230970"/>
                  <a:pt x="3644726" y="228028"/>
                </a:cubicBezTo>
                <a:cubicBezTo>
                  <a:pt x="3650168" y="220380"/>
                  <a:pt x="3638548" y="209792"/>
                  <a:pt x="3636930" y="209497"/>
                </a:cubicBezTo>
                <a:cubicBezTo>
                  <a:pt x="3635311" y="209202"/>
                  <a:pt x="3630605" y="213468"/>
                  <a:pt x="3623988" y="214497"/>
                </a:cubicBezTo>
                <a:cubicBezTo>
                  <a:pt x="3617368" y="215527"/>
                  <a:pt x="3620163" y="220233"/>
                  <a:pt x="3614868" y="218763"/>
                </a:cubicBezTo>
                <a:cubicBezTo>
                  <a:pt x="3609573" y="217292"/>
                  <a:pt x="3611926" y="205672"/>
                  <a:pt x="3614868" y="200378"/>
                </a:cubicBezTo>
                <a:cubicBezTo>
                  <a:pt x="3617865" y="195985"/>
                  <a:pt x="3619780" y="190945"/>
                  <a:pt x="3620456" y="185670"/>
                </a:cubicBezTo>
                <a:cubicBezTo>
                  <a:pt x="3619868" y="179345"/>
                  <a:pt x="3614279" y="171697"/>
                  <a:pt x="3614279" y="169343"/>
                </a:cubicBezTo>
                <a:cubicBezTo>
                  <a:pt x="3614279" y="166990"/>
                  <a:pt x="3621486" y="159194"/>
                  <a:pt x="3624575" y="159047"/>
                </a:cubicBezTo>
                <a:cubicBezTo>
                  <a:pt x="3627664" y="158900"/>
                  <a:pt x="3632959" y="168313"/>
                  <a:pt x="3635901" y="168313"/>
                </a:cubicBezTo>
                <a:cubicBezTo>
                  <a:pt x="3638841" y="168313"/>
                  <a:pt x="3646196" y="156840"/>
                  <a:pt x="3649579" y="150222"/>
                </a:cubicBezTo>
                <a:cubicBezTo>
                  <a:pt x="3651785" y="146104"/>
                  <a:pt x="3653109" y="134337"/>
                  <a:pt x="3659728" y="131395"/>
                </a:cubicBezTo>
                <a:cubicBezTo>
                  <a:pt x="3662376" y="131395"/>
                  <a:pt x="3666053" y="132719"/>
                  <a:pt x="3667965" y="131395"/>
                </a:cubicBezTo>
                <a:cubicBezTo>
                  <a:pt x="3670520" y="130128"/>
                  <a:pt x="3673351" y="129521"/>
                  <a:pt x="3676201" y="129630"/>
                </a:cubicBezTo>
                <a:close/>
                <a:moveTo>
                  <a:pt x="412522" y="115391"/>
                </a:moveTo>
                <a:cubicBezTo>
                  <a:pt x="352274" y="118321"/>
                  <a:pt x="292225" y="138654"/>
                  <a:pt x="240307" y="177530"/>
                </a:cubicBezTo>
                <a:lnTo>
                  <a:pt x="240265" y="177530"/>
                </a:lnTo>
                <a:cubicBezTo>
                  <a:pt x="161288" y="236645"/>
                  <a:pt x="114846" y="329566"/>
                  <a:pt x="114964" y="428215"/>
                </a:cubicBezTo>
                <a:cubicBezTo>
                  <a:pt x="114956" y="444175"/>
                  <a:pt x="116158" y="460110"/>
                  <a:pt x="118551" y="475889"/>
                </a:cubicBezTo>
                <a:cubicBezTo>
                  <a:pt x="118761" y="477196"/>
                  <a:pt x="119057" y="478462"/>
                  <a:pt x="119268" y="479770"/>
                </a:cubicBezTo>
                <a:cubicBezTo>
                  <a:pt x="120238" y="485634"/>
                  <a:pt x="121377" y="491414"/>
                  <a:pt x="122643" y="497152"/>
                </a:cubicBezTo>
                <a:cubicBezTo>
                  <a:pt x="124499" y="505252"/>
                  <a:pt x="126524" y="513310"/>
                  <a:pt x="128971" y="521157"/>
                </a:cubicBezTo>
                <a:cubicBezTo>
                  <a:pt x="131671" y="529595"/>
                  <a:pt x="134793" y="538033"/>
                  <a:pt x="138168" y="546470"/>
                </a:cubicBezTo>
                <a:cubicBezTo>
                  <a:pt x="138632" y="547567"/>
                  <a:pt x="139054" y="548748"/>
                  <a:pt x="139518" y="549845"/>
                </a:cubicBezTo>
                <a:cubicBezTo>
                  <a:pt x="149281" y="573062"/>
                  <a:pt x="161802" y="595017"/>
                  <a:pt x="176813" y="615238"/>
                </a:cubicBezTo>
                <a:lnTo>
                  <a:pt x="177024" y="615491"/>
                </a:lnTo>
                <a:cubicBezTo>
                  <a:pt x="177130" y="615634"/>
                  <a:pt x="177235" y="615774"/>
                  <a:pt x="177340" y="615917"/>
                </a:cubicBezTo>
                <a:cubicBezTo>
                  <a:pt x="216217" y="667833"/>
                  <a:pt x="268116" y="704245"/>
                  <a:pt x="325104" y="724013"/>
                </a:cubicBezTo>
                <a:lnTo>
                  <a:pt x="338256" y="727206"/>
                </a:lnTo>
                <a:lnTo>
                  <a:pt x="337647" y="723932"/>
                </a:lnTo>
                <a:cubicBezTo>
                  <a:pt x="336560" y="720087"/>
                  <a:pt x="334641" y="715753"/>
                  <a:pt x="331308" y="713791"/>
                </a:cubicBezTo>
                <a:cubicBezTo>
                  <a:pt x="327603" y="711829"/>
                  <a:pt x="323642" y="710411"/>
                  <a:pt x="319537" y="709572"/>
                </a:cubicBezTo>
                <a:lnTo>
                  <a:pt x="317724" y="707907"/>
                </a:lnTo>
                <a:lnTo>
                  <a:pt x="335780" y="710964"/>
                </a:lnTo>
                <a:cubicBezTo>
                  <a:pt x="344766" y="714719"/>
                  <a:pt x="347593" y="729274"/>
                  <a:pt x="347593" y="729274"/>
                </a:cubicBezTo>
                <a:cubicBezTo>
                  <a:pt x="347593" y="729274"/>
                  <a:pt x="351263" y="729105"/>
                  <a:pt x="352951" y="729274"/>
                </a:cubicBezTo>
                <a:lnTo>
                  <a:pt x="354404" y="731127"/>
                </a:lnTo>
                <a:lnTo>
                  <a:pt x="355636" y="731426"/>
                </a:lnTo>
                <a:lnTo>
                  <a:pt x="368856" y="731426"/>
                </a:lnTo>
                <a:lnTo>
                  <a:pt x="368683" y="734594"/>
                </a:lnTo>
                <a:lnTo>
                  <a:pt x="383495" y="738190"/>
                </a:lnTo>
                <a:cubicBezTo>
                  <a:pt x="403328" y="741039"/>
                  <a:pt x="423433" y="741996"/>
                  <a:pt x="443515" y="741019"/>
                </a:cubicBezTo>
                <a:lnTo>
                  <a:pt x="495452" y="733411"/>
                </a:lnTo>
                <a:lnTo>
                  <a:pt x="495422" y="733409"/>
                </a:lnTo>
                <a:lnTo>
                  <a:pt x="497827" y="732649"/>
                </a:lnTo>
                <a:lnTo>
                  <a:pt x="482723" y="732649"/>
                </a:lnTo>
                <a:cubicBezTo>
                  <a:pt x="482723" y="732649"/>
                  <a:pt x="483483" y="717039"/>
                  <a:pt x="474286" y="713496"/>
                </a:cubicBezTo>
                <a:cubicBezTo>
                  <a:pt x="467434" y="710703"/>
                  <a:pt x="459823" y="710386"/>
                  <a:pt x="452770" y="712610"/>
                </a:cubicBezTo>
                <a:cubicBezTo>
                  <a:pt x="445091" y="715225"/>
                  <a:pt x="443150" y="728304"/>
                  <a:pt x="442011" y="729063"/>
                </a:cubicBezTo>
                <a:lnTo>
                  <a:pt x="441039" y="731309"/>
                </a:lnTo>
                <a:lnTo>
                  <a:pt x="441041" y="731257"/>
                </a:lnTo>
                <a:lnTo>
                  <a:pt x="440915" y="731594"/>
                </a:lnTo>
                <a:lnTo>
                  <a:pt x="441039" y="731309"/>
                </a:lnTo>
                <a:lnTo>
                  <a:pt x="440704" y="737796"/>
                </a:lnTo>
                <a:cubicBezTo>
                  <a:pt x="438155" y="738138"/>
                  <a:pt x="435573" y="738138"/>
                  <a:pt x="433025" y="737796"/>
                </a:cubicBezTo>
                <a:cubicBezTo>
                  <a:pt x="431928" y="737417"/>
                  <a:pt x="437244" y="737163"/>
                  <a:pt x="436274" y="736615"/>
                </a:cubicBezTo>
                <a:cubicBezTo>
                  <a:pt x="435303" y="736067"/>
                  <a:pt x="433995" y="736362"/>
                  <a:pt x="433574" y="736151"/>
                </a:cubicBezTo>
                <a:cubicBezTo>
                  <a:pt x="432435" y="735560"/>
                  <a:pt x="434671" y="735560"/>
                  <a:pt x="434755" y="734885"/>
                </a:cubicBezTo>
                <a:cubicBezTo>
                  <a:pt x="434839" y="734210"/>
                  <a:pt x="431042" y="734885"/>
                  <a:pt x="430536" y="734885"/>
                </a:cubicBezTo>
                <a:cubicBezTo>
                  <a:pt x="430030" y="734885"/>
                  <a:pt x="432181" y="733788"/>
                  <a:pt x="432181" y="733788"/>
                </a:cubicBezTo>
                <a:lnTo>
                  <a:pt x="424925" y="733788"/>
                </a:lnTo>
                <a:lnTo>
                  <a:pt x="426402" y="732649"/>
                </a:lnTo>
                <a:lnTo>
                  <a:pt x="411509" y="732649"/>
                </a:lnTo>
                <a:cubicBezTo>
                  <a:pt x="411509" y="732649"/>
                  <a:pt x="412310" y="717039"/>
                  <a:pt x="403071" y="713496"/>
                </a:cubicBezTo>
                <a:cubicBezTo>
                  <a:pt x="396220" y="710703"/>
                  <a:pt x="388609" y="710386"/>
                  <a:pt x="381555" y="712610"/>
                </a:cubicBezTo>
                <a:cubicBezTo>
                  <a:pt x="373877" y="715225"/>
                  <a:pt x="371936" y="728304"/>
                  <a:pt x="370797" y="729063"/>
                </a:cubicBezTo>
                <a:cubicBezTo>
                  <a:pt x="369658" y="729823"/>
                  <a:pt x="368898" y="728473"/>
                  <a:pt x="368898" y="728473"/>
                </a:cubicBezTo>
                <a:cubicBezTo>
                  <a:pt x="368898" y="728473"/>
                  <a:pt x="370544" y="718010"/>
                  <a:pt x="373623" y="714888"/>
                </a:cubicBezTo>
                <a:cubicBezTo>
                  <a:pt x="378378" y="710078"/>
                  <a:pt x="384917" y="707450"/>
                  <a:pt x="391680" y="707631"/>
                </a:cubicBezTo>
                <a:cubicBezTo>
                  <a:pt x="402565" y="706872"/>
                  <a:pt x="412437" y="709656"/>
                  <a:pt x="416994" y="714255"/>
                </a:cubicBezTo>
                <a:cubicBezTo>
                  <a:pt x="421550" y="718854"/>
                  <a:pt x="421845" y="730624"/>
                  <a:pt x="421845" y="730624"/>
                </a:cubicBezTo>
                <a:lnTo>
                  <a:pt x="438721" y="730202"/>
                </a:lnTo>
                <a:cubicBezTo>
                  <a:pt x="438721" y="730202"/>
                  <a:pt x="441969" y="718010"/>
                  <a:pt x="445049" y="714888"/>
                </a:cubicBezTo>
                <a:cubicBezTo>
                  <a:pt x="449800" y="710070"/>
                  <a:pt x="456339" y="707442"/>
                  <a:pt x="463106" y="707631"/>
                </a:cubicBezTo>
                <a:cubicBezTo>
                  <a:pt x="473991" y="706872"/>
                  <a:pt x="483863" y="709656"/>
                  <a:pt x="488419" y="714255"/>
                </a:cubicBezTo>
                <a:cubicBezTo>
                  <a:pt x="492976" y="718854"/>
                  <a:pt x="493271" y="730624"/>
                  <a:pt x="493271" y="730624"/>
                </a:cubicBezTo>
                <a:lnTo>
                  <a:pt x="509073" y="730229"/>
                </a:lnTo>
                <a:lnTo>
                  <a:pt x="510277" y="729801"/>
                </a:lnTo>
                <a:lnTo>
                  <a:pt x="512709" y="722350"/>
                </a:lnTo>
                <a:cubicBezTo>
                  <a:pt x="514376" y="718116"/>
                  <a:pt x="516812" y="713264"/>
                  <a:pt x="519892" y="710796"/>
                </a:cubicBezTo>
                <a:cubicBezTo>
                  <a:pt x="526051" y="705859"/>
                  <a:pt x="537569" y="706788"/>
                  <a:pt x="537569" y="706788"/>
                </a:cubicBezTo>
                <a:lnTo>
                  <a:pt x="537569" y="713031"/>
                </a:lnTo>
                <a:cubicBezTo>
                  <a:pt x="537569" y="713031"/>
                  <a:pt x="524912" y="711977"/>
                  <a:pt x="520018" y="715563"/>
                </a:cubicBezTo>
                <a:cubicBezTo>
                  <a:pt x="517572" y="717356"/>
                  <a:pt x="515810" y="720689"/>
                  <a:pt x="514645" y="723800"/>
                </a:cubicBezTo>
                <a:lnTo>
                  <a:pt x="513369" y="728701"/>
                </a:lnTo>
                <a:lnTo>
                  <a:pt x="561395" y="711617"/>
                </a:lnTo>
                <a:cubicBezTo>
                  <a:pt x="580214" y="702736"/>
                  <a:pt x="598423" y="691838"/>
                  <a:pt x="615728" y="678879"/>
                </a:cubicBezTo>
                <a:cubicBezTo>
                  <a:pt x="754174" y="575213"/>
                  <a:pt x="782365" y="378939"/>
                  <a:pt x="678695" y="240497"/>
                </a:cubicBezTo>
                <a:cubicBezTo>
                  <a:pt x="613901" y="153968"/>
                  <a:pt x="512935" y="110508"/>
                  <a:pt x="412522" y="115391"/>
                </a:cubicBezTo>
                <a:close/>
                <a:moveTo>
                  <a:pt x="277180" y="113446"/>
                </a:moveTo>
                <a:cubicBezTo>
                  <a:pt x="276771" y="113842"/>
                  <a:pt x="276336" y="114209"/>
                  <a:pt x="275872" y="114543"/>
                </a:cubicBezTo>
                <a:cubicBezTo>
                  <a:pt x="275492" y="114754"/>
                  <a:pt x="274354" y="114627"/>
                  <a:pt x="273932" y="115007"/>
                </a:cubicBezTo>
                <a:cubicBezTo>
                  <a:pt x="273379" y="115386"/>
                  <a:pt x="272763" y="115673"/>
                  <a:pt x="272117" y="115851"/>
                </a:cubicBezTo>
                <a:cubicBezTo>
                  <a:pt x="271653" y="115851"/>
                  <a:pt x="270683" y="115260"/>
                  <a:pt x="269924" y="115851"/>
                </a:cubicBezTo>
                <a:cubicBezTo>
                  <a:pt x="269164" y="116441"/>
                  <a:pt x="268531" y="116061"/>
                  <a:pt x="268067" y="116441"/>
                </a:cubicBezTo>
                <a:lnTo>
                  <a:pt x="267941" y="116272"/>
                </a:lnTo>
                <a:cubicBezTo>
                  <a:pt x="267561" y="117201"/>
                  <a:pt x="268742" y="118171"/>
                  <a:pt x="268827" y="119141"/>
                </a:cubicBezTo>
                <a:cubicBezTo>
                  <a:pt x="268844" y="119757"/>
                  <a:pt x="269118" y="120339"/>
                  <a:pt x="269586" y="120744"/>
                </a:cubicBezTo>
                <a:cubicBezTo>
                  <a:pt x="270455" y="121221"/>
                  <a:pt x="271185" y="121917"/>
                  <a:pt x="271696" y="122769"/>
                </a:cubicBezTo>
                <a:cubicBezTo>
                  <a:pt x="272117" y="123402"/>
                  <a:pt x="273847" y="123866"/>
                  <a:pt x="274100" y="124288"/>
                </a:cubicBezTo>
                <a:cubicBezTo>
                  <a:pt x="274354" y="124710"/>
                  <a:pt x="276379" y="125554"/>
                  <a:pt x="276969" y="125976"/>
                </a:cubicBezTo>
                <a:cubicBezTo>
                  <a:pt x="277560" y="126398"/>
                  <a:pt x="277813" y="127410"/>
                  <a:pt x="278193" y="127790"/>
                </a:cubicBezTo>
                <a:cubicBezTo>
                  <a:pt x="278669" y="128486"/>
                  <a:pt x="279568" y="128752"/>
                  <a:pt x="280344" y="128423"/>
                </a:cubicBezTo>
                <a:cubicBezTo>
                  <a:pt x="280766" y="128170"/>
                  <a:pt x="281188" y="126946"/>
                  <a:pt x="281568" y="126566"/>
                </a:cubicBezTo>
                <a:cubicBezTo>
                  <a:pt x="281947" y="126187"/>
                  <a:pt x="282749" y="125934"/>
                  <a:pt x="283171" y="125554"/>
                </a:cubicBezTo>
                <a:cubicBezTo>
                  <a:pt x="283787" y="125039"/>
                  <a:pt x="284276" y="124390"/>
                  <a:pt x="284605" y="123655"/>
                </a:cubicBezTo>
                <a:cubicBezTo>
                  <a:pt x="284783" y="123023"/>
                  <a:pt x="284896" y="122373"/>
                  <a:pt x="284943" y="121715"/>
                </a:cubicBezTo>
                <a:cubicBezTo>
                  <a:pt x="285069" y="120955"/>
                  <a:pt x="284732" y="119901"/>
                  <a:pt x="284732" y="119226"/>
                </a:cubicBezTo>
                <a:cubicBezTo>
                  <a:pt x="285023" y="118504"/>
                  <a:pt x="285112" y="117715"/>
                  <a:pt x="284985" y="116947"/>
                </a:cubicBezTo>
                <a:cubicBezTo>
                  <a:pt x="284833" y="116294"/>
                  <a:pt x="284529" y="115686"/>
                  <a:pt x="284099" y="115176"/>
                </a:cubicBezTo>
                <a:cubicBezTo>
                  <a:pt x="283551" y="114851"/>
                  <a:pt x="282973" y="114585"/>
                  <a:pt x="282369" y="114374"/>
                </a:cubicBezTo>
                <a:cubicBezTo>
                  <a:pt x="281399" y="113910"/>
                  <a:pt x="277940" y="112771"/>
                  <a:pt x="277180" y="113446"/>
                </a:cubicBezTo>
                <a:close/>
                <a:moveTo>
                  <a:pt x="254820" y="107750"/>
                </a:moveTo>
                <a:cubicBezTo>
                  <a:pt x="255158" y="107666"/>
                  <a:pt x="255158" y="108890"/>
                  <a:pt x="255200" y="109776"/>
                </a:cubicBezTo>
                <a:cubicBezTo>
                  <a:pt x="255044" y="110725"/>
                  <a:pt x="254761" y="111644"/>
                  <a:pt x="254356" y="112518"/>
                </a:cubicBezTo>
                <a:cubicBezTo>
                  <a:pt x="253723" y="113741"/>
                  <a:pt x="253681" y="114585"/>
                  <a:pt x="253175" y="115555"/>
                </a:cubicBezTo>
                <a:cubicBezTo>
                  <a:pt x="252652" y="116365"/>
                  <a:pt x="251998" y="117078"/>
                  <a:pt x="251234" y="117665"/>
                </a:cubicBezTo>
                <a:cubicBezTo>
                  <a:pt x="250508" y="118091"/>
                  <a:pt x="249576" y="117867"/>
                  <a:pt x="249125" y="117159"/>
                </a:cubicBezTo>
                <a:cubicBezTo>
                  <a:pt x="248703" y="116505"/>
                  <a:pt x="248703" y="115661"/>
                  <a:pt x="249125" y="115007"/>
                </a:cubicBezTo>
                <a:cubicBezTo>
                  <a:pt x="249804" y="113897"/>
                  <a:pt x="250568" y="112838"/>
                  <a:pt x="251403" y="111843"/>
                </a:cubicBezTo>
                <a:cubicBezTo>
                  <a:pt x="251715" y="111391"/>
                  <a:pt x="251960" y="110894"/>
                  <a:pt x="252120" y="110366"/>
                </a:cubicBezTo>
                <a:cubicBezTo>
                  <a:pt x="252289" y="109776"/>
                  <a:pt x="253006" y="109607"/>
                  <a:pt x="253386" y="108890"/>
                </a:cubicBezTo>
                <a:cubicBezTo>
                  <a:pt x="253782" y="108417"/>
                  <a:pt x="254272" y="108033"/>
                  <a:pt x="254820" y="107750"/>
                </a:cubicBezTo>
                <a:close/>
                <a:moveTo>
                  <a:pt x="258448" y="96064"/>
                </a:moveTo>
                <a:cubicBezTo>
                  <a:pt x="257858" y="96064"/>
                  <a:pt x="256803" y="97203"/>
                  <a:pt x="256381" y="97203"/>
                </a:cubicBezTo>
                <a:cubicBezTo>
                  <a:pt x="255638" y="97250"/>
                  <a:pt x="254904" y="97380"/>
                  <a:pt x="254187" y="97583"/>
                </a:cubicBezTo>
                <a:cubicBezTo>
                  <a:pt x="253727" y="97798"/>
                  <a:pt x="253377" y="98195"/>
                  <a:pt x="253217" y="98680"/>
                </a:cubicBezTo>
                <a:cubicBezTo>
                  <a:pt x="252964" y="99059"/>
                  <a:pt x="252740" y="99452"/>
                  <a:pt x="252542" y="99861"/>
                </a:cubicBezTo>
                <a:cubicBezTo>
                  <a:pt x="252259" y="100334"/>
                  <a:pt x="252023" y="100827"/>
                  <a:pt x="251825" y="101338"/>
                </a:cubicBezTo>
                <a:cubicBezTo>
                  <a:pt x="251453" y="102105"/>
                  <a:pt x="250939" y="102793"/>
                  <a:pt x="250306" y="103363"/>
                </a:cubicBezTo>
                <a:cubicBezTo>
                  <a:pt x="249504" y="104164"/>
                  <a:pt x="249462" y="104417"/>
                  <a:pt x="249040" y="104671"/>
                </a:cubicBezTo>
                <a:cubicBezTo>
                  <a:pt x="248471" y="105223"/>
                  <a:pt x="247973" y="105848"/>
                  <a:pt x="247564" y="106527"/>
                </a:cubicBezTo>
                <a:cubicBezTo>
                  <a:pt x="246889" y="107497"/>
                  <a:pt x="245792" y="108172"/>
                  <a:pt x="245370" y="108805"/>
                </a:cubicBezTo>
                <a:cubicBezTo>
                  <a:pt x="244648" y="110050"/>
                  <a:pt x="243653" y="111117"/>
                  <a:pt x="242459" y="111927"/>
                </a:cubicBezTo>
                <a:cubicBezTo>
                  <a:pt x="241995" y="111712"/>
                  <a:pt x="241514" y="111526"/>
                  <a:pt x="241024" y="111379"/>
                </a:cubicBezTo>
                <a:cubicBezTo>
                  <a:pt x="239927" y="111168"/>
                  <a:pt x="239548" y="110999"/>
                  <a:pt x="238788" y="111379"/>
                </a:cubicBezTo>
                <a:cubicBezTo>
                  <a:pt x="238274" y="112011"/>
                  <a:pt x="237797" y="112674"/>
                  <a:pt x="237354" y="113361"/>
                </a:cubicBezTo>
                <a:cubicBezTo>
                  <a:pt x="237354" y="114585"/>
                  <a:pt x="236257" y="115935"/>
                  <a:pt x="237607" y="118297"/>
                </a:cubicBezTo>
                <a:cubicBezTo>
                  <a:pt x="237860" y="118719"/>
                  <a:pt x="238535" y="119605"/>
                  <a:pt x="239801" y="121546"/>
                </a:cubicBezTo>
                <a:cubicBezTo>
                  <a:pt x="240590" y="122575"/>
                  <a:pt x="241438" y="123558"/>
                  <a:pt x="242332" y="124499"/>
                </a:cubicBezTo>
                <a:cubicBezTo>
                  <a:pt x="243049" y="125385"/>
                  <a:pt x="244146" y="126271"/>
                  <a:pt x="244399" y="126693"/>
                </a:cubicBezTo>
                <a:cubicBezTo>
                  <a:pt x="244653" y="127115"/>
                  <a:pt x="245454" y="128338"/>
                  <a:pt x="245665" y="128338"/>
                </a:cubicBezTo>
                <a:cubicBezTo>
                  <a:pt x="245876" y="128338"/>
                  <a:pt x="246003" y="128465"/>
                  <a:pt x="246593" y="128971"/>
                </a:cubicBezTo>
                <a:cubicBezTo>
                  <a:pt x="247184" y="129477"/>
                  <a:pt x="247353" y="129984"/>
                  <a:pt x="248070" y="130363"/>
                </a:cubicBezTo>
                <a:cubicBezTo>
                  <a:pt x="248454" y="130536"/>
                  <a:pt x="248871" y="130625"/>
                  <a:pt x="249293" y="130617"/>
                </a:cubicBezTo>
                <a:cubicBezTo>
                  <a:pt x="250129" y="130313"/>
                  <a:pt x="250934" y="129929"/>
                  <a:pt x="251698" y="129477"/>
                </a:cubicBezTo>
                <a:cubicBezTo>
                  <a:pt x="252078" y="129224"/>
                  <a:pt x="252331" y="128760"/>
                  <a:pt x="252922" y="128381"/>
                </a:cubicBezTo>
                <a:cubicBezTo>
                  <a:pt x="253512" y="128001"/>
                  <a:pt x="254693" y="127874"/>
                  <a:pt x="255031" y="127790"/>
                </a:cubicBezTo>
                <a:cubicBezTo>
                  <a:pt x="255369" y="127706"/>
                  <a:pt x="256297" y="128212"/>
                  <a:pt x="256297" y="128549"/>
                </a:cubicBezTo>
                <a:cubicBezTo>
                  <a:pt x="256757" y="129764"/>
                  <a:pt x="257292" y="130946"/>
                  <a:pt x="257900" y="132093"/>
                </a:cubicBezTo>
                <a:cubicBezTo>
                  <a:pt x="258309" y="132971"/>
                  <a:pt x="258803" y="133802"/>
                  <a:pt x="259376" y="134582"/>
                </a:cubicBezTo>
                <a:cubicBezTo>
                  <a:pt x="259629" y="134962"/>
                  <a:pt x="260431" y="135974"/>
                  <a:pt x="260431" y="136396"/>
                </a:cubicBezTo>
                <a:cubicBezTo>
                  <a:pt x="261528" y="138337"/>
                  <a:pt x="261191" y="139307"/>
                  <a:pt x="259714" y="140236"/>
                </a:cubicBezTo>
                <a:cubicBezTo>
                  <a:pt x="259292" y="140489"/>
                  <a:pt x="257773" y="140067"/>
                  <a:pt x="256381" y="140953"/>
                </a:cubicBezTo>
                <a:cubicBezTo>
                  <a:pt x="256170" y="141079"/>
                  <a:pt x="254483" y="142429"/>
                  <a:pt x="254989" y="142851"/>
                </a:cubicBezTo>
                <a:cubicBezTo>
                  <a:pt x="255495" y="143273"/>
                  <a:pt x="258744" y="143526"/>
                  <a:pt x="259714" y="144075"/>
                </a:cubicBezTo>
                <a:cubicBezTo>
                  <a:pt x="260684" y="144623"/>
                  <a:pt x="261148" y="145214"/>
                  <a:pt x="261908" y="145425"/>
                </a:cubicBezTo>
                <a:cubicBezTo>
                  <a:pt x="262747" y="145496"/>
                  <a:pt x="263591" y="145412"/>
                  <a:pt x="264397" y="145172"/>
                </a:cubicBezTo>
                <a:cubicBezTo>
                  <a:pt x="265030" y="145129"/>
                  <a:pt x="265663" y="145383"/>
                  <a:pt x="266084" y="145383"/>
                </a:cubicBezTo>
                <a:cubicBezTo>
                  <a:pt x="266506" y="145383"/>
                  <a:pt x="267561" y="145172"/>
                  <a:pt x="267899" y="145172"/>
                </a:cubicBezTo>
                <a:cubicBezTo>
                  <a:pt x="268316" y="145357"/>
                  <a:pt x="268789" y="145357"/>
                  <a:pt x="269206" y="145172"/>
                </a:cubicBezTo>
                <a:cubicBezTo>
                  <a:pt x="269628" y="144919"/>
                  <a:pt x="269755" y="143948"/>
                  <a:pt x="270641" y="142851"/>
                </a:cubicBezTo>
                <a:cubicBezTo>
                  <a:pt x="271527" y="141754"/>
                  <a:pt x="271063" y="139940"/>
                  <a:pt x="271527" y="139307"/>
                </a:cubicBezTo>
                <a:cubicBezTo>
                  <a:pt x="272202" y="138000"/>
                  <a:pt x="272282" y="136460"/>
                  <a:pt x="271738" y="135089"/>
                </a:cubicBezTo>
                <a:cubicBezTo>
                  <a:pt x="269797" y="131262"/>
                  <a:pt x="267582" y="127583"/>
                  <a:pt x="265114" y="124077"/>
                </a:cubicBezTo>
                <a:cubicBezTo>
                  <a:pt x="264350" y="123466"/>
                  <a:pt x="263718" y="122706"/>
                  <a:pt x="263258" y="121841"/>
                </a:cubicBezTo>
                <a:cubicBezTo>
                  <a:pt x="262752" y="120998"/>
                  <a:pt x="263258" y="119774"/>
                  <a:pt x="263637" y="119774"/>
                </a:cubicBezTo>
                <a:cubicBezTo>
                  <a:pt x="264165" y="119685"/>
                  <a:pt x="264608" y="119335"/>
                  <a:pt x="264819" y="118846"/>
                </a:cubicBezTo>
                <a:cubicBezTo>
                  <a:pt x="265017" y="117787"/>
                  <a:pt x="265144" y="116715"/>
                  <a:pt x="265198" y="115640"/>
                </a:cubicBezTo>
                <a:cubicBezTo>
                  <a:pt x="265030" y="112606"/>
                  <a:pt x="265030" y="109560"/>
                  <a:pt x="265198" y="106527"/>
                </a:cubicBezTo>
                <a:cubicBezTo>
                  <a:pt x="265245" y="105628"/>
                  <a:pt x="265245" y="104725"/>
                  <a:pt x="265198" y="103827"/>
                </a:cubicBezTo>
                <a:cubicBezTo>
                  <a:pt x="265410" y="102468"/>
                  <a:pt x="265722" y="101131"/>
                  <a:pt x="266127" y="99819"/>
                </a:cubicBezTo>
                <a:cubicBezTo>
                  <a:pt x="265954" y="99097"/>
                  <a:pt x="265536" y="98456"/>
                  <a:pt x="264945" y="98005"/>
                </a:cubicBezTo>
                <a:cubicBezTo>
                  <a:pt x="264524" y="97752"/>
                  <a:pt x="263511" y="96444"/>
                  <a:pt x="262667" y="96064"/>
                </a:cubicBezTo>
                <a:cubicBezTo>
                  <a:pt x="261262" y="95925"/>
                  <a:pt x="259853" y="95925"/>
                  <a:pt x="258448" y="96064"/>
                </a:cubicBezTo>
                <a:close/>
                <a:moveTo>
                  <a:pt x="619584" y="90453"/>
                </a:moveTo>
                <a:cubicBezTo>
                  <a:pt x="619077" y="90326"/>
                  <a:pt x="618571" y="90200"/>
                  <a:pt x="618192" y="90917"/>
                </a:cubicBezTo>
                <a:cubicBezTo>
                  <a:pt x="617879" y="91934"/>
                  <a:pt x="617394" y="92891"/>
                  <a:pt x="616757" y="93744"/>
                </a:cubicBezTo>
                <a:cubicBezTo>
                  <a:pt x="616162" y="94811"/>
                  <a:pt x="615437" y="95802"/>
                  <a:pt x="614605" y="96697"/>
                </a:cubicBezTo>
                <a:cubicBezTo>
                  <a:pt x="612969" y="97756"/>
                  <a:pt x="611623" y="99207"/>
                  <a:pt x="610682" y="100916"/>
                </a:cubicBezTo>
                <a:cubicBezTo>
                  <a:pt x="608467" y="100962"/>
                  <a:pt x="606269" y="100544"/>
                  <a:pt x="604227" y="99692"/>
                </a:cubicBezTo>
                <a:cubicBezTo>
                  <a:pt x="603046" y="99102"/>
                  <a:pt x="601653" y="97709"/>
                  <a:pt x="600979" y="97709"/>
                </a:cubicBezTo>
                <a:cubicBezTo>
                  <a:pt x="600367" y="97570"/>
                  <a:pt x="599734" y="97570"/>
                  <a:pt x="599122" y="97709"/>
                </a:cubicBezTo>
                <a:cubicBezTo>
                  <a:pt x="598405" y="97752"/>
                  <a:pt x="597814" y="97372"/>
                  <a:pt x="597181" y="97372"/>
                </a:cubicBezTo>
                <a:cubicBezTo>
                  <a:pt x="596532" y="97604"/>
                  <a:pt x="595870" y="97802"/>
                  <a:pt x="595199" y="97963"/>
                </a:cubicBezTo>
                <a:cubicBezTo>
                  <a:pt x="594283" y="98060"/>
                  <a:pt x="593524" y="98713"/>
                  <a:pt x="593300" y="99608"/>
                </a:cubicBezTo>
                <a:cubicBezTo>
                  <a:pt x="592583" y="101228"/>
                  <a:pt x="592866" y="103114"/>
                  <a:pt x="594017" y="104460"/>
                </a:cubicBezTo>
                <a:cubicBezTo>
                  <a:pt x="594988" y="105219"/>
                  <a:pt x="595030" y="106105"/>
                  <a:pt x="595705" y="106864"/>
                </a:cubicBezTo>
                <a:cubicBezTo>
                  <a:pt x="596093" y="107299"/>
                  <a:pt x="596612" y="107594"/>
                  <a:pt x="597181" y="107708"/>
                </a:cubicBezTo>
                <a:cubicBezTo>
                  <a:pt x="597781" y="107826"/>
                  <a:pt x="598371" y="107982"/>
                  <a:pt x="598954" y="108172"/>
                </a:cubicBezTo>
                <a:lnTo>
                  <a:pt x="600135" y="108847"/>
                </a:lnTo>
                <a:cubicBezTo>
                  <a:pt x="600557" y="109100"/>
                  <a:pt x="601865" y="109100"/>
                  <a:pt x="601696" y="109649"/>
                </a:cubicBezTo>
                <a:cubicBezTo>
                  <a:pt x="601527" y="110197"/>
                  <a:pt x="600388" y="111041"/>
                  <a:pt x="599839" y="111421"/>
                </a:cubicBezTo>
                <a:cubicBezTo>
                  <a:pt x="598177" y="113011"/>
                  <a:pt x="596173" y="114197"/>
                  <a:pt x="593975" y="114880"/>
                </a:cubicBezTo>
                <a:cubicBezTo>
                  <a:pt x="590119" y="116045"/>
                  <a:pt x="586204" y="117002"/>
                  <a:pt x="582247" y="117749"/>
                </a:cubicBezTo>
                <a:cubicBezTo>
                  <a:pt x="581867" y="117749"/>
                  <a:pt x="581150" y="117749"/>
                  <a:pt x="580812" y="117749"/>
                </a:cubicBezTo>
                <a:cubicBezTo>
                  <a:pt x="580045" y="117892"/>
                  <a:pt x="579268" y="117989"/>
                  <a:pt x="578492" y="118044"/>
                </a:cubicBezTo>
                <a:cubicBezTo>
                  <a:pt x="577463" y="118255"/>
                  <a:pt x="576399" y="118255"/>
                  <a:pt x="575370" y="118044"/>
                </a:cubicBezTo>
                <a:lnTo>
                  <a:pt x="575370" y="117876"/>
                </a:lnTo>
                <a:cubicBezTo>
                  <a:pt x="574062" y="117622"/>
                  <a:pt x="573176" y="118002"/>
                  <a:pt x="573303" y="118382"/>
                </a:cubicBezTo>
                <a:cubicBezTo>
                  <a:pt x="573429" y="118762"/>
                  <a:pt x="574020" y="119268"/>
                  <a:pt x="574568" y="119858"/>
                </a:cubicBezTo>
                <a:cubicBezTo>
                  <a:pt x="575117" y="120449"/>
                  <a:pt x="574315" y="121673"/>
                  <a:pt x="574568" y="122305"/>
                </a:cubicBezTo>
                <a:cubicBezTo>
                  <a:pt x="574822" y="122938"/>
                  <a:pt x="574737" y="123698"/>
                  <a:pt x="575159" y="124077"/>
                </a:cubicBezTo>
                <a:cubicBezTo>
                  <a:pt x="575796" y="124440"/>
                  <a:pt x="576501" y="124685"/>
                  <a:pt x="577226" y="124795"/>
                </a:cubicBezTo>
                <a:cubicBezTo>
                  <a:pt x="578467" y="125246"/>
                  <a:pt x="579736" y="125613"/>
                  <a:pt x="581023" y="125891"/>
                </a:cubicBezTo>
                <a:cubicBezTo>
                  <a:pt x="582036" y="125891"/>
                  <a:pt x="584694" y="125891"/>
                  <a:pt x="585791" y="125891"/>
                </a:cubicBezTo>
                <a:cubicBezTo>
                  <a:pt x="587980" y="126305"/>
                  <a:pt x="590225" y="126305"/>
                  <a:pt x="592414" y="125891"/>
                </a:cubicBezTo>
                <a:cubicBezTo>
                  <a:pt x="595663" y="124879"/>
                  <a:pt x="597561" y="124752"/>
                  <a:pt x="599882" y="124035"/>
                </a:cubicBezTo>
                <a:cubicBezTo>
                  <a:pt x="602202" y="123318"/>
                  <a:pt x="605577" y="120069"/>
                  <a:pt x="606041" y="120913"/>
                </a:cubicBezTo>
                <a:cubicBezTo>
                  <a:pt x="606505" y="121757"/>
                  <a:pt x="607138" y="125048"/>
                  <a:pt x="608404" y="127832"/>
                </a:cubicBezTo>
                <a:cubicBezTo>
                  <a:pt x="608758" y="129022"/>
                  <a:pt x="609041" y="130237"/>
                  <a:pt x="609248" y="131460"/>
                </a:cubicBezTo>
                <a:cubicBezTo>
                  <a:pt x="609408" y="133599"/>
                  <a:pt x="609703" y="135730"/>
                  <a:pt x="610133" y="137831"/>
                </a:cubicBezTo>
                <a:cubicBezTo>
                  <a:pt x="611176" y="140079"/>
                  <a:pt x="611176" y="142670"/>
                  <a:pt x="610133" y="144919"/>
                </a:cubicBezTo>
                <a:cubicBezTo>
                  <a:pt x="610150" y="145893"/>
                  <a:pt x="610577" y="146813"/>
                  <a:pt x="611315" y="147450"/>
                </a:cubicBezTo>
                <a:cubicBezTo>
                  <a:pt x="612201" y="148336"/>
                  <a:pt x="613677" y="148378"/>
                  <a:pt x="614521" y="149939"/>
                </a:cubicBezTo>
                <a:cubicBezTo>
                  <a:pt x="615074" y="150618"/>
                  <a:pt x="615745" y="151188"/>
                  <a:pt x="616504" y="151627"/>
                </a:cubicBezTo>
                <a:cubicBezTo>
                  <a:pt x="617432" y="152344"/>
                  <a:pt x="618529" y="152639"/>
                  <a:pt x="619077" y="153061"/>
                </a:cubicBezTo>
                <a:cubicBezTo>
                  <a:pt x="619833" y="153631"/>
                  <a:pt x="620622" y="154154"/>
                  <a:pt x="621440" y="154622"/>
                </a:cubicBezTo>
                <a:cubicBezTo>
                  <a:pt x="621778" y="154749"/>
                  <a:pt x="622199" y="155128"/>
                  <a:pt x="622664" y="155044"/>
                </a:cubicBezTo>
                <a:cubicBezTo>
                  <a:pt x="623128" y="154959"/>
                  <a:pt x="623803" y="154749"/>
                  <a:pt x="624267" y="154749"/>
                </a:cubicBezTo>
                <a:cubicBezTo>
                  <a:pt x="625368" y="155242"/>
                  <a:pt x="626625" y="155242"/>
                  <a:pt x="627726" y="154749"/>
                </a:cubicBezTo>
                <a:cubicBezTo>
                  <a:pt x="628401" y="154495"/>
                  <a:pt x="628697" y="153525"/>
                  <a:pt x="628950" y="153145"/>
                </a:cubicBezTo>
                <a:cubicBezTo>
                  <a:pt x="629203" y="152766"/>
                  <a:pt x="630173" y="152808"/>
                  <a:pt x="630173" y="152217"/>
                </a:cubicBezTo>
                <a:cubicBezTo>
                  <a:pt x="630173" y="151627"/>
                  <a:pt x="629372" y="151078"/>
                  <a:pt x="628992" y="150572"/>
                </a:cubicBezTo>
                <a:cubicBezTo>
                  <a:pt x="627431" y="148715"/>
                  <a:pt x="626460" y="147576"/>
                  <a:pt x="625364" y="146353"/>
                </a:cubicBezTo>
                <a:cubicBezTo>
                  <a:pt x="624942" y="145847"/>
                  <a:pt x="624646" y="144623"/>
                  <a:pt x="624098" y="143864"/>
                </a:cubicBezTo>
                <a:cubicBezTo>
                  <a:pt x="623322" y="143062"/>
                  <a:pt x="622630" y="142189"/>
                  <a:pt x="622031" y="141248"/>
                </a:cubicBezTo>
                <a:cubicBezTo>
                  <a:pt x="621275" y="139193"/>
                  <a:pt x="620330" y="137215"/>
                  <a:pt x="619204" y="135342"/>
                </a:cubicBezTo>
                <a:cubicBezTo>
                  <a:pt x="617854" y="133317"/>
                  <a:pt x="618192" y="129098"/>
                  <a:pt x="617601" y="127579"/>
                </a:cubicBezTo>
                <a:cubicBezTo>
                  <a:pt x="616297" y="124423"/>
                  <a:pt x="615445" y="121099"/>
                  <a:pt x="615069" y="117707"/>
                </a:cubicBezTo>
                <a:cubicBezTo>
                  <a:pt x="615002" y="116530"/>
                  <a:pt x="615466" y="115382"/>
                  <a:pt x="616335" y="114585"/>
                </a:cubicBezTo>
                <a:cubicBezTo>
                  <a:pt x="617010" y="114091"/>
                  <a:pt x="617770" y="113720"/>
                  <a:pt x="618571" y="113488"/>
                </a:cubicBezTo>
                <a:cubicBezTo>
                  <a:pt x="620115" y="113530"/>
                  <a:pt x="621647" y="113771"/>
                  <a:pt x="623128" y="114205"/>
                </a:cubicBezTo>
                <a:cubicBezTo>
                  <a:pt x="623929" y="114458"/>
                  <a:pt x="624773" y="114880"/>
                  <a:pt x="625743" y="115302"/>
                </a:cubicBezTo>
                <a:cubicBezTo>
                  <a:pt x="626684" y="115728"/>
                  <a:pt x="627705" y="115943"/>
                  <a:pt x="628739" y="115935"/>
                </a:cubicBezTo>
                <a:cubicBezTo>
                  <a:pt x="630232" y="116277"/>
                  <a:pt x="631760" y="116462"/>
                  <a:pt x="633295" y="116483"/>
                </a:cubicBezTo>
                <a:cubicBezTo>
                  <a:pt x="634308" y="116230"/>
                  <a:pt x="634772" y="115851"/>
                  <a:pt x="635531" y="116230"/>
                </a:cubicBezTo>
                <a:cubicBezTo>
                  <a:pt x="636291" y="116610"/>
                  <a:pt x="636459" y="116357"/>
                  <a:pt x="636839" y="115682"/>
                </a:cubicBezTo>
                <a:cubicBezTo>
                  <a:pt x="637514" y="114036"/>
                  <a:pt x="638062" y="111758"/>
                  <a:pt x="636839" y="110788"/>
                </a:cubicBezTo>
                <a:cubicBezTo>
                  <a:pt x="635616" y="109818"/>
                  <a:pt x="634561" y="109100"/>
                  <a:pt x="634519" y="108257"/>
                </a:cubicBezTo>
                <a:cubicBezTo>
                  <a:pt x="634476" y="107413"/>
                  <a:pt x="631692" y="106611"/>
                  <a:pt x="631228" y="106358"/>
                </a:cubicBezTo>
                <a:cubicBezTo>
                  <a:pt x="630764" y="106105"/>
                  <a:pt x="629245" y="106611"/>
                  <a:pt x="628190" y="106611"/>
                </a:cubicBezTo>
                <a:cubicBezTo>
                  <a:pt x="627444" y="106561"/>
                  <a:pt x="626709" y="106417"/>
                  <a:pt x="625996" y="106189"/>
                </a:cubicBezTo>
                <a:cubicBezTo>
                  <a:pt x="625364" y="105978"/>
                  <a:pt x="624056" y="105978"/>
                  <a:pt x="624056" y="105978"/>
                </a:cubicBezTo>
                <a:cubicBezTo>
                  <a:pt x="623549" y="106008"/>
                  <a:pt x="623048" y="105873"/>
                  <a:pt x="622621" y="105599"/>
                </a:cubicBezTo>
                <a:cubicBezTo>
                  <a:pt x="622284" y="105303"/>
                  <a:pt x="623718" y="104080"/>
                  <a:pt x="623718" y="103827"/>
                </a:cubicBezTo>
                <a:cubicBezTo>
                  <a:pt x="624984" y="102772"/>
                  <a:pt x="626123" y="101928"/>
                  <a:pt x="626756" y="101464"/>
                </a:cubicBezTo>
                <a:cubicBezTo>
                  <a:pt x="627389" y="101000"/>
                  <a:pt x="626967" y="100494"/>
                  <a:pt x="627389" y="99608"/>
                </a:cubicBezTo>
                <a:cubicBezTo>
                  <a:pt x="627811" y="98722"/>
                  <a:pt x="628401" y="98469"/>
                  <a:pt x="627811" y="97583"/>
                </a:cubicBezTo>
                <a:cubicBezTo>
                  <a:pt x="627064" y="96591"/>
                  <a:pt x="626621" y="95406"/>
                  <a:pt x="626545" y="94166"/>
                </a:cubicBezTo>
                <a:cubicBezTo>
                  <a:pt x="626545" y="93701"/>
                  <a:pt x="623971" y="92689"/>
                  <a:pt x="623549" y="92267"/>
                </a:cubicBezTo>
                <a:cubicBezTo>
                  <a:pt x="623128" y="91845"/>
                  <a:pt x="622115" y="92140"/>
                  <a:pt x="621609" y="91845"/>
                </a:cubicBezTo>
                <a:cubicBezTo>
                  <a:pt x="621103" y="91550"/>
                  <a:pt x="621229" y="90917"/>
                  <a:pt x="619584" y="90453"/>
                </a:cubicBezTo>
                <a:close/>
                <a:moveTo>
                  <a:pt x="343501" y="83914"/>
                </a:moveTo>
                <a:lnTo>
                  <a:pt x="343627" y="84082"/>
                </a:lnTo>
                <a:lnTo>
                  <a:pt x="343532" y="83972"/>
                </a:lnTo>
                <a:close/>
                <a:moveTo>
                  <a:pt x="242838" y="75898"/>
                </a:moveTo>
                <a:cubicBezTo>
                  <a:pt x="242290" y="75687"/>
                  <a:pt x="241446" y="76446"/>
                  <a:pt x="240687" y="76446"/>
                </a:cubicBezTo>
                <a:cubicBezTo>
                  <a:pt x="239927" y="76446"/>
                  <a:pt x="239674" y="76151"/>
                  <a:pt x="239168" y="76446"/>
                </a:cubicBezTo>
                <a:cubicBezTo>
                  <a:pt x="238540" y="76889"/>
                  <a:pt x="237877" y="77286"/>
                  <a:pt x="237185" y="77628"/>
                </a:cubicBezTo>
                <a:cubicBezTo>
                  <a:pt x="236616" y="77851"/>
                  <a:pt x="236067" y="78121"/>
                  <a:pt x="235540" y="78429"/>
                </a:cubicBezTo>
                <a:cubicBezTo>
                  <a:pt x="234823" y="78893"/>
                  <a:pt x="234823" y="79357"/>
                  <a:pt x="234527" y="79695"/>
                </a:cubicBezTo>
                <a:cubicBezTo>
                  <a:pt x="234232" y="80032"/>
                  <a:pt x="233473" y="80370"/>
                  <a:pt x="233262" y="80623"/>
                </a:cubicBezTo>
                <a:cubicBezTo>
                  <a:pt x="233051" y="80876"/>
                  <a:pt x="233051" y="81509"/>
                  <a:pt x="232249" y="82015"/>
                </a:cubicBezTo>
                <a:cubicBezTo>
                  <a:pt x="231448" y="82521"/>
                  <a:pt x="230393" y="82648"/>
                  <a:pt x="230140" y="83787"/>
                </a:cubicBezTo>
                <a:cubicBezTo>
                  <a:pt x="229958" y="84336"/>
                  <a:pt x="230068" y="84943"/>
                  <a:pt x="230435" y="85390"/>
                </a:cubicBezTo>
                <a:cubicBezTo>
                  <a:pt x="231068" y="85897"/>
                  <a:pt x="234063" y="87289"/>
                  <a:pt x="234316" y="88301"/>
                </a:cubicBezTo>
                <a:cubicBezTo>
                  <a:pt x="234506" y="88892"/>
                  <a:pt x="234645" y="89499"/>
                  <a:pt x="234738" y="90115"/>
                </a:cubicBezTo>
                <a:cubicBezTo>
                  <a:pt x="235034" y="90833"/>
                  <a:pt x="235034" y="91086"/>
                  <a:pt x="235034" y="91634"/>
                </a:cubicBezTo>
                <a:cubicBezTo>
                  <a:pt x="235013" y="92166"/>
                  <a:pt x="235177" y="92689"/>
                  <a:pt x="235498" y="93111"/>
                </a:cubicBezTo>
                <a:cubicBezTo>
                  <a:pt x="236059" y="93377"/>
                  <a:pt x="236708" y="93377"/>
                  <a:pt x="237270" y="93111"/>
                </a:cubicBezTo>
                <a:cubicBezTo>
                  <a:pt x="237860" y="92773"/>
                  <a:pt x="238577" y="92562"/>
                  <a:pt x="238831" y="92773"/>
                </a:cubicBezTo>
                <a:cubicBezTo>
                  <a:pt x="239084" y="92984"/>
                  <a:pt x="239632" y="92984"/>
                  <a:pt x="239759" y="93870"/>
                </a:cubicBezTo>
                <a:cubicBezTo>
                  <a:pt x="239885" y="94756"/>
                  <a:pt x="239337" y="95136"/>
                  <a:pt x="238577" y="96064"/>
                </a:cubicBezTo>
                <a:cubicBezTo>
                  <a:pt x="237818" y="96992"/>
                  <a:pt x="235160" y="99481"/>
                  <a:pt x="234907" y="100283"/>
                </a:cubicBezTo>
                <a:cubicBezTo>
                  <a:pt x="234654" y="101085"/>
                  <a:pt x="233515" y="101211"/>
                  <a:pt x="232713" y="102055"/>
                </a:cubicBezTo>
                <a:cubicBezTo>
                  <a:pt x="231152" y="103709"/>
                  <a:pt x="229477" y="105244"/>
                  <a:pt x="227693" y="106653"/>
                </a:cubicBezTo>
                <a:cubicBezTo>
                  <a:pt x="227102" y="107075"/>
                  <a:pt x="226216" y="108678"/>
                  <a:pt x="225794" y="108889"/>
                </a:cubicBezTo>
                <a:cubicBezTo>
                  <a:pt x="225372" y="109100"/>
                  <a:pt x="224655" y="108552"/>
                  <a:pt x="224318" y="108889"/>
                </a:cubicBezTo>
                <a:lnTo>
                  <a:pt x="224318" y="108721"/>
                </a:lnTo>
                <a:cubicBezTo>
                  <a:pt x="223001" y="110088"/>
                  <a:pt x="221955" y="111691"/>
                  <a:pt x="221238" y="113446"/>
                </a:cubicBezTo>
                <a:cubicBezTo>
                  <a:pt x="221149" y="114036"/>
                  <a:pt x="221318" y="114635"/>
                  <a:pt x="221702" y="115091"/>
                </a:cubicBezTo>
                <a:cubicBezTo>
                  <a:pt x="222293" y="115935"/>
                  <a:pt x="222925" y="116694"/>
                  <a:pt x="222925" y="116905"/>
                </a:cubicBezTo>
                <a:cubicBezTo>
                  <a:pt x="223305" y="117833"/>
                  <a:pt x="224022" y="118846"/>
                  <a:pt x="224782" y="118762"/>
                </a:cubicBezTo>
                <a:cubicBezTo>
                  <a:pt x="225541" y="118677"/>
                  <a:pt x="225836" y="117876"/>
                  <a:pt x="226976" y="117665"/>
                </a:cubicBezTo>
                <a:cubicBezTo>
                  <a:pt x="228115" y="117454"/>
                  <a:pt x="227946" y="118171"/>
                  <a:pt x="228579" y="117665"/>
                </a:cubicBezTo>
                <a:cubicBezTo>
                  <a:pt x="229212" y="117158"/>
                  <a:pt x="229507" y="116483"/>
                  <a:pt x="229507" y="116019"/>
                </a:cubicBezTo>
                <a:cubicBezTo>
                  <a:pt x="229866" y="115450"/>
                  <a:pt x="230304" y="114939"/>
                  <a:pt x="230815" y="114500"/>
                </a:cubicBezTo>
                <a:cubicBezTo>
                  <a:pt x="231532" y="113994"/>
                  <a:pt x="232418" y="113530"/>
                  <a:pt x="232418" y="112855"/>
                </a:cubicBezTo>
                <a:cubicBezTo>
                  <a:pt x="232755" y="112543"/>
                  <a:pt x="233139" y="112286"/>
                  <a:pt x="233557" y="112096"/>
                </a:cubicBezTo>
                <a:cubicBezTo>
                  <a:pt x="234114" y="111881"/>
                  <a:pt x="234616" y="111551"/>
                  <a:pt x="235034" y="111125"/>
                </a:cubicBezTo>
                <a:cubicBezTo>
                  <a:pt x="235481" y="110602"/>
                  <a:pt x="235958" y="110109"/>
                  <a:pt x="236468" y="109649"/>
                </a:cubicBezTo>
                <a:cubicBezTo>
                  <a:pt x="237038" y="109379"/>
                  <a:pt x="237531" y="108974"/>
                  <a:pt x="237902" y="108468"/>
                </a:cubicBezTo>
                <a:cubicBezTo>
                  <a:pt x="238282" y="107919"/>
                  <a:pt x="239126" y="107539"/>
                  <a:pt x="239506" y="106906"/>
                </a:cubicBezTo>
                <a:cubicBezTo>
                  <a:pt x="239885" y="106274"/>
                  <a:pt x="240771" y="105978"/>
                  <a:pt x="241193" y="105177"/>
                </a:cubicBezTo>
                <a:cubicBezTo>
                  <a:pt x="241615" y="104375"/>
                  <a:pt x="242923" y="104291"/>
                  <a:pt x="242923" y="103405"/>
                </a:cubicBezTo>
                <a:cubicBezTo>
                  <a:pt x="244859" y="101169"/>
                  <a:pt x="246948" y="99072"/>
                  <a:pt x="249167" y="97119"/>
                </a:cubicBezTo>
                <a:cubicBezTo>
                  <a:pt x="250019" y="96102"/>
                  <a:pt x="250812" y="95030"/>
                  <a:pt x="251529" y="93912"/>
                </a:cubicBezTo>
                <a:cubicBezTo>
                  <a:pt x="252373" y="93195"/>
                  <a:pt x="253386" y="93069"/>
                  <a:pt x="253765" y="92689"/>
                </a:cubicBezTo>
                <a:cubicBezTo>
                  <a:pt x="254288" y="91917"/>
                  <a:pt x="254883" y="91200"/>
                  <a:pt x="255537" y="90537"/>
                </a:cubicBezTo>
                <a:cubicBezTo>
                  <a:pt x="255959" y="90031"/>
                  <a:pt x="256887" y="88976"/>
                  <a:pt x="257394" y="88512"/>
                </a:cubicBezTo>
                <a:lnTo>
                  <a:pt x="259672" y="86740"/>
                </a:lnTo>
                <a:cubicBezTo>
                  <a:pt x="260094" y="86487"/>
                  <a:pt x="262245" y="84926"/>
                  <a:pt x="262625" y="84631"/>
                </a:cubicBezTo>
                <a:cubicBezTo>
                  <a:pt x="263764" y="84082"/>
                  <a:pt x="264819" y="84504"/>
                  <a:pt x="264819" y="84082"/>
                </a:cubicBezTo>
                <a:cubicBezTo>
                  <a:pt x="265410" y="82859"/>
                  <a:pt x="266886" y="80032"/>
                  <a:pt x="266464" y="79146"/>
                </a:cubicBezTo>
                <a:cubicBezTo>
                  <a:pt x="266042" y="78260"/>
                  <a:pt x="265663" y="77585"/>
                  <a:pt x="265410" y="77164"/>
                </a:cubicBezTo>
                <a:cubicBezTo>
                  <a:pt x="265051" y="76788"/>
                  <a:pt x="264524" y="76628"/>
                  <a:pt x="264017" y="76742"/>
                </a:cubicBezTo>
                <a:cubicBezTo>
                  <a:pt x="263022" y="77062"/>
                  <a:pt x="261933" y="76877"/>
                  <a:pt x="261106" y="76235"/>
                </a:cubicBezTo>
                <a:cubicBezTo>
                  <a:pt x="260684" y="75898"/>
                  <a:pt x="259967" y="76362"/>
                  <a:pt x="259250" y="76657"/>
                </a:cubicBezTo>
                <a:cubicBezTo>
                  <a:pt x="258533" y="76953"/>
                  <a:pt x="257689" y="76657"/>
                  <a:pt x="257309" y="76953"/>
                </a:cubicBezTo>
                <a:cubicBezTo>
                  <a:pt x="256221" y="77843"/>
                  <a:pt x="255204" y="78813"/>
                  <a:pt x="254272" y="79864"/>
                </a:cubicBezTo>
                <a:cubicBezTo>
                  <a:pt x="253470" y="80792"/>
                  <a:pt x="249504" y="84462"/>
                  <a:pt x="248956" y="85011"/>
                </a:cubicBezTo>
                <a:cubicBezTo>
                  <a:pt x="248407" y="85559"/>
                  <a:pt x="247986" y="84842"/>
                  <a:pt x="247986" y="84167"/>
                </a:cubicBezTo>
                <a:cubicBezTo>
                  <a:pt x="248787" y="82353"/>
                  <a:pt x="249336" y="82226"/>
                  <a:pt x="247986" y="79948"/>
                </a:cubicBezTo>
                <a:cubicBezTo>
                  <a:pt x="246636" y="77670"/>
                  <a:pt x="245159" y="77965"/>
                  <a:pt x="244695" y="77670"/>
                </a:cubicBezTo>
                <a:cubicBezTo>
                  <a:pt x="244231" y="77374"/>
                  <a:pt x="243387" y="76109"/>
                  <a:pt x="242838" y="75898"/>
                </a:cubicBezTo>
                <a:close/>
                <a:moveTo>
                  <a:pt x="376344" y="63980"/>
                </a:moveTo>
                <a:cubicBezTo>
                  <a:pt x="376741" y="63993"/>
                  <a:pt x="377053" y="64322"/>
                  <a:pt x="377040" y="64719"/>
                </a:cubicBezTo>
                <a:cubicBezTo>
                  <a:pt x="377129" y="65845"/>
                  <a:pt x="376695" y="66950"/>
                  <a:pt x="375859" y="67714"/>
                </a:cubicBezTo>
                <a:cubicBezTo>
                  <a:pt x="375049" y="67963"/>
                  <a:pt x="374180" y="67963"/>
                  <a:pt x="373370" y="67714"/>
                </a:cubicBezTo>
                <a:cubicBezTo>
                  <a:pt x="373092" y="67322"/>
                  <a:pt x="372961" y="66845"/>
                  <a:pt x="372990" y="66364"/>
                </a:cubicBezTo>
                <a:cubicBezTo>
                  <a:pt x="372965" y="65820"/>
                  <a:pt x="373129" y="65284"/>
                  <a:pt x="373454" y="64845"/>
                </a:cubicBezTo>
                <a:cubicBezTo>
                  <a:pt x="374336" y="64503"/>
                  <a:pt x="375235" y="64221"/>
                  <a:pt x="376155" y="64001"/>
                </a:cubicBezTo>
                <a:cubicBezTo>
                  <a:pt x="376218" y="63985"/>
                  <a:pt x="376281" y="63980"/>
                  <a:pt x="376344" y="63980"/>
                </a:cubicBezTo>
                <a:close/>
                <a:moveTo>
                  <a:pt x="384044" y="60458"/>
                </a:moveTo>
                <a:cubicBezTo>
                  <a:pt x="384423" y="60162"/>
                  <a:pt x="385267" y="59994"/>
                  <a:pt x="385478" y="60753"/>
                </a:cubicBezTo>
                <a:cubicBezTo>
                  <a:pt x="385617" y="61348"/>
                  <a:pt x="385689" y="61955"/>
                  <a:pt x="385689" y="62567"/>
                </a:cubicBezTo>
                <a:cubicBezTo>
                  <a:pt x="385347" y="63596"/>
                  <a:pt x="384529" y="64394"/>
                  <a:pt x="383495" y="64719"/>
                </a:cubicBezTo>
                <a:cubicBezTo>
                  <a:pt x="383200" y="64845"/>
                  <a:pt x="381976" y="64128"/>
                  <a:pt x="381976" y="63664"/>
                </a:cubicBezTo>
                <a:cubicBezTo>
                  <a:pt x="381976" y="63200"/>
                  <a:pt x="380921" y="61512"/>
                  <a:pt x="381976" y="61470"/>
                </a:cubicBezTo>
                <a:cubicBezTo>
                  <a:pt x="383031" y="61428"/>
                  <a:pt x="383411" y="60753"/>
                  <a:pt x="384044" y="60458"/>
                </a:cubicBezTo>
                <a:close/>
                <a:moveTo>
                  <a:pt x="374045" y="54888"/>
                </a:moveTo>
                <a:cubicBezTo>
                  <a:pt x="375522" y="54340"/>
                  <a:pt x="376070" y="55268"/>
                  <a:pt x="376112" y="56660"/>
                </a:cubicBezTo>
                <a:cubicBezTo>
                  <a:pt x="376154" y="58052"/>
                  <a:pt x="374720" y="58601"/>
                  <a:pt x="373707" y="59656"/>
                </a:cubicBezTo>
                <a:cubicBezTo>
                  <a:pt x="373201" y="60162"/>
                  <a:pt x="373201" y="59656"/>
                  <a:pt x="372610" y="59192"/>
                </a:cubicBezTo>
                <a:cubicBezTo>
                  <a:pt x="372020" y="58727"/>
                  <a:pt x="372020" y="57588"/>
                  <a:pt x="372020" y="56871"/>
                </a:cubicBezTo>
                <a:cubicBezTo>
                  <a:pt x="371724" y="55226"/>
                  <a:pt x="373665" y="55563"/>
                  <a:pt x="374045" y="54888"/>
                </a:cubicBezTo>
                <a:close/>
                <a:moveTo>
                  <a:pt x="492596" y="53158"/>
                </a:moveTo>
                <a:cubicBezTo>
                  <a:pt x="491330" y="53453"/>
                  <a:pt x="490191" y="53243"/>
                  <a:pt x="489811" y="54550"/>
                </a:cubicBezTo>
                <a:cubicBezTo>
                  <a:pt x="489685" y="55014"/>
                  <a:pt x="489389" y="56702"/>
                  <a:pt x="489389" y="57208"/>
                </a:cubicBezTo>
                <a:cubicBezTo>
                  <a:pt x="489200" y="58141"/>
                  <a:pt x="489200" y="59103"/>
                  <a:pt x="489389" y="60035"/>
                </a:cubicBezTo>
                <a:cubicBezTo>
                  <a:pt x="490052" y="61191"/>
                  <a:pt x="490398" y="62499"/>
                  <a:pt x="490402" y="63832"/>
                </a:cubicBezTo>
                <a:cubicBezTo>
                  <a:pt x="490233" y="65140"/>
                  <a:pt x="489769" y="66279"/>
                  <a:pt x="490613" y="66869"/>
                </a:cubicBezTo>
                <a:cubicBezTo>
                  <a:pt x="491587" y="67325"/>
                  <a:pt x="492663" y="67515"/>
                  <a:pt x="493735" y="67418"/>
                </a:cubicBezTo>
                <a:cubicBezTo>
                  <a:pt x="494562" y="67367"/>
                  <a:pt x="495397" y="67367"/>
                  <a:pt x="496224" y="67418"/>
                </a:cubicBezTo>
                <a:cubicBezTo>
                  <a:pt x="496688" y="67713"/>
                  <a:pt x="496477" y="68810"/>
                  <a:pt x="496224" y="69738"/>
                </a:cubicBezTo>
                <a:cubicBezTo>
                  <a:pt x="496000" y="70692"/>
                  <a:pt x="495599" y="71595"/>
                  <a:pt x="495043" y="72396"/>
                </a:cubicBezTo>
                <a:cubicBezTo>
                  <a:pt x="493988" y="74084"/>
                  <a:pt x="492385" y="78893"/>
                  <a:pt x="488166" y="79484"/>
                </a:cubicBezTo>
                <a:cubicBezTo>
                  <a:pt x="486057" y="79737"/>
                  <a:pt x="483188" y="80496"/>
                  <a:pt x="481331" y="80496"/>
                </a:cubicBezTo>
                <a:cubicBezTo>
                  <a:pt x="480698" y="80496"/>
                  <a:pt x="479644" y="80496"/>
                  <a:pt x="478969" y="80496"/>
                </a:cubicBezTo>
                <a:cubicBezTo>
                  <a:pt x="476986" y="80665"/>
                  <a:pt x="473695" y="81214"/>
                  <a:pt x="472767" y="81214"/>
                </a:cubicBezTo>
                <a:cubicBezTo>
                  <a:pt x="471839" y="81214"/>
                  <a:pt x="470615" y="80285"/>
                  <a:pt x="470109" y="80285"/>
                </a:cubicBezTo>
                <a:cubicBezTo>
                  <a:pt x="468274" y="80281"/>
                  <a:pt x="466468" y="80762"/>
                  <a:pt x="464878" y="81678"/>
                </a:cubicBezTo>
                <a:cubicBezTo>
                  <a:pt x="464975" y="82686"/>
                  <a:pt x="464814" y="83703"/>
                  <a:pt x="464414" y="84631"/>
                </a:cubicBezTo>
                <a:lnTo>
                  <a:pt x="464414" y="84462"/>
                </a:lnTo>
                <a:cubicBezTo>
                  <a:pt x="463950" y="85264"/>
                  <a:pt x="463663" y="86154"/>
                  <a:pt x="463570" y="87078"/>
                </a:cubicBezTo>
                <a:cubicBezTo>
                  <a:pt x="464835" y="89103"/>
                  <a:pt x="466354" y="91930"/>
                  <a:pt x="466818" y="92140"/>
                </a:cubicBezTo>
                <a:cubicBezTo>
                  <a:pt x="467283" y="92351"/>
                  <a:pt x="474708" y="91044"/>
                  <a:pt x="478927" y="90706"/>
                </a:cubicBezTo>
                <a:cubicBezTo>
                  <a:pt x="482108" y="90478"/>
                  <a:pt x="485305" y="90605"/>
                  <a:pt x="488461" y="91086"/>
                </a:cubicBezTo>
                <a:cubicBezTo>
                  <a:pt x="489938" y="91339"/>
                  <a:pt x="492174" y="92309"/>
                  <a:pt x="493566" y="92478"/>
                </a:cubicBezTo>
                <a:cubicBezTo>
                  <a:pt x="494958" y="92647"/>
                  <a:pt x="497321" y="92942"/>
                  <a:pt x="498207" y="92942"/>
                </a:cubicBezTo>
                <a:cubicBezTo>
                  <a:pt x="499827" y="92955"/>
                  <a:pt x="501439" y="93225"/>
                  <a:pt x="502974" y="93744"/>
                </a:cubicBezTo>
                <a:cubicBezTo>
                  <a:pt x="503860" y="94081"/>
                  <a:pt x="506180" y="94334"/>
                  <a:pt x="507573" y="94883"/>
                </a:cubicBezTo>
                <a:cubicBezTo>
                  <a:pt x="508965" y="95431"/>
                  <a:pt x="511370" y="96275"/>
                  <a:pt x="512509" y="96570"/>
                </a:cubicBezTo>
                <a:cubicBezTo>
                  <a:pt x="513648" y="96866"/>
                  <a:pt x="514618" y="96823"/>
                  <a:pt x="515631" y="97077"/>
                </a:cubicBezTo>
                <a:cubicBezTo>
                  <a:pt x="516610" y="97444"/>
                  <a:pt x="517567" y="97870"/>
                  <a:pt x="518500" y="98342"/>
                </a:cubicBezTo>
                <a:cubicBezTo>
                  <a:pt x="518964" y="98469"/>
                  <a:pt x="519765" y="98511"/>
                  <a:pt x="521284" y="98849"/>
                </a:cubicBezTo>
                <a:cubicBezTo>
                  <a:pt x="521875" y="98975"/>
                  <a:pt x="522550" y="98258"/>
                  <a:pt x="523056" y="97752"/>
                </a:cubicBezTo>
                <a:cubicBezTo>
                  <a:pt x="523541" y="97351"/>
                  <a:pt x="523929" y="96845"/>
                  <a:pt x="524195" y="96275"/>
                </a:cubicBezTo>
                <a:cubicBezTo>
                  <a:pt x="524296" y="95916"/>
                  <a:pt x="524296" y="95537"/>
                  <a:pt x="524195" y="95178"/>
                </a:cubicBezTo>
                <a:cubicBezTo>
                  <a:pt x="524195" y="95094"/>
                  <a:pt x="524195" y="94630"/>
                  <a:pt x="524195" y="94419"/>
                </a:cubicBezTo>
                <a:cubicBezTo>
                  <a:pt x="524301" y="93761"/>
                  <a:pt x="524301" y="93094"/>
                  <a:pt x="524195" y="92436"/>
                </a:cubicBezTo>
                <a:cubicBezTo>
                  <a:pt x="523984" y="90790"/>
                  <a:pt x="522634" y="90115"/>
                  <a:pt x="521917" y="89440"/>
                </a:cubicBezTo>
                <a:cubicBezTo>
                  <a:pt x="521339" y="88820"/>
                  <a:pt x="520719" y="88242"/>
                  <a:pt x="520061" y="87711"/>
                </a:cubicBezTo>
                <a:cubicBezTo>
                  <a:pt x="519407" y="87272"/>
                  <a:pt x="518715" y="86888"/>
                  <a:pt x="517993" y="86572"/>
                </a:cubicBezTo>
                <a:cubicBezTo>
                  <a:pt x="517314" y="86420"/>
                  <a:pt x="516622" y="86323"/>
                  <a:pt x="515926" y="86276"/>
                </a:cubicBezTo>
                <a:cubicBezTo>
                  <a:pt x="515167" y="86276"/>
                  <a:pt x="514618" y="86825"/>
                  <a:pt x="513606" y="86572"/>
                </a:cubicBezTo>
                <a:cubicBezTo>
                  <a:pt x="510914" y="85804"/>
                  <a:pt x="508184" y="85200"/>
                  <a:pt x="505421" y="84757"/>
                </a:cubicBezTo>
                <a:cubicBezTo>
                  <a:pt x="504915" y="84040"/>
                  <a:pt x="505759" y="82268"/>
                  <a:pt x="506307" y="80159"/>
                </a:cubicBezTo>
                <a:cubicBezTo>
                  <a:pt x="506518" y="79568"/>
                  <a:pt x="506645" y="78809"/>
                  <a:pt x="507066" y="78514"/>
                </a:cubicBezTo>
                <a:cubicBezTo>
                  <a:pt x="507484" y="78096"/>
                  <a:pt x="507775" y="77569"/>
                  <a:pt x="507910" y="76995"/>
                </a:cubicBezTo>
                <a:cubicBezTo>
                  <a:pt x="508104" y="76429"/>
                  <a:pt x="508454" y="75932"/>
                  <a:pt x="508923" y="75560"/>
                </a:cubicBezTo>
                <a:cubicBezTo>
                  <a:pt x="509412" y="75176"/>
                  <a:pt x="509792" y="74666"/>
                  <a:pt x="510020" y="74084"/>
                </a:cubicBezTo>
                <a:cubicBezTo>
                  <a:pt x="510652" y="71721"/>
                  <a:pt x="509345" y="72101"/>
                  <a:pt x="510020" y="70118"/>
                </a:cubicBezTo>
                <a:cubicBezTo>
                  <a:pt x="510695" y="68135"/>
                  <a:pt x="512720" y="68557"/>
                  <a:pt x="515209" y="68135"/>
                </a:cubicBezTo>
                <a:cubicBezTo>
                  <a:pt x="516124" y="68021"/>
                  <a:pt x="517002" y="67705"/>
                  <a:pt x="517782" y="67207"/>
                </a:cubicBezTo>
                <a:cubicBezTo>
                  <a:pt x="518816" y="66418"/>
                  <a:pt x="519989" y="65827"/>
                  <a:pt x="521242" y="65477"/>
                </a:cubicBezTo>
                <a:cubicBezTo>
                  <a:pt x="523604" y="64591"/>
                  <a:pt x="525081" y="64971"/>
                  <a:pt x="525714" y="63030"/>
                </a:cubicBezTo>
                <a:cubicBezTo>
                  <a:pt x="525840" y="62735"/>
                  <a:pt x="525208" y="61891"/>
                  <a:pt x="525208" y="61343"/>
                </a:cubicBezTo>
                <a:cubicBezTo>
                  <a:pt x="525347" y="60575"/>
                  <a:pt x="525347" y="59790"/>
                  <a:pt x="525208" y="59022"/>
                </a:cubicBezTo>
                <a:cubicBezTo>
                  <a:pt x="524828" y="57968"/>
                  <a:pt x="524026" y="57293"/>
                  <a:pt x="523520" y="56238"/>
                </a:cubicBezTo>
                <a:cubicBezTo>
                  <a:pt x="523237" y="55664"/>
                  <a:pt x="522761" y="55217"/>
                  <a:pt x="522170" y="54972"/>
                </a:cubicBezTo>
                <a:cubicBezTo>
                  <a:pt x="521664" y="54972"/>
                  <a:pt x="521242" y="55268"/>
                  <a:pt x="520272" y="54972"/>
                </a:cubicBezTo>
                <a:cubicBezTo>
                  <a:pt x="519584" y="54715"/>
                  <a:pt x="518845" y="54626"/>
                  <a:pt x="518120" y="54719"/>
                </a:cubicBezTo>
                <a:cubicBezTo>
                  <a:pt x="515449" y="55449"/>
                  <a:pt x="512703" y="55875"/>
                  <a:pt x="509935" y="55985"/>
                </a:cubicBezTo>
                <a:lnTo>
                  <a:pt x="508627" y="55985"/>
                </a:lnTo>
                <a:lnTo>
                  <a:pt x="506771" y="55985"/>
                </a:lnTo>
                <a:cubicBezTo>
                  <a:pt x="503227" y="55900"/>
                  <a:pt x="496941" y="55183"/>
                  <a:pt x="496477" y="55183"/>
                </a:cubicBezTo>
                <a:cubicBezTo>
                  <a:pt x="495254" y="54677"/>
                  <a:pt x="493102" y="53158"/>
                  <a:pt x="492596" y="53158"/>
                </a:cubicBezTo>
                <a:close/>
                <a:moveTo>
                  <a:pt x="358942" y="50247"/>
                </a:moveTo>
                <a:cubicBezTo>
                  <a:pt x="358267" y="50753"/>
                  <a:pt x="357507" y="50964"/>
                  <a:pt x="355609" y="50964"/>
                </a:cubicBezTo>
                <a:cubicBezTo>
                  <a:pt x="351896" y="51302"/>
                  <a:pt x="348184" y="56196"/>
                  <a:pt x="344555" y="58305"/>
                </a:cubicBezTo>
                <a:cubicBezTo>
                  <a:pt x="343674" y="58596"/>
                  <a:pt x="342771" y="58820"/>
                  <a:pt x="341856" y="58980"/>
                </a:cubicBezTo>
                <a:cubicBezTo>
                  <a:pt x="341096" y="59318"/>
                  <a:pt x="340126" y="59951"/>
                  <a:pt x="339957" y="60541"/>
                </a:cubicBezTo>
                <a:cubicBezTo>
                  <a:pt x="339788" y="61132"/>
                  <a:pt x="339873" y="61807"/>
                  <a:pt x="339198" y="62187"/>
                </a:cubicBezTo>
                <a:cubicBezTo>
                  <a:pt x="338522" y="62566"/>
                  <a:pt x="337974" y="62651"/>
                  <a:pt x="338016" y="63157"/>
                </a:cubicBezTo>
                <a:cubicBezTo>
                  <a:pt x="338058" y="63663"/>
                  <a:pt x="338438" y="65773"/>
                  <a:pt x="339071" y="65899"/>
                </a:cubicBezTo>
                <a:cubicBezTo>
                  <a:pt x="339704" y="66026"/>
                  <a:pt x="340168" y="65899"/>
                  <a:pt x="340421" y="66532"/>
                </a:cubicBezTo>
                <a:cubicBezTo>
                  <a:pt x="340674" y="67165"/>
                  <a:pt x="341518" y="67966"/>
                  <a:pt x="342151" y="67966"/>
                </a:cubicBezTo>
                <a:cubicBezTo>
                  <a:pt x="342999" y="68042"/>
                  <a:pt x="343838" y="68228"/>
                  <a:pt x="344640" y="68515"/>
                </a:cubicBezTo>
                <a:cubicBezTo>
                  <a:pt x="345441" y="68726"/>
                  <a:pt x="346918" y="68810"/>
                  <a:pt x="346918" y="70118"/>
                </a:cubicBezTo>
                <a:cubicBezTo>
                  <a:pt x="346918" y="71426"/>
                  <a:pt x="347382" y="73324"/>
                  <a:pt x="346918" y="74337"/>
                </a:cubicBezTo>
                <a:cubicBezTo>
                  <a:pt x="346454" y="75349"/>
                  <a:pt x="345146" y="76826"/>
                  <a:pt x="344640" y="76826"/>
                </a:cubicBezTo>
                <a:cubicBezTo>
                  <a:pt x="344134" y="76826"/>
                  <a:pt x="343248" y="76826"/>
                  <a:pt x="342741" y="76826"/>
                </a:cubicBezTo>
                <a:cubicBezTo>
                  <a:pt x="341260" y="77142"/>
                  <a:pt x="340256" y="78526"/>
                  <a:pt x="340421" y="80032"/>
                </a:cubicBezTo>
                <a:cubicBezTo>
                  <a:pt x="340548" y="81045"/>
                  <a:pt x="342530" y="82817"/>
                  <a:pt x="342530" y="82817"/>
                </a:cubicBezTo>
                <a:lnTo>
                  <a:pt x="343532" y="83972"/>
                </a:lnTo>
                <a:lnTo>
                  <a:pt x="344260" y="85348"/>
                </a:lnTo>
                <a:cubicBezTo>
                  <a:pt x="344513" y="85939"/>
                  <a:pt x="344260" y="86572"/>
                  <a:pt x="344260" y="87415"/>
                </a:cubicBezTo>
                <a:cubicBezTo>
                  <a:pt x="344345" y="87947"/>
                  <a:pt x="344345" y="88487"/>
                  <a:pt x="344260" y="89019"/>
                </a:cubicBezTo>
                <a:cubicBezTo>
                  <a:pt x="344020" y="89757"/>
                  <a:pt x="343564" y="90402"/>
                  <a:pt x="342952" y="90875"/>
                </a:cubicBezTo>
                <a:cubicBezTo>
                  <a:pt x="342530" y="91212"/>
                  <a:pt x="341433" y="92562"/>
                  <a:pt x="341012" y="92773"/>
                </a:cubicBezTo>
                <a:cubicBezTo>
                  <a:pt x="339379" y="93672"/>
                  <a:pt x="338177" y="95195"/>
                  <a:pt x="337679" y="96992"/>
                </a:cubicBezTo>
                <a:cubicBezTo>
                  <a:pt x="337835" y="98325"/>
                  <a:pt x="338248" y="99616"/>
                  <a:pt x="338902" y="100789"/>
                </a:cubicBezTo>
                <a:cubicBezTo>
                  <a:pt x="339383" y="101532"/>
                  <a:pt x="339999" y="102173"/>
                  <a:pt x="340716" y="102688"/>
                </a:cubicBezTo>
                <a:cubicBezTo>
                  <a:pt x="341391" y="103278"/>
                  <a:pt x="341180" y="104671"/>
                  <a:pt x="342024" y="104671"/>
                </a:cubicBezTo>
                <a:cubicBezTo>
                  <a:pt x="342877" y="104708"/>
                  <a:pt x="343724" y="104822"/>
                  <a:pt x="344555" y="105008"/>
                </a:cubicBezTo>
                <a:cubicBezTo>
                  <a:pt x="345146" y="105303"/>
                  <a:pt x="346285" y="104713"/>
                  <a:pt x="346285" y="104713"/>
                </a:cubicBezTo>
                <a:cubicBezTo>
                  <a:pt x="347213" y="104375"/>
                  <a:pt x="348184" y="101928"/>
                  <a:pt x="350040" y="100494"/>
                </a:cubicBezTo>
                <a:cubicBezTo>
                  <a:pt x="351896" y="99059"/>
                  <a:pt x="356031" y="96697"/>
                  <a:pt x="358225" y="94841"/>
                </a:cubicBezTo>
                <a:cubicBezTo>
                  <a:pt x="360731" y="93237"/>
                  <a:pt x="362376" y="90584"/>
                  <a:pt x="362697" y="87626"/>
                </a:cubicBezTo>
                <a:cubicBezTo>
                  <a:pt x="362570" y="86888"/>
                  <a:pt x="362266" y="86196"/>
                  <a:pt x="361811" y="85601"/>
                </a:cubicBezTo>
                <a:cubicBezTo>
                  <a:pt x="361224" y="85095"/>
                  <a:pt x="360507" y="84757"/>
                  <a:pt x="359743" y="84631"/>
                </a:cubicBezTo>
                <a:lnTo>
                  <a:pt x="357634" y="84926"/>
                </a:lnTo>
                <a:cubicBezTo>
                  <a:pt x="357339" y="84842"/>
                  <a:pt x="357043" y="83281"/>
                  <a:pt x="357043" y="82817"/>
                </a:cubicBezTo>
                <a:cubicBezTo>
                  <a:pt x="358212" y="80433"/>
                  <a:pt x="359878" y="78332"/>
                  <a:pt x="361937" y="76657"/>
                </a:cubicBezTo>
                <a:cubicBezTo>
                  <a:pt x="362191" y="76404"/>
                  <a:pt x="362232" y="76320"/>
                  <a:pt x="362191" y="75476"/>
                </a:cubicBezTo>
                <a:cubicBezTo>
                  <a:pt x="362148" y="74632"/>
                  <a:pt x="361768" y="74421"/>
                  <a:pt x="360629" y="72860"/>
                </a:cubicBezTo>
                <a:cubicBezTo>
                  <a:pt x="360039" y="72017"/>
                  <a:pt x="360376" y="71173"/>
                  <a:pt x="359743" y="71173"/>
                </a:cubicBezTo>
                <a:cubicBezTo>
                  <a:pt x="359111" y="71173"/>
                  <a:pt x="358393" y="72017"/>
                  <a:pt x="357845" y="71510"/>
                </a:cubicBezTo>
                <a:cubicBezTo>
                  <a:pt x="357296" y="71004"/>
                  <a:pt x="357296" y="69527"/>
                  <a:pt x="357296" y="69021"/>
                </a:cubicBezTo>
                <a:cubicBezTo>
                  <a:pt x="356815" y="67857"/>
                  <a:pt x="356740" y="66562"/>
                  <a:pt x="357086" y="65351"/>
                </a:cubicBezTo>
                <a:cubicBezTo>
                  <a:pt x="357824" y="64068"/>
                  <a:pt x="358655" y="62840"/>
                  <a:pt x="359575" y="61680"/>
                </a:cubicBezTo>
                <a:cubicBezTo>
                  <a:pt x="360461" y="60626"/>
                  <a:pt x="361009" y="59908"/>
                  <a:pt x="361009" y="59107"/>
                </a:cubicBezTo>
                <a:cubicBezTo>
                  <a:pt x="360714" y="57250"/>
                  <a:pt x="361515" y="56575"/>
                  <a:pt x="361515" y="55732"/>
                </a:cubicBezTo>
                <a:cubicBezTo>
                  <a:pt x="361515" y="54888"/>
                  <a:pt x="362022" y="53664"/>
                  <a:pt x="361515" y="52778"/>
                </a:cubicBezTo>
                <a:cubicBezTo>
                  <a:pt x="361009" y="51892"/>
                  <a:pt x="359617" y="49741"/>
                  <a:pt x="358942" y="50247"/>
                </a:cubicBezTo>
                <a:close/>
                <a:moveTo>
                  <a:pt x="386997" y="49572"/>
                </a:moveTo>
                <a:cubicBezTo>
                  <a:pt x="387250" y="49741"/>
                  <a:pt x="387504" y="51133"/>
                  <a:pt x="387504" y="51640"/>
                </a:cubicBezTo>
                <a:cubicBezTo>
                  <a:pt x="387318" y="52812"/>
                  <a:pt x="386752" y="53892"/>
                  <a:pt x="385900" y="54719"/>
                </a:cubicBezTo>
                <a:cubicBezTo>
                  <a:pt x="384942" y="54994"/>
                  <a:pt x="383938" y="55078"/>
                  <a:pt x="382947" y="54972"/>
                </a:cubicBezTo>
                <a:cubicBezTo>
                  <a:pt x="382061" y="54762"/>
                  <a:pt x="381850" y="53327"/>
                  <a:pt x="381808" y="52483"/>
                </a:cubicBezTo>
                <a:cubicBezTo>
                  <a:pt x="381723" y="50880"/>
                  <a:pt x="385014" y="50500"/>
                  <a:pt x="386997" y="49572"/>
                </a:cubicBezTo>
                <a:close/>
                <a:moveTo>
                  <a:pt x="389149" y="41177"/>
                </a:moveTo>
                <a:cubicBezTo>
                  <a:pt x="385652" y="42662"/>
                  <a:pt x="382230" y="44324"/>
                  <a:pt x="378897" y="46155"/>
                </a:cubicBezTo>
                <a:cubicBezTo>
                  <a:pt x="378011" y="46577"/>
                  <a:pt x="377041" y="46197"/>
                  <a:pt x="375395" y="46999"/>
                </a:cubicBezTo>
                <a:cubicBezTo>
                  <a:pt x="373750" y="47800"/>
                  <a:pt x="372695" y="48686"/>
                  <a:pt x="371176" y="49488"/>
                </a:cubicBezTo>
                <a:cubicBezTo>
                  <a:pt x="370670" y="49783"/>
                  <a:pt x="368983" y="50500"/>
                  <a:pt x="368645" y="50711"/>
                </a:cubicBezTo>
                <a:cubicBezTo>
                  <a:pt x="368017" y="50990"/>
                  <a:pt x="367346" y="51158"/>
                  <a:pt x="366663" y="51217"/>
                </a:cubicBezTo>
                <a:cubicBezTo>
                  <a:pt x="365523" y="51344"/>
                  <a:pt x="365144" y="50078"/>
                  <a:pt x="364342" y="50205"/>
                </a:cubicBezTo>
                <a:cubicBezTo>
                  <a:pt x="363540" y="50332"/>
                  <a:pt x="362823" y="52357"/>
                  <a:pt x="363161" y="53833"/>
                </a:cubicBezTo>
                <a:cubicBezTo>
                  <a:pt x="363275" y="54998"/>
                  <a:pt x="363275" y="56170"/>
                  <a:pt x="363161" y="57335"/>
                </a:cubicBezTo>
                <a:lnTo>
                  <a:pt x="363034" y="57166"/>
                </a:lnTo>
                <a:cubicBezTo>
                  <a:pt x="362984" y="57942"/>
                  <a:pt x="363026" y="58723"/>
                  <a:pt x="363161" y="59486"/>
                </a:cubicBezTo>
                <a:cubicBezTo>
                  <a:pt x="363372" y="60583"/>
                  <a:pt x="364300" y="61385"/>
                  <a:pt x="364300" y="61976"/>
                </a:cubicBezTo>
                <a:cubicBezTo>
                  <a:pt x="364549" y="64026"/>
                  <a:pt x="365042" y="66038"/>
                  <a:pt x="365776" y="67966"/>
                </a:cubicBezTo>
                <a:cubicBezTo>
                  <a:pt x="366072" y="68895"/>
                  <a:pt x="365017" y="70329"/>
                  <a:pt x="365017" y="71890"/>
                </a:cubicBezTo>
                <a:cubicBezTo>
                  <a:pt x="365186" y="72751"/>
                  <a:pt x="365532" y="73569"/>
                  <a:pt x="366030" y="74295"/>
                </a:cubicBezTo>
                <a:cubicBezTo>
                  <a:pt x="366240" y="74632"/>
                  <a:pt x="367548" y="74970"/>
                  <a:pt x="367548" y="76362"/>
                </a:cubicBezTo>
                <a:cubicBezTo>
                  <a:pt x="367548" y="76868"/>
                  <a:pt x="368012" y="77417"/>
                  <a:pt x="368265" y="77839"/>
                </a:cubicBezTo>
                <a:cubicBezTo>
                  <a:pt x="368519" y="78260"/>
                  <a:pt x="368477" y="78767"/>
                  <a:pt x="369067" y="78767"/>
                </a:cubicBezTo>
                <a:cubicBezTo>
                  <a:pt x="369531" y="78830"/>
                  <a:pt x="369995" y="78830"/>
                  <a:pt x="370459" y="78767"/>
                </a:cubicBezTo>
                <a:cubicBezTo>
                  <a:pt x="370966" y="78682"/>
                  <a:pt x="371725" y="78176"/>
                  <a:pt x="372063" y="78176"/>
                </a:cubicBezTo>
                <a:cubicBezTo>
                  <a:pt x="372657" y="77948"/>
                  <a:pt x="373235" y="77682"/>
                  <a:pt x="373792" y="77374"/>
                </a:cubicBezTo>
                <a:cubicBezTo>
                  <a:pt x="374467" y="76868"/>
                  <a:pt x="375227" y="76742"/>
                  <a:pt x="375227" y="77374"/>
                </a:cubicBezTo>
                <a:cubicBezTo>
                  <a:pt x="375345" y="78159"/>
                  <a:pt x="375345" y="78952"/>
                  <a:pt x="375227" y="79737"/>
                </a:cubicBezTo>
                <a:cubicBezTo>
                  <a:pt x="375024" y="80167"/>
                  <a:pt x="374699" y="80534"/>
                  <a:pt x="374299" y="80792"/>
                </a:cubicBezTo>
                <a:cubicBezTo>
                  <a:pt x="373953" y="80939"/>
                  <a:pt x="373577" y="81011"/>
                  <a:pt x="373202" y="81003"/>
                </a:cubicBezTo>
                <a:cubicBezTo>
                  <a:pt x="372695" y="81087"/>
                  <a:pt x="372527" y="81298"/>
                  <a:pt x="372020" y="81382"/>
                </a:cubicBezTo>
                <a:cubicBezTo>
                  <a:pt x="371514" y="81467"/>
                  <a:pt x="371767" y="81045"/>
                  <a:pt x="370881" y="81171"/>
                </a:cubicBezTo>
                <a:cubicBezTo>
                  <a:pt x="369995" y="81298"/>
                  <a:pt x="369995" y="81804"/>
                  <a:pt x="369995" y="82775"/>
                </a:cubicBezTo>
                <a:cubicBezTo>
                  <a:pt x="369995" y="83745"/>
                  <a:pt x="369995" y="84378"/>
                  <a:pt x="369995" y="84757"/>
                </a:cubicBezTo>
                <a:cubicBezTo>
                  <a:pt x="369995" y="85137"/>
                  <a:pt x="369742" y="85812"/>
                  <a:pt x="369995" y="86403"/>
                </a:cubicBezTo>
                <a:cubicBezTo>
                  <a:pt x="370248" y="86993"/>
                  <a:pt x="370755" y="86993"/>
                  <a:pt x="371767" y="86993"/>
                </a:cubicBezTo>
                <a:cubicBezTo>
                  <a:pt x="372400" y="87268"/>
                  <a:pt x="373117" y="87268"/>
                  <a:pt x="373750" y="86993"/>
                </a:cubicBezTo>
                <a:cubicBezTo>
                  <a:pt x="374130" y="86909"/>
                  <a:pt x="375227" y="87289"/>
                  <a:pt x="374720" y="88259"/>
                </a:cubicBezTo>
                <a:cubicBezTo>
                  <a:pt x="373155" y="89090"/>
                  <a:pt x="371649" y="90018"/>
                  <a:pt x="370206" y="91044"/>
                </a:cubicBezTo>
                <a:cubicBezTo>
                  <a:pt x="369088" y="91790"/>
                  <a:pt x="367882" y="92398"/>
                  <a:pt x="366620" y="92858"/>
                </a:cubicBezTo>
                <a:cubicBezTo>
                  <a:pt x="365903" y="93069"/>
                  <a:pt x="365734" y="92436"/>
                  <a:pt x="365228" y="92436"/>
                </a:cubicBezTo>
                <a:cubicBezTo>
                  <a:pt x="364722" y="92436"/>
                  <a:pt x="364300" y="93406"/>
                  <a:pt x="364300" y="93406"/>
                </a:cubicBezTo>
                <a:cubicBezTo>
                  <a:pt x="363802" y="93988"/>
                  <a:pt x="363574" y="94756"/>
                  <a:pt x="363667" y="95516"/>
                </a:cubicBezTo>
                <a:cubicBezTo>
                  <a:pt x="363667" y="95895"/>
                  <a:pt x="363667" y="96739"/>
                  <a:pt x="363667" y="97245"/>
                </a:cubicBezTo>
                <a:cubicBezTo>
                  <a:pt x="363751" y="98975"/>
                  <a:pt x="364637" y="99819"/>
                  <a:pt x="364806" y="100874"/>
                </a:cubicBezTo>
                <a:cubicBezTo>
                  <a:pt x="364975" y="101928"/>
                  <a:pt x="367000" y="102139"/>
                  <a:pt x="367801" y="101928"/>
                </a:cubicBezTo>
                <a:cubicBezTo>
                  <a:pt x="369265" y="101414"/>
                  <a:pt x="370679" y="100764"/>
                  <a:pt x="372020" y="99988"/>
                </a:cubicBezTo>
                <a:cubicBezTo>
                  <a:pt x="373459" y="99777"/>
                  <a:pt x="374872" y="99422"/>
                  <a:pt x="376239" y="98933"/>
                </a:cubicBezTo>
                <a:cubicBezTo>
                  <a:pt x="377526" y="98165"/>
                  <a:pt x="378969" y="97693"/>
                  <a:pt x="380458" y="97541"/>
                </a:cubicBezTo>
                <a:cubicBezTo>
                  <a:pt x="381601" y="97296"/>
                  <a:pt x="382715" y="96942"/>
                  <a:pt x="383791" y="96486"/>
                </a:cubicBezTo>
                <a:cubicBezTo>
                  <a:pt x="384761" y="96148"/>
                  <a:pt x="385765" y="95908"/>
                  <a:pt x="386786" y="95769"/>
                </a:cubicBezTo>
                <a:cubicBezTo>
                  <a:pt x="387959" y="95769"/>
                  <a:pt x="389132" y="95672"/>
                  <a:pt x="390288" y="95473"/>
                </a:cubicBezTo>
                <a:cubicBezTo>
                  <a:pt x="390794" y="95305"/>
                  <a:pt x="393030" y="95051"/>
                  <a:pt x="396616" y="94334"/>
                </a:cubicBezTo>
                <a:cubicBezTo>
                  <a:pt x="400202" y="93617"/>
                  <a:pt x="399612" y="94334"/>
                  <a:pt x="400624" y="94334"/>
                </a:cubicBezTo>
                <a:cubicBezTo>
                  <a:pt x="403029" y="93786"/>
                  <a:pt x="404379" y="90411"/>
                  <a:pt x="403999" y="87626"/>
                </a:cubicBezTo>
                <a:cubicBezTo>
                  <a:pt x="403704" y="85643"/>
                  <a:pt x="401890" y="84800"/>
                  <a:pt x="401131" y="84167"/>
                </a:cubicBezTo>
                <a:cubicBezTo>
                  <a:pt x="400371" y="83534"/>
                  <a:pt x="399190" y="84715"/>
                  <a:pt x="398262" y="84631"/>
                </a:cubicBezTo>
                <a:cubicBezTo>
                  <a:pt x="397334" y="84547"/>
                  <a:pt x="395646" y="85770"/>
                  <a:pt x="395013" y="85770"/>
                </a:cubicBezTo>
                <a:cubicBezTo>
                  <a:pt x="394119" y="85905"/>
                  <a:pt x="393216" y="85989"/>
                  <a:pt x="392313" y="86023"/>
                </a:cubicBezTo>
                <a:cubicBezTo>
                  <a:pt x="391140" y="86356"/>
                  <a:pt x="389984" y="86753"/>
                  <a:pt x="388854" y="87204"/>
                </a:cubicBezTo>
                <a:cubicBezTo>
                  <a:pt x="388347" y="87289"/>
                  <a:pt x="387419" y="87289"/>
                  <a:pt x="387419" y="86361"/>
                </a:cubicBezTo>
                <a:cubicBezTo>
                  <a:pt x="387369" y="85740"/>
                  <a:pt x="387584" y="85125"/>
                  <a:pt x="388010" y="84673"/>
                </a:cubicBezTo>
                <a:cubicBezTo>
                  <a:pt x="388769" y="84040"/>
                  <a:pt x="390035" y="83745"/>
                  <a:pt x="390583" y="83323"/>
                </a:cubicBezTo>
                <a:cubicBezTo>
                  <a:pt x="391351" y="82749"/>
                  <a:pt x="392043" y="82083"/>
                  <a:pt x="392651" y="81340"/>
                </a:cubicBezTo>
                <a:cubicBezTo>
                  <a:pt x="392883" y="80914"/>
                  <a:pt x="392971" y="80429"/>
                  <a:pt x="392904" y="79948"/>
                </a:cubicBezTo>
                <a:cubicBezTo>
                  <a:pt x="392309" y="78969"/>
                  <a:pt x="391921" y="77876"/>
                  <a:pt x="391765" y="76742"/>
                </a:cubicBezTo>
                <a:cubicBezTo>
                  <a:pt x="391659" y="76151"/>
                  <a:pt x="391145" y="75721"/>
                  <a:pt x="390541" y="75729"/>
                </a:cubicBezTo>
                <a:cubicBezTo>
                  <a:pt x="389626" y="75670"/>
                  <a:pt x="388723" y="75514"/>
                  <a:pt x="387841" y="75265"/>
                </a:cubicBezTo>
                <a:cubicBezTo>
                  <a:pt x="387166" y="75181"/>
                  <a:pt x="386365" y="75940"/>
                  <a:pt x="386111" y="76404"/>
                </a:cubicBezTo>
                <a:cubicBezTo>
                  <a:pt x="385858" y="76868"/>
                  <a:pt x="384593" y="77881"/>
                  <a:pt x="383833" y="77121"/>
                </a:cubicBezTo>
                <a:cubicBezTo>
                  <a:pt x="383407" y="76413"/>
                  <a:pt x="383285" y="75560"/>
                  <a:pt x="383496" y="74759"/>
                </a:cubicBezTo>
                <a:cubicBezTo>
                  <a:pt x="383791" y="73831"/>
                  <a:pt x="385901" y="74084"/>
                  <a:pt x="386407" y="73409"/>
                </a:cubicBezTo>
                <a:cubicBezTo>
                  <a:pt x="386913" y="72734"/>
                  <a:pt x="388136" y="72734"/>
                  <a:pt x="388390" y="72438"/>
                </a:cubicBezTo>
                <a:cubicBezTo>
                  <a:pt x="388959" y="72017"/>
                  <a:pt x="389693" y="71894"/>
                  <a:pt x="390373" y="72101"/>
                </a:cubicBezTo>
                <a:cubicBezTo>
                  <a:pt x="390837" y="72270"/>
                  <a:pt x="391723" y="70877"/>
                  <a:pt x="391723" y="70287"/>
                </a:cubicBezTo>
                <a:cubicBezTo>
                  <a:pt x="392566" y="66363"/>
                  <a:pt x="394001" y="63494"/>
                  <a:pt x="395140" y="59529"/>
                </a:cubicBezTo>
                <a:cubicBezTo>
                  <a:pt x="395309" y="58938"/>
                  <a:pt x="396954" y="57377"/>
                  <a:pt x="396954" y="56744"/>
                </a:cubicBezTo>
                <a:cubicBezTo>
                  <a:pt x="397338" y="55166"/>
                  <a:pt x="397903" y="53635"/>
                  <a:pt x="398641" y="52188"/>
                </a:cubicBezTo>
                <a:cubicBezTo>
                  <a:pt x="399030" y="51327"/>
                  <a:pt x="399118" y="50361"/>
                  <a:pt x="398894" y="49446"/>
                </a:cubicBezTo>
                <a:cubicBezTo>
                  <a:pt x="398852" y="49108"/>
                  <a:pt x="399865" y="47378"/>
                  <a:pt x="399865" y="46408"/>
                </a:cubicBezTo>
                <a:cubicBezTo>
                  <a:pt x="399527" y="45151"/>
                  <a:pt x="398768" y="44050"/>
                  <a:pt x="397713" y="43286"/>
                </a:cubicBezTo>
                <a:cubicBezTo>
                  <a:pt x="397334" y="43033"/>
                  <a:pt x="396954" y="41641"/>
                  <a:pt x="396616" y="41430"/>
                </a:cubicBezTo>
                <a:cubicBezTo>
                  <a:pt x="394992" y="41290"/>
                  <a:pt x="393355" y="41404"/>
                  <a:pt x="391765" y="41767"/>
                </a:cubicBezTo>
                <a:cubicBezTo>
                  <a:pt x="390963" y="41852"/>
                  <a:pt x="390119" y="41177"/>
                  <a:pt x="389149" y="41177"/>
                </a:cubicBezTo>
                <a:close/>
                <a:moveTo>
                  <a:pt x="428131" y="15188"/>
                </a:moveTo>
                <a:cubicBezTo>
                  <a:pt x="656128" y="15281"/>
                  <a:pt x="840906" y="200135"/>
                  <a:pt x="840906" y="428131"/>
                </a:cubicBezTo>
                <a:cubicBezTo>
                  <a:pt x="840906" y="428186"/>
                  <a:pt x="840906" y="428245"/>
                  <a:pt x="840906" y="428300"/>
                </a:cubicBezTo>
                <a:cubicBezTo>
                  <a:pt x="840813" y="656363"/>
                  <a:pt x="655858" y="841167"/>
                  <a:pt x="427794" y="841074"/>
                </a:cubicBezTo>
                <a:cubicBezTo>
                  <a:pt x="199730" y="840981"/>
                  <a:pt x="14927" y="656026"/>
                  <a:pt x="15019" y="427962"/>
                </a:cubicBezTo>
                <a:cubicBezTo>
                  <a:pt x="15112" y="199899"/>
                  <a:pt x="200068" y="15096"/>
                  <a:pt x="428131" y="15188"/>
                </a:cubicBezTo>
                <a:close/>
                <a:moveTo>
                  <a:pt x="428131" y="9577"/>
                </a:moveTo>
                <a:cubicBezTo>
                  <a:pt x="196971" y="9577"/>
                  <a:pt x="9577" y="196971"/>
                  <a:pt x="9577" y="428131"/>
                </a:cubicBezTo>
                <a:cubicBezTo>
                  <a:pt x="9577" y="659291"/>
                  <a:pt x="196971" y="846685"/>
                  <a:pt x="428131" y="846685"/>
                </a:cubicBezTo>
                <a:cubicBezTo>
                  <a:pt x="659178" y="846406"/>
                  <a:pt x="846407" y="659177"/>
                  <a:pt x="846686" y="428131"/>
                </a:cubicBezTo>
                <a:cubicBezTo>
                  <a:pt x="846686" y="196971"/>
                  <a:pt x="659292" y="9577"/>
                  <a:pt x="428131" y="9577"/>
                </a:cubicBezTo>
                <a:close/>
                <a:moveTo>
                  <a:pt x="428131" y="0"/>
                </a:moveTo>
                <a:cubicBezTo>
                  <a:pt x="664464" y="279"/>
                  <a:pt x="855984" y="191798"/>
                  <a:pt x="856263" y="428131"/>
                </a:cubicBezTo>
                <a:cubicBezTo>
                  <a:pt x="856263" y="664582"/>
                  <a:pt x="664582" y="856262"/>
                  <a:pt x="428131" y="856262"/>
                </a:cubicBezTo>
                <a:cubicBezTo>
                  <a:pt x="191681" y="856262"/>
                  <a:pt x="0" y="664582"/>
                  <a:pt x="0" y="428131"/>
                </a:cubicBezTo>
                <a:cubicBezTo>
                  <a:pt x="0" y="191680"/>
                  <a:pt x="191681" y="0"/>
                  <a:pt x="428131" y="0"/>
                </a:cubicBezTo>
                <a:close/>
              </a:path>
            </a:pathLst>
          </a:custGeom>
          <a:solidFill>
            <a:schemeClr val="bg1"/>
          </a:solidFill>
          <a:ln w="41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3A67283F-AE98-4E1E-A88C-9B1A471F1C31}"/>
              </a:ext>
            </a:extLst>
          </p:cNvPr>
          <p:cNvGrpSpPr/>
          <p:nvPr userDrawn="1"/>
        </p:nvGrpSpPr>
        <p:grpSpPr>
          <a:xfrm>
            <a:off x="10272475" y="6306242"/>
            <a:ext cx="1629579" cy="200423"/>
            <a:chOff x="671368" y="6061309"/>
            <a:chExt cx="2479573" cy="304965"/>
          </a:xfrm>
        </p:grpSpPr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D169E5D6-2ED9-41BA-A7F2-6C68A0D03F09}"/>
                </a:ext>
              </a:extLst>
            </p:cNvPr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124" name="Freeform 5">
                <a:extLst>
                  <a:ext uri="{FF2B5EF4-FFF2-40B4-BE49-F238E27FC236}">
                    <a16:creationId xmlns:a16="http://schemas.microsoft.com/office/drawing/2014/main" id="{38744A22-2966-43E8-8FF2-354B207AA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5" name="Freeform 6">
                <a:extLst>
                  <a:ext uri="{FF2B5EF4-FFF2-40B4-BE49-F238E27FC236}">
                    <a16:creationId xmlns:a16="http://schemas.microsoft.com/office/drawing/2014/main" id="{5B671DDF-BA51-4511-A5C5-9E4BCA5AA5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26" name="组合 125">
                <a:extLst>
                  <a:ext uri="{FF2B5EF4-FFF2-40B4-BE49-F238E27FC236}">
                    <a16:creationId xmlns:a16="http://schemas.microsoft.com/office/drawing/2014/main" id="{EC1FFFE7-0BEA-4C02-805C-E20F0C611161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131" name="Freeform 7">
                  <a:extLst>
                    <a:ext uri="{FF2B5EF4-FFF2-40B4-BE49-F238E27FC236}">
                      <a16:creationId xmlns:a16="http://schemas.microsoft.com/office/drawing/2014/main" id="{E0C75354-B806-4CF3-BAC3-79E4FFA3DF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32" name="Freeform 8">
                  <a:extLst>
                    <a:ext uri="{FF2B5EF4-FFF2-40B4-BE49-F238E27FC236}">
                      <a16:creationId xmlns:a16="http://schemas.microsoft.com/office/drawing/2014/main" id="{AFCD1EB5-0552-44C2-8A79-E420A58B7A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43D2504E-F644-410A-AA8C-4C378AF599C1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128" name="Freeform 15">
                  <a:extLst>
                    <a:ext uri="{FF2B5EF4-FFF2-40B4-BE49-F238E27FC236}">
                      <a16:creationId xmlns:a16="http://schemas.microsoft.com/office/drawing/2014/main" id="{3B812A1D-F826-4DCF-9BD3-6DFBD3D193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9" name="Freeform 16">
                  <a:extLst>
                    <a:ext uri="{FF2B5EF4-FFF2-40B4-BE49-F238E27FC236}">
                      <a16:creationId xmlns:a16="http://schemas.microsoft.com/office/drawing/2014/main" id="{FB0AC4CB-27D0-4DC0-A93D-88736A4DC4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30" name="Freeform 17">
                  <a:extLst>
                    <a:ext uri="{FF2B5EF4-FFF2-40B4-BE49-F238E27FC236}">
                      <a16:creationId xmlns:a16="http://schemas.microsoft.com/office/drawing/2014/main" id="{D36F5E1C-FFF7-47F4-B5C9-324753E430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AB0A2E04-EEA8-4339-B5E3-A494413BCC1A}"/>
                </a:ext>
              </a:extLst>
            </p:cNvPr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E72A2F67-EAE8-44A0-94C5-F712EBDE7845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122" name="Freeform 9">
                  <a:extLst>
                    <a:ext uri="{FF2B5EF4-FFF2-40B4-BE49-F238E27FC236}">
                      <a16:creationId xmlns:a16="http://schemas.microsoft.com/office/drawing/2014/main" id="{E62ED1CF-89A7-4485-A907-890EB5420DD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3" name="Freeform 10">
                  <a:extLst>
                    <a:ext uri="{FF2B5EF4-FFF2-40B4-BE49-F238E27FC236}">
                      <a16:creationId xmlns:a16="http://schemas.microsoft.com/office/drawing/2014/main" id="{D3DF0F74-06F3-44FF-81D4-554397EE7BD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2287DC77-19DE-4738-9626-5E6C7CBBE173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120" name="Freeform 13">
                  <a:extLst>
                    <a:ext uri="{FF2B5EF4-FFF2-40B4-BE49-F238E27FC236}">
                      <a16:creationId xmlns:a16="http://schemas.microsoft.com/office/drawing/2014/main" id="{76BA934D-394A-40B0-8FAA-BEF10441BCF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1" name="Freeform 14">
                  <a:extLst>
                    <a:ext uri="{FF2B5EF4-FFF2-40B4-BE49-F238E27FC236}">
                      <a16:creationId xmlns:a16="http://schemas.microsoft.com/office/drawing/2014/main" id="{D5BC99E4-65E1-45E2-9D6D-ED5388278F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94742E33-AE96-4A68-8C7F-501E0BE9632C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116" name="Freeform 18">
                  <a:extLst>
                    <a:ext uri="{FF2B5EF4-FFF2-40B4-BE49-F238E27FC236}">
                      <a16:creationId xmlns:a16="http://schemas.microsoft.com/office/drawing/2014/main" id="{C229131E-4323-49D6-B9E7-AC87987472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17" name="Freeform 19">
                  <a:extLst>
                    <a:ext uri="{FF2B5EF4-FFF2-40B4-BE49-F238E27FC236}">
                      <a16:creationId xmlns:a16="http://schemas.microsoft.com/office/drawing/2014/main" id="{D6195B2E-9EE2-4753-87C3-4072A7F7EE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18" name="Freeform 20">
                  <a:extLst>
                    <a:ext uri="{FF2B5EF4-FFF2-40B4-BE49-F238E27FC236}">
                      <a16:creationId xmlns:a16="http://schemas.microsoft.com/office/drawing/2014/main" id="{0CDD0D74-BB4F-4FEC-9D67-40C61AFC39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13" name="组合 112">
                <a:extLst>
                  <a:ext uri="{FF2B5EF4-FFF2-40B4-BE49-F238E27FC236}">
                    <a16:creationId xmlns:a16="http://schemas.microsoft.com/office/drawing/2014/main" id="{C4A7EC85-9609-49EA-A751-89FF08DBD5C2}"/>
                  </a:ext>
                </a:extLst>
              </p:cNvPr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114" name="Freeform 11">
                  <a:extLst>
                    <a:ext uri="{FF2B5EF4-FFF2-40B4-BE49-F238E27FC236}">
                      <a16:creationId xmlns:a16="http://schemas.microsoft.com/office/drawing/2014/main" id="{D2CDF2D6-A986-4260-8811-73091609B44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15" name="Freeform 12">
                  <a:extLst>
                    <a:ext uri="{FF2B5EF4-FFF2-40B4-BE49-F238E27FC236}">
                      <a16:creationId xmlns:a16="http://schemas.microsoft.com/office/drawing/2014/main" id="{782D5631-CF1C-4340-B90C-CD45816B74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32009292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>
            <a:extLst>
              <a:ext uri="{FF2B5EF4-FFF2-40B4-BE49-F238E27FC236}">
                <a16:creationId xmlns:a16="http://schemas.microsoft.com/office/drawing/2014/main" id="{17BF7535-8F01-44D8-BF44-00C5CD915389}"/>
              </a:ext>
            </a:extLst>
          </p:cNvPr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" fmla="*/ 0 w 3162300"/>
              <a:gd name="connsiteY0" fmla="*/ 2147409 h 2238849"/>
              <a:gd name="connsiteX1" fmla="*/ 0 w 3162300"/>
              <a:gd name="connsiteY1" fmla="*/ 1565265 h 2238849"/>
              <a:gd name="connsiteX2" fmla="*/ 0 w 3162300"/>
              <a:gd name="connsiteY2" fmla="*/ 1544697 h 2238849"/>
              <a:gd name="connsiteX3" fmla="*/ 0 w 3162300"/>
              <a:gd name="connsiteY3" fmla="*/ 0 h 2238849"/>
              <a:gd name="connsiteX4" fmla="*/ 1585774 w 3162300"/>
              <a:gd name="connsiteY4" fmla="*/ 1112898 h 2238849"/>
              <a:gd name="connsiteX5" fmla="*/ 3162300 w 3162300"/>
              <a:gd name="connsiteY5" fmla="*/ 0 h 2238849"/>
              <a:gd name="connsiteX6" fmla="*/ 3162300 w 3162300"/>
              <a:gd name="connsiteY6" fmla="*/ 1544697 h 2238849"/>
              <a:gd name="connsiteX7" fmla="*/ 3162300 w 3162300"/>
              <a:gd name="connsiteY7" fmla="*/ 1565265 h 2238849"/>
              <a:gd name="connsiteX8" fmla="*/ 3162300 w 3162300"/>
              <a:gd name="connsiteY8" fmla="*/ 2147409 h 2238849"/>
              <a:gd name="connsiteX9" fmla="*/ 91440 w 3162300"/>
              <a:gd name="connsiteY9" fmla="*/ 2238849 h 2238849"/>
              <a:gd name="connsiteX0" fmla="*/ 0 w 3162300"/>
              <a:gd name="connsiteY0" fmla="*/ 2147409 h 2147409"/>
              <a:gd name="connsiteX1" fmla="*/ 0 w 3162300"/>
              <a:gd name="connsiteY1" fmla="*/ 1565265 h 2147409"/>
              <a:gd name="connsiteX2" fmla="*/ 0 w 3162300"/>
              <a:gd name="connsiteY2" fmla="*/ 1544697 h 2147409"/>
              <a:gd name="connsiteX3" fmla="*/ 0 w 3162300"/>
              <a:gd name="connsiteY3" fmla="*/ 0 h 2147409"/>
              <a:gd name="connsiteX4" fmla="*/ 1585774 w 3162300"/>
              <a:gd name="connsiteY4" fmla="*/ 1112898 h 2147409"/>
              <a:gd name="connsiteX5" fmla="*/ 3162300 w 3162300"/>
              <a:gd name="connsiteY5" fmla="*/ 0 h 2147409"/>
              <a:gd name="connsiteX6" fmla="*/ 3162300 w 3162300"/>
              <a:gd name="connsiteY6" fmla="*/ 1544697 h 2147409"/>
              <a:gd name="connsiteX7" fmla="*/ 3162300 w 3162300"/>
              <a:gd name="connsiteY7" fmla="*/ 1565265 h 2147409"/>
              <a:gd name="connsiteX8" fmla="*/ 3162300 w 3162300"/>
              <a:gd name="connsiteY8" fmla="*/ 2147409 h 21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65B2E1B6-E350-4024-A69C-C064D4BB9540}"/>
              </a:ext>
            </a:extLst>
          </p:cNvPr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" fmla="*/ 0 w 3162300"/>
              <a:gd name="connsiteY0" fmla="*/ 1871961 h 1963401"/>
              <a:gd name="connsiteX1" fmla="*/ 0 w 3162300"/>
              <a:gd name="connsiteY1" fmla="*/ 0 h 1963401"/>
              <a:gd name="connsiteX2" fmla="*/ 3162300 w 3162300"/>
              <a:gd name="connsiteY2" fmla="*/ 0 h 1963401"/>
              <a:gd name="connsiteX3" fmla="*/ 3162300 w 3162300"/>
              <a:gd name="connsiteY3" fmla="*/ 1871961 h 1963401"/>
              <a:gd name="connsiteX4" fmla="*/ 91440 w 3162300"/>
              <a:gd name="connsiteY4" fmla="*/ 1963401 h 1963401"/>
              <a:gd name="connsiteX0" fmla="*/ 0 w 3162300"/>
              <a:gd name="connsiteY0" fmla="*/ 1871961 h 1871961"/>
              <a:gd name="connsiteX1" fmla="*/ 0 w 3162300"/>
              <a:gd name="connsiteY1" fmla="*/ 0 h 1871961"/>
              <a:gd name="connsiteX2" fmla="*/ 3162300 w 3162300"/>
              <a:gd name="connsiteY2" fmla="*/ 0 h 1871961"/>
              <a:gd name="connsiteX3" fmla="*/ 3162300 w 3162300"/>
              <a:gd name="connsiteY3" fmla="*/ 1871961 h 187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F3B0B805-869F-4D89-BEB0-0E0DA525C8EE}"/>
              </a:ext>
            </a:extLst>
          </p:cNvPr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C8E1A81F-EF08-496B-852D-473A30AAD09F}"/>
              </a:ext>
            </a:extLst>
          </p:cNvPr>
          <p:cNvSpPr/>
          <p:nvPr/>
        </p:nvSpPr>
        <p:spPr>
          <a:xfrm>
            <a:off x="5118869" y="1507748"/>
            <a:ext cx="1967342" cy="442564"/>
          </a:xfrm>
          <a:custGeom>
            <a:avLst/>
            <a:gdLst>
              <a:gd name="connsiteX0" fmla="*/ 258875 w 1967342"/>
              <a:gd name="connsiteY0" fmla="*/ 399761 h 442564"/>
              <a:gd name="connsiteX1" fmla="*/ 261340 w 1967342"/>
              <a:gd name="connsiteY1" fmla="*/ 404994 h 442564"/>
              <a:gd name="connsiteX2" fmla="*/ 260991 w 1967342"/>
              <a:gd name="connsiteY2" fmla="*/ 410620 h 442564"/>
              <a:gd name="connsiteX3" fmla="*/ 260227 w 1967342"/>
              <a:gd name="connsiteY3" fmla="*/ 411758 h 442564"/>
              <a:gd name="connsiteX4" fmla="*/ 253206 w 1967342"/>
              <a:gd name="connsiteY4" fmla="*/ 412146 h 442564"/>
              <a:gd name="connsiteX5" fmla="*/ 250764 w 1967342"/>
              <a:gd name="connsiteY5" fmla="*/ 407044 h 442564"/>
              <a:gd name="connsiteX6" fmla="*/ 251113 w 1967342"/>
              <a:gd name="connsiteY6" fmla="*/ 401265 h 442564"/>
              <a:gd name="connsiteX7" fmla="*/ 251972 w 1967342"/>
              <a:gd name="connsiteY7" fmla="*/ 399994 h 442564"/>
              <a:gd name="connsiteX8" fmla="*/ 258875 w 1967342"/>
              <a:gd name="connsiteY8" fmla="*/ 399761 h 442564"/>
              <a:gd name="connsiteX9" fmla="*/ 229220 w 1967342"/>
              <a:gd name="connsiteY9" fmla="*/ 398343 h 442564"/>
              <a:gd name="connsiteX10" fmla="*/ 214632 w 1967342"/>
              <a:gd name="connsiteY10" fmla="*/ 398604 h 442564"/>
              <a:gd name="connsiteX11" fmla="*/ 215024 w 1967342"/>
              <a:gd name="connsiteY11" fmla="*/ 420148 h 442564"/>
              <a:gd name="connsiteX12" fmla="*/ 229678 w 1967342"/>
              <a:gd name="connsiteY12" fmla="*/ 419865 h 442564"/>
              <a:gd name="connsiteX13" fmla="*/ 229678 w 1967342"/>
              <a:gd name="connsiteY13" fmla="*/ 417946 h 442564"/>
              <a:gd name="connsiteX14" fmla="*/ 229678 w 1967342"/>
              <a:gd name="connsiteY14" fmla="*/ 416049 h 442564"/>
              <a:gd name="connsiteX15" fmla="*/ 218775 w 1967342"/>
              <a:gd name="connsiteY15" fmla="*/ 416245 h 442564"/>
              <a:gd name="connsiteX16" fmla="*/ 218775 w 1967342"/>
              <a:gd name="connsiteY16" fmla="*/ 410641 h 442564"/>
              <a:gd name="connsiteX17" fmla="*/ 228457 w 1967342"/>
              <a:gd name="connsiteY17" fmla="*/ 410467 h 442564"/>
              <a:gd name="connsiteX18" fmla="*/ 228457 w 1967342"/>
              <a:gd name="connsiteY18" fmla="*/ 408613 h 442564"/>
              <a:gd name="connsiteX19" fmla="*/ 228457 w 1967342"/>
              <a:gd name="connsiteY19" fmla="*/ 406760 h 442564"/>
              <a:gd name="connsiteX20" fmla="*/ 218775 w 1967342"/>
              <a:gd name="connsiteY20" fmla="*/ 406934 h 442564"/>
              <a:gd name="connsiteX21" fmla="*/ 218775 w 1967342"/>
              <a:gd name="connsiteY21" fmla="*/ 402355 h 442564"/>
              <a:gd name="connsiteX22" fmla="*/ 229220 w 1967342"/>
              <a:gd name="connsiteY22" fmla="*/ 402180 h 442564"/>
              <a:gd name="connsiteX23" fmla="*/ 229220 w 1967342"/>
              <a:gd name="connsiteY23" fmla="*/ 400262 h 442564"/>
              <a:gd name="connsiteX24" fmla="*/ 193459 w 1967342"/>
              <a:gd name="connsiteY24" fmla="*/ 396685 h 442564"/>
              <a:gd name="connsiteX25" fmla="*/ 193219 w 1967342"/>
              <a:gd name="connsiteY25" fmla="*/ 398583 h 442564"/>
              <a:gd name="connsiteX26" fmla="*/ 193001 w 1967342"/>
              <a:gd name="connsiteY26" fmla="*/ 400480 h 442564"/>
              <a:gd name="connsiteX27" fmla="*/ 198932 w 1967342"/>
              <a:gd name="connsiteY27" fmla="*/ 401199 h 442564"/>
              <a:gd name="connsiteX28" fmla="*/ 196751 w 1967342"/>
              <a:gd name="connsiteY28" fmla="*/ 418774 h 442564"/>
              <a:gd name="connsiteX29" fmla="*/ 198932 w 1967342"/>
              <a:gd name="connsiteY29" fmla="*/ 419036 h 442564"/>
              <a:gd name="connsiteX30" fmla="*/ 200960 w 1967342"/>
              <a:gd name="connsiteY30" fmla="*/ 419276 h 442564"/>
              <a:gd name="connsiteX31" fmla="*/ 203140 w 1967342"/>
              <a:gd name="connsiteY31" fmla="*/ 401701 h 442564"/>
              <a:gd name="connsiteX32" fmla="*/ 209093 w 1967342"/>
              <a:gd name="connsiteY32" fmla="*/ 402442 h 442564"/>
              <a:gd name="connsiteX33" fmla="*/ 209311 w 1967342"/>
              <a:gd name="connsiteY33" fmla="*/ 400523 h 442564"/>
              <a:gd name="connsiteX34" fmla="*/ 209442 w 1967342"/>
              <a:gd name="connsiteY34" fmla="*/ 398648 h 442564"/>
              <a:gd name="connsiteX35" fmla="*/ 260567 w 1967342"/>
              <a:gd name="connsiteY35" fmla="*/ 396005 h 442564"/>
              <a:gd name="connsiteX36" fmla="*/ 247733 w 1967342"/>
              <a:gd name="connsiteY36" fmla="*/ 399215 h 442564"/>
              <a:gd name="connsiteX37" fmla="*/ 246795 w 1967342"/>
              <a:gd name="connsiteY37" fmla="*/ 407937 h 442564"/>
              <a:gd name="connsiteX38" fmla="*/ 250894 w 1967342"/>
              <a:gd name="connsiteY38" fmla="*/ 415504 h 442564"/>
              <a:gd name="connsiteX39" fmla="*/ 251520 w 1967342"/>
              <a:gd name="connsiteY39" fmla="*/ 415927 h 442564"/>
              <a:gd name="connsiteX40" fmla="*/ 264545 w 1967342"/>
              <a:gd name="connsiteY40" fmla="*/ 412843 h 442564"/>
              <a:gd name="connsiteX41" fmla="*/ 265482 w 1967342"/>
              <a:gd name="connsiteY41" fmla="*/ 404296 h 442564"/>
              <a:gd name="connsiteX42" fmla="*/ 261383 w 1967342"/>
              <a:gd name="connsiteY42" fmla="*/ 396555 h 442564"/>
              <a:gd name="connsiteX43" fmla="*/ 260567 w 1967342"/>
              <a:gd name="connsiteY43" fmla="*/ 396005 h 442564"/>
              <a:gd name="connsiteX44" fmla="*/ 810541 w 1967342"/>
              <a:gd name="connsiteY44" fmla="*/ 393713 h 442564"/>
              <a:gd name="connsiteX45" fmla="*/ 810986 w 1967342"/>
              <a:gd name="connsiteY45" fmla="*/ 393911 h 442564"/>
              <a:gd name="connsiteX46" fmla="*/ 810455 w 1967342"/>
              <a:gd name="connsiteY46" fmla="*/ 393759 h 442564"/>
              <a:gd name="connsiteX47" fmla="*/ 173310 w 1967342"/>
              <a:gd name="connsiteY47" fmla="*/ 392063 h 442564"/>
              <a:gd name="connsiteX48" fmla="*/ 170061 w 1967342"/>
              <a:gd name="connsiteY48" fmla="*/ 405146 h 442564"/>
              <a:gd name="connsiteX49" fmla="*/ 170389 w 1967342"/>
              <a:gd name="connsiteY49" fmla="*/ 411993 h 442564"/>
              <a:gd name="connsiteX50" fmla="*/ 175731 w 1967342"/>
              <a:gd name="connsiteY50" fmla="*/ 415525 h 442564"/>
              <a:gd name="connsiteX51" fmla="*/ 182163 w 1967342"/>
              <a:gd name="connsiteY51" fmla="*/ 415024 h 442564"/>
              <a:gd name="connsiteX52" fmla="*/ 185587 w 1967342"/>
              <a:gd name="connsiteY52" fmla="*/ 409006 h 442564"/>
              <a:gd name="connsiteX53" fmla="*/ 188749 w 1967342"/>
              <a:gd name="connsiteY53" fmla="*/ 395922 h 442564"/>
              <a:gd name="connsiteX54" fmla="*/ 186743 w 1967342"/>
              <a:gd name="connsiteY54" fmla="*/ 395421 h 442564"/>
              <a:gd name="connsiteX55" fmla="*/ 184737 w 1967342"/>
              <a:gd name="connsiteY55" fmla="*/ 394941 h 442564"/>
              <a:gd name="connsiteX56" fmla="*/ 181444 w 1967342"/>
              <a:gd name="connsiteY56" fmla="*/ 408024 h 442564"/>
              <a:gd name="connsiteX57" fmla="*/ 179721 w 1967342"/>
              <a:gd name="connsiteY57" fmla="*/ 411273 h 442564"/>
              <a:gd name="connsiteX58" fmla="*/ 176581 w 1967342"/>
              <a:gd name="connsiteY58" fmla="*/ 411579 h 442564"/>
              <a:gd name="connsiteX59" fmla="*/ 174052 w 1967342"/>
              <a:gd name="connsiteY59" fmla="*/ 409769 h 442564"/>
              <a:gd name="connsiteX60" fmla="*/ 174052 w 1967342"/>
              <a:gd name="connsiteY60" fmla="*/ 406149 h 442564"/>
              <a:gd name="connsiteX61" fmla="*/ 177323 w 1967342"/>
              <a:gd name="connsiteY61" fmla="*/ 393066 h 442564"/>
              <a:gd name="connsiteX62" fmla="*/ 175317 w 1967342"/>
              <a:gd name="connsiteY62" fmla="*/ 392564 h 442564"/>
              <a:gd name="connsiteX63" fmla="*/ 282730 w 1967342"/>
              <a:gd name="connsiteY63" fmla="*/ 387789 h 442564"/>
              <a:gd name="connsiteX64" fmla="*/ 269320 w 1967342"/>
              <a:gd name="connsiteY64" fmla="*/ 392150 h 442564"/>
              <a:gd name="connsiteX65" fmla="*/ 275862 w 1967342"/>
              <a:gd name="connsiteY65" fmla="*/ 412625 h 442564"/>
              <a:gd name="connsiteX66" fmla="*/ 277846 w 1967342"/>
              <a:gd name="connsiteY66" fmla="*/ 411971 h 442564"/>
              <a:gd name="connsiteX67" fmla="*/ 279808 w 1967342"/>
              <a:gd name="connsiteY67" fmla="*/ 411339 h 442564"/>
              <a:gd name="connsiteX68" fmla="*/ 277083 w 1967342"/>
              <a:gd name="connsiteY68" fmla="*/ 402682 h 442564"/>
              <a:gd name="connsiteX69" fmla="*/ 285347 w 1967342"/>
              <a:gd name="connsiteY69" fmla="*/ 400000 h 442564"/>
              <a:gd name="connsiteX70" fmla="*/ 284780 w 1967342"/>
              <a:gd name="connsiteY70" fmla="*/ 398234 h 442564"/>
              <a:gd name="connsiteX71" fmla="*/ 284191 w 1967342"/>
              <a:gd name="connsiteY71" fmla="*/ 396467 h 442564"/>
              <a:gd name="connsiteX72" fmla="*/ 275949 w 1967342"/>
              <a:gd name="connsiteY72" fmla="*/ 399149 h 442564"/>
              <a:gd name="connsiteX73" fmla="*/ 274444 w 1967342"/>
              <a:gd name="connsiteY73" fmla="*/ 394505 h 442564"/>
              <a:gd name="connsiteX74" fmla="*/ 283908 w 1967342"/>
              <a:gd name="connsiteY74" fmla="*/ 391430 h 442564"/>
              <a:gd name="connsiteX75" fmla="*/ 283319 w 1967342"/>
              <a:gd name="connsiteY75" fmla="*/ 389599 h 442564"/>
              <a:gd name="connsiteX76" fmla="*/ 153533 w 1967342"/>
              <a:gd name="connsiteY76" fmla="*/ 385325 h 442564"/>
              <a:gd name="connsiteX77" fmla="*/ 152901 w 1967342"/>
              <a:gd name="connsiteY77" fmla="*/ 387135 h 442564"/>
              <a:gd name="connsiteX78" fmla="*/ 152290 w 1967342"/>
              <a:gd name="connsiteY78" fmla="*/ 388945 h 442564"/>
              <a:gd name="connsiteX79" fmla="*/ 157938 w 1967342"/>
              <a:gd name="connsiteY79" fmla="*/ 390885 h 442564"/>
              <a:gd name="connsiteX80" fmla="*/ 152181 w 1967342"/>
              <a:gd name="connsiteY80" fmla="*/ 407632 h 442564"/>
              <a:gd name="connsiteX81" fmla="*/ 154143 w 1967342"/>
              <a:gd name="connsiteY81" fmla="*/ 408308 h 442564"/>
              <a:gd name="connsiteX82" fmla="*/ 156084 w 1967342"/>
              <a:gd name="connsiteY82" fmla="*/ 408984 h 442564"/>
              <a:gd name="connsiteX83" fmla="*/ 161841 w 1967342"/>
              <a:gd name="connsiteY83" fmla="*/ 392237 h 442564"/>
              <a:gd name="connsiteX84" fmla="*/ 167510 w 1967342"/>
              <a:gd name="connsiteY84" fmla="*/ 394178 h 442564"/>
              <a:gd name="connsiteX85" fmla="*/ 168143 w 1967342"/>
              <a:gd name="connsiteY85" fmla="*/ 392368 h 442564"/>
              <a:gd name="connsiteX86" fmla="*/ 168797 w 1967342"/>
              <a:gd name="connsiteY86" fmla="*/ 390580 h 442564"/>
              <a:gd name="connsiteX87" fmla="*/ 145705 w 1967342"/>
              <a:gd name="connsiteY87" fmla="*/ 381487 h 442564"/>
              <a:gd name="connsiteX88" fmla="*/ 136612 w 1967342"/>
              <a:gd name="connsiteY88" fmla="*/ 401003 h 442564"/>
              <a:gd name="connsiteX89" fmla="*/ 138487 w 1967342"/>
              <a:gd name="connsiteY89" fmla="*/ 401875 h 442564"/>
              <a:gd name="connsiteX90" fmla="*/ 140341 w 1967342"/>
              <a:gd name="connsiteY90" fmla="*/ 402747 h 442564"/>
              <a:gd name="connsiteX91" fmla="*/ 149455 w 1967342"/>
              <a:gd name="connsiteY91" fmla="*/ 383232 h 442564"/>
              <a:gd name="connsiteX92" fmla="*/ 147558 w 1967342"/>
              <a:gd name="connsiteY92" fmla="*/ 382359 h 442564"/>
              <a:gd name="connsiteX93" fmla="*/ 309049 w 1967342"/>
              <a:gd name="connsiteY93" fmla="*/ 375033 h 442564"/>
              <a:gd name="connsiteX94" fmla="*/ 294832 w 1967342"/>
              <a:gd name="connsiteY94" fmla="*/ 382577 h 442564"/>
              <a:gd name="connsiteX95" fmla="*/ 295726 w 1967342"/>
              <a:gd name="connsiteY95" fmla="*/ 384278 h 442564"/>
              <a:gd name="connsiteX96" fmla="*/ 296620 w 1967342"/>
              <a:gd name="connsiteY96" fmla="*/ 385957 h 442564"/>
              <a:gd name="connsiteX97" fmla="*/ 301897 w 1967342"/>
              <a:gd name="connsiteY97" fmla="*/ 383144 h 442564"/>
              <a:gd name="connsiteX98" fmla="*/ 310227 w 1967342"/>
              <a:gd name="connsiteY98" fmla="*/ 398779 h 442564"/>
              <a:gd name="connsiteX99" fmla="*/ 312059 w 1967342"/>
              <a:gd name="connsiteY99" fmla="*/ 397819 h 442564"/>
              <a:gd name="connsiteX100" fmla="*/ 313869 w 1967342"/>
              <a:gd name="connsiteY100" fmla="*/ 396838 h 442564"/>
              <a:gd name="connsiteX101" fmla="*/ 305561 w 1967342"/>
              <a:gd name="connsiteY101" fmla="*/ 381204 h 442564"/>
              <a:gd name="connsiteX102" fmla="*/ 310838 w 1967342"/>
              <a:gd name="connsiteY102" fmla="*/ 378391 h 442564"/>
              <a:gd name="connsiteX103" fmla="*/ 309944 w 1967342"/>
              <a:gd name="connsiteY103" fmla="*/ 376712 h 442564"/>
              <a:gd name="connsiteX104" fmla="*/ 127170 w 1967342"/>
              <a:gd name="connsiteY104" fmla="*/ 371413 h 442564"/>
              <a:gd name="connsiteX105" fmla="*/ 126320 w 1967342"/>
              <a:gd name="connsiteY105" fmla="*/ 373201 h 442564"/>
              <a:gd name="connsiteX106" fmla="*/ 125404 w 1967342"/>
              <a:gd name="connsiteY106" fmla="*/ 374880 h 442564"/>
              <a:gd name="connsiteX107" fmla="*/ 130637 w 1967342"/>
              <a:gd name="connsiteY107" fmla="*/ 377780 h 442564"/>
              <a:gd name="connsiteX108" fmla="*/ 122046 w 1967342"/>
              <a:gd name="connsiteY108" fmla="*/ 393262 h 442564"/>
              <a:gd name="connsiteX109" fmla="*/ 123856 w 1967342"/>
              <a:gd name="connsiteY109" fmla="*/ 394265 h 442564"/>
              <a:gd name="connsiteX110" fmla="*/ 125666 w 1967342"/>
              <a:gd name="connsiteY110" fmla="*/ 395268 h 442564"/>
              <a:gd name="connsiteX111" fmla="*/ 134170 w 1967342"/>
              <a:gd name="connsiteY111" fmla="*/ 379655 h 442564"/>
              <a:gd name="connsiteX112" fmla="*/ 139403 w 1967342"/>
              <a:gd name="connsiteY112" fmla="*/ 382555 h 442564"/>
              <a:gd name="connsiteX113" fmla="*/ 140319 w 1967342"/>
              <a:gd name="connsiteY113" fmla="*/ 380898 h 442564"/>
              <a:gd name="connsiteX114" fmla="*/ 141257 w 1967342"/>
              <a:gd name="connsiteY114" fmla="*/ 379219 h 442564"/>
              <a:gd name="connsiteX115" fmla="*/ 234017 w 1967342"/>
              <a:gd name="connsiteY115" fmla="*/ 368317 h 442564"/>
              <a:gd name="connsiteX116" fmla="*/ 228456 w 1967342"/>
              <a:gd name="connsiteY116" fmla="*/ 376821 h 442564"/>
              <a:gd name="connsiteX117" fmla="*/ 227954 w 1967342"/>
              <a:gd name="connsiteY117" fmla="*/ 377981 h 442564"/>
              <a:gd name="connsiteX118" fmla="*/ 227955 w 1967342"/>
              <a:gd name="connsiteY118" fmla="*/ 377955 h 442564"/>
              <a:gd name="connsiteX119" fmla="*/ 227889 w 1967342"/>
              <a:gd name="connsiteY119" fmla="*/ 378130 h 442564"/>
              <a:gd name="connsiteX120" fmla="*/ 227954 w 1967342"/>
              <a:gd name="connsiteY120" fmla="*/ 377981 h 442564"/>
              <a:gd name="connsiteX121" fmla="*/ 227846 w 1967342"/>
              <a:gd name="connsiteY121" fmla="*/ 380069 h 442564"/>
              <a:gd name="connsiteX122" fmla="*/ 255970 w 1967342"/>
              <a:gd name="connsiteY122" fmla="*/ 378675 h 442564"/>
              <a:gd name="connsiteX123" fmla="*/ 249498 w 1967342"/>
              <a:gd name="connsiteY123" fmla="*/ 378675 h 442564"/>
              <a:gd name="connsiteX124" fmla="*/ 245137 w 1967342"/>
              <a:gd name="connsiteY124" fmla="*/ 368775 h 442564"/>
              <a:gd name="connsiteX125" fmla="*/ 234017 w 1967342"/>
              <a:gd name="connsiteY125" fmla="*/ 368317 h 442564"/>
              <a:gd name="connsiteX126" fmla="*/ 262560 w 1967342"/>
              <a:gd name="connsiteY126" fmla="*/ 368273 h 442564"/>
              <a:gd name="connsiteX127" fmla="*/ 262560 w 1967342"/>
              <a:gd name="connsiteY127" fmla="*/ 368339 h 442564"/>
              <a:gd name="connsiteX128" fmla="*/ 263411 w 1967342"/>
              <a:gd name="connsiteY128" fmla="*/ 370192 h 442564"/>
              <a:gd name="connsiteX129" fmla="*/ 262539 w 1967342"/>
              <a:gd name="connsiteY129" fmla="*/ 375687 h 442564"/>
              <a:gd name="connsiteX130" fmla="*/ 262015 w 1967342"/>
              <a:gd name="connsiteY130" fmla="*/ 370454 h 442564"/>
              <a:gd name="connsiteX131" fmla="*/ 262560 w 1967342"/>
              <a:gd name="connsiteY131" fmla="*/ 368273 h 442564"/>
              <a:gd name="connsiteX132" fmla="*/ 225731 w 1967342"/>
              <a:gd name="connsiteY132" fmla="*/ 368273 h 442564"/>
              <a:gd name="connsiteX133" fmla="*/ 225731 w 1967342"/>
              <a:gd name="connsiteY133" fmla="*/ 368339 h 442564"/>
              <a:gd name="connsiteX134" fmla="*/ 226582 w 1967342"/>
              <a:gd name="connsiteY134" fmla="*/ 370192 h 442564"/>
              <a:gd name="connsiteX135" fmla="*/ 225710 w 1967342"/>
              <a:gd name="connsiteY135" fmla="*/ 375687 h 442564"/>
              <a:gd name="connsiteX136" fmla="*/ 225186 w 1967342"/>
              <a:gd name="connsiteY136" fmla="*/ 370454 h 442564"/>
              <a:gd name="connsiteX137" fmla="*/ 225731 w 1967342"/>
              <a:gd name="connsiteY137" fmla="*/ 368273 h 442564"/>
              <a:gd name="connsiteX138" fmla="*/ 182032 w 1967342"/>
              <a:gd name="connsiteY138" fmla="*/ 368055 h 442564"/>
              <a:gd name="connsiteX139" fmla="*/ 183210 w 1967342"/>
              <a:gd name="connsiteY139" fmla="*/ 368229 h 442564"/>
              <a:gd name="connsiteX140" fmla="*/ 183363 w 1967342"/>
              <a:gd name="connsiteY140" fmla="*/ 375294 h 442564"/>
              <a:gd name="connsiteX141" fmla="*/ 182032 w 1967342"/>
              <a:gd name="connsiteY141" fmla="*/ 375294 h 442564"/>
              <a:gd name="connsiteX142" fmla="*/ 182032 w 1967342"/>
              <a:gd name="connsiteY142" fmla="*/ 368099 h 442564"/>
              <a:gd name="connsiteX143" fmla="*/ 256455 w 1967342"/>
              <a:gd name="connsiteY143" fmla="*/ 367946 h 442564"/>
              <a:gd name="connsiteX144" fmla="*/ 257262 w 1967342"/>
              <a:gd name="connsiteY144" fmla="*/ 370127 h 442564"/>
              <a:gd name="connsiteX145" fmla="*/ 256564 w 1967342"/>
              <a:gd name="connsiteY145" fmla="*/ 375513 h 442564"/>
              <a:gd name="connsiteX146" fmla="*/ 255539 w 1967342"/>
              <a:gd name="connsiteY146" fmla="*/ 370301 h 442564"/>
              <a:gd name="connsiteX147" fmla="*/ 256455 w 1967342"/>
              <a:gd name="connsiteY147" fmla="*/ 368012 h 442564"/>
              <a:gd name="connsiteX148" fmla="*/ 219625 w 1967342"/>
              <a:gd name="connsiteY148" fmla="*/ 367946 h 442564"/>
              <a:gd name="connsiteX149" fmla="*/ 220432 w 1967342"/>
              <a:gd name="connsiteY149" fmla="*/ 370127 h 442564"/>
              <a:gd name="connsiteX150" fmla="*/ 219756 w 1967342"/>
              <a:gd name="connsiteY150" fmla="*/ 375622 h 442564"/>
              <a:gd name="connsiteX151" fmla="*/ 218709 w 1967342"/>
              <a:gd name="connsiteY151" fmla="*/ 370301 h 442564"/>
              <a:gd name="connsiteX152" fmla="*/ 219625 w 1967342"/>
              <a:gd name="connsiteY152" fmla="*/ 368012 h 442564"/>
              <a:gd name="connsiteX153" fmla="*/ 546055 w 1967342"/>
              <a:gd name="connsiteY153" fmla="*/ 367609 h 442564"/>
              <a:gd name="connsiteX154" fmla="*/ 546131 w 1967342"/>
              <a:gd name="connsiteY154" fmla="*/ 382736 h 442564"/>
              <a:gd name="connsiteX155" fmla="*/ 559435 w 1967342"/>
              <a:gd name="connsiteY155" fmla="*/ 382736 h 442564"/>
              <a:gd name="connsiteX156" fmla="*/ 565897 w 1967342"/>
              <a:gd name="connsiteY156" fmla="*/ 380760 h 442564"/>
              <a:gd name="connsiteX157" fmla="*/ 568026 w 1967342"/>
              <a:gd name="connsiteY157" fmla="*/ 374678 h 442564"/>
              <a:gd name="connsiteX158" fmla="*/ 565820 w 1967342"/>
              <a:gd name="connsiteY158" fmla="*/ 369356 h 442564"/>
              <a:gd name="connsiteX159" fmla="*/ 559207 w 1967342"/>
              <a:gd name="connsiteY159" fmla="*/ 367609 h 442564"/>
              <a:gd name="connsiteX160" fmla="*/ 188444 w 1967342"/>
              <a:gd name="connsiteY160" fmla="*/ 367554 h 442564"/>
              <a:gd name="connsiteX161" fmla="*/ 189054 w 1967342"/>
              <a:gd name="connsiteY161" fmla="*/ 370127 h 442564"/>
              <a:gd name="connsiteX162" fmla="*/ 188444 w 1967342"/>
              <a:gd name="connsiteY162" fmla="*/ 375251 h 442564"/>
              <a:gd name="connsiteX163" fmla="*/ 187790 w 1967342"/>
              <a:gd name="connsiteY163" fmla="*/ 370127 h 442564"/>
              <a:gd name="connsiteX164" fmla="*/ 188444 w 1967342"/>
              <a:gd name="connsiteY164" fmla="*/ 367554 h 442564"/>
              <a:gd name="connsiteX165" fmla="*/ 184867 w 1967342"/>
              <a:gd name="connsiteY165" fmla="*/ 367053 h 442564"/>
              <a:gd name="connsiteX166" fmla="*/ 184872 w 1967342"/>
              <a:gd name="connsiteY166" fmla="*/ 367199 h 442564"/>
              <a:gd name="connsiteX167" fmla="*/ 184867 w 1967342"/>
              <a:gd name="connsiteY167" fmla="*/ 367205 h 442564"/>
              <a:gd name="connsiteX168" fmla="*/ 185225 w 1967342"/>
              <a:gd name="connsiteY168" fmla="*/ 366767 h 442564"/>
              <a:gd name="connsiteX169" fmla="*/ 186394 w 1967342"/>
              <a:gd name="connsiteY169" fmla="*/ 367053 h 442564"/>
              <a:gd name="connsiteX170" fmla="*/ 186656 w 1967342"/>
              <a:gd name="connsiteY170" fmla="*/ 375775 h 442564"/>
              <a:gd name="connsiteX171" fmla="*/ 185151 w 1967342"/>
              <a:gd name="connsiteY171" fmla="*/ 375775 h 442564"/>
              <a:gd name="connsiteX172" fmla="*/ 184872 w 1967342"/>
              <a:gd name="connsiteY172" fmla="*/ 367199 h 442564"/>
              <a:gd name="connsiteX173" fmla="*/ 259769 w 1967342"/>
              <a:gd name="connsiteY173" fmla="*/ 366441 h 442564"/>
              <a:gd name="connsiteX174" fmla="*/ 260554 w 1967342"/>
              <a:gd name="connsiteY174" fmla="*/ 369712 h 442564"/>
              <a:gd name="connsiteX175" fmla="*/ 259638 w 1967342"/>
              <a:gd name="connsiteY175" fmla="*/ 376058 h 442564"/>
              <a:gd name="connsiteX176" fmla="*/ 258700 w 1967342"/>
              <a:gd name="connsiteY176" fmla="*/ 369625 h 442564"/>
              <a:gd name="connsiteX177" fmla="*/ 259769 w 1967342"/>
              <a:gd name="connsiteY177" fmla="*/ 366441 h 442564"/>
              <a:gd name="connsiteX178" fmla="*/ 222940 w 1967342"/>
              <a:gd name="connsiteY178" fmla="*/ 366441 h 442564"/>
              <a:gd name="connsiteX179" fmla="*/ 223725 w 1967342"/>
              <a:gd name="connsiteY179" fmla="*/ 369712 h 442564"/>
              <a:gd name="connsiteX180" fmla="*/ 222809 w 1967342"/>
              <a:gd name="connsiteY180" fmla="*/ 376058 h 442564"/>
              <a:gd name="connsiteX181" fmla="*/ 221871 w 1967342"/>
              <a:gd name="connsiteY181" fmla="*/ 369625 h 442564"/>
              <a:gd name="connsiteX182" fmla="*/ 222940 w 1967342"/>
              <a:gd name="connsiteY182" fmla="*/ 366441 h 442564"/>
              <a:gd name="connsiteX183" fmla="*/ 164087 w 1967342"/>
              <a:gd name="connsiteY183" fmla="*/ 365765 h 442564"/>
              <a:gd name="connsiteX184" fmla="*/ 164219 w 1967342"/>
              <a:gd name="connsiteY184" fmla="*/ 365887 h 442564"/>
              <a:gd name="connsiteX185" fmla="*/ 164021 w 1967342"/>
              <a:gd name="connsiteY185" fmla="*/ 365853 h 442564"/>
              <a:gd name="connsiteX186" fmla="*/ 325644 w 1967342"/>
              <a:gd name="connsiteY186" fmla="*/ 364588 h 442564"/>
              <a:gd name="connsiteX187" fmla="*/ 313411 w 1967342"/>
              <a:gd name="connsiteY187" fmla="*/ 372525 h 442564"/>
              <a:gd name="connsiteX188" fmla="*/ 325142 w 1967342"/>
              <a:gd name="connsiteY188" fmla="*/ 390580 h 442564"/>
              <a:gd name="connsiteX189" fmla="*/ 337702 w 1967342"/>
              <a:gd name="connsiteY189" fmla="*/ 382337 h 442564"/>
              <a:gd name="connsiteX190" fmla="*/ 336655 w 1967342"/>
              <a:gd name="connsiteY190" fmla="*/ 380724 h 442564"/>
              <a:gd name="connsiteX191" fmla="*/ 335630 w 1967342"/>
              <a:gd name="connsiteY191" fmla="*/ 379132 h 442564"/>
              <a:gd name="connsiteX192" fmla="*/ 326494 w 1967342"/>
              <a:gd name="connsiteY192" fmla="*/ 385063 h 442564"/>
              <a:gd name="connsiteX193" fmla="*/ 323419 w 1967342"/>
              <a:gd name="connsiteY193" fmla="*/ 380375 h 442564"/>
              <a:gd name="connsiteX194" fmla="*/ 331618 w 1967342"/>
              <a:gd name="connsiteY194" fmla="*/ 375142 h 442564"/>
              <a:gd name="connsiteX195" fmla="*/ 330615 w 1967342"/>
              <a:gd name="connsiteY195" fmla="*/ 373572 h 442564"/>
              <a:gd name="connsiteX196" fmla="*/ 329612 w 1967342"/>
              <a:gd name="connsiteY196" fmla="*/ 372023 h 442564"/>
              <a:gd name="connsiteX197" fmla="*/ 321479 w 1967342"/>
              <a:gd name="connsiteY197" fmla="*/ 377300 h 442564"/>
              <a:gd name="connsiteX198" fmla="*/ 318993 w 1967342"/>
              <a:gd name="connsiteY198" fmla="*/ 373463 h 442564"/>
              <a:gd name="connsiteX199" fmla="*/ 327715 w 1967342"/>
              <a:gd name="connsiteY199" fmla="*/ 367793 h 442564"/>
              <a:gd name="connsiteX200" fmla="*/ 326690 w 1967342"/>
              <a:gd name="connsiteY200" fmla="*/ 366180 h 442564"/>
              <a:gd name="connsiteX201" fmla="*/ 112015 w 1967342"/>
              <a:gd name="connsiteY201" fmla="*/ 362407 h 442564"/>
              <a:gd name="connsiteX202" fmla="*/ 107414 w 1967342"/>
              <a:gd name="connsiteY202" fmla="*/ 365198 h 442564"/>
              <a:gd name="connsiteX203" fmla="*/ 106259 w 1967342"/>
              <a:gd name="connsiteY203" fmla="*/ 369450 h 442564"/>
              <a:gd name="connsiteX204" fmla="*/ 109900 w 1967342"/>
              <a:gd name="connsiteY204" fmla="*/ 375163 h 442564"/>
              <a:gd name="connsiteX205" fmla="*/ 111906 w 1967342"/>
              <a:gd name="connsiteY205" fmla="*/ 378085 h 442564"/>
              <a:gd name="connsiteX206" fmla="*/ 111514 w 1967342"/>
              <a:gd name="connsiteY206" fmla="*/ 380004 h 442564"/>
              <a:gd name="connsiteX207" fmla="*/ 109486 w 1967342"/>
              <a:gd name="connsiteY207" fmla="*/ 380920 h 442564"/>
              <a:gd name="connsiteX208" fmla="*/ 106564 w 1967342"/>
              <a:gd name="connsiteY208" fmla="*/ 379655 h 442564"/>
              <a:gd name="connsiteX209" fmla="*/ 104689 w 1967342"/>
              <a:gd name="connsiteY209" fmla="*/ 377148 h 442564"/>
              <a:gd name="connsiteX210" fmla="*/ 105299 w 1967342"/>
              <a:gd name="connsiteY210" fmla="*/ 374335 h 442564"/>
              <a:gd name="connsiteX211" fmla="*/ 102072 w 1967342"/>
              <a:gd name="connsiteY211" fmla="*/ 372002 h 442564"/>
              <a:gd name="connsiteX212" fmla="*/ 100742 w 1967342"/>
              <a:gd name="connsiteY212" fmla="*/ 377671 h 442564"/>
              <a:gd name="connsiteX213" fmla="*/ 104383 w 1967342"/>
              <a:gd name="connsiteY213" fmla="*/ 382665 h 442564"/>
              <a:gd name="connsiteX214" fmla="*/ 110249 w 1967342"/>
              <a:gd name="connsiteY214" fmla="*/ 384714 h 442564"/>
              <a:gd name="connsiteX215" fmla="*/ 114850 w 1967342"/>
              <a:gd name="connsiteY215" fmla="*/ 382098 h 442564"/>
              <a:gd name="connsiteX216" fmla="*/ 116246 w 1967342"/>
              <a:gd name="connsiteY216" fmla="*/ 377736 h 442564"/>
              <a:gd name="connsiteX217" fmla="*/ 112997 w 1967342"/>
              <a:gd name="connsiteY217" fmla="*/ 372372 h 442564"/>
              <a:gd name="connsiteX218" fmla="*/ 110576 w 1967342"/>
              <a:gd name="connsiteY218" fmla="*/ 369058 h 442564"/>
              <a:gd name="connsiteX219" fmla="*/ 110707 w 1967342"/>
              <a:gd name="connsiteY219" fmla="*/ 367313 h 442564"/>
              <a:gd name="connsiteX220" fmla="*/ 112648 w 1967342"/>
              <a:gd name="connsiteY220" fmla="*/ 366136 h 442564"/>
              <a:gd name="connsiteX221" fmla="*/ 115090 w 1967342"/>
              <a:gd name="connsiteY221" fmla="*/ 366965 h 442564"/>
              <a:gd name="connsiteX222" fmla="*/ 116943 w 1967342"/>
              <a:gd name="connsiteY222" fmla="*/ 369429 h 442564"/>
              <a:gd name="connsiteX223" fmla="*/ 116529 w 1967342"/>
              <a:gd name="connsiteY223" fmla="*/ 372132 h 442564"/>
              <a:gd name="connsiteX224" fmla="*/ 119778 w 1967342"/>
              <a:gd name="connsiteY224" fmla="*/ 374509 h 442564"/>
              <a:gd name="connsiteX225" fmla="*/ 119778 w 1967342"/>
              <a:gd name="connsiteY225" fmla="*/ 374466 h 442564"/>
              <a:gd name="connsiteX226" fmla="*/ 120934 w 1967342"/>
              <a:gd name="connsiteY226" fmla="*/ 368971 h 442564"/>
              <a:gd name="connsiteX227" fmla="*/ 117663 w 1967342"/>
              <a:gd name="connsiteY227" fmla="*/ 364239 h 442564"/>
              <a:gd name="connsiteX228" fmla="*/ 112015 w 1967342"/>
              <a:gd name="connsiteY228" fmla="*/ 362407 h 442564"/>
              <a:gd name="connsiteX229" fmla="*/ 342237 w 1967342"/>
              <a:gd name="connsiteY229" fmla="*/ 352726 h 442564"/>
              <a:gd name="connsiteX230" fmla="*/ 336437 w 1967342"/>
              <a:gd name="connsiteY230" fmla="*/ 354906 h 442564"/>
              <a:gd name="connsiteX231" fmla="*/ 333341 w 1967342"/>
              <a:gd name="connsiteY231" fmla="*/ 361448 h 442564"/>
              <a:gd name="connsiteX232" fmla="*/ 336830 w 1967342"/>
              <a:gd name="connsiteY232" fmla="*/ 369450 h 442564"/>
              <a:gd name="connsiteX233" fmla="*/ 344004 w 1967342"/>
              <a:gd name="connsiteY233" fmla="*/ 374139 h 442564"/>
              <a:gd name="connsiteX234" fmla="*/ 354121 w 1967342"/>
              <a:gd name="connsiteY234" fmla="*/ 366747 h 442564"/>
              <a:gd name="connsiteX235" fmla="*/ 354078 w 1967342"/>
              <a:gd name="connsiteY235" fmla="*/ 366703 h 442564"/>
              <a:gd name="connsiteX236" fmla="*/ 352268 w 1967342"/>
              <a:gd name="connsiteY236" fmla="*/ 360554 h 442564"/>
              <a:gd name="connsiteX237" fmla="*/ 349084 w 1967342"/>
              <a:gd name="connsiteY237" fmla="*/ 363214 h 442564"/>
              <a:gd name="connsiteX238" fmla="*/ 350022 w 1967342"/>
              <a:gd name="connsiteY238" fmla="*/ 366485 h 442564"/>
              <a:gd name="connsiteX239" fmla="*/ 349865 w 1967342"/>
              <a:gd name="connsiteY239" fmla="*/ 367213 h 442564"/>
              <a:gd name="connsiteX240" fmla="*/ 344418 w 1967342"/>
              <a:gd name="connsiteY240" fmla="*/ 370105 h 442564"/>
              <a:gd name="connsiteX241" fmla="*/ 340057 w 1967342"/>
              <a:gd name="connsiteY241" fmla="*/ 366790 h 442564"/>
              <a:gd name="connsiteX242" fmla="*/ 337484 w 1967342"/>
              <a:gd name="connsiteY242" fmla="*/ 361709 h 442564"/>
              <a:gd name="connsiteX243" fmla="*/ 338967 w 1967342"/>
              <a:gd name="connsiteY243" fmla="*/ 357850 h 442564"/>
              <a:gd name="connsiteX244" fmla="*/ 341932 w 1967342"/>
              <a:gd name="connsiteY244" fmla="*/ 356716 h 442564"/>
              <a:gd name="connsiteX245" fmla="*/ 344767 w 1967342"/>
              <a:gd name="connsiteY245" fmla="*/ 357937 h 442564"/>
              <a:gd name="connsiteX246" fmla="*/ 347950 w 1967342"/>
              <a:gd name="connsiteY246" fmla="*/ 355277 h 442564"/>
              <a:gd name="connsiteX247" fmla="*/ 342237 w 1967342"/>
              <a:gd name="connsiteY247" fmla="*/ 352726 h 442564"/>
              <a:gd name="connsiteX248" fmla="*/ 228692 w 1967342"/>
              <a:gd name="connsiteY248" fmla="*/ 352142 h 442564"/>
              <a:gd name="connsiteX249" fmla="*/ 228736 w 1967342"/>
              <a:gd name="connsiteY249" fmla="*/ 352142 h 442564"/>
              <a:gd name="connsiteX250" fmla="*/ 228736 w 1967342"/>
              <a:gd name="connsiteY250" fmla="*/ 357964 h 442564"/>
              <a:gd name="connsiteX251" fmla="*/ 223786 w 1967342"/>
              <a:gd name="connsiteY251" fmla="*/ 357964 h 442564"/>
              <a:gd name="connsiteX252" fmla="*/ 240427 w 1967342"/>
              <a:gd name="connsiteY252" fmla="*/ 350872 h 442564"/>
              <a:gd name="connsiteX253" fmla="*/ 243655 w 1967342"/>
              <a:gd name="connsiteY253" fmla="*/ 356018 h 442564"/>
              <a:gd name="connsiteX254" fmla="*/ 240427 w 1967342"/>
              <a:gd name="connsiteY254" fmla="*/ 361165 h 442564"/>
              <a:gd name="connsiteX255" fmla="*/ 237200 w 1967342"/>
              <a:gd name="connsiteY255" fmla="*/ 356018 h 442564"/>
              <a:gd name="connsiteX256" fmla="*/ 240427 w 1967342"/>
              <a:gd name="connsiteY256" fmla="*/ 350872 h 442564"/>
              <a:gd name="connsiteX257" fmla="*/ 213585 w 1967342"/>
              <a:gd name="connsiteY257" fmla="*/ 350872 h 442564"/>
              <a:gd name="connsiteX258" fmla="*/ 216703 w 1967342"/>
              <a:gd name="connsiteY258" fmla="*/ 353620 h 442564"/>
              <a:gd name="connsiteX259" fmla="*/ 216699 w 1967342"/>
              <a:gd name="connsiteY259" fmla="*/ 354124 h 442564"/>
              <a:gd name="connsiteX260" fmla="*/ 213738 w 1967342"/>
              <a:gd name="connsiteY260" fmla="*/ 356542 h 442564"/>
              <a:gd name="connsiteX261" fmla="*/ 210620 w 1967342"/>
              <a:gd name="connsiteY261" fmla="*/ 353751 h 442564"/>
              <a:gd name="connsiteX262" fmla="*/ 210624 w 1967342"/>
              <a:gd name="connsiteY262" fmla="*/ 353437 h 442564"/>
              <a:gd name="connsiteX263" fmla="*/ 213585 w 1967342"/>
              <a:gd name="connsiteY263" fmla="*/ 350872 h 442564"/>
              <a:gd name="connsiteX264" fmla="*/ 212979 w 1967342"/>
              <a:gd name="connsiteY264" fmla="*/ 349547 h 442564"/>
              <a:gd name="connsiteX265" fmla="*/ 208657 w 1967342"/>
              <a:gd name="connsiteY265" fmla="*/ 353948 h 442564"/>
              <a:gd name="connsiteX266" fmla="*/ 208679 w 1967342"/>
              <a:gd name="connsiteY266" fmla="*/ 354240 h 442564"/>
              <a:gd name="connsiteX267" fmla="*/ 213498 w 1967342"/>
              <a:gd name="connsiteY267" fmla="*/ 358091 h 442564"/>
              <a:gd name="connsiteX268" fmla="*/ 217031 w 1967342"/>
              <a:gd name="connsiteY268" fmla="*/ 356564 h 442564"/>
              <a:gd name="connsiteX269" fmla="*/ 213324 w 1967342"/>
              <a:gd name="connsiteY269" fmla="*/ 361362 h 442564"/>
              <a:gd name="connsiteX270" fmla="*/ 212870 w 1967342"/>
              <a:gd name="connsiteY270" fmla="*/ 361401 h 442564"/>
              <a:gd name="connsiteX271" fmla="*/ 210729 w 1967342"/>
              <a:gd name="connsiteY271" fmla="*/ 359181 h 442564"/>
              <a:gd name="connsiteX272" fmla="*/ 208788 w 1967342"/>
              <a:gd name="connsiteY272" fmla="*/ 359181 h 442564"/>
              <a:gd name="connsiteX273" fmla="*/ 213367 w 1967342"/>
              <a:gd name="connsiteY273" fmla="*/ 362626 h 442564"/>
              <a:gd name="connsiteX274" fmla="*/ 213367 w 1967342"/>
              <a:gd name="connsiteY274" fmla="*/ 362692 h 442564"/>
              <a:gd name="connsiteX275" fmla="*/ 219015 w 1967342"/>
              <a:gd name="connsiteY275" fmla="*/ 355539 h 442564"/>
              <a:gd name="connsiteX276" fmla="*/ 213607 w 1967342"/>
              <a:gd name="connsiteY276" fmla="*/ 349587 h 442564"/>
              <a:gd name="connsiteX277" fmla="*/ 212979 w 1967342"/>
              <a:gd name="connsiteY277" fmla="*/ 349547 h 442564"/>
              <a:gd name="connsiteX278" fmla="*/ 240428 w 1967342"/>
              <a:gd name="connsiteY278" fmla="*/ 349521 h 442564"/>
              <a:gd name="connsiteX279" fmla="*/ 235151 w 1967342"/>
              <a:gd name="connsiteY279" fmla="*/ 356063 h 442564"/>
              <a:gd name="connsiteX280" fmla="*/ 240428 w 1967342"/>
              <a:gd name="connsiteY280" fmla="*/ 362604 h 442564"/>
              <a:gd name="connsiteX281" fmla="*/ 240428 w 1967342"/>
              <a:gd name="connsiteY281" fmla="*/ 362692 h 442564"/>
              <a:gd name="connsiteX282" fmla="*/ 245705 w 1967342"/>
              <a:gd name="connsiteY282" fmla="*/ 356063 h 442564"/>
              <a:gd name="connsiteX283" fmla="*/ 240428 w 1967342"/>
              <a:gd name="connsiteY283" fmla="*/ 349521 h 442564"/>
              <a:gd name="connsiteX284" fmla="*/ 228675 w 1967342"/>
              <a:gd name="connsiteY284" fmla="*/ 349434 h 442564"/>
              <a:gd name="connsiteX285" fmla="*/ 221632 w 1967342"/>
              <a:gd name="connsiteY285" fmla="*/ 357567 h 442564"/>
              <a:gd name="connsiteX286" fmla="*/ 221632 w 1967342"/>
              <a:gd name="connsiteY286" fmla="*/ 359137 h 442564"/>
              <a:gd name="connsiteX287" fmla="*/ 228348 w 1967342"/>
              <a:gd name="connsiteY287" fmla="*/ 359137 h 442564"/>
              <a:gd name="connsiteX288" fmla="*/ 228348 w 1967342"/>
              <a:gd name="connsiteY288" fmla="*/ 362277 h 442564"/>
              <a:gd name="connsiteX289" fmla="*/ 230288 w 1967342"/>
              <a:gd name="connsiteY289" fmla="*/ 362277 h 442564"/>
              <a:gd name="connsiteX290" fmla="*/ 230288 w 1967342"/>
              <a:gd name="connsiteY290" fmla="*/ 359137 h 442564"/>
              <a:gd name="connsiteX291" fmla="*/ 232469 w 1967342"/>
              <a:gd name="connsiteY291" fmla="*/ 359137 h 442564"/>
              <a:gd name="connsiteX292" fmla="*/ 232469 w 1967342"/>
              <a:gd name="connsiteY292" fmla="*/ 357764 h 442564"/>
              <a:gd name="connsiteX293" fmla="*/ 230288 w 1967342"/>
              <a:gd name="connsiteY293" fmla="*/ 357764 h 442564"/>
              <a:gd name="connsiteX294" fmla="*/ 230288 w 1967342"/>
              <a:gd name="connsiteY294" fmla="*/ 349434 h 442564"/>
              <a:gd name="connsiteX295" fmla="*/ 200742 w 1967342"/>
              <a:gd name="connsiteY295" fmla="*/ 349347 h 442564"/>
              <a:gd name="connsiteX296" fmla="*/ 196599 w 1967342"/>
              <a:gd name="connsiteY296" fmla="*/ 351789 h 442564"/>
              <a:gd name="connsiteX297" fmla="*/ 196599 w 1967342"/>
              <a:gd name="connsiteY297" fmla="*/ 353163 h 442564"/>
              <a:gd name="connsiteX298" fmla="*/ 200197 w 1967342"/>
              <a:gd name="connsiteY298" fmla="*/ 353163 h 442564"/>
              <a:gd name="connsiteX299" fmla="*/ 200197 w 1967342"/>
              <a:gd name="connsiteY299" fmla="*/ 362277 h 442564"/>
              <a:gd name="connsiteX300" fmla="*/ 202246 w 1967342"/>
              <a:gd name="connsiteY300" fmla="*/ 362277 h 442564"/>
              <a:gd name="connsiteX301" fmla="*/ 202246 w 1967342"/>
              <a:gd name="connsiteY301" fmla="*/ 349347 h 442564"/>
              <a:gd name="connsiteX302" fmla="*/ 94658 w 1967342"/>
              <a:gd name="connsiteY302" fmla="*/ 345617 h 442564"/>
              <a:gd name="connsiteX303" fmla="*/ 79961 w 1967342"/>
              <a:gd name="connsiteY303" fmla="*/ 361361 h 442564"/>
              <a:gd name="connsiteX304" fmla="*/ 81379 w 1967342"/>
              <a:gd name="connsiteY304" fmla="*/ 362691 h 442564"/>
              <a:gd name="connsiteX305" fmla="*/ 82796 w 1967342"/>
              <a:gd name="connsiteY305" fmla="*/ 364086 h 442564"/>
              <a:gd name="connsiteX306" fmla="*/ 93372 w 1967342"/>
              <a:gd name="connsiteY306" fmla="*/ 352726 h 442564"/>
              <a:gd name="connsiteX307" fmla="*/ 88771 w 1967342"/>
              <a:gd name="connsiteY307" fmla="*/ 369669 h 442564"/>
              <a:gd name="connsiteX308" fmla="*/ 90275 w 1967342"/>
              <a:gd name="connsiteY308" fmla="*/ 371064 h 442564"/>
              <a:gd name="connsiteX309" fmla="*/ 91780 w 1967342"/>
              <a:gd name="connsiteY309" fmla="*/ 372394 h 442564"/>
              <a:gd name="connsiteX310" fmla="*/ 106455 w 1967342"/>
              <a:gd name="connsiteY310" fmla="*/ 356629 h 442564"/>
              <a:gd name="connsiteX311" fmla="*/ 105038 w 1967342"/>
              <a:gd name="connsiteY311" fmla="*/ 355320 h 442564"/>
              <a:gd name="connsiteX312" fmla="*/ 103642 w 1967342"/>
              <a:gd name="connsiteY312" fmla="*/ 354012 h 442564"/>
              <a:gd name="connsiteX313" fmla="*/ 93328 w 1967342"/>
              <a:gd name="connsiteY313" fmla="*/ 365068 h 442564"/>
              <a:gd name="connsiteX314" fmla="*/ 97820 w 1967342"/>
              <a:gd name="connsiteY314" fmla="*/ 348583 h 442564"/>
              <a:gd name="connsiteX315" fmla="*/ 96228 w 1967342"/>
              <a:gd name="connsiteY315" fmla="*/ 347100 h 442564"/>
              <a:gd name="connsiteX316" fmla="*/ 546055 w 1967342"/>
              <a:gd name="connsiteY316" fmla="*/ 345486 h 442564"/>
              <a:gd name="connsiteX317" fmla="*/ 546131 w 1967342"/>
              <a:gd name="connsiteY317" fmla="*/ 358030 h 442564"/>
              <a:gd name="connsiteX318" fmla="*/ 558675 w 1967342"/>
              <a:gd name="connsiteY318" fmla="*/ 358030 h 442564"/>
              <a:gd name="connsiteX319" fmla="*/ 564832 w 1967342"/>
              <a:gd name="connsiteY319" fmla="*/ 356358 h 442564"/>
              <a:gd name="connsiteX320" fmla="*/ 566809 w 1967342"/>
              <a:gd name="connsiteY320" fmla="*/ 351264 h 442564"/>
              <a:gd name="connsiteX321" fmla="*/ 564681 w 1967342"/>
              <a:gd name="connsiteY321" fmla="*/ 346931 h 442564"/>
              <a:gd name="connsiteX322" fmla="*/ 558218 w 1967342"/>
              <a:gd name="connsiteY322" fmla="*/ 345486 h 442564"/>
              <a:gd name="connsiteX323" fmla="*/ 1826552 w 1967342"/>
              <a:gd name="connsiteY323" fmla="*/ 343894 h 442564"/>
              <a:gd name="connsiteX324" fmla="*/ 1816934 w 1967342"/>
              <a:gd name="connsiteY324" fmla="*/ 346207 h 442564"/>
              <a:gd name="connsiteX325" fmla="*/ 1814081 w 1967342"/>
              <a:gd name="connsiteY325" fmla="*/ 349059 h 442564"/>
              <a:gd name="connsiteX326" fmla="*/ 1810280 w 1967342"/>
              <a:gd name="connsiteY326" fmla="*/ 364263 h 442564"/>
              <a:gd name="connsiteX327" fmla="*/ 1814005 w 1967342"/>
              <a:gd name="connsiteY327" fmla="*/ 378708 h 442564"/>
              <a:gd name="connsiteX328" fmla="*/ 1832300 w 1967342"/>
              <a:gd name="connsiteY328" fmla="*/ 381394 h 442564"/>
              <a:gd name="connsiteX329" fmla="*/ 1834986 w 1967342"/>
              <a:gd name="connsiteY329" fmla="*/ 378708 h 442564"/>
              <a:gd name="connsiteX330" fmla="*/ 1834987 w 1967342"/>
              <a:gd name="connsiteY330" fmla="*/ 378708 h 442564"/>
              <a:gd name="connsiteX331" fmla="*/ 1838787 w 1967342"/>
              <a:gd name="connsiteY331" fmla="*/ 364263 h 442564"/>
              <a:gd name="connsiteX332" fmla="*/ 1834987 w 1967342"/>
              <a:gd name="connsiteY332" fmla="*/ 349059 h 442564"/>
              <a:gd name="connsiteX333" fmla="*/ 1826552 w 1967342"/>
              <a:gd name="connsiteY333" fmla="*/ 343894 h 442564"/>
              <a:gd name="connsiteX334" fmla="*/ 1719296 w 1967342"/>
              <a:gd name="connsiteY334" fmla="*/ 343890 h 442564"/>
              <a:gd name="connsiteX335" fmla="*/ 1709629 w 1967342"/>
              <a:gd name="connsiteY335" fmla="*/ 346245 h 442564"/>
              <a:gd name="connsiteX336" fmla="*/ 1706815 w 1967342"/>
              <a:gd name="connsiteY336" fmla="*/ 349060 h 442564"/>
              <a:gd name="connsiteX337" fmla="*/ 1703090 w 1967342"/>
              <a:gd name="connsiteY337" fmla="*/ 364264 h 442564"/>
              <a:gd name="connsiteX338" fmla="*/ 1706815 w 1967342"/>
              <a:gd name="connsiteY338" fmla="*/ 378708 h 442564"/>
              <a:gd name="connsiteX339" fmla="*/ 1725110 w 1967342"/>
              <a:gd name="connsiteY339" fmla="*/ 381394 h 442564"/>
              <a:gd name="connsiteX340" fmla="*/ 1727797 w 1967342"/>
              <a:gd name="connsiteY340" fmla="*/ 378708 h 442564"/>
              <a:gd name="connsiteX341" fmla="*/ 1731522 w 1967342"/>
              <a:gd name="connsiteY341" fmla="*/ 364264 h 442564"/>
              <a:gd name="connsiteX342" fmla="*/ 1727797 w 1967342"/>
              <a:gd name="connsiteY342" fmla="*/ 349060 h 442564"/>
              <a:gd name="connsiteX343" fmla="*/ 1719296 w 1967342"/>
              <a:gd name="connsiteY343" fmla="*/ 343890 h 442564"/>
              <a:gd name="connsiteX344" fmla="*/ 1322848 w 1967342"/>
              <a:gd name="connsiteY344" fmla="*/ 343890 h 442564"/>
              <a:gd name="connsiteX345" fmla="*/ 1313181 w 1967342"/>
              <a:gd name="connsiteY345" fmla="*/ 346245 h 442564"/>
              <a:gd name="connsiteX346" fmla="*/ 1310367 w 1967342"/>
              <a:gd name="connsiteY346" fmla="*/ 349060 h 442564"/>
              <a:gd name="connsiteX347" fmla="*/ 1306642 w 1967342"/>
              <a:gd name="connsiteY347" fmla="*/ 364264 h 442564"/>
              <a:gd name="connsiteX348" fmla="*/ 1310367 w 1967342"/>
              <a:gd name="connsiteY348" fmla="*/ 378708 h 442564"/>
              <a:gd name="connsiteX349" fmla="*/ 1328662 w 1967342"/>
              <a:gd name="connsiteY349" fmla="*/ 381394 h 442564"/>
              <a:gd name="connsiteX350" fmla="*/ 1331349 w 1967342"/>
              <a:gd name="connsiteY350" fmla="*/ 378708 h 442564"/>
              <a:gd name="connsiteX351" fmla="*/ 1335074 w 1967342"/>
              <a:gd name="connsiteY351" fmla="*/ 364264 h 442564"/>
              <a:gd name="connsiteX352" fmla="*/ 1331349 w 1967342"/>
              <a:gd name="connsiteY352" fmla="*/ 349060 h 442564"/>
              <a:gd name="connsiteX353" fmla="*/ 1322848 w 1967342"/>
              <a:gd name="connsiteY353" fmla="*/ 343890 h 442564"/>
              <a:gd name="connsiteX354" fmla="*/ 87702 w 1967342"/>
              <a:gd name="connsiteY354" fmla="*/ 338029 h 442564"/>
              <a:gd name="connsiteX355" fmla="*/ 71697 w 1967342"/>
              <a:gd name="connsiteY355" fmla="*/ 352442 h 442564"/>
              <a:gd name="connsiteX356" fmla="*/ 73093 w 1967342"/>
              <a:gd name="connsiteY356" fmla="*/ 353969 h 442564"/>
              <a:gd name="connsiteX357" fmla="*/ 74466 w 1967342"/>
              <a:gd name="connsiteY357" fmla="*/ 355517 h 442564"/>
              <a:gd name="connsiteX358" fmla="*/ 90472 w 1967342"/>
              <a:gd name="connsiteY358" fmla="*/ 341103 h 442564"/>
              <a:gd name="connsiteX359" fmla="*/ 89098 w 1967342"/>
              <a:gd name="connsiteY359" fmla="*/ 339555 h 442564"/>
              <a:gd name="connsiteX360" fmla="*/ 1916924 w 1967342"/>
              <a:gd name="connsiteY360" fmla="*/ 335788 h 442564"/>
              <a:gd name="connsiteX361" fmla="*/ 1923386 w 1967342"/>
              <a:gd name="connsiteY361" fmla="*/ 335788 h 442564"/>
              <a:gd name="connsiteX362" fmla="*/ 1929924 w 1967342"/>
              <a:gd name="connsiteY362" fmla="*/ 335788 h 442564"/>
              <a:gd name="connsiteX363" fmla="*/ 1940832 w 1967342"/>
              <a:gd name="connsiteY363" fmla="*/ 360406 h 442564"/>
              <a:gd name="connsiteX364" fmla="*/ 1940795 w 1967342"/>
              <a:gd name="connsiteY364" fmla="*/ 360495 h 442564"/>
              <a:gd name="connsiteX365" fmla="*/ 1940871 w 1967342"/>
              <a:gd name="connsiteY365" fmla="*/ 360495 h 442564"/>
              <a:gd name="connsiteX366" fmla="*/ 1940832 w 1967342"/>
              <a:gd name="connsiteY366" fmla="*/ 360406 h 442564"/>
              <a:gd name="connsiteX367" fmla="*/ 1951058 w 1967342"/>
              <a:gd name="connsiteY367" fmla="*/ 335788 h 442564"/>
              <a:gd name="connsiteX368" fmla="*/ 1957292 w 1967342"/>
              <a:gd name="connsiteY368" fmla="*/ 335788 h 442564"/>
              <a:gd name="connsiteX369" fmla="*/ 1963449 w 1967342"/>
              <a:gd name="connsiteY369" fmla="*/ 335788 h 442564"/>
              <a:gd name="connsiteX370" fmla="*/ 1946116 w 1967342"/>
              <a:gd name="connsiteY370" fmla="*/ 371137 h 442564"/>
              <a:gd name="connsiteX371" fmla="*/ 1946116 w 1967342"/>
              <a:gd name="connsiteY371" fmla="*/ 392804 h 442564"/>
              <a:gd name="connsiteX372" fmla="*/ 1940719 w 1967342"/>
              <a:gd name="connsiteY372" fmla="*/ 392804 h 442564"/>
              <a:gd name="connsiteX373" fmla="*/ 1935169 w 1967342"/>
              <a:gd name="connsiteY373" fmla="*/ 392804 h 442564"/>
              <a:gd name="connsiteX374" fmla="*/ 1935169 w 1967342"/>
              <a:gd name="connsiteY374" fmla="*/ 371366 h 442564"/>
              <a:gd name="connsiteX375" fmla="*/ 1754468 w 1967342"/>
              <a:gd name="connsiteY375" fmla="*/ 335788 h 442564"/>
              <a:gd name="connsiteX376" fmla="*/ 1759942 w 1967342"/>
              <a:gd name="connsiteY376" fmla="*/ 335788 h 442564"/>
              <a:gd name="connsiteX377" fmla="*/ 1765415 w 1967342"/>
              <a:gd name="connsiteY377" fmla="*/ 335788 h 442564"/>
              <a:gd name="connsiteX378" fmla="*/ 1765415 w 1967342"/>
              <a:gd name="connsiteY378" fmla="*/ 382617 h 442564"/>
              <a:gd name="connsiteX379" fmla="*/ 1791415 w 1967342"/>
              <a:gd name="connsiteY379" fmla="*/ 382617 h 442564"/>
              <a:gd name="connsiteX380" fmla="*/ 1791415 w 1967342"/>
              <a:gd name="connsiteY380" fmla="*/ 387710 h 442564"/>
              <a:gd name="connsiteX381" fmla="*/ 1791415 w 1967342"/>
              <a:gd name="connsiteY381" fmla="*/ 392727 h 442564"/>
              <a:gd name="connsiteX382" fmla="*/ 1754468 w 1967342"/>
              <a:gd name="connsiteY382" fmla="*/ 392727 h 442564"/>
              <a:gd name="connsiteX383" fmla="*/ 1638612 w 1967342"/>
              <a:gd name="connsiteY383" fmla="*/ 335788 h 442564"/>
              <a:gd name="connsiteX384" fmla="*/ 1644314 w 1967342"/>
              <a:gd name="connsiteY384" fmla="*/ 335788 h 442564"/>
              <a:gd name="connsiteX385" fmla="*/ 1650016 w 1967342"/>
              <a:gd name="connsiteY385" fmla="*/ 335788 h 442564"/>
              <a:gd name="connsiteX386" fmla="*/ 1671073 w 1967342"/>
              <a:gd name="connsiteY386" fmla="*/ 375775 h 442564"/>
              <a:gd name="connsiteX387" fmla="*/ 1671073 w 1967342"/>
              <a:gd name="connsiteY387" fmla="*/ 335788 h 442564"/>
              <a:gd name="connsiteX388" fmla="*/ 1676167 w 1967342"/>
              <a:gd name="connsiteY388" fmla="*/ 335788 h 442564"/>
              <a:gd name="connsiteX389" fmla="*/ 1681335 w 1967342"/>
              <a:gd name="connsiteY389" fmla="*/ 335788 h 442564"/>
              <a:gd name="connsiteX390" fmla="*/ 1681335 w 1967342"/>
              <a:gd name="connsiteY390" fmla="*/ 392727 h 442564"/>
              <a:gd name="connsiteX391" fmla="*/ 1675862 w 1967342"/>
              <a:gd name="connsiteY391" fmla="*/ 392727 h 442564"/>
              <a:gd name="connsiteX392" fmla="*/ 1670388 w 1967342"/>
              <a:gd name="connsiteY392" fmla="*/ 392727 h 442564"/>
              <a:gd name="connsiteX393" fmla="*/ 1648799 w 1967342"/>
              <a:gd name="connsiteY393" fmla="*/ 351676 h 442564"/>
              <a:gd name="connsiteX394" fmla="*/ 1648799 w 1967342"/>
              <a:gd name="connsiteY394" fmla="*/ 392727 h 442564"/>
              <a:gd name="connsiteX395" fmla="*/ 1643706 w 1967342"/>
              <a:gd name="connsiteY395" fmla="*/ 392727 h 442564"/>
              <a:gd name="connsiteX396" fmla="*/ 1638612 w 1967342"/>
              <a:gd name="connsiteY396" fmla="*/ 392727 h 442564"/>
              <a:gd name="connsiteX397" fmla="*/ 1583116 w 1967342"/>
              <a:gd name="connsiteY397" fmla="*/ 335788 h 442564"/>
              <a:gd name="connsiteX398" fmla="*/ 1588514 w 1967342"/>
              <a:gd name="connsiteY398" fmla="*/ 335788 h 442564"/>
              <a:gd name="connsiteX399" fmla="*/ 1593987 w 1967342"/>
              <a:gd name="connsiteY399" fmla="*/ 335788 h 442564"/>
              <a:gd name="connsiteX400" fmla="*/ 1593987 w 1967342"/>
              <a:gd name="connsiteY400" fmla="*/ 357150 h 442564"/>
              <a:gd name="connsiteX401" fmla="*/ 1614512 w 1967342"/>
              <a:gd name="connsiteY401" fmla="*/ 357150 h 442564"/>
              <a:gd name="connsiteX402" fmla="*/ 1614512 w 1967342"/>
              <a:gd name="connsiteY402" fmla="*/ 335788 h 442564"/>
              <a:gd name="connsiteX403" fmla="*/ 1619986 w 1967342"/>
              <a:gd name="connsiteY403" fmla="*/ 335788 h 442564"/>
              <a:gd name="connsiteX404" fmla="*/ 1625459 w 1967342"/>
              <a:gd name="connsiteY404" fmla="*/ 335788 h 442564"/>
              <a:gd name="connsiteX405" fmla="*/ 1625459 w 1967342"/>
              <a:gd name="connsiteY405" fmla="*/ 392727 h 442564"/>
              <a:gd name="connsiteX406" fmla="*/ 1619986 w 1967342"/>
              <a:gd name="connsiteY406" fmla="*/ 392727 h 442564"/>
              <a:gd name="connsiteX407" fmla="*/ 1614512 w 1967342"/>
              <a:gd name="connsiteY407" fmla="*/ 392727 h 442564"/>
              <a:gd name="connsiteX408" fmla="*/ 1614512 w 1967342"/>
              <a:gd name="connsiteY408" fmla="*/ 366957 h 442564"/>
              <a:gd name="connsiteX409" fmla="*/ 1593987 w 1967342"/>
              <a:gd name="connsiteY409" fmla="*/ 366957 h 442564"/>
              <a:gd name="connsiteX410" fmla="*/ 1593987 w 1967342"/>
              <a:gd name="connsiteY410" fmla="*/ 392727 h 442564"/>
              <a:gd name="connsiteX411" fmla="*/ 1588590 w 1967342"/>
              <a:gd name="connsiteY411" fmla="*/ 392727 h 442564"/>
              <a:gd name="connsiteX412" fmla="*/ 1583116 w 1967342"/>
              <a:gd name="connsiteY412" fmla="*/ 392727 h 442564"/>
              <a:gd name="connsiteX413" fmla="*/ 1476232 w 1967342"/>
              <a:gd name="connsiteY413" fmla="*/ 335788 h 442564"/>
              <a:gd name="connsiteX414" fmla="*/ 1514775 w 1967342"/>
              <a:gd name="connsiteY414" fmla="*/ 335788 h 442564"/>
              <a:gd name="connsiteX415" fmla="*/ 1514775 w 1967342"/>
              <a:gd name="connsiteY415" fmla="*/ 340805 h 442564"/>
              <a:gd name="connsiteX416" fmla="*/ 1514775 w 1967342"/>
              <a:gd name="connsiteY416" fmla="*/ 345899 h 442564"/>
              <a:gd name="connsiteX417" fmla="*/ 1487179 w 1967342"/>
              <a:gd name="connsiteY417" fmla="*/ 345899 h 442564"/>
              <a:gd name="connsiteX418" fmla="*/ 1487179 w 1967342"/>
              <a:gd name="connsiteY418" fmla="*/ 357986 h 442564"/>
              <a:gd name="connsiteX419" fmla="*/ 1512798 w 1967342"/>
              <a:gd name="connsiteY419" fmla="*/ 357986 h 442564"/>
              <a:gd name="connsiteX420" fmla="*/ 1512798 w 1967342"/>
              <a:gd name="connsiteY420" fmla="*/ 362851 h 442564"/>
              <a:gd name="connsiteX421" fmla="*/ 1512798 w 1967342"/>
              <a:gd name="connsiteY421" fmla="*/ 367792 h 442564"/>
              <a:gd name="connsiteX422" fmla="*/ 1487179 w 1967342"/>
              <a:gd name="connsiteY422" fmla="*/ 367792 h 442564"/>
              <a:gd name="connsiteX423" fmla="*/ 1487179 w 1967342"/>
              <a:gd name="connsiteY423" fmla="*/ 382617 h 442564"/>
              <a:gd name="connsiteX424" fmla="*/ 1515991 w 1967342"/>
              <a:gd name="connsiteY424" fmla="*/ 382617 h 442564"/>
              <a:gd name="connsiteX425" fmla="*/ 1515991 w 1967342"/>
              <a:gd name="connsiteY425" fmla="*/ 387710 h 442564"/>
              <a:gd name="connsiteX426" fmla="*/ 1515991 w 1967342"/>
              <a:gd name="connsiteY426" fmla="*/ 392727 h 442564"/>
              <a:gd name="connsiteX427" fmla="*/ 1476232 w 1967342"/>
              <a:gd name="connsiteY427" fmla="*/ 392727 h 442564"/>
              <a:gd name="connsiteX428" fmla="*/ 1424157 w 1967342"/>
              <a:gd name="connsiteY428" fmla="*/ 335788 h 442564"/>
              <a:gd name="connsiteX429" fmla="*/ 1466805 w 1967342"/>
              <a:gd name="connsiteY429" fmla="*/ 335788 h 442564"/>
              <a:gd name="connsiteX430" fmla="*/ 1466805 w 1967342"/>
              <a:gd name="connsiteY430" fmla="*/ 340805 h 442564"/>
              <a:gd name="connsiteX431" fmla="*/ 1466805 w 1967342"/>
              <a:gd name="connsiteY431" fmla="*/ 345899 h 442564"/>
              <a:gd name="connsiteX432" fmla="*/ 1450917 w 1967342"/>
              <a:gd name="connsiteY432" fmla="*/ 345899 h 442564"/>
              <a:gd name="connsiteX433" fmla="*/ 1450917 w 1967342"/>
              <a:gd name="connsiteY433" fmla="*/ 392727 h 442564"/>
              <a:gd name="connsiteX434" fmla="*/ 1445519 w 1967342"/>
              <a:gd name="connsiteY434" fmla="*/ 392727 h 442564"/>
              <a:gd name="connsiteX435" fmla="*/ 1440046 w 1967342"/>
              <a:gd name="connsiteY435" fmla="*/ 392727 h 442564"/>
              <a:gd name="connsiteX436" fmla="*/ 1440046 w 1967342"/>
              <a:gd name="connsiteY436" fmla="*/ 345899 h 442564"/>
              <a:gd name="connsiteX437" fmla="*/ 1424157 w 1967342"/>
              <a:gd name="connsiteY437" fmla="*/ 345899 h 442564"/>
              <a:gd name="connsiteX438" fmla="*/ 1424157 w 1967342"/>
              <a:gd name="connsiteY438" fmla="*/ 340882 h 442564"/>
              <a:gd name="connsiteX439" fmla="*/ 1358019 w 1967342"/>
              <a:gd name="connsiteY439" fmla="*/ 335788 h 442564"/>
              <a:gd name="connsiteX440" fmla="*/ 1395269 w 1967342"/>
              <a:gd name="connsiteY440" fmla="*/ 335788 h 442564"/>
              <a:gd name="connsiteX441" fmla="*/ 1395269 w 1967342"/>
              <a:gd name="connsiteY441" fmla="*/ 340805 h 442564"/>
              <a:gd name="connsiteX442" fmla="*/ 1395269 w 1967342"/>
              <a:gd name="connsiteY442" fmla="*/ 345899 h 442564"/>
              <a:gd name="connsiteX443" fmla="*/ 1368966 w 1967342"/>
              <a:gd name="connsiteY443" fmla="*/ 345899 h 442564"/>
              <a:gd name="connsiteX444" fmla="*/ 1368966 w 1967342"/>
              <a:gd name="connsiteY444" fmla="*/ 358822 h 442564"/>
              <a:gd name="connsiteX445" fmla="*/ 1391925 w 1967342"/>
              <a:gd name="connsiteY445" fmla="*/ 358822 h 442564"/>
              <a:gd name="connsiteX446" fmla="*/ 1391925 w 1967342"/>
              <a:gd name="connsiteY446" fmla="*/ 363764 h 442564"/>
              <a:gd name="connsiteX447" fmla="*/ 1391925 w 1967342"/>
              <a:gd name="connsiteY447" fmla="*/ 368629 h 442564"/>
              <a:gd name="connsiteX448" fmla="*/ 1368966 w 1967342"/>
              <a:gd name="connsiteY448" fmla="*/ 368629 h 442564"/>
              <a:gd name="connsiteX449" fmla="*/ 1368966 w 1967342"/>
              <a:gd name="connsiteY449" fmla="*/ 392727 h 442564"/>
              <a:gd name="connsiteX450" fmla="*/ 1363493 w 1967342"/>
              <a:gd name="connsiteY450" fmla="*/ 392727 h 442564"/>
              <a:gd name="connsiteX451" fmla="*/ 1358019 w 1967342"/>
              <a:gd name="connsiteY451" fmla="*/ 392727 h 442564"/>
              <a:gd name="connsiteX452" fmla="*/ 1223463 w 1967342"/>
              <a:gd name="connsiteY452" fmla="*/ 335788 h 442564"/>
              <a:gd name="connsiteX453" fmla="*/ 1262082 w 1967342"/>
              <a:gd name="connsiteY453" fmla="*/ 335788 h 442564"/>
              <a:gd name="connsiteX454" fmla="*/ 1262082 w 1967342"/>
              <a:gd name="connsiteY454" fmla="*/ 340805 h 442564"/>
              <a:gd name="connsiteX455" fmla="*/ 1262082 w 1967342"/>
              <a:gd name="connsiteY455" fmla="*/ 345899 h 442564"/>
              <a:gd name="connsiteX456" fmla="*/ 1234410 w 1967342"/>
              <a:gd name="connsiteY456" fmla="*/ 345899 h 442564"/>
              <a:gd name="connsiteX457" fmla="*/ 1234410 w 1967342"/>
              <a:gd name="connsiteY457" fmla="*/ 357986 h 442564"/>
              <a:gd name="connsiteX458" fmla="*/ 1260029 w 1967342"/>
              <a:gd name="connsiteY458" fmla="*/ 357986 h 442564"/>
              <a:gd name="connsiteX459" fmla="*/ 1260029 w 1967342"/>
              <a:gd name="connsiteY459" fmla="*/ 362851 h 442564"/>
              <a:gd name="connsiteX460" fmla="*/ 1260029 w 1967342"/>
              <a:gd name="connsiteY460" fmla="*/ 367792 h 442564"/>
              <a:gd name="connsiteX461" fmla="*/ 1234410 w 1967342"/>
              <a:gd name="connsiteY461" fmla="*/ 367792 h 442564"/>
              <a:gd name="connsiteX462" fmla="*/ 1234410 w 1967342"/>
              <a:gd name="connsiteY462" fmla="*/ 382617 h 442564"/>
              <a:gd name="connsiteX463" fmla="*/ 1263298 w 1967342"/>
              <a:gd name="connsiteY463" fmla="*/ 382617 h 442564"/>
              <a:gd name="connsiteX464" fmla="*/ 1263298 w 1967342"/>
              <a:gd name="connsiteY464" fmla="*/ 387710 h 442564"/>
              <a:gd name="connsiteX465" fmla="*/ 1263298 w 1967342"/>
              <a:gd name="connsiteY465" fmla="*/ 392727 h 442564"/>
              <a:gd name="connsiteX466" fmla="*/ 1223463 w 1967342"/>
              <a:gd name="connsiteY466" fmla="*/ 392727 h 442564"/>
              <a:gd name="connsiteX467" fmla="*/ 1171464 w 1967342"/>
              <a:gd name="connsiteY467" fmla="*/ 335788 h 442564"/>
              <a:gd name="connsiteX468" fmla="*/ 1214036 w 1967342"/>
              <a:gd name="connsiteY468" fmla="*/ 335788 h 442564"/>
              <a:gd name="connsiteX469" fmla="*/ 1214036 w 1967342"/>
              <a:gd name="connsiteY469" fmla="*/ 340805 h 442564"/>
              <a:gd name="connsiteX470" fmla="*/ 1214036 w 1967342"/>
              <a:gd name="connsiteY470" fmla="*/ 345899 h 442564"/>
              <a:gd name="connsiteX471" fmla="*/ 1198224 w 1967342"/>
              <a:gd name="connsiteY471" fmla="*/ 345899 h 442564"/>
              <a:gd name="connsiteX472" fmla="*/ 1198224 w 1967342"/>
              <a:gd name="connsiteY472" fmla="*/ 392727 h 442564"/>
              <a:gd name="connsiteX473" fmla="*/ 1192750 w 1967342"/>
              <a:gd name="connsiteY473" fmla="*/ 392727 h 442564"/>
              <a:gd name="connsiteX474" fmla="*/ 1187277 w 1967342"/>
              <a:gd name="connsiteY474" fmla="*/ 392727 h 442564"/>
              <a:gd name="connsiteX475" fmla="*/ 1187277 w 1967342"/>
              <a:gd name="connsiteY475" fmla="*/ 345899 h 442564"/>
              <a:gd name="connsiteX476" fmla="*/ 1171464 w 1967342"/>
              <a:gd name="connsiteY476" fmla="*/ 345899 h 442564"/>
              <a:gd name="connsiteX477" fmla="*/ 1171464 w 1967342"/>
              <a:gd name="connsiteY477" fmla="*/ 340882 h 442564"/>
              <a:gd name="connsiteX478" fmla="*/ 1068304 w 1967342"/>
              <a:gd name="connsiteY478" fmla="*/ 335788 h 442564"/>
              <a:gd name="connsiteX479" fmla="*/ 1110876 w 1967342"/>
              <a:gd name="connsiteY479" fmla="*/ 335788 h 442564"/>
              <a:gd name="connsiteX480" fmla="*/ 1110876 w 1967342"/>
              <a:gd name="connsiteY480" fmla="*/ 340805 h 442564"/>
              <a:gd name="connsiteX481" fmla="*/ 1110876 w 1967342"/>
              <a:gd name="connsiteY481" fmla="*/ 345899 h 442564"/>
              <a:gd name="connsiteX482" fmla="*/ 1095064 w 1967342"/>
              <a:gd name="connsiteY482" fmla="*/ 345899 h 442564"/>
              <a:gd name="connsiteX483" fmla="*/ 1095064 w 1967342"/>
              <a:gd name="connsiteY483" fmla="*/ 392727 h 442564"/>
              <a:gd name="connsiteX484" fmla="*/ 1089590 w 1967342"/>
              <a:gd name="connsiteY484" fmla="*/ 392727 h 442564"/>
              <a:gd name="connsiteX485" fmla="*/ 1084117 w 1967342"/>
              <a:gd name="connsiteY485" fmla="*/ 392727 h 442564"/>
              <a:gd name="connsiteX486" fmla="*/ 1084117 w 1967342"/>
              <a:gd name="connsiteY486" fmla="*/ 345899 h 442564"/>
              <a:gd name="connsiteX487" fmla="*/ 1068304 w 1967342"/>
              <a:gd name="connsiteY487" fmla="*/ 345899 h 442564"/>
              <a:gd name="connsiteX488" fmla="*/ 1068304 w 1967342"/>
              <a:gd name="connsiteY488" fmla="*/ 340882 h 442564"/>
              <a:gd name="connsiteX489" fmla="*/ 1048691 w 1967342"/>
              <a:gd name="connsiteY489" fmla="*/ 335788 h 442564"/>
              <a:gd name="connsiteX490" fmla="*/ 1054165 w 1967342"/>
              <a:gd name="connsiteY490" fmla="*/ 335788 h 442564"/>
              <a:gd name="connsiteX491" fmla="*/ 1059638 w 1967342"/>
              <a:gd name="connsiteY491" fmla="*/ 335788 h 442564"/>
              <a:gd name="connsiteX492" fmla="*/ 1059638 w 1967342"/>
              <a:gd name="connsiteY492" fmla="*/ 392727 h 442564"/>
              <a:gd name="connsiteX493" fmla="*/ 1054241 w 1967342"/>
              <a:gd name="connsiteY493" fmla="*/ 392727 h 442564"/>
              <a:gd name="connsiteX494" fmla="*/ 1048691 w 1967342"/>
              <a:gd name="connsiteY494" fmla="*/ 392727 h 442564"/>
              <a:gd name="connsiteX495" fmla="*/ 997605 w 1967342"/>
              <a:gd name="connsiteY495" fmla="*/ 335788 h 442564"/>
              <a:gd name="connsiteX496" fmla="*/ 1040177 w 1967342"/>
              <a:gd name="connsiteY496" fmla="*/ 335788 h 442564"/>
              <a:gd name="connsiteX497" fmla="*/ 1040177 w 1967342"/>
              <a:gd name="connsiteY497" fmla="*/ 340805 h 442564"/>
              <a:gd name="connsiteX498" fmla="*/ 1040177 w 1967342"/>
              <a:gd name="connsiteY498" fmla="*/ 345899 h 442564"/>
              <a:gd name="connsiteX499" fmla="*/ 1024365 w 1967342"/>
              <a:gd name="connsiteY499" fmla="*/ 345899 h 442564"/>
              <a:gd name="connsiteX500" fmla="*/ 1024365 w 1967342"/>
              <a:gd name="connsiteY500" fmla="*/ 392727 h 442564"/>
              <a:gd name="connsiteX501" fmla="*/ 1018891 w 1967342"/>
              <a:gd name="connsiteY501" fmla="*/ 392727 h 442564"/>
              <a:gd name="connsiteX502" fmla="*/ 1013418 w 1967342"/>
              <a:gd name="connsiteY502" fmla="*/ 392727 h 442564"/>
              <a:gd name="connsiteX503" fmla="*/ 1013418 w 1967342"/>
              <a:gd name="connsiteY503" fmla="*/ 345899 h 442564"/>
              <a:gd name="connsiteX504" fmla="*/ 997605 w 1967342"/>
              <a:gd name="connsiteY504" fmla="*/ 345899 h 442564"/>
              <a:gd name="connsiteX505" fmla="*/ 997605 w 1967342"/>
              <a:gd name="connsiteY505" fmla="*/ 340882 h 442564"/>
              <a:gd name="connsiteX506" fmla="*/ 894292 w 1967342"/>
              <a:gd name="connsiteY506" fmla="*/ 335788 h 442564"/>
              <a:gd name="connsiteX507" fmla="*/ 900070 w 1967342"/>
              <a:gd name="connsiteY507" fmla="*/ 335788 h 442564"/>
              <a:gd name="connsiteX508" fmla="*/ 905772 w 1967342"/>
              <a:gd name="connsiteY508" fmla="*/ 335788 h 442564"/>
              <a:gd name="connsiteX509" fmla="*/ 926829 w 1967342"/>
              <a:gd name="connsiteY509" fmla="*/ 375775 h 442564"/>
              <a:gd name="connsiteX510" fmla="*/ 926829 w 1967342"/>
              <a:gd name="connsiteY510" fmla="*/ 335788 h 442564"/>
              <a:gd name="connsiteX511" fmla="*/ 931923 w 1967342"/>
              <a:gd name="connsiteY511" fmla="*/ 335788 h 442564"/>
              <a:gd name="connsiteX512" fmla="*/ 937092 w 1967342"/>
              <a:gd name="connsiteY512" fmla="*/ 335788 h 442564"/>
              <a:gd name="connsiteX513" fmla="*/ 937092 w 1967342"/>
              <a:gd name="connsiteY513" fmla="*/ 392727 h 442564"/>
              <a:gd name="connsiteX514" fmla="*/ 931619 w 1967342"/>
              <a:gd name="connsiteY514" fmla="*/ 392727 h 442564"/>
              <a:gd name="connsiteX515" fmla="*/ 926145 w 1967342"/>
              <a:gd name="connsiteY515" fmla="*/ 392727 h 442564"/>
              <a:gd name="connsiteX516" fmla="*/ 904555 w 1967342"/>
              <a:gd name="connsiteY516" fmla="*/ 351676 h 442564"/>
              <a:gd name="connsiteX517" fmla="*/ 904555 w 1967342"/>
              <a:gd name="connsiteY517" fmla="*/ 392727 h 442564"/>
              <a:gd name="connsiteX518" fmla="*/ 899462 w 1967342"/>
              <a:gd name="connsiteY518" fmla="*/ 392727 h 442564"/>
              <a:gd name="connsiteX519" fmla="*/ 894292 w 1967342"/>
              <a:gd name="connsiteY519" fmla="*/ 392727 h 442564"/>
              <a:gd name="connsiteX520" fmla="*/ 870802 w 1967342"/>
              <a:gd name="connsiteY520" fmla="*/ 335788 h 442564"/>
              <a:gd name="connsiteX521" fmla="*/ 876200 w 1967342"/>
              <a:gd name="connsiteY521" fmla="*/ 335788 h 442564"/>
              <a:gd name="connsiteX522" fmla="*/ 881749 w 1967342"/>
              <a:gd name="connsiteY522" fmla="*/ 335788 h 442564"/>
              <a:gd name="connsiteX523" fmla="*/ 881749 w 1967342"/>
              <a:gd name="connsiteY523" fmla="*/ 392727 h 442564"/>
              <a:gd name="connsiteX524" fmla="*/ 876276 w 1967342"/>
              <a:gd name="connsiteY524" fmla="*/ 392727 h 442564"/>
              <a:gd name="connsiteX525" fmla="*/ 870802 w 1967342"/>
              <a:gd name="connsiteY525" fmla="*/ 392727 h 442564"/>
              <a:gd name="connsiteX526" fmla="*/ 732596 w 1967342"/>
              <a:gd name="connsiteY526" fmla="*/ 335788 h 442564"/>
              <a:gd name="connsiteX527" fmla="*/ 738298 w 1967342"/>
              <a:gd name="connsiteY527" fmla="*/ 335788 h 442564"/>
              <a:gd name="connsiteX528" fmla="*/ 744076 w 1967342"/>
              <a:gd name="connsiteY528" fmla="*/ 335788 h 442564"/>
              <a:gd name="connsiteX529" fmla="*/ 765057 w 1967342"/>
              <a:gd name="connsiteY529" fmla="*/ 375775 h 442564"/>
              <a:gd name="connsiteX530" fmla="*/ 765057 w 1967342"/>
              <a:gd name="connsiteY530" fmla="*/ 335788 h 442564"/>
              <a:gd name="connsiteX531" fmla="*/ 770150 w 1967342"/>
              <a:gd name="connsiteY531" fmla="*/ 335788 h 442564"/>
              <a:gd name="connsiteX532" fmla="*/ 775319 w 1967342"/>
              <a:gd name="connsiteY532" fmla="*/ 335788 h 442564"/>
              <a:gd name="connsiteX533" fmla="*/ 775319 w 1967342"/>
              <a:gd name="connsiteY533" fmla="*/ 392727 h 442564"/>
              <a:gd name="connsiteX534" fmla="*/ 769847 w 1967342"/>
              <a:gd name="connsiteY534" fmla="*/ 392727 h 442564"/>
              <a:gd name="connsiteX535" fmla="*/ 764373 w 1967342"/>
              <a:gd name="connsiteY535" fmla="*/ 392727 h 442564"/>
              <a:gd name="connsiteX536" fmla="*/ 742783 w 1967342"/>
              <a:gd name="connsiteY536" fmla="*/ 351676 h 442564"/>
              <a:gd name="connsiteX537" fmla="*/ 742783 w 1967342"/>
              <a:gd name="connsiteY537" fmla="*/ 392727 h 442564"/>
              <a:gd name="connsiteX538" fmla="*/ 737690 w 1967342"/>
              <a:gd name="connsiteY538" fmla="*/ 392727 h 442564"/>
              <a:gd name="connsiteX539" fmla="*/ 732596 w 1967342"/>
              <a:gd name="connsiteY539" fmla="*/ 392727 h 442564"/>
              <a:gd name="connsiteX540" fmla="*/ 709030 w 1967342"/>
              <a:gd name="connsiteY540" fmla="*/ 335788 h 442564"/>
              <a:gd name="connsiteX541" fmla="*/ 714504 w 1967342"/>
              <a:gd name="connsiteY541" fmla="*/ 335788 h 442564"/>
              <a:gd name="connsiteX542" fmla="*/ 719977 w 1967342"/>
              <a:gd name="connsiteY542" fmla="*/ 335788 h 442564"/>
              <a:gd name="connsiteX543" fmla="*/ 719977 w 1967342"/>
              <a:gd name="connsiteY543" fmla="*/ 392727 h 442564"/>
              <a:gd name="connsiteX544" fmla="*/ 714504 w 1967342"/>
              <a:gd name="connsiteY544" fmla="*/ 392727 h 442564"/>
              <a:gd name="connsiteX545" fmla="*/ 709030 w 1967342"/>
              <a:gd name="connsiteY545" fmla="*/ 392727 h 442564"/>
              <a:gd name="connsiteX546" fmla="*/ 642283 w 1967342"/>
              <a:gd name="connsiteY546" fmla="*/ 335788 h 442564"/>
              <a:gd name="connsiteX547" fmla="*/ 647757 w 1967342"/>
              <a:gd name="connsiteY547" fmla="*/ 335788 h 442564"/>
              <a:gd name="connsiteX548" fmla="*/ 653230 w 1967342"/>
              <a:gd name="connsiteY548" fmla="*/ 335788 h 442564"/>
              <a:gd name="connsiteX549" fmla="*/ 653230 w 1967342"/>
              <a:gd name="connsiteY549" fmla="*/ 392727 h 442564"/>
              <a:gd name="connsiteX550" fmla="*/ 647833 w 1967342"/>
              <a:gd name="connsiteY550" fmla="*/ 392727 h 442564"/>
              <a:gd name="connsiteX551" fmla="*/ 642283 w 1967342"/>
              <a:gd name="connsiteY551" fmla="*/ 392727 h 442564"/>
              <a:gd name="connsiteX552" fmla="*/ 591577 w 1967342"/>
              <a:gd name="connsiteY552" fmla="*/ 335788 h 442564"/>
              <a:gd name="connsiteX553" fmla="*/ 630120 w 1967342"/>
              <a:gd name="connsiteY553" fmla="*/ 335788 h 442564"/>
              <a:gd name="connsiteX554" fmla="*/ 630120 w 1967342"/>
              <a:gd name="connsiteY554" fmla="*/ 340805 h 442564"/>
              <a:gd name="connsiteX555" fmla="*/ 630120 w 1967342"/>
              <a:gd name="connsiteY555" fmla="*/ 345899 h 442564"/>
              <a:gd name="connsiteX556" fmla="*/ 602524 w 1967342"/>
              <a:gd name="connsiteY556" fmla="*/ 345899 h 442564"/>
              <a:gd name="connsiteX557" fmla="*/ 602524 w 1967342"/>
              <a:gd name="connsiteY557" fmla="*/ 357986 h 442564"/>
              <a:gd name="connsiteX558" fmla="*/ 628143 w 1967342"/>
              <a:gd name="connsiteY558" fmla="*/ 357986 h 442564"/>
              <a:gd name="connsiteX559" fmla="*/ 628143 w 1967342"/>
              <a:gd name="connsiteY559" fmla="*/ 362851 h 442564"/>
              <a:gd name="connsiteX560" fmla="*/ 628143 w 1967342"/>
              <a:gd name="connsiteY560" fmla="*/ 367792 h 442564"/>
              <a:gd name="connsiteX561" fmla="*/ 602524 w 1967342"/>
              <a:gd name="connsiteY561" fmla="*/ 367792 h 442564"/>
              <a:gd name="connsiteX562" fmla="*/ 602524 w 1967342"/>
              <a:gd name="connsiteY562" fmla="*/ 382617 h 442564"/>
              <a:gd name="connsiteX563" fmla="*/ 631336 w 1967342"/>
              <a:gd name="connsiteY563" fmla="*/ 382617 h 442564"/>
              <a:gd name="connsiteX564" fmla="*/ 631336 w 1967342"/>
              <a:gd name="connsiteY564" fmla="*/ 387710 h 442564"/>
              <a:gd name="connsiteX565" fmla="*/ 631336 w 1967342"/>
              <a:gd name="connsiteY565" fmla="*/ 392727 h 442564"/>
              <a:gd name="connsiteX566" fmla="*/ 591577 w 1967342"/>
              <a:gd name="connsiteY566" fmla="*/ 392727 h 442564"/>
              <a:gd name="connsiteX567" fmla="*/ 535639 w 1967342"/>
              <a:gd name="connsiteY567" fmla="*/ 335680 h 442564"/>
              <a:gd name="connsiteX568" fmla="*/ 561259 w 1967342"/>
              <a:gd name="connsiteY568" fmla="*/ 335680 h 442564"/>
              <a:gd name="connsiteX569" fmla="*/ 573118 w 1967342"/>
              <a:gd name="connsiteY569" fmla="*/ 339480 h 442564"/>
              <a:gd name="connsiteX570" fmla="*/ 577452 w 1967342"/>
              <a:gd name="connsiteY570" fmla="*/ 350123 h 442564"/>
              <a:gd name="connsiteX571" fmla="*/ 572586 w 1967342"/>
              <a:gd name="connsiteY571" fmla="*/ 360842 h 442564"/>
              <a:gd name="connsiteX572" fmla="*/ 570838 w 1967342"/>
              <a:gd name="connsiteY572" fmla="*/ 361983 h 442564"/>
              <a:gd name="connsiteX573" fmla="*/ 574183 w 1967342"/>
              <a:gd name="connsiteY573" fmla="*/ 363883 h 442564"/>
              <a:gd name="connsiteX574" fmla="*/ 579200 w 1967342"/>
              <a:gd name="connsiteY574" fmla="*/ 374830 h 442564"/>
              <a:gd name="connsiteX575" fmla="*/ 574183 w 1967342"/>
              <a:gd name="connsiteY575" fmla="*/ 388058 h 442564"/>
              <a:gd name="connsiteX576" fmla="*/ 559663 w 1967342"/>
              <a:gd name="connsiteY576" fmla="*/ 392619 h 442564"/>
              <a:gd name="connsiteX577" fmla="*/ 535868 w 1967342"/>
              <a:gd name="connsiteY577" fmla="*/ 392619 h 442564"/>
              <a:gd name="connsiteX578" fmla="*/ 685021 w 1967342"/>
              <a:gd name="connsiteY578" fmla="*/ 335679 h 442564"/>
              <a:gd name="connsiteX579" fmla="*/ 695892 w 1967342"/>
              <a:gd name="connsiteY579" fmla="*/ 335679 h 442564"/>
              <a:gd name="connsiteX580" fmla="*/ 695892 w 1967342"/>
              <a:gd name="connsiteY580" fmla="*/ 376655 h 442564"/>
              <a:gd name="connsiteX581" fmla="*/ 691635 w 1967342"/>
              <a:gd name="connsiteY581" fmla="*/ 389731 h 442564"/>
              <a:gd name="connsiteX582" fmla="*/ 679015 w 1967342"/>
              <a:gd name="connsiteY582" fmla="*/ 394216 h 442564"/>
              <a:gd name="connsiteX583" fmla="*/ 666016 w 1967342"/>
              <a:gd name="connsiteY583" fmla="*/ 389274 h 442564"/>
              <a:gd name="connsiteX584" fmla="*/ 662139 w 1967342"/>
              <a:gd name="connsiteY584" fmla="*/ 374070 h 442564"/>
              <a:gd name="connsiteX585" fmla="*/ 662139 w 1967342"/>
              <a:gd name="connsiteY585" fmla="*/ 371106 h 442564"/>
              <a:gd name="connsiteX586" fmla="*/ 672553 w 1967342"/>
              <a:gd name="connsiteY586" fmla="*/ 371106 h 442564"/>
              <a:gd name="connsiteX587" fmla="*/ 672553 w 1967342"/>
              <a:gd name="connsiteY587" fmla="*/ 374526 h 442564"/>
              <a:gd name="connsiteX588" fmla="*/ 673998 w 1967342"/>
              <a:gd name="connsiteY588" fmla="*/ 382129 h 442564"/>
              <a:gd name="connsiteX589" fmla="*/ 678939 w 1967342"/>
              <a:gd name="connsiteY589" fmla="*/ 384637 h 442564"/>
              <a:gd name="connsiteX590" fmla="*/ 683576 w 1967342"/>
              <a:gd name="connsiteY590" fmla="*/ 382813 h 442564"/>
              <a:gd name="connsiteX591" fmla="*/ 685021 w 1967342"/>
              <a:gd name="connsiteY591" fmla="*/ 376883 h 442564"/>
              <a:gd name="connsiteX592" fmla="*/ 1119479 w 1967342"/>
              <a:gd name="connsiteY592" fmla="*/ 335603 h 442564"/>
              <a:gd name="connsiteX593" fmla="*/ 1130426 w 1967342"/>
              <a:gd name="connsiteY593" fmla="*/ 335603 h 442564"/>
              <a:gd name="connsiteX594" fmla="*/ 1130426 w 1967342"/>
              <a:gd name="connsiteY594" fmla="*/ 371485 h 442564"/>
              <a:gd name="connsiteX595" fmla="*/ 1133011 w 1967342"/>
              <a:gd name="connsiteY595" fmla="*/ 380683 h 442564"/>
              <a:gd name="connsiteX596" fmla="*/ 1140613 w 1967342"/>
              <a:gd name="connsiteY596" fmla="*/ 383724 h 442564"/>
              <a:gd name="connsiteX597" fmla="*/ 1148215 w 1967342"/>
              <a:gd name="connsiteY597" fmla="*/ 380912 h 442564"/>
              <a:gd name="connsiteX598" fmla="*/ 1150571 w 1967342"/>
              <a:gd name="connsiteY598" fmla="*/ 371485 h 442564"/>
              <a:gd name="connsiteX599" fmla="*/ 1150571 w 1967342"/>
              <a:gd name="connsiteY599" fmla="*/ 335603 h 442564"/>
              <a:gd name="connsiteX600" fmla="*/ 1161822 w 1967342"/>
              <a:gd name="connsiteY600" fmla="*/ 335603 h 442564"/>
              <a:gd name="connsiteX601" fmla="*/ 1161822 w 1967342"/>
              <a:gd name="connsiteY601" fmla="*/ 371105 h 442564"/>
              <a:gd name="connsiteX602" fmla="*/ 1156880 w 1967342"/>
              <a:gd name="connsiteY602" fmla="*/ 388742 h 442564"/>
              <a:gd name="connsiteX603" fmla="*/ 1140688 w 1967342"/>
              <a:gd name="connsiteY603" fmla="*/ 394140 h 442564"/>
              <a:gd name="connsiteX604" fmla="*/ 1124725 w 1967342"/>
              <a:gd name="connsiteY604" fmla="*/ 388514 h 442564"/>
              <a:gd name="connsiteX605" fmla="*/ 1119479 w 1967342"/>
              <a:gd name="connsiteY605" fmla="*/ 371105 h 442564"/>
              <a:gd name="connsiteX606" fmla="*/ 1823163 w 1967342"/>
              <a:gd name="connsiteY606" fmla="*/ 334349 h 442564"/>
              <a:gd name="connsiteX607" fmla="*/ 1840954 w 1967342"/>
              <a:gd name="connsiteY607" fmla="*/ 340582 h 442564"/>
              <a:gd name="connsiteX608" fmla="*/ 1842893 w 1967342"/>
              <a:gd name="connsiteY608" fmla="*/ 342522 h 442564"/>
              <a:gd name="connsiteX609" fmla="*/ 1849735 w 1967342"/>
              <a:gd name="connsiteY609" fmla="*/ 364644 h 442564"/>
              <a:gd name="connsiteX610" fmla="*/ 1842893 w 1967342"/>
              <a:gd name="connsiteY610" fmla="*/ 386310 h 442564"/>
              <a:gd name="connsiteX611" fmla="*/ 1807661 w 1967342"/>
              <a:gd name="connsiteY611" fmla="*/ 387796 h 442564"/>
              <a:gd name="connsiteX612" fmla="*/ 1806175 w 1967342"/>
              <a:gd name="connsiteY612" fmla="*/ 386310 h 442564"/>
              <a:gd name="connsiteX613" fmla="*/ 1799333 w 1967342"/>
              <a:gd name="connsiteY613" fmla="*/ 364644 h 442564"/>
              <a:gd name="connsiteX614" fmla="*/ 1806175 w 1967342"/>
              <a:gd name="connsiteY614" fmla="*/ 342522 h 442564"/>
              <a:gd name="connsiteX615" fmla="*/ 1823163 w 1967342"/>
              <a:gd name="connsiteY615" fmla="*/ 334349 h 442564"/>
              <a:gd name="connsiteX616" fmla="*/ 1715959 w 1967342"/>
              <a:gd name="connsiteY616" fmla="*/ 334343 h 442564"/>
              <a:gd name="connsiteX617" fmla="*/ 1733798 w 1967342"/>
              <a:gd name="connsiteY617" fmla="*/ 340616 h 442564"/>
              <a:gd name="connsiteX618" fmla="*/ 1735703 w 1967342"/>
              <a:gd name="connsiteY618" fmla="*/ 342521 h 442564"/>
              <a:gd name="connsiteX619" fmla="*/ 1742470 w 1967342"/>
              <a:gd name="connsiteY619" fmla="*/ 364644 h 442564"/>
              <a:gd name="connsiteX620" fmla="*/ 1735703 w 1967342"/>
              <a:gd name="connsiteY620" fmla="*/ 386310 h 442564"/>
              <a:gd name="connsiteX621" fmla="*/ 1700363 w 1967342"/>
              <a:gd name="connsiteY621" fmla="*/ 387763 h 442564"/>
              <a:gd name="connsiteX622" fmla="*/ 1698910 w 1967342"/>
              <a:gd name="connsiteY622" fmla="*/ 386310 h 442564"/>
              <a:gd name="connsiteX623" fmla="*/ 1698909 w 1967342"/>
              <a:gd name="connsiteY623" fmla="*/ 386310 h 442564"/>
              <a:gd name="connsiteX624" fmla="*/ 1692143 w 1967342"/>
              <a:gd name="connsiteY624" fmla="*/ 364644 h 442564"/>
              <a:gd name="connsiteX625" fmla="*/ 1698909 w 1967342"/>
              <a:gd name="connsiteY625" fmla="*/ 342521 h 442564"/>
              <a:gd name="connsiteX626" fmla="*/ 1715959 w 1967342"/>
              <a:gd name="connsiteY626" fmla="*/ 334343 h 442564"/>
              <a:gd name="connsiteX627" fmla="*/ 1319511 w 1967342"/>
              <a:gd name="connsiteY627" fmla="*/ 334343 h 442564"/>
              <a:gd name="connsiteX628" fmla="*/ 1337350 w 1967342"/>
              <a:gd name="connsiteY628" fmla="*/ 340616 h 442564"/>
              <a:gd name="connsiteX629" fmla="*/ 1339255 w 1967342"/>
              <a:gd name="connsiteY629" fmla="*/ 342521 h 442564"/>
              <a:gd name="connsiteX630" fmla="*/ 1346022 w 1967342"/>
              <a:gd name="connsiteY630" fmla="*/ 364644 h 442564"/>
              <a:gd name="connsiteX631" fmla="*/ 1339255 w 1967342"/>
              <a:gd name="connsiteY631" fmla="*/ 386310 h 442564"/>
              <a:gd name="connsiteX632" fmla="*/ 1303915 w 1967342"/>
              <a:gd name="connsiteY632" fmla="*/ 387763 h 442564"/>
              <a:gd name="connsiteX633" fmla="*/ 1302462 w 1967342"/>
              <a:gd name="connsiteY633" fmla="*/ 386310 h 442564"/>
              <a:gd name="connsiteX634" fmla="*/ 1302461 w 1967342"/>
              <a:gd name="connsiteY634" fmla="*/ 386310 h 442564"/>
              <a:gd name="connsiteX635" fmla="*/ 1295695 w 1967342"/>
              <a:gd name="connsiteY635" fmla="*/ 364644 h 442564"/>
              <a:gd name="connsiteX636" fmla="*/ 1302461 w 1967342"/>
              <a:gd name="connsiteY636" fmla="*/ 342521 h 442564"/>
              <a:gd name="connsiteX637" fmla="*/ 1319511 w 1967342"/>
              <a:gd name="connsiteY637" fmla="*/ 334343 h 442564"/>
              <a:gd name="connsiteX638" fmla="*/ 1884704 w 1967342"/>
              <a:gd name="connsiteY638" fmla="*/ 334311 h 442564"/>
              <a:gd name="connsiteX639" fmla="*/ 1900441 w 1967342"/>
              <a:gd name="connsiteY639" fmla="*/ 339481 h 442564"/>
              <a:gd name="connsiteX640" fmla="*/ 1907663 w 1967342"/>
              <a:gd name="connsiteY640" fmla="*/ 353469 h 442564"/>
              <a:gd name="connsiteX641" fmla="*/ 1896944 w 1967342"/>
              <a:gd name="connsiteY641" fmla="*/ 353469 h 442564"/>
              <a:gd name="connsiteX642" fmla="*/ 1893067 w 1967342"/>
              <a:gd name="connsiteY642" fmla="*/ 347007 h 442564"/>
              <a:gd name="connsiteX643" fmla="*/ 1885465 w 1967342"/>
              <a:gd name="connsiteY643" fmla="*/ 344195 h 442564"/>
              <a:gd name="connsiteX644" fmla="*/ 1874289 w 1967342"/>
              <a:gd name="connsiteY644" fmla="*/ 349516 h 442564"/>
              <a:gd name="connsiteX645" fmla="*/ 1874289 w 1967342"/>
              <a:gd name="connsiteY645" fmla="*/ 379164 h 442564"/>
              <a:gd name="connsiteX646" fmla="*/ 1885617 w 1967342"/>
              <a:gd name="connsiteY646" fmla="*/ 384257 h 442564"/>
              <a:gd name="connsiteX647" fmla="*/ 1895499 w 1967342"/>
              <a:gd name="connsiteY647" fmla="*/ 378936 h 442564"/>
              <a:gd name="connsiteX648" fmla="*/ 1898388 w 1967342"/>
              <a:gd name="connsiteY648" fmla="*/ 371942 h 442564"/>
              <a:gd name="connsiteX649" fmla="*/ 1886073 w 1967342"/>
              <a:gd name="connsiteY649" fmla="*/ 371942 h 442564"/>
              <a:gd name="connsiteX650" fmla="*/ 1886073 w 1967342"/>
              <a:gd name="connsiteY650" fmla="*/ 362136 h 442564"/>
              <a:gd name="connsiteX651" fmla="*/ 1908043 w 1967342"/>
              <a:gd name="connsiteY651" fmla="*/ 362136 h 442564"/>
              <a:gd name="connsiteX652" fmla="*/ 1908043 w 1967342"/>
              <a:gd name="connsiteY652" fmla="*/ 392544 h 442564"/>
              <a:gd name="connsiteX653" fmla="*/ 1900441 w 1967342"/>
              <a:gd name="connsiteY653" fmla="*/ 392544 h 442564"/>
              <a:gd name="connsiteX654" fmla="*/ 1899377 w 1967342"/>
              <a:gd name="connsiteY654" fmla="*/ 384942 h 442564"/>
              <a:gd name="connsiteX655" fmla="*/ 1899224 w 1967342"/>
              <a:gd name="connsiteY655" fmla="*/ 386310 h 442564"/>
              <a:gd name="connsiteX656" fmla="*/ 1884020 w 1967342"/>
              <a:gd name="connsiteY656" fmla="*/ 394369 h 442564"/>
              <a:gd name="connsiteX657" fmla="*/ 1884020 w 1967342"/>
              <a:gd name="connsiteY657" fmla="*/ 393912 h 442564"/>
              <a:gd name="connsiteX658" fmla="*/ 1865775 w 1967342"/>
              <a:gd name="connsiteY658" fmla="*/ 386310 h 442564"/>
              <a:gd name="connsiteX659" fmla="*/ 1865775 w 1967342"/>
              <a:gd name="connsiteY659" fmla="*/ 342522 h 442564"/>
              <a:gd name="connsiteX660" fmla="*/ 1884704 w 1967342"/>
              <a:gd name="connsiteY660" fmla="*/ 334311 h 442564"/>
              <a:gd name="connsiteX661" fmla="*/ 1549984 w 1967342"/>
              <a:gd name="connsiteY661" fmla="*/ 334160 h 442564"/>
              <a:gd name="connsiteX662" fmla="*/ 1565188 w 1967342"/>
              <a:gd name="connsiteY662" fmla="*/ 339633 h 442564"/>
              <a:gd name="connsiteX663" fmla="*/ 1572790 w 1967342"/>
              <a:gd name="connsiteY663" fmla="*/ 354457 h 442564"/>
              <a:gd name="connsiteX664" fmla="*/ 1561843 w 1967342"/>
              <a:gd name="connsiteY664" fmla="*/ 354457 h 442564"/>
              <a:gd name="connsiteX665" fmla="*/ 1558194 w 1967342"/>
              <a:gd name="connsiteY665" fmla="*/ 346855 h 442564"/>
              <a:gd name="connsiteX666" fmla="*/ 1550592 w 1967342"/>
              <a:gd name="connsiteY666" fmla="*/ 344118 h 442564"/>
              <a:gd name="connsiteX667" fmla="*/ 1541014 w 1967342"/>
              <a:gd name="connsiteY667" fmla="*/ 349440 h 442564"/>
              <a:gd name="connsiteX668" fmla="*/ 1537592 w 1967342"/>
              <a:gd name="connsiteY668" fmla="*/ 364112 h 442564"/>
              <a:gd name="connsiteX669" fmla="*/ 1541014 w 1967342"/>
              <a:gd name="connsiteY669" fmla="*/ 378404 h 442564"/>
              <a:gd name="connsiteX670" fmla="*/ 1557267 w 1967342"/>
              <a:gd name="connsiteY670" fmla="*/ 381557 h 442564"/>
              <a:gd name="connsiteX671" fmla="*/ 1558574 w 1967342"/>
              <a:gd name="connsiteY671" fmla="*/ 380532 h 442564"/>
              <a:gd name="connsiteX672" fmla="*/ 1562223 w 1967342"/>
              <a:gd name="connsiteY672" fmla="*/ 372398 h 442564"/>
              <a:gd name="connsiteX673" fmla="*/ 1572334 w 1967342"/>
              <a:gd name="connsiteY673" fmla="*/ 372702 h 442564"/>
              <a:gd name="connsiteX674" fmla="*/ 1565188 w 1967342"/>
              <a:gd name="connsiteY674" fmla="*/ 388363 h 442564"/>
              <a:gd name="connsiteX675" fmla="*/ 1549984 w 1967342"/>
              <a:gd name="connsiteY675" fmla="*/ 394216 h 442564"/>
              <a:gd name="connsiteX676" fmla="*/ 1532423 w 1967342"/>
              <a:gd name="connsiteY676" fmla="*/ 386158 h 442564"/>
              <a:gd name="connsiteX677" fmla="*/ 1525886 w 1967342"/>
              <a:gd name="connsiteY677" fmla="*/ 364492 h 442564"/>
              <a:gd name="connsiteX678" fmla="*/ 1532423 w 1967342"/>
              <a:gd name="connsiteY678" fmla="*/ 342370 h 442564"/>
              <a:gd name="connsiteX679" fmla="*/ 1549984 w 1967342"/>
              <a:gd name="connsiteY679" fmla="*/ 334160 h 442564"/>
              <a:gd name="connsiteX680" fmla="*/ 969261 w 1967342"/>
              <a:gd name="connsiteY680" fmla="*/ 334158 h 442564"/>
              <a:gd name="connsiteX681" fmla="*/ 983630 w 1967342"/>
              <a:gd name="connsiteY681" fmla="*/ 339176 h 442564"/>
              <a:gd name="connsiteX682" fmla="*/ 989712 w 1967342"/>
              <a:gd name="connsiteY682" fmla="*/ 352784 h 442564"/>
              <a:gd name="connsiteX683" fmla="*/ 978612 w 1967342"/>
              <a:gd name="connsiteY683" fmla="*/ 352784 h 442564"/>
              <a:gd name="connsiteX684" fmla="*/ 975343 w 1967342"/>
              <a:gd name="connsiteY684" fmla="*/ 346322 h 442564"/>
              <a:gd name="connsiteX685" fmla="*/ 967741 w 1967342"/>
              <a:gd name="connsiteY685" fmla="*/ 343966 h 442564"/>
              <a:gd name="connsiteX686" fmla="*/ 961280 w 1967342"/>
              <a:gd name="connsiteY686" fmla="*/ 345942 h 442564"/>
              <a:gd name="connsiteX687" fmla="*/ 958923 w 1967342"/>
              <a:gd name="connsiteY687" fmla="*/ 351491 h 442564"/>
              <a:gd name="connsiteX688" fmla="*/ 961355 w 1967342"/>
              <a:gd name="connsiteY688" fmla="*/ 355445 h 442564"/>
              <a:gd name="connsiteX689" fmla="*/ 971694 w 1967342"/>
              <a:gd name="connsiteY689" fmla="*/ 358714 h 442564"/>
              <a:gd name="connsiteX690" fmla="*/ 986898 w 1967342"/>
              <a:gd name="connsiteY690" fmla="*/ 365175 h 442564"/>
              <a:gd name="connsiteX691" fmla="*/ 990700 w 1967342"/>
              <a:gd name="connsiteY691" fmla="*/ 376731 h 442564"/>
              <a:gd name="connsiteX692" fmla="*/ 984921 w 1967342"/>
              <a:gd name="connsiteY692" fmla="*/ 389502 h 442564"/>
              <a:gd name="connsiteX693" fmla="*/ 969186 w 1967342"/>
              <a:gd name="connsiteY693" fmla="*/ 394216 h 442564"/>
              <a:gd name="connsiteX694" fmla="*/ 953982 w 1967342"/>
              <a:gd name="connsiteY694" fmla="*/ 389198 h 442564"/>
              <a:gd name="connsiteX695" fmla="*/ 947976 w 1967342"/>
              <a:gd name="connsiteY695" fmla="*/ 374982 h 442564"/>
              <a:gd name="connsiteX696" fmla="*/ 958543 w 1967342"/>
              <a:gd name="connsiteY696" fmla="*/ 374983 h 442564"/>
              <a:gd name="connsiteX697" fmla="*/ 961584 w 1967342"/>
              <a:gd name="connsiteY697" fmla="*/ 381977 h 442564"/>
              <a:gd name="connsiteX698" fmla="*/ 969186 w 1967342"/>
              <a:gd name="connsiteY698" fmla="*/ 384409 h 442564"/>
              <a:gd name="connsiteX699" fmla="*/ 977396 w 1967342"/>
              <a:gd name="connsiteY699" fmla="*/ 382585 h 442564"/>
              <a:gd name="connsiteX700" fmla="*/ 980361 w 1967342"/>
              <a:gd name="connsiteY700" fmla="*/ 377491 h 442564"/>
              <a:gd name="connsiteX701" fmla="*/ 978232 w 1967342"/>
              <a:gd name="connsiteY701" fmla="*/ 372702 h 442564"/>
              <a:gd name="connsiteX702" fmla="*/ 969337 w 1967342"/>
              <a:gd name="connsiteY702" fmla="*/ 369585 h 442564"/>
              <a:gd name="connsiteX703" fmla="*/ 952689 w 1967342"/>
              <a:gd name="connsiteY703" fmla="*/ 363047 h 442564"/>
              <a:gd name="connsiteX704" fmla="*/ 948508 w 1967342"/>
              <a:gd name="connsiteY704" fmla="*/ 352176 h 442564"/>
              <a:gd name="connsiteX705" fmla="*/ 954057 w 1967342"/>
              <a:gd name="connsiteY705" fmla="*/ 339024 h 442564"/>
              <a:gd name="connsiteX706" fmla="*/ 969261 w 1967342"/>
              <a:gd name="connsiteY706" fmla="*/ 334158 h 442564"/>
              <a:gd name="connsiteX707" fmla="*/ 809533 w 1967342"/>
              <a:gd name="connsiteY707" fmla="*/ 333950 h 442564"/>
              <a:gd name="connsiteX708" fmla="*/ 827407 w 1967342"/>
              <a:gd name="connsiteY708" fmla="*/ 339024 h 442564"/>
              <a:gd name="connsiteX709" fmla="*/ 834629 w 1967342"/>
              <a:gd name="connsiteY709" fmla="*/ 353012 h 442564"/>
              <a:gd name="connsiteX710" fmla="*/ 823682 w 1967342"/>
              <a:gd name="connsiteY710" fmla="*/ 353012 h 442564"/>
              <a:gd name="connsiteX711" fmla="*/ 819880 w 1967342"/>
              <a:gd name="connsiteY711" fmla="*/ 346551 h 442564"/>
              <a:gd name="connsiteX712" fmla="*/ 812278 w 1967342"/>
              <a:gd name="connsiteY712" fmla="*/ 343737 h 442564"/>
              <a:gd name="connsiteX713" fmla="*/ 801104 w 1967342"/>
              <a:gd name="connsiteY713" fmla="*/ 349059 h 442564"/>
              <a:gd name="connsiteX714" fmla="*/ 797074 w 1967342"/>
              <a:gd name="connsiteY714" fmla="*/ 364263 h 442564"/>
              <a:gd name="connsiteX715" fmla="*/ 800952 w 1967342"/>
              <a:gd name="connsiteY715" fmla="*/ 379011 h 442564"/>
              <a:gd name="connsiteX716" fmla="*/ 812278 w 1967342"/>
              <a:gd name="connsiteY716" fmla="*/ 384104 h 442564"/>
              <a:gd name="connsiteX717" fmla="*/ 822161 w 1967342"/>
              <a:gd name="connsiteY717" fmla="*/ 378783 h 442564"/>
              <a:gd name="connsiteX718" fmla="*/ 825050 w 1967342"/>
              <a:gd name="connsiteY718" fmla="*/ 371789 h 442564"/>
              <a:gd name="connsiteX719" fmla="*/ 812735 w 1967342"/>
              <a:gd name="connsiteY719" fmla="*/ 371789 h 442564"/>
              <a:gd name="connsiteX720" fmla="*/ 812735 w 1967342"/>
              <a:gd name="connsiteY720" fmla="*/ 361982 h 442564"/>
              <a:gd name="connsiteX721" fmla="*/ 834933 w 1967342"/>
              <a:gd name="connsiteY721" fmla="*/ 361982 h 442564"/>
              <a:gd name="connsiteX722" fmla="*/ 834933 w 1967342"/>
              <a:gd name="connsiteY722" fmla="*/ 392390 h 442564"/>
              <a:gd name="connsiteX723" fmla="*/ 827331 w 1967342"/>
              <a:gd name="connsiteY723" fmla="*/ 392390 h 442564"/>
              <a:gd name="connsiteX724" fmla="*/ 826266 w 1967342"/>
              <a:gd name="connsiteY724" fmla="*/ 384788 h 442564"/>
              <a:gd name="connsiteX725" fmla="*/ 825659 w 1967342"/>
              <a:gd name="connsiteY725" fmla="*/ 385701 h 442564"/>
              <a:gd name="connsiteX726" fmla="*/ 810541 w 1967342"/>
              <a:gd name="connsiteY726" fmla="*/ 393713 h 442564"/>
              <a:gd name="connsiteX727" fmla="*/ 792817 w 1967342"/>
              <a:gd name="connsiteY727" fmla="*/ 385853 h 442564"/>
              <a:gd name="connsiteX728" fmla="*/ 792817 w 1967342"/>
              <a:gd name="connsiteY728" fmla="*/ 342065 h 442564"/>
              <a:gd name="connsiteX729" fmla="*/ 809533 w 1967342"/>
              <a:gd name="connsiteY729" fmla="*/ 333950 h 442564"/>
              <a:gd name="connsiteX730" fmla="*/ 358112 w 1967342"/>
              <a:gd name="connsiteY730" fmla="*/ 333820 h 442564"/>
              <a:gd name="connsiteX731" fmla="*/ 356738 w 1967342"/>
              <a:gd name="connsiteY731" fmla="*/ 335368 h 442564"/>
              <a:gd name="connsiteX732" fmla="*/ 355343 w 1967342"/>
              <a:gd name="connsiteY732" fmla="*/ 336895 h 442564"/>
              <a:gd name="connsiteX733" fmla="*/ 361339 w 1967342"/>
              <a:gd name="connsiteY733" fmla="*/ 342303 h 442564"/>
              <a:gd name="connsiteX734" fmla="*/ 356171 w 1967342"/>
              <a:gd name="connsiteY734" fmla="*/ 348059 h 442564"/>
              <a:gd name="connsiteX735" fmla="*/ 350175 w 1967342"/>
              <a:gd name="connsiteY735" fmla="*/ 342652 h 442564"/>
              <a:gd name="connsiteX736" fmla="*/ 348779 w 1967342"/>
              <a:gd name="connsiteY736" fmla="*/ 344200 h 442564"/>
              <a:gd name="connsiteX737" fmla="*/ 347405 w 1967342"/>
              <a:gd name="connsiteY737" fmla="*/ 345726 h 442564"/>
              <a:gd name="connsiteX738" fmla="*/ 363367 w 1967342"/>
              <a:gd name="connsiteY738" fmla="*/ 360183 h 442564"/>
              <a:gd name="connsiteX739" fmla="*/ 364741 w 1967342"/>
              <a:gd name="connsiteY739" fmla="*/ 358635 h 442564"/>
              <a:gd name="connsiteX740" fmla="*/ 366136 w 1967342"/>
              <a:gd name="connsiteY740" fmla="*/ 357109 h 442564"/>
              <a:gd name="connsiteX741" fmla="*/ 358875 w 1967342"/>
              <a:gd name="connsiteY741" fmla="*/ 350567 h 442564"/>
              <a:gd name="connsiteX742" fmla="*/ 364065 w 1967342"/>
              <a:gd name="connsiteY742" fmla="*/ 344810 h 442564"/>
              <a:gd name="connsiteX743" fmla="*/ 371304 w 1967342"/>
              <a:gd name="connsiteY743" fmla="*/ 351352 h 442564"/>
              <a:gd name="connsiteX744" fmla="*/ 372700 w 1967342"/>
              <a:gd name="connsiteY744" fmla="*/ 349804 h 442564"/>
              <a:gd name="connsiteX745" fmla="*/ 374117 w 1967342"/>
              <a:gd name="connsiteY745" fmla="*/ 348234 h 442564"/>
              <a:gd name="connsiteX746" fmla="*/ 221021 w 1967342"/>
              <a:gd name="connsiteY746" fmla="*/ 323049 h 442564"/>
              <a:gd name="connsiteX747" fmla="*/ 222613 w 1967342"/>
              <a:gd name="connsiteY747" fmla="*/ 325055 h 442564"/>
              <a:gd name="connsiteX748" fmla="*/ 224357 w 1967342"/>
              <a:gd name="connsiteY748" fmla="*/ 326734 h 442564"/>
              <a:gd name="connsiteX749" fmla="*/ 223877 w 1967342"/>
              <a:gd name="connsiteY749" fmla="*/ 327258 h 442564"/>
              <a:gd name="connsiteX750" fmla="*/ 223877 w 1967342"/>
              <a:gd name="connsiteY750" fmla="*/ 340690 h 442564"/>
              <a:gd name="connsiteX751" fmla="*/ 230637 w 1967342"/>
              <a:gd name="connsiteY751" fmla="*/ 341867 h 442564"/>
              <a:gd name="connsiteX752" fmla="*/ 235892 w 1967342"/>
              <a:gd name="connsiteY752" fmla="*/ 345073 h 442564"/>
              <a:gd name="connsiteX753" fmla="*/ 240995 w 1967342"/>
              <a:gd name="connsiteY753" fmla="*/ 346490 h 442564"/>
              <a:gd name="connsiteX754" fmla="*/ 243590 w 1967342"/>
              <a:gd name="connsiteY754" fmla="*/ 349020 h 442564"/>
              <a:gd name="connsiteX755" fmla="*/ 246490 w 1967342"/>
              <a:gd name="connsiteY755" fmla="*/ 349281 h 442564"/>
              <a:gd name="connsiteX756" fmla="*/ 250546 w 1967342"/>
              <a:gd name="connsiteY756" fmla="*/ 352312 h 442564"/>
              <a:gd name="connsiteX757" fmla="*/ 253686 w 1967342"/>
              <a:gd name="connsiteY757" fmla="*/ 354253 h 442564"/>
              <a:gd name="connsiteX758" fmla="*/ 255256 w 1967342"/>
              <a:gd name="connsiteY758" fmla="*/ 356215 h 442564"/>
              <a:gd name="connsiteX759" fmla="*/ 258178 w 1967342"/>
              <a:gd name="connsiteY759" fmla="*/ 357393 h 442564"/>
              <a:gd name="connsiteX760" fmla="*/ 261492 w 1967342"/>
              <a:gd name="connsiteY760" fmla="*/ 357785 h 442564"/>
              <a:gd name="connsiteX761" fmla="*/ 265853 w 1967342"/>
              <a:gd name="connsiteY761" fmla="*/ 359530 h 442564"/>
              <a:gd name="connsiteX762" fmla="*/ 272155 w 1967342"/>
              <a:gd name="connsiteY762" fmla="*/ 363041 h 442564"/>
              <a:gd name="connsiteX763" fmla="*/ 284388 w 1967342"/>
              <a:gd name="connsiteY763" fmla="*/ 365112 h 442564"/>
              <a:gd name="connsiteX764" fmla="*/ 159333 w 1967342"/>
              <a:gd name="connsiteY764" fmla="*/ 365243 h 442564"/>
              <a:gd name="connsiteX765" fmla="*/ 174270 w 1967342"/>
              <a:gd name="connsiteY765" fmla="*/ 363498 h 442564"/>
              <a:gd name="connsiteX766" fmla="*/ 180812 w 1967342"/>
              <a:gd name="connsiteY766" fmla="*/ 359988 h 442564"/>
              <a:gd name="connsiteX767" fmla="*/ 184322 w 1967342"/>
              <a:gd name="connsiteY767" fmla="*/ 356673 h 442564"/>
              <a:gd name="connsiteX768" fmla="*/ 187833 w 1967342"/>
              <a:gd name="connsiteY768" fmla="*/ 354907 h 442564"/>
              <a:gd name="connsiteX769" fmla="*/ 190973 w 1967342"/>
              <a:gd name="connsiteY769" fmla="*/ 353141 h 442564"/>
              <a:gd name="connsiteX770" fmla="*/ 193699 w 1967342"/>
              <a:gd name="connsiteY770" fmla="*/ 349630 h 442564"/>
              <a:gd name="connsiteX771" fmla="*/ 197798 w 1967342"/>
              <a:gd name="connsiteY771" fmla="*/ 348060 h 442564"/>
              <a:gd name="connsiteX772" fmla="*/ 201701 w 1967342"/>
              <a:gd name="connsiteY772" fmla="*/ 345335 h 442564"/>
              <a:gd name="connsiteX773" fmla="*/ 206782 w 1967342"/>
              <a:gd name="connsiteY773" fmla="*/ 343961 h 442564"/>
              <a:gd name="connsiteX774" fmla="*/ 211274 w 1967342"/>
              <a:gd name="connsiteY774" fmla="*/ 341235 h 442564"/>
              <a:gd name="connsiteX775" fmla="*/ 218404 w 1967342"/>
              <a:gd name="connsiteY775" fmla="*/ 340886 h 442564"/>
              <a:gd name="connsiteX776" fmla="*/ 218404 w 1967342"/>
              <a:gd name="connsiteY776" fmla="*/ 327541 h 442564"/>
              <a:gd name="connsiteX777" fmla="*/ 217750 w 1967342"/>
              <a:gd name="connsiteY777" fmla="*/ 326931 h 442564"/>
              <a:gd name="connsiteX778" fmla="*/ 219473 w 1967342"/>
              <a:gd name="connsiteY778" fmla="*/ 325055 h 442564"/>
              <a:gd name="connsiteX779" fmla="*/ 221021 w 1967342"/>
              <a:gd name="connsiteY779" fmla="*/ 323049 h 442564"/>
              <a:gd name="connsiteX780" fmla="*/ 371282 w 1967342"/>
              <a:gd name="connsiteY780" fmla="*/ 315809 h 442564"/>
              <a:gd name="connsiteX781" fmla="*/ 370170 w 1967342"/>
              <a:gd name="connsiteY781" fmla="*/ 317401 h 442564"/>
              <a:gd name="connsiteX782" fmla="*/ 369058 w 1967342"/>
              <a:gd name="connsiteY782" fmla="*/ 318993 h 442564"/>
              <a:gd name="connsiteX783" fmla="*/ 381444 w 1967342"/>
              <a:gd name="connsiteY783" fmla="*/ 327715 h 442564"/>
              <a:gd name="connsiteX784" fmla="*/ 364501 w 1967342"/>
              <a:gd name="connsiteY784" fmla="*/ 325534 h 442564"/>
              <a:gd name="connsiteX785" fmla="*/ 363258 w 1967342"/>
              <a:gd name="connsiteY785" fmla="*/ 327322 h 442564"/>
              <a:gd name="connsiteX786" fmla="*/ 362015 w 1967342"/>
              <a:gd name="connsiteY786" fmla="*/ 329089 h 442564"/>
              <a:gd name="connsiteX787" fmla="*/ 379656 w 1967342"/>
              <a:gd name="connsiteY787" fmla="*/ 341452 h 442564"/>
              <a:gd name="connsiteX788" fmla="*/ 380768 w 1967342"/>
              <a:gd name="connsiteY788" fmla="*/ 339860 h 442564"/>
              <a:gd name="connsiteX789" fmla="*/ 381858 w 1967342"/>
              <a:gd name="connsiteY789" fmla="*/ 338269 h 442564"/>
              <a:gd name="connsiteX790" fmla="*/ 369145 w 1967342"/>
              <a:gd name="connsiteY790" fmla="*/ 329372 h 442564"/>
              <a:gd name="connsiteX791" fmla="*/ 386590 w 1967342"/>
              <a:gd name="connsiteY791" fmla="*/ 331553 h 442564"/>
              <a:gd name="connsiteX792" fmla="*/ 387789 w 1967342"/>
              <a:gd name="connsiteY792" fmla="*/ 329852 h 442564"/>
              <a:gd name="connsiteX793" fmla="*/ 388923 w 1967342"/>
              <a:gd name="connsiteY793" fmla="*/ 328173 h 442564"/>
              <a:gd name="connsiteX794" fmla="*/ 67031 w 1967342"/>
              <a:gd name="connsiteY794" fmla="*/ 313912 h 442564"/>
              <a:gd name="connsiteX795" fmla="*/ 53075 w 1967342"/>
              <a:gd name="connsiteY795" fmla="*/ 322852 h 442564"/>
              <a:gd name="connsiteX796" fmla="*/ 54274 w 1967342"/>
              <a:gd name="connsiteY796" fmla="*/ 330244 h 442564"/>
              <a:gd name="connsiteX797" fmla="*/ 59900 w 1967342"/>
              <a:gd name="connsiteY797" fmla="*/ 333341 h 442564"/>
              <a:gd name="connsiteX798" fmla="*/ 60315 w 1967342"/>
              <a:gd name="connsiteY798" fmla="*/ 333341 h 442564"/>
              <a:gd name="connsiteX799" fmla="*/ 58134 w 1967342"/>
              <a:gd name="connsiteY799" fmla="*/ 335194 h 442564"/>
              <a:gd name="connsiteX800" fmla="*/ 59639 w 1967342"/>
              <a:gd name="connsiteY800" fmla="*/ 337527 h 442564"/>
              <a:gd name="connsiteX801" fmla="*/ 69386 w 1967342"/>
              <a:gd name="connsiteY801" fmla="*/ 331204 h 442564"/>
              <a:gd name="connsiteX802" fmla="*/ 64872 w 1967342"/>
              <a:gd name="connsiteY802" fmla="*/ 324226 h 442564"/>
              <a:gd name="connsiteX803" fmla="*/ 61754 w 1967342"/>
              <a:gd name="connsiteY803" fmla="*/ 326254 h 442564"/>
              <a:gd name="connsiteX804" fmla="*/ 64174 w 1967342"/>
              <a:gd name="connsiteY804" fmla="*/ 330244 h 442564"/>
              <a:gd name="connsiteX805" fmla="*/ 61361 w 1967342"/>
              <a:gd name="connsiteY805" fmla="*/ 330789 h 442564"/>
              <a:gd name="connsiteX806" fmla="*/ 57654 w 1967342"/>
              <a:gd name="connsiteY806" fmla="*/ 328740 h 442564"/>
              <a:gd name="connsiteX807" fmla="*/ 56935 w 1967342"/>
              <a:gd name="connsiteY807" fmla="*/ 324095 h 442564"/>
              <a:gd name="connsiteX808" fmla="*/ 60816 w 1967342"/>
              <a:gd name="connsiteY808" fmla="*/ 319843 h 442564"/>
              <a:gd name="connsiteX809" fmla="*/ 66355 w 1967342"/>
              <a:gd name="connsiteY809" fmla="*/ 318055 h 442564"/>
              <a:gd name="connsiteX810" fmla="*/ 70367 w 1967342"/>
              <a:gd name="connsiteY810" fmla="*/ 320497 h 442564"/>
              <a:gd name="connsiteX811" fmla="*/ 71021 w 1967342"/>
              <a:gd name="connsiteY811" fmla="*/ 323463 h 442564"/>
              <a:gd name="connsiteX812" fmla="*/ 69756 w 1967342"/>
              <a:gd name="connsiteY812" fmla="*/ 326036 h 442564"/>
              <a:gd name="connsiteX813" fmla="*/ 72199 w 1967342"/>
              <a:gd name="connsiteY813" fmla="*/ 329503 h 442564"/>
              <a:gd name="connsiteX814" fmla="*/ 75164 w 1967342"/>
              <a:gd name="connsiteY814" fmla="*/ 324335 h 442564"/>
              <a:gd name="connsiteX815" fmla="*/ 73572 w 1967342"/>
              <a:gd name="connsiteY815" fmla="*/ 318273 h 442564"/>
              <a:gd name="connsiteX816" fmla="*/ 67031 w 1967342"/>
              <a:gd name="connsiteY816" fmla="*/ 313912 h 442564"/>
              <a:gd name="connsiteX817" fmla="*/ 385085 w 1967342"/>
              <a:gd name="connsiteY817" fmla="*/ 301374 h 442564"/>
              <a:gd name="connsiteX818" fmla="*/ 390689 w 1967342"/>
              <a:gd name="connsiteY818" fmla="*/ 302748 h 442564"/>
              <a:gd name="connsiteX819" fmla="*/ 395028 w 1967342"/>
              <a:gd name="connsiteY819" fmla="*/ 306498 h 442564"/>
              <a:gd name="connsiteX820" fmla="*/ 395414 w 1967342"/>
              <a:gd name="connsiteY820" fmla="*/ 307759 h 442564"/>
              <a:gd name="connsiteX821" fmla="*/ 391321 w 1967342"/>
              <a:gd name="connsiteY821" fmla="*/ 313476 h 442564"/>
              <a:gd name="connsiteX822" fmla="*/ 385804 w 1967342"/>
              <a:gd name="connsiteY822" fmla="*/ 312168 h 442564"/>
              <a:gd name="connsiteX823" fmla="*/ 381443 w 1967342"/>
              <a:gd name="connsiteY823" fmla="*/ 308286 h 442564"/>
              <a:gd name="connsiteX824" fmla="*/ 381443 w 1967342"/>
              <a:gd name="connsiteY824" fmla="*/ 303925 h 442564"/>
              <a:gd name="connsiteX825" fmla="*/ 385085 w 1967342"/>
              <a:gd name="connsiteY825" fmla="*/ 301374 h 442564"/>
              <a:gd name="connsiteX826" fmla="*/ 384126 w 1967342"/>
              <a:gd name="connsiteY826" fmla="*/ 297492 h 442564"/>
              <a:gd name="connsiteX827" fmla="*/ 383179 w 1967342"/>
              <a:gd name="connsiteY827" fmla="*/ 297780 h 442564"/>
              <a:gd name="connsiteX828" fmla="*/ 377584 w 1967342"/>
              <a:gd name="connsiteY828" fmla="*/ 309769 h 442564"/>
              <a:gd name="connsiteX829" fmla="*/ 383755 w 1967342"/>
              <a:gd name="connsiteY829" fmla="*/ 315962 h 442564"/>
              <a:gd name="connsiteX830" fmla="*/ 392216 w 1967342"/>
              <a:gd name="connsiteY830" fmla="*/ 317532 h 442564"/>
              <a:gd name="connsiteX831" fmla="*/ 398147 w 1967342"/>
              <a:gd name="connsiteY831" fmla="*/ 312843 h 442564"/>
              <a:gd name="connsiteX832" fmla="*/ 398103 w 1967342"/>
              <a:gd name="connsiteY832" fmla="*/ 312800 h 442564"/>
              <a:gd name="connsiteX833" fmla="*/ 398757 w 1967342"/>
              <a:gd name="connsiteY833" fmla="*/ 305277 h 442564"/>
              <a:gd name="connsiteX834" fmla="*/ 392717 w 1967342"/>
              <a:gd name="connsiteY834" fmla="*/ 299150 h 442564"/>
              <a:gd name="connsiteX835" fmla="*/ 384126 w 1967342"/>
              <a:gd name="connsiteY835" fmla="*/ 297492 h 442564"/>
              <a:gd name="connsiteX836" fmla="*/ 58178 w 1967342"/>
              <a:gd name="connsiteY836" fmla="*/ 290667 h 442564"/>
              <a:gd name="connsiteX837" fmla="*/ 38662 w 1967342"/>
              <a:gd name="connsiteY837" fmla="*/ 299782 h 442564"/>
              <a:gd name="connsiteX838" fmla="*/ 39469 w 1967342"/>
              <a:gd name="connsiteY838" fmla="*/ 301526 h 442564"/>
              <a:gd name="connsiteX839" fmla="*/ 40297 w 1967342"/>
              <a:gd name="connsiteY839" fmla="*/ 303271 h 442564"/>
              <a:gd name="connsiteX840" fmla="*/ 54362 w 1967342"/>
              <a:gd name="connsiteY840" fmla="*/ 296729 h 442564"/>
              <a:gd name="connsiteX841" fmla="*/ 43742 w 1967342"/>
              <a:gd name="connsiteY841" fmla="*/ 310707 h 442564"/>
              <a:gd name="connsiteX842" fmla="*/ 44615 w 1967342"/>
              <a:gd name="connsiteY842" fmla="*/ 312560 h 442564"/>
              <a:gd name="connsiteX843" fmla="*/ 45487 w 1967342"/>
              <a:gd name="connsiteY843" fmla="*/ 314392 h 442564"/>
              <a:gd name="connsiteX844" fmla="*/ 65003 w 1967342"/>
              <a:gd name="connsiteY844" fmla="*/ 305299 h 442564"/>
              <a:gd name="connsiteX845" fmla="*/ 64174 w 1967342"/>
              <a:gd name="connsiteY845" fmla="*/ 303532 h 442564"/>
              <a:gd name="connsiteX846" fmla="*/ 63367 w 1967342"/>
              <a:gd name="connsiteY846" fmla="*/ 301788 h 442564"/>
              <a:gd name="connsiteX847" fmla="*/ 49673 w 1967342"/>
              <a:gd name="connsiteY847" fmla="*/ 308177 h 442564"/>
              <a:gd name="connsiteX848" fmla="*/ 60009 w 1967342"/>
              <a:gd name="connsiteY848" fmla="*/ 294614 h 442564"/>
              <a:gd name="connsiteX849" fmla="*/ 59093 w 1967342"/>
              <a:gd name="connsiteY849" fmla="*/ 292652 h 442564"/>
              <a:gd name="connsiteX850" fmla="*/ 406476 w 1967342"/>
              <a:gd name="connsiteY850" fmla="*/ 281836 h 442564"/>
              <a:gd name="connsiteX851" fmla="*/ 402944 w 1967342"/>
              <a:gd name="connsiteY851" fmla="*/ 291038 h 442564"/>
              <a:gd name="connsiteX852" fmla="*/ 386415 w 1967342"/>
              <a:gd name="connsiteY852" fmla="*/ 284693 h 442564"/>
              <a:gd name="connsiteX853" fmla="*/ 385674 w 1967342"/>
              <a:gd name="connsiteY853" fmla="*/ 286633 h 442564"/>
              <a:gd name="connsiteX854" fmla="*/ 384933 w 1967342"/>
              <a:gd name="connsiteY854" fmla="*/ 288552 h 442564"/>
              <a:gd name="connsiteX855" fmla="*/ 405081 w 1967342"/>
              <a:gd name="connsiteY855" fmla="*/ 296293 h 442564"/>
              <a:gd name="connsiteX856" fmla="*/ 410052 w 1967342"/>
              <a:gd name="connsiteY856" fmla="*/ 283210 h 442564"/>
              <a:gd name="connsiteX857" fmla="*/ 408264 w 1967342"/>
              <a:gd name="connsiteY857" fmla="*/ 282534 h 442564"/>
              <a:gd name="connsiteX858" fmla="*/ 54383 w 1967342"/>
              <a:gd name="connsiteY858" fmla="*/ 281095 h 442564"/>
              <a:gd name="connsiteX859" fmla="*/ 34279 w 1967342"/>
              <a:gd name="connsiteY859" fmla="*/ 288814 h 442564"/>
              <a:gd name="connsiteX860" fmla="*/ 35020 w 1967342"/>
              <a:gd name="connsiteY860" fmla="*/ 290755 h 442564"/>
              <a:gd name="connsiteX861" fmla="*/ 35762 w 1967342"/>
              <a:gd name="connsiteY861" fmla="*/ 292673 h 442564"/>
              <a:gd name="connsiteX862" fmla="*/ 55866 w 1967342"/>
              <a:gd name="connsiteY862" fmla="*/ 284954 h 442564"/>
              <a:gd name="connsiteX863" fmla="*/ 55125 w 1967342"/>
              <a:gd name="connsiteY863" fmla="*/ 283035 h 442564"/>
              <a:gd name="connsiteX864" fmla="*/ 35958 w 1967342"/>
              <a:gd name="connsiteY864" fmla="*/ 266420 h 442564"/>
              <a:gd name="connsiteX865" fmla="*/ 34715 w 1967342"/>
              <a:gd name="connsiteY865" fmla="*/ 266747 h 442564"/>
              <a:gd name="connsiteX866" fmla="*/ 29569 w 1967342"/>
              <a:gd name="connsiteY866" fmla="*/ 269669 h 442564"/>
              <a:gd name="connsiteX867" fmla="*/ 29067 w 1967342"/>
              <a:gd name="connsiteY867" fmla="*/ 274902 h 442564"/>
              <a:gd name="connsiteX868" fmla="*/ 31924 w 1967342"/>
              <a:gd name="connsiteY868" fmla="*/ 279067 h 442564"/>
              <a:gd name="connsiteX869" fmla="*/ 31924 w 1967342"/>
              <a:gd name="connsiteY869" fmla="*/ 279023 h 442564"/>
              <a:gd name="connsiteX870" fmla="*/ 37135 w 1967342"/>
              <a:gd name="connsiteY870" fmla="*/ 279372 h 442564"/>
              <a:gd name="connsiteX871" fmla="*/ 52094 w 1967342"/>
              <a:gd name="connsiteY871" fmla="*/ 275360 h 442564"/>
              <a:gd name="connsiteX872" fmla="*/ 51549 w 1967342"/>
              <a:gd name="connsiteY872" fmla="*/ 273354 h 442564"/>
              <a:gd name="connsiteX873" fmla="*/ 51025 w 1967342"/>
              <a:gd name="connsiteY873" fmla="*/ 271369 h 442564"/>
              <a:gd name="connsiteX874" fmla="*/ 36067 w 1967342"/>
              <a:gd name="connsiteY874" fmla="*/ 275382 h 442564"/>
              <a:gd name="connsiteX875" fmla="*/ 33734 w 1967342"/>
              <a:gd name="connsiteY875" fmla="*/ 275382 h 442564"/>
              <a:gd name="connsiteX876" fmla="*/ 33511 w 1967342"/>
              <a:gd name="connsiteY876" fmla="*/ 275229 h 442564"/>
              <a:gd name="connsiteX877" fmla="*/ 33058 w 1967342"/>
              <a:gd name="connsiteY877" fmla="*/ 271806 h 442564"/>
              <a:gd name="connsiteX878" fmla="*/ 35718 w 1967342"/>
              <a:gd name="connsiteY878" fmla="*/ 270541 h 442564"/>
              <a:gd name="connsiteX879" fmla="*/ 36961 w 1967342"/>
              <a:gd name="connsiteY879" fmla="*/ 270214 h 442564"/>
              <a:gd name="connsiteX880" fmla="*/ 848010 w 1967342"/>
              <a:gd name="connsiteY880" fmla="*/ 261938 h 442564"/>
              <a:gd name="connsiteX881" fmla="*/ 847933 w 1967342"/>
              <a:gd name="connsiteY881" fmla="*/ 262091 h 442564"/>
              <a:gd name="connsiteX882" fmla="*/ 847946 w 1967342"/>
              <a:gd name="connsiteY882" fmla="*/ 262008 h 442564"/>
              <a:gd name="connsiteX883" fmla="*/ 399651 w 1967342"/>
              <a:gd name="connsiteY883" fmla="*/ 259486 h 442564"/>
              <a:gd name="connsiteX884" fmla="*/ 405429 w 1967342"/>
              <a:gd name="connsiteY884" fmla="*/ 259486 h 442564"/>
              <a:gd name="connsiteX885" fmla="*/ 410401 w 1967342"/>
              <a:gd name="connsiteY885" fmla="*/ 262211 h 442564"/>
              <a:gd name="connsiteX886" fmla="*/ 411081 w 1967342"/>
              <a:gd name="connsiteY886" fmla="*/ 263343 h 442564"/>
              <a:gd name="connsiteX887" fmla="*/ 408482 w 1967342"/>
              <a:gd name="connsiteY887" fmla="*/ 269909 h 442564"/>
              <a:gd name="connsiteX888" fmla="*/ 402813 w 1967342"/>
              <a:gd name="connsiteY888" fmla="*/ 269909 h 442564"/>
              <a:gd name="connsiteX889" fmla="*/ 397732 w 1967342"/>
              <a:gd name="connsiteY889" fmla="*/ 267161 h 442564"/>
              <a:gd name="connsiteX890" fmla="*/ 396938 w 1967342"/>
              <a:gd name="connsiteY890" fmla="*/ 265838 h 442564"/>
              <a:gd name="connsiteX891" fmla="*/ 399651 w 1967342"/>
              <a:gd name="connsiteY891" fmla="*/ 259486 h 442564"/>
              <a:gd name="connsiteX892" fmla="*/ 406389 w 1967342"/>
              <a:gd name="connsiteY892" fmla="*/ 255473 h 442564"/>
              <a:gd name="connsiteX893" fmla="*/ 397667 w 1967342"/>
              <a:gd name="connsiteY893" fmla="*/ 255953 h 442564"/>
              <a:gd name="connsiteX894" fmla="*/ 396808 w 1967342"/>
              <a:gd name="connsiteY894" fmla="*/ 256470 h 442564"/>
              <a:gd name="connsiteX895" fmla="*/ 394309 w 1967342"/>
              <a:gd name="connsiteY895" fmla="*/ 269429 h 442564"/>
              <a:gd name="connsiteX896" fmla="*/ 401810 w 1967342"/>
              <a:gd name="connsiteY896" fmla="*/ 273964 h 442564"/>
              <a:gd name="connsiteX897" fmla="*/ 410401 w 1967342"/>
              <a:gd name="connsiteY897" fmla="*/ 273441 h 442564"/>
              <a:gd name="connsiteX898" fmla="*/ 415002 w 1967342"/>
              <a:gd name="connsiteY898" fmla="*/ 267444 h 442564"/>
              <a:gd name="connsiteX899" fmla="*/ 413738 w 1967342"/>
              <a:gd name="connsiteY899" fmla="*/ 259965 h 442564"/>
              <a:gd name="connsiteX900" fmla="*/ 406389 w 1967342"/>
              <a:gd name="connsiteY900" fmla="*/ 255473 h 442564"/>
              <a:gd name="connsiteX901" fmla="*/ 46948 w 1967342"/>
              <a:gd name="connsiteY901" fmla="*/ 254056 h 442564"/>
              <a:gd name="connsiteX902" fmla="*/ 25818 w 1967342"/>
              <a:gd name="connsiteY902" fmla="*/ 258177 h 442564"/>
              <a:gd name="connsiteX903" fmla="*/ 26211 w 1967342"/>
              <a:gd name="connsiteY903" fmla="*/ 260205 h 442564"/>
              <a:gd name="connsiteX904" fmla="*/ 26603 w 1967342"/>
              <a:gd name="connsiteY904" fmla="*/ 262233 h 442564"/>
              <a:gd name="connsiteX905" fmla="*/ 47733 w 1967342"/>
              <a:gd name="connsiteY905" fmla="*/ 258133 h 442564"/>
              <a:gd name="connsiteX906" fmla="*/ 47340 w 1967342"/>
              <a:gd name="connsiteY906" fmla="*/ 256084 h 442564"/>
              <a:gd name="connsiteX907" fmla="*/ 92826 w 1967342"/>
              <a:gd name="connsiteY907" fmla="*/ 253838 h 442564"/>
              <a:gd name="connsiteX908" fmla="*/ 117445 w 1967342"/>
              <a:gd name="connsiteY908" fmla="*/ 257742 h 442564"/>
              <a:gd name="connsiteX909" fmla="*/ 176538 w 1967342"/>
              <a:gd name="connsiteY909" fmla="*/ 257262 h 442564"/>
              <a:gd name="connsiteX910" fmla="*/ 185107 w 1967342"/>
              <a:gd name="connsiteY910" fmla="*/ 258657 h 442564"/>
              <a:gd name="connsiteX911" fmla="*/ 203925 w 1967342"/>
              <a:gd name="connsiteY911" fmla="*/ 260838 h 442564"/>
              <a:gd name="connsiteX912" fmla="*/ 198147 w 1967342"/>
              <a:gd name="connsiteY912" fmla="*/ 284192 h 442564"/>
              <a:gd name="connsiteX913" fmla="*/ 221282 w 1967342"/>
              <a:gd name="connsiteY913" fmla="*/ 288117 h 442564"/>
              <a:gd name="connsiteX914" fmla="*/ 244396 w 1967342"/>
              <a:gd name="connsiteY914" fmla="*/ 284192 h 442564"/>
              <a:gd name="connsiteX915" fmla="*/ 238618 w 1967342"/>
              <a:gd name="connsiteY915" fmla="*/ 260860 h 442564"/>
              <a:gd name="connsiteX916" fmla="*/ 257436 w 1967342"/>
              <a:gd name="connsiteY916" fmla="*/ 258679 h 442564"/>
              <a:gd name="connsiteX917" fmla="*/ 266027 w 1967342"/>
              <a:gd name="connsiteY917" fmla="*/ 257284 h 442564"/>
              <a:gd name="connsiteX918" fmla="*/ 325120 w 1967342"/>
              <a:gd name="connsiteY918" fmla="*/ 257763 h 442564"/>
              <a:gd name="connsiteX919" fmla="*/ 325207 w 1967342"/>
              <a:gd name="connsiteY919" fmla="*/ 257742 h 442564"/>
              <a:gd name="connsiteX920" fmla="*/ 349804 w 1967342"/>
              <a:gd name="connsiteY920" fmla="*/ 253838 h 442564"/>
              <a:gd name="connsiteX921" fmla="*/ 334322 w 1967342"/>
              <a:gd name="connsiteY921" fmla="*/ 271108 h 442564"/>
              <a:gd name="connsiteX922" fmla="*/ 236764 w 1967342"/>
              <a:gd name="connsiteY922" fmla="*/ 288989 h 442564"/>
              <a:gd name="connsiteX923" fmla="*/ 243022 w 1967342"/>
              <a:gd name="connsiteY923" fmla="*/ 314021 h 442564"/>
              <a:gd name="connsiteX924" fmla="*/ 221217 w 1967342"/>
              <a:gd name="connsiteY924" fmla="*/ 318731 h 442564"/>
              <a:gd name="connsiteX925" fmla="*/ 199411 w 1967342"/>
              <a:gd name="connsiteY925" fmla="*/ 314021 h 442564"/>
              <a:gd name="connsiteX926" fmla="*/ 205670 w 1967342"/>
              <a:gd name="connsiteY926" fmla="*/ 288989 h 442564"/>
              <a:gd name="connsiteX927" fmla="*/ 108308 w 1967342"/>
              <a:gd name="connsiteY927" fmla="*/ 271108 h 442564"/>
              <a:gd name="connsiteX928" fmla="*/ 92826 w 1967342"/>
              <a:gd name="connsiteY928" fmla="*/ 253838 h 442564"/>
              <a:gd name="connsiteX929" fmla="*/ 821326 w 1967342"/>
              <a:gd name="connsiteY929" fmla="*/ 241793 h 442564"/>
              <a:gd name="connsiteX930" fmla="*/ 828928 w 1967342"/>
              <a:gd name="connsiteY930" fmla="*/ 251296 h 442564"/>
              <a:gd name="connsiteX931" fmla="*/ 836986 w 1967342"/>
              <a:gd name="connsiteY931" fmla="*/ 249320 h 442564"/>
              <a:gd name="connsiteX932" fmla="*/ 846337 w 1967342"/>
              <a:gd name="connsiteY932" fmla="*/ 249320 h 442564"/>
              <a:gd name="connsiteX933" fmla="*/ 849606 w 1967342"/>
              <a:gd name="connsiteY933" fmla="*/ 250840 h 442564"/>
              <a:gd name="connsiteX934" fmla="*/ 848845 w 1967342"/>
              <a:gd name="connsiteY934" fmla="*/ 256161 h 442564"/>
              <a:gd name="connsiteX935" fmla="*/ 847946 w 1967342"/>
              <a:gd name="connsiteY935" fmla="*/ 262008 h 442564"/>
              <a:gd name="connsiteX936" fmla="*/ 843904 w 1967342"/>
              <a:gd name="connsiteY936" fmla="*/ 266424 h 442564"/>
              <a:gd name="connsiteX937" fmla="*/ 839723 w 1967342"/>
              <a:gd name="connsiteY937" fmla="*/ 269540 h 442564"/>
              <a:gd name="connsiteX938" fmla="*/ 836759 w 1967342"/>
              <a:gd name="connsiteY938" fmla="*/ 277979 h 442564"/>
              <a:gd name="connsiteX939" fmla="*/ 830828 w 1967342"/>
              <a:gd name="connsiteY939" fmla="*/ 282008 h 442564"/>
              <a:gd name="connsiteX940" fmla="*/ 823987 w 1967342"/>
              <a:gd name="connsiteY940" fmla="*/ 282616 h 442564"/>
              <a:gd name="connsiteX941" fmla="*/ 814940 w 1967342"/>
              <a:gd name="connsiteY941" fmla="*/ 286417 h 442564"/>
              <a:gd name="connsiteX942" fmla="*/ 804145 w 1967342"/>
              <a:gd name="connsiteY942" fmla="*/ 277523 h 442564"/>
              <a:gd name="connsiteX943" fmla="*/ 805285 w 1967342"/>
              <a:gd name="connsiteY943" fmla="*/ 270833 h 442564"/>
              <a:gd name="connsiteX944" fmla="*/ 803689 w 1967342"/>
              <a:gd name="connsiteY944" fmla="*/ 265512 h 442564"/>
              <a:gd name="connsiteX945" fmla="*/ 806958 w 1967342"/>
              <a:gd name="connsiteY945" fmla="*/ 259278 h 442564"/>
              <a:gd name="connsiteX946" fmla="*/ 815244 w 1967342"/>
              <a:gd name="connsiteY946" fmla="*/ 245062 h 442564"/>
              <a:gd name="connsiteX947" fmla="*/ 821326 w 1967342"/>
              <a:gd name="connsiteY947" fmla="*/ 241793 h 442564"/>
              <a:gd name="connsiteX948" fmla="*/ 44440 w 1967342"/>
              <a:gd name="connsiteY948" fmla="*/ 233668 h 442564"/>
              <a:gd name="connsiteX949" fmla="*/ 23071 w 1967342"/>
              <a:gd name="connsiteY949" fmla="*/ 236306 h 442564"/>
              <a:gd name="connsiteX950" fmla="*/ 24902 w 1967342"/>
              <a:gd name="connsiteY950" fmla="*/ 251308 h 442564"/>
              <a:gd name="connsiteX951" fmla="*/ 26800 w 1967342"/>
              <a:gd name="connsiteY951" fmla="*/ 251090 h 442564"/>
              <a:gd name="connsiteX952" fmla="*/ 28697 w 1967342"/>
              <a:gd name="connsiteY952" fmla="*/ 250850 h 442564"/>
              <a:gd name="connsiteX953" fmla="*/ 27367 w 1967342"/>
              <a:gd name="connsiteY953" fmla="*/ 239948 h 442564"/>
              <a:gd name="connsiteX954" fmla="*/ 32927 w 1967342"/>
              <a:gd name="connsiteY954" fmla="*/ 239250 h 442564"/>
              <a:gd name="connsiteX955" fmla="*/ 34104 w 1967342"/>
              <a:gd name="connsiteY955" fmla="*/ 248866 h 442564"/>
              <a:gd name="connsiteX956" fmla="*/ 35958 w 1967342"/>
              <a:gd name="connsiteY956" fmla="*/ 248648 h 442564"/>
              <a:gd name="connsiteX957" fmla="*/ 37790 w 1967342"/>
              <a:gd name="connsiteY957" fmla="*/ 248430 h 442564"/>
              <a:gd name="connsiteX958" fmla="*/ 36612 w 1967342"/>
              <a:gd name="connsiteY958" fmla="*/ 238814 h 442564"/>
              <a:gd name="connsiteX959" fmla="*/ 41148 w 1967342"/>
              <a:gd name="connsiteY959" fmla="*/ 238247 h 442564"/>
              <a:gd name="connsiteX960" fmla="*/ 42412 w 1967342"/>
              <a:gd name="connsiteY960" fmla="*/ 248605 h 442564"/>
              <a:gd name="connsiteX961" fmla="*/ 44331 w 1967342"/>
              <a:gd name="connsiteY961" fmla="*/ 248386 h 442564"/>
              <a:gd name="connsiteX962" fmla="*/ 46206 w 1967342"/>
              <a:gd name="connsiteY962" fmla="*/ 248147 h 442564"/>
              <a:gd name="connsiteX963" fmla="*/ 404819 w 1967342"/>
              <a:gd name="connsiteY963" fmla="*/ 230026 h 442564"/>
              <a:gd name="connsiteX964" fmla="*/ 399302 w 1967342"/>
              <a:gd name="connsiteY964" fmla="*/ 232207 h 442564"/>
              <a:gd name="connsiteX965" fmla="*/ 399302 w 1967342"/>
              <a:gd name="connsiteY965" fmla="*/ 245290 h 442564"/>
              <a:gd name="connsiteX966" fmla="*/ 415787 w 1967342"/>
              <a:gd name="connsiteY966" fmla="*/ 246838 h 442564"/>
              <a:gd name="connsiteX967" fmla="*/ 419407 w 1967342"/>
              <a:gd name="connsiteY967" fmla="*/ 240297 h 442564"/>
              <a:gd name="connsiteX968" fmla="*/ 416878 w 1967342"/>
              <a:gd name="connsiteY968" fmla="*/ 234387 h 442564"/>
              <a:gd name="connsiteX969" fmla="*/ 416551 w 1967342"/>
              <a:gd name="connsiteY969" fmla="*/ 234213 h 442564"/>
              <a:gd name="connsiteX970" fmla="*/ 419363 w 1967342"/>
              <a:gd name="connsiteY970" fmla="*/ 234038 h 442564"/>
              <a:gd name="connsiteX971" fmla="*/ 419560 w 1967342"/>
              <a:gd name="connsiteY971" fmla="*/ 231313 h 442564"/>
              <a:gd name="connsiteX972" fmla="*/ 407981 w 1967342"/>
              <a:gd name="connsiteY972" fmla="*/ 230310 h 442564"/>
              <a:gd name="connsiteX973" fmla="*/ 407261 w 1967342"/>
              <a:gd name="connsiteY973" fmla="*/ 238574 h 442564"/>
              <a:gd name="connsiteX974" fmla="*/ 410968 w 1967342"/>
              <a:gd name="connsiteY974" fmla="*/ 238901 h 442564"/>
              <a:gd name="connsiteX975" fmla="*/ 411361 w 1967342"/>
              <a:gd name="connsiteY975" fmla="*/ 234235 h 442564"/>
              <a:gd name="connsiteX976" fmla="*/ 413912 w 1967342"/>
              <a:gd name="connsiteY976" fmla="*/ 235543 h 442564"/>
              <a:gd name="connsiteX977" fmla="*/ 415569 w 1967342"/>
              <a:gd name="connsiteY977" fmla="*/ 239446 h 442564"/>
              <a:gd name="connsiteX978" fmla="*/ 413389 w 1967342"/>
              <a:gd name="connsiteY978" fmla="*/ 243546 h 442564"/>
              <a:gd name="connsiteX979" fmla="*/ 407698 w 1967342"/>
              <a:gd name="connsiteY979" fmla="*/ 244505 h 442564"/>
              <a:gd name="connsiteX980" fmla="*/ 402224 w 1967342"/>
              <a:gd name="connsiteY980" fmla="*/ 242499 h 442564"/>
              <a:gd name="connsiteX981" fmla="*/ 400567 w 1967342"/>
              <a:gd name="connsiteY981" fmla="*/ 238138 h 442564"/>
              <a:gd name="connsiteX982" fmla="*/ 401875 w 1967342"/>
              <a:gd name="connsiteY982" fmla="*/ 235369 h 442564"/>
              <a:gd name="connsiteX983" fmla="*/ 404470 w 1967342"/>
              <a:gd name="connsiteY983" fmla="*/ 234147 h 442564"/>
              <a:gd name="connsiteX984" fmla="*/ 106978 w 1967342"/>
              <a:gd name="connsiteY984" fmla="*/ 223332 h 442564"/>
              <a:gd name="connsiteX985" fmla="*/ 120629 w 1967342"/>
              <a:gd name="connsiteY985" fmla="*/ 224815 h 442564"/>
              <a:gd name="connsiteX986" fmla="*/ 132469 w 1967342"/>
              <a:gd name="connsiteY986" fmla="*/ 224815 h 442564"/>
              <a:gd name="connsiteX987" fmla="*/ 146032 w 1967342"/>
              <a:gd name="connsiteY987" fmla="*/ 224684 h 442564"/>
              <a:gd name="connsiteX988" fmla="*/ 166507 w 1967342"/>
              <a:gd name="connsiteY988" fmla="*/ 225208 h 442564"/>
              <a:gd name="connsiteX989" fmla="*/ 188640 w 1967342"/>
              <a:gd name="connsiteY989" fmla="*/ 230354 h 442564"/>
              <a:gd name="connsiteX990" fmla="*/ 204274 w 1967342"/>
              <a:gd name="connsiteY990" fmla="*/ 231422 h 442564"/>
              <a:gd name="connsiteX991" fmla="*/ 198997 w 1967342"/>
              <a:gd name="connsiteY991" fmla="*/ 253860 h 442564"/>
              <a:gd name="connsiteX992" fmla="*/ 220803 w 1967342"/>
              <a:gd name="connsiteY992" fmla="*/ 256433 h 442564"/>
              <a:gd name="connsiteX993" fmla="*/ 221043 w 1967342"/>
              <a:gd name="connsiteY993" fmla="*/ 256433 h 442564"/>
              <a:gd name="connsiteX994" fmla="*/ 221326 w 1967342"/>
              <a:gd name="connsiteY994" fmla="*/ 256433 h 442564"/>
              <a:gd name="connsiteX995" fmla="*/ 243284 w 1967342"/>
              <a:gd name="connsiteY995" fmla="*/ 253816 h 442564"/>
              <a:gd name="connsiteX996" fmla="*/ 238007 w 1967342"/>
              <a:gd name="connsiteY996" fmla="*/ 231379 h 442564"/>
              <a:gd name="connsiteX997" fmla="*/ 253642 w 1967342"/>
              <a:gd name="connsiteY997" fmla="*/ 230310 h 442564"/>
              <a:gd name="connsiteX998" fmla="*/ 275862 w 1967342"/>
              <a:gd name="connsiteY998" fmla="*/ 225229 h 442564"/>
              <a:gd name="connsiteX999" fmla="*/ 296337 w 1967342"/>
              <a:gd name="connsiteY999" fmla="*/ 224706 h 442564"/>
              <a:gd name="connsiteX1000" fmla="*/ 309900 w 1967342"/>
              <a:gd name="connsiteY1000" fmla="*/ 224837 h 442564"/>
              <a:gd name="connsiteX1001" fmla="*/ 321740 w 1967342"/>
              <a:gd name="connsiteY1001" fmla="*/ 224837 h 442564"/>
              <a:gd name="connsiteX1002" fmla="*/ 321740 w 1967342"/>
              <a:gd name="connsiteY1002" fmla="*/ 224815 h 442564"/>
              <a:gd name="connsiteX1003" fmla="*/ 335391 w 1967342"/>
              <a:gd name="connsiteY1003" fmla="*/ 223332 h 442564"/>
              <a:gd name="connsiteX1004" fmla="*/ 322307 w 1967342"/>
              <a:gd name="connsiteY1004" fmla="*/ 236219 h 442564"/>
              <a:gd name="connsiteX1005" fmla="*/ 303271 w 1967342"/>
              <a:gd name="connsiteY1005" fmla="*/ 244942 h 442564"/>
              <a:gd name="connsiteX1006" fmla="*/ 256804 w 1967342"/>
              <a:gd name="connsiteY1006" fmla="*/ 255212 h 442564"/>
              <a:gd name="connsiteX1007" fmla="*/ 236067 w 1967342"/>
              <a:gd name="connsiteY1007" fmla="*/ 257545 h 442564"/>
              <a:gd name="connsiteX1008" fmla="*/ 234061 w 1967342"/>
              <a:gd name="connsiteY1008" fmla="*/ 257741 h 442564"/>
              <a:gd name="connsiteX1009" fmla="*/ 239883 w 1967342"/>
              <a:gd name="connsiteY1009" fmla="*/ 281357 h 442564"/>
              <a:gd name="connsiteX1010" fmla="*/ 221108 w 1967342"/>
              <a:gd name="connsiteY1010" fmla="*/ 284540 h 442564"/>
              <a:gd name="connsiteX1011" fmla="*/ 202312 w 1967342"/>
              <a:gd name="connsiteY1011" fmla="*/ 281357 h 442564"/>
              <a:gd name="connsiteX1012" fmla="*/ 208156 w 1967342"/>
              <a:gd name="connsiteY1012" fmla="*/ 257741 h 442564"/>
              <a:gd name="connsiteX1013" fmla="*/ 206128 w 1967342"/>
              <a:gd name="connsiteY1013" fmla="*/ 257545 h 442564"/>
              <a:gd name="connsiteX1014" fmla="*/ 185391 w 1967342"/>
              <a:gd name="connsiteY1014" fmla="*/ 255212 h 442564"/>
              <a:gd name="connsiteX1015" fmla="*/ 139098 w 1967342"/>
              <a:gd name="connsiteY1015" fmla="*/ 244942 h 442564"/>
              <a:gd name="connsiteX1016" fmla="*/ 120062 w 1967342"/>
              <a:gd name="connsiteY1016" fmla="*/ 236219 h 442564"/>
              <a:gd name="connsiteX1017" fmla="*/ 106978 w 1967342"/>
              <a:gd name="connsiteY1017" fmla="*/ 223332 h 442564"/>
              <a:gd name="connsiteX1018" fmla="*/ 922737 w 1967342"/>
              <a:gd name="connsiteY1018" fmla="*/ 223092 h 442564"/>
              <a:gd name="connsiteX1019" fmla="*/ 928820 w 1967342"/>
              <a:gd name="connsiteY1019" fmla="*/ 224461 h 442564"/>
              <a:gd name="connsiteX1020" fmla="*/ 934977 w 1967342"/>
              <a:gd name="connsiteY1020" fmla="*/ 227653 h 442564"/>
              <a:gd name="connsiteX1021" fmla="*/ 941135 w 1967342"/>
              <a:gd name="connsiteY1021" fmla="*/ 228186 h 442564"/>
              <a:gd name="connsiteX1022" fmla="*/ 947216 w 1967342"/>
              <a:gd name="connsiteY1022" fmla="*/ 230086 h 442564"/>
              <a:gd name="connsiteX1023" fmla="*/ 952462 w 1967342"/>
              <a:gd name="connsiteY1023" fmla="*/ 229250 h 442564"/>
              <a:gd name="connsiteX1024" fmla="*/ 964929 w 1967342"/>
              <a:gd name="connsiteY1024" fmla="*/ 240273 h 442564"/>
              <a:gd name="connsiteX1025" fmla="*/ 964245 w 1967342"/>
              <a:gd name="connsiteY1025" fmla="*/ 240425 h 442564"/>
              <a:gd name="connsiteX1026" fmla="*/ 967514 w 1967342"/>
              <a:gd name="connsiteY1026" fmla="*/ 245214 h 442564"/>
              <a:gd name="connsiteX1027" fmla="*/ 967514 w 1967342"/>
              <a:gd name="connsiteY1027" fmla="*/ 251448 h 442564"/>
              <a:gd name="connsiteX1028" fmla="*/ 963104 w 1967342"/>
              <a:gd name="connsiteY1028" fmla="*/ 257226 h 442564"/>
              <a:gd name="connsiteX1029" fmla="*/ 959684 w 1967342"/>
              <a:gd name="connsiteY1029" fmla="*/ 264220 h 442564"/>
              <a:gd name="connsiteX1030" fmla="*/ 955655 w 1967342"/>
              <a:gd name="connsiteY1030" fmla="*/ 268933 h 442564"/>
              <a:gd name="connsiteX1031" fmla="*/ 948661 w 1967342"/>
              <a:gd name="connsiteY1031" fmla="*/ 271745 h 442564"/>
              <a:gd name="connsiteX1032" fmla="*/ 942731 w 1967342"/>
              <a:gd name="connsiteY1032" fmla="*/ 271745 h 442564"/>
              <a:gd name="connsiteX1033" fmla="*/ 936498 w 1967342"/>
              <a:gd name="connsiteY1033" fmla="*/ 274710 h 442564"/>
              <a:gd name="connsiteX1034" fmla="*/ 931632 w 1967342"/>
              <a:gd name="connsiteY1034" fmla="*/ 269541 h 442564"/>
              <a:gd name="connsiteX1035" fmla="*/ 931632 w 1967342"/>
              <a:gd name="connsiteY1035" fmla="*/ 262700 h 442564"/>
              <a:gd name="connsiteX1036" fmla="*/ 926614 w 1967342"/>
              <a:gd name="connsiteY1036" fmla="*/ 253500 h 442564"/>
              <a:gd name="connsiteX1037" fmla="*/ 922585 w 1967342"/>
              <a:gd name="connsiteY1037" fmla="*/ 245518 h 442564"/>
              <a:gd name="connsiteX1038" fmla="*/ 920229 w 1967342"/>
              <a:gd name="connsiteY1038" fmla="*/ 236624 h 442564"/>
              <a:gd name="connsiteX1039" fmla="*/ 920685 w 1967342"/>
              <a:gd name="connsiteY1039" fmla="*/ 231151 h 442564"/>
              <a:gd name="connsiteX1040" fmla="*/ 922737 w 1967342"/>
              <a:gd name="connsiteY1040" fmla="*/ 223092 h 442564"/>
              <a:gd name="connsiteX1041" fmla="*/ 35630 w 1967342"/>
              <a:gd name="connsiteY1041" fmla="*/ 215351 h 442564"/>
              <a:gd name="connsiteX1042" fmla="*/ 40362 w 1967342"/>
              <a:gd name="connsiteY1042" fmla="*/ 215351 h 442564"/>
              <a:gd name="connsiteX1043" fmla="*/ 40362 w 1967342"/>
              <a:gd name="connsiteY1043" fmla="*/ 219930 h 442564"/>
              <a:gd name="connsiteX1044" fmla="*/ 39773 w 1967342"/>
              <a:gd name="connsiteY1044" fmla="*/ 222351 h 442564"/>
              <a:gd name="connsiteX1045" fmla="*/ 38116 w 1967342"/>
              <a:gd name="connsiteY1045" fmla="*/ 223136 h 442564"/>
              <a:gd name="connsiteX1046" fmla="*/ 36219 w 1967342"/>
              <a:gd name="connsiteY1046" fmla="*/ 222416 h 442564"/>
              <a:gd name="connsiteX1047" fmla="*/ 35630 w 1967342"/>
              <a:gd name="connsiteY1047" fmla="*/ 220083 h 442564"/>
              <a:gd name="connsiteX1048" fmla="*/ 26276 w 1967342"/>
              <a:gd name="connsiteY1048" fmla="*/ 215068 h 442564"/>
              <a:gd name="connsiteX1049" fmla="*/ 32011 w 1967342"/>
              <a:gd name="connsiteY1049" fmla="*/ 215177 h 442564"/>
              <a:gd name="connsiteX1050" fmla="*/ 32011 w 1967342"/>
              <a:gd name="connsiteY1050" fmla="*/ 220105 h 442564"/>
              <a:gd name="connsiteX1051" fmla="*/ 31313 w 1967342"/>
              <a:gd name="connsiteY1051" fmla="*/ 222591 h 442564"/>
              <a:gd name="connsiteX1052" fmla="*/ 29285 w 1967342"/>
              <a:gd name="connsiteY1052" fmla="*/ 223376 h 442564"/>
              <a:gd name="connsiteX1053" fmla="*/ 26996 w 1967342"/>
              <a:gd name="connsiteY1053" fmla="*/ 222526 h 442564"/>
              <a:gd name="connsiteX1054" fmla="*/ 26276 w 1967342"/>
              <a:gd name="connsiteY1054" fmla="*/ 220084 h 442564"/>
              <a:gd name="connsiteX1055" fmla="*/ 22678 w 1967342"/>
              <a:gd name="connsiteY1055" fmla="*/ 211034 h 442564"/>
              <a:gd name="connsiteX1056" fmla="*/ 22678 w 1967342"/>
              <a:gd name="connsiteY1056" fmla="*/ 213018 h 442564"/>
              <a:gd name="connsiteX1057" fmla="*/ 22657 w 1967342"/>
              <a:gd name="connsiteY1057" fmla="*/ 220018 h 442564"/>
              <a:gd name="connsiteX1058" fmla="*/ 24270 w 1967342"/>
              <a:gd name="connsiteY1058" fmla="*/ 225556 h 442564"/>
              <a:gd name="connsiteX1059" fmla="*/ 29264 w 1967342"/>
              <a:gd name="connsiteY1059" fmla="*/ 227519 h 442564"/>
              <a:gd name="connsiteX1060" fmla="*/ 33428 w 1967342"/>
              <a:gd name="connsiteY1060" fmla="*/ 225687 h 442564"/>
              <a:gd name="connsiteX1061" fmla="*/ 34148 w 1967342"/>
              <a:gd name="connsiteY1061" fmla="*/ 224466 h 442564"/>
              <a:gd name="connsiteX1062" fmla="*/ 38509 w 1967342"/>
              <a:gd name="connsiteY1062" fmla="*/ 227017 h 442564"/>
              <a:gd name="connsiteX1063" fmla="*/ 42543 w 1967342"/>
              <a:gd name="connsiteY1063" fmla="*/ 225469 h 442564"/>
              <a:gd name="connsiteX1064" fmla="*/ 44048 w 1967342"/>
              <a:gd name="connsiteY1064" fmla="*/ 220999 h 442564"/>
              <a:gd name="connsiteX1065" fmla="*/ 44200 w 1967342"/>
              <a:gd name="connsiteY1065" fmla="*/ 213389 h 442564"/>
              <a:gd name="connsiteX1066" fmla="*/ 44200 w 1967342"/>
              <a:gd name="connsiteY1066" fmla="*/ 211426 h 442564"/>
              <a:gd name="connsiteX1067" fmla="*/ 398365 w 1967342"/>
              <a:gd name="connsiteY1067" fmla="*/ 207196 h 442564"/>
              <a:gd name="connsiteX1068" fmla="*/ 398365 w 1967342"/>
              <a:gd name="connsiteY1068" fmla="*/ 209551 h 442564"/>
              <a:gd name="connsiteX1069" fmla="*/ 398365 w 1967342"/>
              <a:gd name="connsiteY1069" fmla="*/ 211884 h 442564"/>
              <a:gd name="connsiteX1070" fmla="*/ 407807 w 1967342"/>
              <a:gd name="connsiteY1070" fmla="*/ 215417 h 442564"/>
              <a:gd name="connsiteX1071" fmla="*/ 398626 w 1967342"/>
              <a:gd name="connsiteY1071" fmla="*/ 219778 h 442564"/>
              <a:gd name="connsiteX1072" fmla="*/ 398626 w 1967342"/>
              <a:gd name="connsiteY1072" fmla="*/ 222242 h 442564"/>
              <a:gd name="connsiteX1073" fmla="*/ 398626 w 1967342"/>
              <a:gd name="connsiteY1073" fmla="*/ 224706 h 442564"/>
              <a:gd name="connsiteX1074" fmla="*/ 411710 w 1967342"/>
              <a:gd name="connsiteY1074" fmla="*/ 217314 h 442564"/>
              <a:gd name="connsiteX1075" fmla="*/ 419800 w 1967342"/>
              <a:gd name="connsiteY1075" fmla="*/ 217030 h 442564"/>
              <a:gd name="connsiteX1076" fmla="*/ 419800 w 1967342"/>
              <a:gd name="connsiteY1076" fmla="*/ 214959 h 442564"/>
              <a:gd name="connsiteX1077" fmla="*/ 419800 w 1967342"/>
              <a:gd name="connsiteY1077" fmla="*/ 212909 h 442564"/>
              <a:gd name="connsiteX1078" fmla="*/ 411622 w 1967342"/>
              <a:gd name="connsiteY1078" fmla="*/ 213192 h 442564"/>
              <a:gd name="connsiteX1079" fmla="*/ 322242 w 1967342"/>
              <a:gd name="connsiteY1079" fmla="*/ 189337 h 442564"/>
              <a:gd name="connsiteX1080" fmla="*/ 309355 w 1967342"/>
              <a:gd name="connsiteY1080" fmla="*/ 203489 h 442564"/>
              <a:gd name="connsiteX1081" fmla="*/ 290362 w 1967342"/>
              <a:gd name="connsiteY1081" fmla="*/ 215787 h 442564"/>
              <a:gd name="connsiteX1082" fmla="*/ 252922 w 1967342"/>
              <a:gd name="connsiteY1082" fmla="*/ 226799 h 442564"/>
              <a:gd name="connsiteX1083" fmla="*/ 236765 w 1967342"/>
              <a:gd name="connsiteY1083" fmla="*/ 227824 h 442564"/>
              <a:gd name="connsiteX1084" fmla="*/ 233428 w 1967342"/>
              <a:gd name="connsiteY1084" fmla="*/ 227824 h 442564"/>
              <a:gd name="connsiteX1085" fmla="*/ 238836 w 1967342"/>
              <a:gd name="connsiteY1085" fmla="*/ 250785 h 442564"/>
              <a:gd name="connsiteX1086" fmla="*/ 221392 w 1967342"/>
              <a:gd name="connsiteY1086" fmla="*/ 252966 h 442564"/>
              <a:gd name="connsiteX1087" fmla="*/ 221174 w 1967342"/>
              <a:gd name="connsiteY1087" fmla="*/ 252966 h 442564"/>
              <a:gd name="connsiteX1088" fmla="*/ 220934 w 1967342"/>
              <a:gd name="connsiteY1088" fmla="*/ 252966 h 442564"/>
              <a:gd name="connsiteX1089" fmla="*/ 203489 w 1967342"/>
              <a:gd name="connsiteY1089" fmla="*/ 250785 h 442564"/>
              <a:gd name="connsiteX1090" fmla="*/ 208919 w 1967342"/>
              <a:gd name="connsiteY1090" fmla="*/ 227868 h 442564"/>
              <a:gd name="connsiteX1091" fmla="*/ 205583 w 1967342"/>
              <a:gd name="connsiteY1091" fmla="*/ 227868 h 442564"/>
              <a:gd name="connsiteX1092" fmla="*/ 189425 w 1967342"/>
              <a:gd name="connsiteY1092" fmla="*/ 226843 h 442564"/>
              <a:gd name="connsiteX1093" fmla="*/ 151985 w 1967342"/>
              <a:gd name="connsiteY1093" fmla="*/ 215831 h 442564"/>
              <a:gd name="connsiteX1094" fmla="*/ 132949 w 1967342"/>
              <a:gd name="connsiteY1094" fmla="*/ 203511 h 442564"/>
              <a:gd name="connsiteX1095" fmla="*/ 120105 w 1967342"/>
              <a:gd name="connsiteY1095" fmla="*/ 189381 h 442564"/>
              <a:gd name="connsiteX1096" fmla="*/ 133581 w 1967342"/>
              <a:gd name="connsiteY1096" fmla="*/ 190907 h 442564"/>
              <a:gd name="connsiteX1097" fmla="*/ 138814 w 1967342"/>
              <a:gd name="connsiteY1097" fmla="*/ 191147 h 442564"/>
              <a:gd name="connsiteX1098" fmla="*/ 163411 w 1967342"/>
              <a:gd name="connsiteY1098" fmla="*/ 192434 h 442564"/>
              <a:gd name="connsiteX1099" fmla="*/ 166158 w 1967342"/>
              <a:gd name="connsiteY1099" fmla="*/ 193895 h 442564"/>
              <a:gd name="connsiteX1100" fmla="*/ 193939 w 1967342"/>
              <a:gd name="connsiteY1100" fmla="*/ 202770 h 442564"/>
              <a:gd name="connsiteX1101" fmla="*/ 198910 w 1967342"/>
              <a:gd name="connsiteY1101" fmla="*/ 203097 h 442564"/>
              <a:gd name="connsiteX1102" fmla="*/ 205016 w 1967342"/>
              <a:gd name="connsiteY1102" fmla="*/ 202770 h 442564"/>
              <a:gd name="connsiteX1103" fmla="*/ 200219 w 1967342"/>
              <a:gd name="connsiteY1103" fmla="*/ 222721 h 442564"/>
              <a:gd name="connsiteX1104" fmla="*/ 221283 w 1967342"/>
              <a:gd name="connsiteY1104" fmla="*/ 224052 h 442564"/>
              <a:gd name="connsiteX1105" fmla="*/ 242325 w 1967342"/>
              <a:gd name="connsiteY1105" fmla="*/ 222721 h 442564"/>
              <a:gd name="connsiteX1106" fmla="*/ 237550 w 1967342"/>
              <a:gd name="connsiteY1106" fmla="*/ 202770 h 442564"/>
              <a:gd name="connsiteX1107" fmla="*/ 243633 w 1967342"/>
              <a:gd name="connsiteY1107" fmla="*/ 203097 h 442564"/>
              <a:gd name="connsiteX1108" fmla="*/ 248605 w 1967342"/>
              <a:gd name="connsiteY1108" fmla="*/ 202770 h 442564"/>
              <a:gd name="connsiteX1109" fmla="*/ 276407 w 1967342"/>
              <a:gd name="connsiteY1109" fmla="*/ 193895 h 442564"/>
              <a:gd name="connsiteX1110" fmla="*/ 279154 w 1967342"/>
              <a:gd name="connsiteY1110" fmla="*/ 192434 h 442564"/>
              <a:gd name="connsiteX1111" fmla="*/ 303751 w 1967342"/>
              <a:gd name="connsiteY1111" fmla="*/ 191147 h 442564"/>
              <a:gd name="connsiteX1112" fmla="*/ 308962 w 1967342"/>
              <a:gd name="connsiteY1112" fmla="*/ 190907 h 442564"/>
              <a:gd name="connsiteX1113" fmla="*/ 308744 w 1967342"/>
              <a:gd name="connsiteY1113" fmla="*/ 190864 h 442564"/>
              <a:gd name="connsiteX1114" fmla="*/ 322242 w 1967342"/>
              <a:gd name="connsiteY1114" fmla="*/ 189337 h 442564"/>
              <a:gd name="connsiteX1115" fmla="*/ 900919 w 1967342"/>
              <a:gd name="connsiteY1115" fmla="*/ 179001 h 442564"/>
              <a:gd name="connsiteX1116" fmla="*/ 895293 w 1967342"/>
              <a:gd name="connsiteY1116" fmla="*/ 179761 h 442564"/>
              <a:gd name="connsiteX1117" fmla="*/ 889517 w 1967342"/>
              <a:gd name="connsiteY1117" fmla="*/ 181661 h 442564"/>
              <a:gd name="connsiteX1118" fmla="*/ 885183 w 1967342"/>
              <a:gd name="connsiteY1118" fmla="*/ 184398 h 442564"/>
              <a:gd name="connsiteX1119" fmla="*/ 873932 w 1967342"/>
              <a:gd name="connsiteY1119" fmla="*/ 189263 h 442564"/>
              <a:gd name="connsiteX1120" fmla="*/ 870511 w 1967342"/>
              <a:gd name="connsiteY1120" fmla="*/ 195041 h 442564"/>
              <a:gd name="connsiteX1121" fmla="*/ 875376 w 1967342"/>
              <a:gd name="connsiteY1121" fmla="*/ 199906 h 442564"/>
              <a:gd name="connsiteX1122" fmla="*/ 883966 w 1967342"/>
              <a:gd name="connsiteY1122" fmla="*/ 197246 h 442564"/>
              <a:gd name="connsiteX1123" fmla="*/ 892025 w 1967342"/>
              <a:gd name="connsiteY1123" fmla="*/ 191012 h 442564"/>
              <a:gd name="connsiteX1124" fmla="*/ 898715 w 1967342"/>
              <a:gd name="connsiteY1124" fmla="*/ 185083 h 442564"/>
              <a:gd name="connsiteX1125" fmla="*/ 900919 w 1967342"/>
              <a:gd name="connsiteY1125" fmla="*/ 179001 h 442564"/>
              <a:gd name="connsiteX1126" fmla="*/ 1167980 w 1967342"/>
              <a:gd name="connsiteY1126" fmla="*/ 166762 h 442564"/>
              <a:gd name="connsiteX1127" fmla="*/ 1159085 w 1967342"/>
              <a:gd name="connsiteY1127" fmla="*/ 168282 h 442564"/>
              <a:gd name="connsiteX1128" fmla="*/ 1156956 w 1967342"/>
              <a:gd name="connsiteY1128" fmla="*/ 172995 h 442564"/>
              <a:gd name="connsiteX1129" fmla="*/ 1157641 w 1967342"/>
              <a:gd name="connsiteY1129" fmla="*/ 177405 h 442564"/>
              <a:gd name="connsiteX1130" fmla="*/ 1165243 w 1967342"/>
              <a:gd name="connsiteY1130" fmla="*/ 178240 h 442564"/>
              <a:gd name="connsiteX1131" fmla="*/ 1165319 w 1967342"/>
              <a:gd name="connsiteY1131" fmla="*/ 178240 h 442564"/>
              <a:gd name="connsiteX1132" fmla="*/ 1170412 w 1967342"/>
              <a:gd name="connsiteY1132" fmla="*/ 169422 h 442564"/>
              <a:gd name="connsiteX1133" fmla="*/ 1170430 w 1967342"/>
              <a:gd name="connsiteY1133" fmla="*/ 169020 h 442564"/>
              <a:gd name="connsiteX1134" fmla="*/ 1167980 w 1967342"/>
              <a:gd name="connsiteY1134" fmla="*/ 166762 h 442564"/>
              <a:gd name="connsiteX1135" fmla="*/ 1194586 w 1967342"/>
              <a:gd name="connsiteY1135" fmla="*/ 158855 h 442564"/>
              <a:gd name="connsiteX1136" fmla="*/ 1187669 w 1967342"/>
              <a:gd name="connsiteY1136" fmla="*/ 161136 h 442564"/>
              <a:gd name="connsiteX1137" fmla="*/ 1186832 w 1967342"/>
              <a:gd name="connsiteY1137" fmla="*/ 168054 h 442564"/>
              <a:gd name="connsiteX1138" fmla="*/ 1191089 w 1967342"/>
              <a:gd name="connsiteY1138" fmla="*/ 171930 h 442564"/>
              <a:gd name="connsiteX1139" fmla="*/ 1198691 w 1967342"/>
              <a:gd name="connsiteY1139" fmla="*/ 166229 h 442564"/>
              <a:gd name="connsiteX1140" fmla="*/ 1198996 w 1967342"/>
              <a:gd name="connsiteY1140" fmla="*/ 166229 h 442564"/>
              <a:gd name="connsiteX1141" fmla="*/ 1198996 w 1967342"/>
              <a:gd name="connsiteY1141" fmla="*/ 160452 h 442564"/>
              <a:gd name="connsiteX1142" fmla="*/ 1194586 w 1967342"/>
              <a:gd name="connsiteY1142" fmla="*/ 158855 h 442564"/>
              <a:gd name="connsiteX1143" fmla="*/ 916580 w 1967342"/>
              <a:gd name="connsiteY1143" fmla="*/ 150112 h 442564"/>
              <a:gd name="connsiteX1144" fmla="*/ 923117 w 1967342"/>
              <a:gd name="connsiteY1144" fmla="*/ 152622 h 442564"/>
              <a:gd name="connsiteX1145" fmla="*/ 930719 w 1967342"/>
              <a:gd name="connsiteY1145" fmla="*/ 152622 h 442564"/>
              <a:gd name="connsiteX1146" fmla="*/ 941438 w 1967342"/>
              <a:gd name="connsiteY1146" fmla="*/ 159615 h 442564"/>
              <a:gd name="connsiteX1147" fmla="*/ 944403 w 1967342"/>
              <a:gd name="connsiteY1147" fmla="*/ 168510 h 442564"/>
              <a:gd name="connsiteX1148" fmla="*/ 944403 w 1967342"/>
              <a:gd name="connsiteY1148" fmla="*/ 175428 h 442564"/>
              <a:gd name="connsiteX1149" fmla="*/ 935356 w 1967342"/>
              <a:gd name="connsiteY1149" fmla="*/ 184626 h 442564"/>
              <a:gd name="connsiteX1150" fmla="*/ 935052 w 1967342"/>
              <a:gd name="connsiteY1150" fmla="*/ 184626 h 442564"/>
              <a:gd name="connsiteX1151" fmla="*/ 930719 w 1967342"/>
              <a:gd name="connsiteY1151" fmla="*/ 192228 h 442564"/>
              <a:gd name="connsiteX1152" fmla="*/ 916503 w 1967342"/>
              <a:gd name="connsiteY1152" fmla="*/ 217011 h 442564"/>
              <a:gd name="connsiteX1153" fmla="*/ 910269 w 1967342"/>
              <a:gd name="connsiteY1153" fmla="*/ 224993 h 442564"/>
              <a:gd name="connsiteX1154" fmla="*/ 905632 w 1967342"/>
              <a:gd name="connsiteY1154" fmla="*/ 225601 h 442564"/>
              <a:gd name="connsiteX1155" fmla="*/ 901223 w 1967342"/>
              <a:gd name="connsiteY1155" fmla="*/ 230543 h 442564"/>
              <a:gd name="connsiteX1156" fmla="*/ 902668 w 1967342"/>
              <a:gd name="connsiteY1156" fmla="*/ 239589 h 442564"/>
              <a:gd name="connsiteX1157" fmla="*/ 902668 w 1967342"/>
              <a:gd name="connsiteY1157" fmla="*/ 279804 h 442564"/>
              <a:gd name="connsiteX1158" fmla="*/ 895066 w 1967342"/>
              <a:gd name="connsiteY1158" fmla="*/ 291207 h 442564"/>
              <a:gd name="connsiteX1159" fmla="*/ 886931 w 1967342"/>
              <a:gd name="connsiteY1159" fmla="*/ 299341 h 442564"/>
              <a:gd name="connsiteX1160" fmla="*/ 879329 w 1967342"/>
              <a:gd name="connsiteY1160" fmla="*/ 303218 h 442564"/>
              <a:gd name="connsiteX1161" fmla="*/ 875909 w 1967342"/>
              <a:gd name="connsiteY1161" fmla="*/ 300861 h 442564"/>
              <a:gd name="connsiteX1162" fmla="*/ 870587 w 1967342"/>
              <a:gd name="connsiteY1162" fmla="*/ 298505 h 442564"/>
              <a:gd name="connsiteX1163" fmla="*/ 866406 w 1967342"/>
              <a:gd name="connsiteY1163" fmla="*/ 295236 h 442564"/>
              <a:gd name="connsiteX1164" fmla="*/ 859412 w 1967342"/>
              <a:gd name="connsiteY1164" fmla="*/ 291815 h 442564"/>
              <a:gd name="connsiteX1165" fmla="*/ 855611 w 1967342"/>
              <a:gd name="connsiteY1165" fmla="*/ 284669 h 442564"/>
              <a:gd name="connsiteX1166" fmla="*/ 844892 w 1967342"/>
              <a:gd name="connsiteY1166" fmla="*/ 273722 h 442564"/>
              <a:gd name="connsiteX1167" fmla="*/ 851734 w 1967342"/>
              <a:gd name="connsiteY1167" fmla="*/ 270910 h 442564"/>
              <a:gd name="connsiteX1168" fmla="*/ 861844 w 1967342"/>
              <a:gd name="connsiteY1168" fmla="*/ 274406 h 442564"/>
              <a:gd name="connsiteX1169" fmla="*/ 869979 w 1967342"/>
              <a:gd name="connsiteY1169" fmla="*/ 264904 h 442564"/>
              <a:gd name="connsiteX1170" fmla="*/ 869979 w 1967342"/>
              <a:gd name="connsiteY1170" fmla="*/ 258290 h 442564"/>
              <a:gd name="connsiteX1171" fmla="*/ 869979 w 1967342"/>
              <a:gd name="connsiteY1171" fmla="*/ 249244 h 442564"/>
              <a:gd name="connsiteX1172" fmla="*/ 871423 w 1967342"/>
              <a:gd name="connsiteY1172" fmla="*/ 237156 h 442564"/>
              <a:gd name="connsiteX1173" fmla="*/ 869219 w 1967342"/>
              <a:gd name="connsiteY1173" fmla="*/ 233051 h 442564"/>
              <a:gd name="connsiteX1174" fmla="*/ 862681 w 1967342"/>
              <a:gd name="connsiteY1174" fmla="*/ 231226 h 442564"/>
              <a:gd name="connsiteX1175" fmla="*/ 857511 w 1967342"/>
              <a:gd name="connsiteY1175" fmla="*/ 232139 h 442564"/>
              <a:gd name="connsiteX1176" fmla="*/ 849225 w 1967342"/>
              <a:gd name="connsiteY1176" fmla="*/ 231379 h 442564"/>
              <a:gd name="connsiteX1177" fmla="*/ 846260 w 1967342"/>
              <a:gd name="connsiteY1177" fmla="*/ 228718 h 442564"/>
              <a:gd name="connsiteX1178" fmla="*/ 844587 w 1967342"/>
              <a:gd name="connsiteY1178" fmla="*/ 222636 h 442564"/>
              <a:gd name="connsiteX1179" fmla="*/ 843144 w 1967342"/>
              <a:gd name="connsiteY1179" fmla="*/ 219367 h 442564"/>
              <a:gd name="connsiteX1180" fmla="*/ 842383 w 1967342"/>
              <a:gd name="connsiteY1180" fmla="*/ 212982 h 442564"/>
              <a:gd name="connsiteX1181" fmla="*/ 840330 w 1967342"/>
              <a:gd name="connsiteY1181" fmla="*/ 203632 h 442564"/>
              <a:gd name="connsiteX1182" fmla="*/ 838354 w 1967342"/>
              <a:gd name="connsiteY1182" fmla="*/ 191620 h 442564"/>
              <a:gd name="connsiteX1183" fmla="*/ 837746 w 1967342"/>
              <a:gd name="connsiteY1183" fmla="*/ 179457 h 442564"/>
              <a:gd name="connsiteX1184" fmla="*/ 845348 w 1967342"/>
              <a:gd name="connsiteY1184" fmla="*/ 165697 h 442564"/>
              <a:gd name="connsiteX1185" fmla="*/ 852342 w 1967342"/>
              <a:gd name="connsiteY1185" fmla="*/ 162580 h 442564"/>
              <a:gd name="connsiteX1186" fmla="*/ 858575 w 1967342"/>
              <a:gd name="connsiteY1186" fmla="*/ 165849 h 442564"/>
              <a:gd name="connsiteX1187" fmla="*/ 861540 w 1967342"/>
              <a:gd name="connsiteY1187" fmla="*/ 169802 h 442564"/>
              <a:gd name="connsiteX1188" fmla="*/ 874464 w 1967342"/>
              <a:gd name="connsiteY1188" fmla="*/ 166001 h 442564"/>
              <a:gd name="connsiteX1189" fmla="*/ 884042 w 1967342"/>
              <a:gd name="connsiteY1189" fmla="*/ 163416 h 442564"/>
              <a:gd name="connsiteX1190" fmla="*/ 891036 w 1967342"/>
              <a:gd name="connsiteY1190" fmla="*/ 160908 h 442564"/>
              <a:gd name="connsiteX1191" fmla="*/ 896510 w 1967342"/>
              <a:gd name="connsiteY1191" fmla="*/ 159311 h 442564"/>
              <a:gd name="connsiteX1192" fmla="*/ 904112 w 1967342"/>
              <a:gd name="connsiteY1192" fmla="*/ 156346 h 442564"/>
              <a:gd name="connsiteX1193" fmla="*/ 908446 w 1967342"/>
              <a:gd name="connsiteY1193" fmla="*/ 153534 h 442564"/>
              <a:gd name="connsiteX1194" fmla="*/ 912246 w 1967342"/>
              <a:gd name="connsiteY1194" fmla="*/ 151557 h 442564"/>
              <a:gd name="connsiteX1195" fmla="*/ 916580 w 1967342"/>
              <a:gd name="connsiteY1195" fmla="*/ 150112 h 442564"/>
              <a:gd name="connsiteX1196" fmla="*/ 1165699 w 1967342"/>
              <a:gd name="connsiteY1196" fmla="*/ 137646 h 442564"/>
              <a:gd name="connsiteX1197" fmla="*/ 1158097 w 1967342"/>
              <a:gd name="connsiteY1197" fmla="*/ 142891 h 442564"/>
              <a:gd name="connsiteX1198" fmla="*/ 1158933 w 1967342"/>
              <a:gd name="connsiteY1198" fmla="*/ 150493 h 442564"/>
              <a:gd name="connsiteX1199" fmla="*/ 1162201 w 1967342"/>
              <a:gd name="connsiteY1199" fmla="*/ 152470 h 442564"/>
              <a:gd name="connsiteX1200" fmla="*/ 1170868 w 1967342"/>
              <a:gd name="connsiteY1200" fmla="*/ 144260 h 442564"/>
              <a:gd name="connsiteX1201" fmla="*/ 1171248 w 1967342"/>
              <a:gd name="connsiteY1201" fmla="*/ 144031 h 442564"/>
              <a:gd name="connsiteX1202" fmla="*/ 1165699 w 1967342"/>
              <a:gd name="connsiteY1202" fmla="*/ 137646 h 442564"/>
              <a:gd name="connsiteX1203" fmla="*/ 1206750 w 1967342"/>
              <a:gd name="connsiteY1203" fmla="*/ 126470 h 442564"/>
              <a:gd name="connsiteX1204" fmla="*/ 1189341 w 1967342"/>
              <a:gd name="connsiteY1204" fmla="*/ 133312 h 442564"/>
              <a:gd name="connsiteX1205" fmla="*/ 1191850 w 1967342"/>
              <a:gd name="connsiteY1205" fmla="*/ 141522 h 442564"/>
              <a:gd name="connsiteX1206" fmla="*/ 1201200 w 1967342"/>
              <a:gd name="connsiteY1206" fmla="*/ 142054 h 442564"/>
              <a:gd name="connsiteX1207" fmla="*/ 1207434 w 1967342"/>
              <a:gd name="connsiteY1207" fmla="*/ 133160 h 442564"/>
              <a:gd name="connsiteX1208" fmla="*/ 1206750 w 1967342"/>
              <a:gd name="connsiteY1208" fmla="*/ 126470 h 442564"/>
              <a:gd name="connsiteX1209" fmla="*/ 1455187 w 1967342"/>
              <a:gd name="connsiteY1209" fmla="*/ 124722 h 442564"/>
              <a:gd name="connsiteX1210" fmla="*/ 1460280 w 1967342"/>
              <a:gd name="connsiteY1210" fmla="*/ 127687 h 442564"/>
              <a:gd name="connsiteX1211" fmla="*/ 1467882 w 1967342"/>
              <a:gd name="connsiteY1211" fmla="*/ 134757 h 442564"/>
              <a:gd name="connsiteX1212" fmla="*/ 1470162 w 1967342"/>
              <a:gd name="connsiteY1212" fmla="*/ 141751 h 442564"/>
              <a:gd name="connsiteX1213" fmla="*/ 1473127 w 1967342"/>
              <a:gd name="connsiteY1213" fmla="*/ 146388 h 442564"/>
              <a:gd name="connsiteX1214" fmla="*/ 1461344 w 1967342"/>
              <a:gd name="connsiteY1214" fmla="*/ 157335 h 442564"/>
              <a:gd name="connsiteX1215" fmla="*/ 1452070 w 1967342"/>
              <a:gd name="connsiteY1215" fmla="*/ 164937 h 442564"/>
              <a:gd name="connsiteX1216" fmla="*/ 1444924 w 1967342"/>
              <a:gd name="connsiteY1216" fmla="*/ 169727 h 442564"/>
              <a:gd name="connsiteX1217" fmla="*/ 1430708 w 1967342"/>
              <a:gd name="connsiteY1217" fmla="*/ 179686 h 442564"/>
              <a:gd name="connsiteX1218" fmla="*/ 1434129 w 1967342"/>
              <a:gd name="connsiteY1218" fmla="*/ 191545 h 442564"/>
              <a:gd name="connsiteX1219" fmla="*/ 1431772 w 1967342"/>
              <a:gd name="connsiteY1219" fmla="*/ 197018 h 442564"/>
              <a:gd name="connsiteX1220" fmla="*/ 1429872 w 1967342"/>
              <a:gd name="connsiteY1220" fmla="*/ 202035 h 442564"/>
              <a:gd name="connsiteX1221" fmla="*/ 1428427 w 1967342"/>
              <a:gd name="connsiteY1221" fmla="*/ 207357 h 442564"/>
              <a:gd name="connsiteX1222" fmla="*/ 1427439 w 1967342"/>
              <a:gd name="connsiteY1222" fmla="*/ 212982 h 442564"/>
              <a:gd name="connsiteX1223" fmla="*/ 1428199 w 1967342"/>
              <a:gd name="connsiteY1223" fmla="*/ 227578 h 442564"/>
              <a:gd name="connsiteX1224" fmla="*/ 1454503 w 1967342"/>
              <a:gd name="connsiteY1224" fmla="*/ 226970 h 442564"/>
              <a:gd name="connsiteX1225" fmla="*/ 1461345 w 1967342"/>
              <a:gd name="connsiteY1225" fmla="*/ 224310 h 442564"/>
              <a:gd name="connsiteX1226" fmla="*/ 1467882 w 1967342"/>
              <a:gd name="connsiteY1226" fmla="*/ 223625 h 442564"/>
              <a:gd name="connsiteX1227" fmla="*/ 1475029 w 1967342"/>
              <a:gd name="connsiteY1227" fmla="*/ 225526 h 442564"/>
              <a:gd name="connsiteX1228" fmla="*/ 1482022 w 1967342"/>
              <a:gd name="connsiteY1228" fmla="*/ 229403 h 442564"/>
              <a:gd name="connsiteX1229" fmla="*/ 1491144 w 1967342"/>
              <a:gd name="connsiteY1229" fmla="*/ 237005 h 442564"/>
              <a:gd name="connsiteX1230" fmla="*/ 1491981 w 1967342"/>
              <a:gd name="connsiteY1230" fmla="*/ 243239 h 442564"/>
              <a:gd name="connsiteX1231" fmla="*/ 1490688 w 1967342"/>
              <a:gd name="connsiteY1231" fmla="*/ 243390 h 442564"/>
              <a:gd name="connsiteX1232" fmla="*/ 1491600 w 1967342"/>
              <a:gd name="connsiteY1232" fmla="*/ 245671 h 442564"/>
              <a:gd name="connsiteX1233" fmla="*/ 1492209 w 1967342"/>
              <a:gd name="connsiteY1233" fmla="*/ 249016 h 442564"/>
              <a:gd name="connsiteX1234" fmla="*/ 1489928 w 1967342"/>
              <a:gd name="connsiteY1234" fmla="*/ 254414 h 442564"/>
              <a:gd name="connsiteX1235" fmla="*/ 1485367 w 1967342"/>
              <a:gd name="connsiteY1235" fmla="*/ 259051 h 442564"/>
              <a:gd name="connsiteX1236" fmla="*/ 1476472 w 1967342"/>
              <a:gd name="connsiteY1236" fmla="*/ 259583 h 442564"/>
              <a:gd name="connsiteX1237" fmla="*/ 1466818 w 1967342"/>
              <a:gd name="connsiteY1237" fmla="*/ 257911 h 442564"/>
              <a:gd name="connsiteX1238" fmla="*/ 1456935 w 1967342"/>
              <a:gd name="connsiteY1238" fmla="*/ 258747 h 442564"/>
              <a:gd name="connsiteX1239" fmla="*/ 1440591 w 1967342"/>
              <a:gd name="connsiteY1239" fmla="*/ 257378 h 442564"/>
              <a:gd name="connsiteX1240" fmla="*/ 1425386 w 1967342"/>
              <a:gd name="connsiteY1240" fmla="*/ 257378 h 442564"/>
              <a:gd name="connsiteX1241" fmla="*/ 1410182 w 1967342"/>
              <a:gd name="connsiteY1241" fmla="*/ 258595 h 442564"/>
              <a:gd name="connsiteX1242" fmla="*/ 1395662 w 1967342"/>
              <a:gd name="connsiteY1242" fmla="*/ 260647 h 442564"/>
              <a:gd name="connsiteX1243" fmla="*/ 1379166 w 1967342"/>
              <a:gd name="connsiteY1243" fmla="*/ 260267 h 442564"/>
              <a:gd name="connsiteX1244" fmla="*/ 1349898 w 1967342"/>
              <a:gd name="connsiteY1244" fmla="*/ 266273 h 442564"/>
              <a:gd name="connsiteX1245" fmla="*/ 1314016 w 1967342"/>
              <a:gd name="connsiteY1245" fmla="*/ 279957 h 442564"/>
              <a:gd name="connsiteX1246" fmla="*/ 1300332 w 1967342"/>
              <a:gd name="connsiteY1246" fmla="*/ 267033 h 442564"/>
              <a:gd name="connsiteX1247" fmla="*/ 1300332 w 1967342"/>
              <a:gd name="connsiteY1247" fmla="*/ 259431 h 442564"/>
              <a:gd name="connsiteX1248" fmla="*/ 1299496 w 1967342"/>
              <a:gd name="connsiteY1248" fmla="*/ 250157 h 442564"/>
              <a:gd name="connsiteX1249" fmla="*/ 1314700 w 1967342"/>
              <a:gd name="connsiteY1249" fmla="*/ 241870 h 442564"/>
              <a:gd name="connsiteX1250" fmla="*/ 1323519 w 1967342"/>
              <a:gd name="connsiteY1250" fmla="*/ 242706 h 442564"/>
              <a:gd name="connsiteX1251" fmla="*/ 1341764 w 1967342"/>
              <a:gd name="connsiteY1251" fmla="*/ 235788 h 442564"/>
              <a:gd name="connsiteX1252" fmla="*/ 1349366 w 1967342"/>
              <a:gd name="connsiteY1252" fmla="*/ 234345 h 442564"/>
              <a:gd name="connsiteX1253" fmla="*/ 1369359 w 1967342"/>
              <a:gd name="connsiteY1253" fmla="*/ 225982 h 442564"/>
              <a:gd name="connsiteX1254" fmla="*/ 1385019 w 1967342"/>
              <a:gd name="connsiteY1254" fmla="*/ 199223 h 442564"/>
              <a:gd name="connsiteX1255" fmla="*/ 1386616 w 1967342"/>
              <a:gd name="connsiteY1255" fmla="*/ 190253 h 442564"/>
              <a:gd name="connsiteX1256" fmla="*/ 1385019 w 1967342"/>
              <a:gd name="connsiteY1256" fmla="*/ 183182 h 442564"/>
              <a:gd name="connsiteX1257" fmla="*/ 1377417 w 1967342"/>
              <a:gd name="connsiteY1257" fmla="*/ 184398 h 442564"/>
              <a:gd name="connsiteX1258" fmla="*/ 1367459 w 1967342"/>
              <a:gd name="connsiteY1258" fmla="*/ 185083 h 442564"/>
              <a:gd name="connsiteX1259" fmla="*/ 1364418 w 1967342"/>
              <a:gd name="connsiteY1259" fmla="*/ 176037 h 442564"/>
              <a:gd name="connsiteX1260" fmla="*/ 1358488 w 1967342"/>
              <a:gd name="connsiteY1260" fmla="*/ 165165 h 442564"/>
              <a:gd name="connsiteX1261" fmla="*/ 1356968 w 1967342"/>
              <a:gd name="connsiteY1261" fmla="*/ 156423 h 442564"/>
              <a:gd name="connsiteX1262" fmla="*/ 1356208 w 1967342"/>
              <a:gd name="connsiteY1262" fmla="*/ 147985 h 442564"/>
              <a:gd name="connsiteX1263" fmla="*/ 1363810 w 1967342"/>
              <a:gd name="connsiteY1263" fmla="*/ 141675 h 442564"/>
              <a:gd name="connsiteX1264" fmla="*/ 1377190 w 1967342"/>
              <a:gd name="connsiteY1264" fmla="*/ 144868 h 442564"/>
              <a:gd name="connsiteX1265" fmla="*/ 1409118 w 1967342"/>
              <a:gd name="connsiteY1265" fmla="*/ 139547 h 442564"/>
              <a:gd name="connsiteX1266" fmla="*/ 1414668 w 1967342"/>
              <a:gd name="connsiteY1266" fmla="*/ 138026 h 442564"/>
              <a:gd name="connsiteX1267" fmla="*/ 1418621 w 1967342"/>
              <a:gd name="connsiteY1267" fmla="*/ 136506 h 442564"/>
              <a:gd name="connsiteX1268" fmla="*/ 1442567 w 1967342"/>
              <a:gd name="connsiteY1268" fmla="*/ 126395 h 442564"/>
              <a:gd name="connsiteX1269" fmla="*/ 1449333 w 1967342"/>
              <a:gd name="connsiteY1269" fmla="*/ 125559 h 442564"/>
              <a:gd name="connsiteX1270" fmla="*/ 1455187 w 1967342"/>
              <a:gd name="connsiteY1270" fmla="*/ 124722 h 442564"/>
              <a:gd name="connsiteX1271" fmla="*/ 1118870 w 1967342"/>
              <a:gd name="connsiteY1271" fmla="*/ 115904 h 442564"/>
              <a:gd name="connsiteX1272" fmla="*/ 1125712 w 1967342"/>
              <a:gd name="connsiteY1272" fmla="*/ 124874 h 442564"/>
              <a:gd name="connsiteX1273" fmla="*/ 1124115 w 1967342"/>
              <a:gd name="connsiteY1273" fmla="*/ 133920 h 442564"/>
              <a:gd name="connsiteX1274" fmla="*/ 1120998 w 1967342"/>
              <a:gd name="connsiteY1274" fmla="*/ 144259 h 442564"/>
              <a:gd name="connsiteX1275" fmla="*/ 1115373 w 1967342"/>
              <a:gd name="connsiteY1275" fmla="*/ 151861 h 442564"/>
              <a:gd name="connsiteX1276" fmla="*/ 1106023 w 1967342"/>
              <a:gd name="connsiteY1276" fmla="*/ 162200 h 442564"/>
              <a:gd name="connsiteX1277" fmla="*/ 1105035 w 1967342"/>
              <a:gd name="connsiteY1277" fmla="*/ 173679 h 442564"/>
              <a:gd name="connsiteX1278" fmla="*/ 1105719 w 1967342"/>
              <a:gd name="connsiteY1278" fmla="*/ 181281 h 442564"/>
              <a:gd name="connsiteX1279" fmla="*/ 1111800 w 1967342"/>
              <a:gd name="connsiteY1279" fmla="*/ 181281 h 442564"/>
              <a:gd name="connsiteX1280" fmla="*/ 1113777 w 1967342"/>
              <a:gd name="connsiteY1280" fmla="*/ 186830 h 442564"/>
              <a:gd name="connsiteX1281" fmla="*/ 1117502 w 1967342"/>
              <a:gd name="connsiteY1281" fmla="*/ 195725 h 442564"/>
              <a:gd name="connsiteX1282" fmla="*/ 1116210 w 1967342"/>
              <a:gd name="connsiteY1282" fmla="*/ 199298 h 442564"/>
              <a:gd name="connsiteX1283" fmla="*/ 1098649 w 1967342"/>
              <a:gd name="connsiteY1283" fmla="*/ 216175 h 442564"/>
              <a:gd name="connsiteX1284" fmla="*/ 1099485 w 1967342"/>
              <a:gd name="connsiteY1284" fmla="*/ 223093 h 442564"/>
              <a:gd name="connsiteX1285" fmla="*/ 1106175 w 1967342"/>
              <a:gd name="connsiteY1285" fmla="*/ 223093 h 442564"/>
              <a:gd name="connsiteX1286" fmla="*/ 1105947 w 1967342"/>
              <a:gd name="connsiteY1286" fmla="*/ 223548 h 442564"/>
              <a:gd name="connsiteX1287" fmla="*/ 1112028 w 1967342"/>
              <a:gd name="connsiteY1287" fmla="*/ 227502 h 442564"/>
              <a:gd name="connsiteX1288" fmla="*/ 1113853 w 1967342"/>
              <a:gd name="connsiteY1288" fmla="*/ 234040 h 442564"/>
              <a:gd name="connsiteX1289" fmla="*/ 1096749 w 1967342"/>
              <a:gd name="connsiteY1289" fmla="*/ 254565 h 442564"/>
              <a:gd name="connsiteX1290" fmla="*/ 1068849 w 1967342"/>
              <a:gd name="connsiteY1290" fmla="*/ 268477 h 442564"/>
              <a:gd name="connsiteX1291" fmla="*/ 1055241 w 1967342"/>
              <a:gd name="connsiteY1291" fmla="*/ 280640 h 442564"/>
              <a:gd name="connsiteX1292" fmla="*/ 1049844 w 1967342"/>
              <a:gd name="connsiteY1292" fmla="*/ 280640 h 442564"/>
              <a:gd name="connsiteX1293" fmla="*/ 1042242 w 1967342"/>
              <a:gd name="connsiteY1293" fmla="*/ 278511 h 442564"/>
              <a:gd name="connsiteX1294" fmla="*/ 1038973 w 1967342"/>
              <a:gd name="connsiteY1294" fmla="*/ 271822 h 442564"/>
              <a:gd name="connsiteX1295" fmla="*/ 1034259 w 1967342"/>
              <a:gd name="connsiteY1295" fmla="*/ 265056 h 442564"/>
              <a:gd name="connsiteX1296" fmla="*/ 1032131 w 1967342"/>
              <a:gd name="connsiteY1296" fmla="*/ 252740 h 442564"/>
              <a:gd name="connsiteX1297" fmla="*/ 1044218 w 1967342"/>
              <a:gd name="connsiteY1297" fmla="*/ 241109 h 442564"/>
              <a:gd name="connsiteX1298" fmla="*/ 1051136 w 1967342"/>
              <a:gd name="connsiteY1298" fmla="*/ 236016 h 442564"/>
              <a:gd name="connsiteX1299" fmla="*/ 1056077 w 1967342"/>
              <a:gd name="connsiteY1299" fmla="*/ 230922 h 442564"/>
              <a:gd name="connsiteX1300" fmla="*/ 1057370 w 1967342"/>
              <a:gd name="connsiteY1300" fmla="*/ 225981 h 442564"/>
              <a:gd name="connsiteX1301" fmla="*/ 1058813 w 1967342"/>
              <a:gd name="connsiteY1301" fmla="*/ 219595 h 442564"/>
              <a:gd name="connsiteX1302" fmla="*/ 1056533 w 1967342"/>
              <a:gd name="connsiteY1302" fmla="*/ 214503 h 442564"/>
              <a:gd name="connsiteX1303" fmla="*/ 1053796 w 1967342"/>
              <a:gd name="connsiteY1303" fmla="*/ 210093 h 442564"/>
              <a:gd name="connsiteX1304" fmla="*/ 1048323 w 1967342"/>
              <a:gd name="connsiteY1304" fmla="*/ 200591 h 442564"/>
              <a:gd name="connsiteX1305" fmla="*/ 1057066 w 1967342"/>
              <a:gd name="connsiteY1305" fmla="*/ 191544 h 442564"/>
              <a:gd name="connsiteX1306" fmla="*/ 1062919 w 1967342"/>
              <a:gd name="connsiteY1306" fmla="*/ 191544 h 442564"/>
              <a:gd name="connsiteX1307" fmla="*/ 1071130 w 1967342"/>
              <a:gd name="connsiteY1307" fmla="*/ 184778 h 442564"/>
              <a:gd name="connsiteX1308" fmla="*/ 1072954 w 1967342"/>
              <a:gd name="connsiteY1308" fmla="*/ 172311 h 442564"/>
              <a:gd name="connsiteX1309" fmla="*/ 1066568 w 1967342"/>
              <a:gd name="connsiteY1309" fmla="*/ 166381 h 442564"/>
              <a:gd name="connsiteX1310" fmla="*/ 1058966 w 1967342"/>
              <a:gd name="connsiteY1310" fmla="*/ 163644 h 442564"/>
              <a:gd name="connsiteX1311" fmla="*/ 1054177 w 1967342"/>
              <a:gd name="connsiteY1311" fmla="*/ 158399 h 442564"/>
              <a:gd name="connsiteX1312" fmla="*/ 1050224 w 1967342"/>
              <a:gd name="connsiteY1312" fmla="*/ 155738 h 442564"/>
              <a:gd name="connsiteX1313" fmla="*/ 1048095 w 1967342"/>
              <a:gd name="connsiteY1313" fmla="*/ 146844 h 442564"/>
              <a:gd name="connsiteX1314" fmla="*/ 1052200 w 1967342"/>
              <a:gd name="connsiteY1314" fmla="*/ 144259 h 442564"/>
              <a:gd name="connsiteX1315" fmla="*/ 1055317 w 1967342"/>
              <a:gd name="connsiteY1315" fmla="*/ 139470 h 442564"/>
              <a:gd name="connsiteX1316" fmla="*/ 1061931 w 1967342"/>
              <a:gd name="connsiteY1316" fmla="*/ 135593 h 442564"/>
              <a:gd name="connsiteX1317" fmla="*/ 1070598 w 1967342"/>
              <a:gd name="connsiteY1317" fmla="*/ 134605 h 442564"/>
              <a:gd name="connsiteX1318" fmla="*/ 1108151 w 1967342"/>
              <a:gd name="connsiteY1318" fmla="*/ 116664 h 442564"/>
              <a:gd name="connsiteX1319" fmla="*/ 1118870 w 1967342"/>
              <a:gd name="connsiteY1319" fmla="*/ 115904 h 442564"/>
              <a:gd name="connsiteX1320" fmla="*/ 1643566 w 1967342"/>
              <a:gd name="connsiteY1320" fmla="*/ 115600 h 442564"/>
              <a:gd name="connsiteX1321" fmla="*/ 1654589 w 1967342"/>
              <a:gd name="connsiteY1321" fmla="*/ 116055 h 442564"/>
              <a:gd name="connsiteX1322" fmla="*/ 1663407 w 1967342"/>
              <a:gd name="connsiteY1322" fmla="*/ 123278 h 442564"/>
              <a:gd name="connsiteX1323" fmla="*/ 1665460 w 1967342"/>
              <a:gd name="connsiteY1323" fmla="*/ 129511 h 442564"/>
              <a:gd name="connsiteX1324" fmla="*/ 1666676 w 1967342"/>
              <a:gd name="connsiteY1324" fmla="*/ 135517 h 442564"/>
              <a:gd name="connsiteX1325" fmla="*/ 1662039 w 1967342"/>
              <a:gd name="connsiteY1325" fmla="*/ 146692 h 442564"/>
              <a:gd name="connsiteX1326" fmla="*/ 1662039 w 1967342"/>
              <a:gd name="connsiteY1326" fmla="*/ 153229 h 442564"/>
              <a:gd name="connsiteX1327" fmla="*/ 1666525 w 1967342"/>
              <a:gd name="connsiteY1327" fmla="*/ 152090 h 442564"/>
              <a:gd name="connsiteX1328" fmla="*/ 1672150 w 1967342"/>
              <a:gd name="connsiteY1328" fmla="*/ 149580 h 442564"/>
              <a:gd name="connsiteX1329" fmla="*/ 1678764 w 1967342"/>
              <a:gd name="connsiteY1329" fmla="*/ 147300 h 442564"/>
              <a:gd name="connsiteX1330" fmla="*/ 1686366 w 1967342"/>
              <a:gd name="connsiteY1330" fmla="*/ 141827 h 442564"/>
              <a:gd name="connsiteX1331" fmla="*/ 1698225 w 1967342"/>
              <a:gd name="connsiteY1331" fmla="*/ 141827 h 442564"/>
              <a:gd name="connsiteX1332" fmla="*/ 1708564 w 1967342"/>
              <a:gd name="connsiteY1332" fmla="*/ 145172 h 442564"/>
              <a:gd name="connsiteX1333" fmla="*/ 1715709 w 1967342"/>
              <a:gd name="connsiteY1333" fmla="*/ 158779 h 442564"/>
              <a:gd name="connsiteX1334" fmla="*/ 1712973 w 1967342"/>
              <a:gd name="connsiteY1334" fmla="*/ 162200 h 442564"/>
              <a:gd name="connsiteX1335" fmla="*/ 1707272 w 1967342"/>
              <a:gd name="connsiteY1335" fmla="*/ 166457 h 442564"/>
              <a:gd name="connsiteX1336" fmla="*/ 1694119 w 1967342"/>
              <a:gd name="connsiteY1336" fmla="*/ 172082 h 442564"/>
              <a:gd name="connsiteX1337" fmla="*/ 1686517 w 1967342"/>
              <a:gd name="connsiteY1337" fmla="*/ 175352 h 442564"/>
              <a:gd name="connsiteX1338" fmla="*/ 1677700 w 1967342"/>
              <a:gd name="connsiteY1338" fmla="*/ 176492 h 442564"/>
              <a:gd name="connsiteX1339" fmla="*/ 1664168 w 1967342"/>
              <a:gd name="connsiteY1339" fmla="*/ 181661 h 442564"/>
              <a:gd name="connsiteX1340" fmla="*/ 1659682 w 1967342"/>
              <a:gd name="connsiteY1340" fmla="*/ 188199 h 442564"/>
              <a:gd name="connsiteX1341" fmla="*/ 1661279 w 1967342"/>
              <a:gd name="connsiteY1341" fmla="*/ 198690 h 442564"/>
              <a:gd name="connsiteX1342" fmla="*/ 1683629 w 1967342"/>
              <a:gd name="connsiteY1342" fmla="*/ 221496 h 442564"/>
              <a:gd name="connsiteX1343" fmla="*/ 1700125 w 1967342"/>
              <a:gd name="connsiteY1343" fmla="*/ 240121 h 442564"/>
              <a:gd name="connsiteX1344" fmla="*/ 1717078 w 1967342"/>
              <a:gd name="connsiteY1344" fmla="*/ 251752 h 442564"/>
              <a:gd name="connsiteX1345" fmla="*/ 1726809 w 1967342"/>
              <a:gd name="connsiteY1345" fmla="*/ 255554 h 442564"/>
              <a:gd name="connsiteX1346" fmla="*/ 1734411 w 1967342"/>
              <a:gd name="connsiteY1346" fmla="*/ 260343 h 442564"/>
              <a:gd name="connsiteX1347" fmla="*/ 1751211 w 1967342"/>
              <a:gd name="connsiteY1347" fmla="*/ 266576 h 442564"/>
              <a:gd name="connsiteX1348" fmla="*/ 1756989 w 1967342"/>
              <a:gd name="connsiteY1348" fmla="*/ 269237 h 442564"/>
              <a:gd name="connsiteX1349" fmla="*/ 1756381 w 1967342"/>
              <a:gd name="connsiteY1349" fmla="*/ 269997 h 442564"/>
              <a:gd name="connsiteX1350" fmla="*/ 1754556 w 1967342"/>
              <a:gd name="connsiteY1350" fmla="*/ 274407 h 442564"/>
              <a:gd name="connsiteX1351" fmla="*/ 1753720 w 1967342"/>
              <a:gd name="connsiteY1351" fmla="*/ 280640 h 442564"/>
              <a:gd name="connsiteX1352" fmla="*/ 1744066 w 1967342"/>
              <a:gd name="connsiteY1352" fmla="*/ 285658 h 442564"/>
              <a:gd name="connsiteX1353" fmla="*/ 1740113 w 1967342"/>
              <a:gd name="connsiteY1353" fmla="*/ 288927 h 442564"/>
              <a:gd name="connsiteX1354" fmla="*/ 1736159 w 1967342"/>
              <a:gd name="connsiteY1354" fmla="*/ 289763 h 442564"/>
              <a:gd name="connsiteX1355" fmla="*/ 1727264 w 1967342"/>
              <a:gd name="connsiteY1355" fmla="*/ 289231 h 442564"/>
              <a:gd name="connsiteX1356" fmla="*/ 1718066 w 1967342"/>
              <a:gd name="connsiteY1356" fmla="*/ 289231 h 442564"/>
              <a:gd name="connsiteX1357" fmla="*/ 1710008 w 1967342"/>
              <a:gd name="connsiteY1357" fmla="*/ 287711 h 442564"/>
              <a:gd name="connsiteX1358" fmla="*/ 1697389 w 1967342"/>
              <a:gd name="connsiteY1358" fmla="*/ 285962 h 442564"/>
              <a:gd name="connsiteX1359" fmla="*/ 1690243 w 1967342"/>
              <a:gd name="connsiteY1359" fmla="*/ 281021 h 442564"/>
              <a:gd name="connsiteX1360" fmla="*/ 1679296 w 1967342"/>
              <a:gd name="connsiteY1360" fmla="*/ 261483 h 442564"/>
              <a:gd name="connsiteX1361" fmla="*/ 1666904 w 1967342"/>
              <a:gd name="connsiteY1361" fmla="*/ 245747 h 442564"/>
              <a:gd name="connsiteX1362" fmla="*/ 1659302 w 1967342"/>
              <a:gd name="connsiteY1362" fmla="*/ 237156 h 442564"/>
              <a:gd name="connsiteX1363" fmla="*/ 1642045 w 1967342"/>
              <a:gd name="connsiteY1363" fmla="*/ 221952 h 442564"/>
              <a:gd name="connsiteX1364" fmla="*/ 1630110 w 1967342"/>
              <a:gd name="connsiteY1364" fmla="*/ 240045 h 442564"/>
              <a:gd name="connsiteX1365" fmla="*/ 1612854 w 1967342"/>
              <a:gd name="connsiteY1365" fmla="*/ 256922 h 442564"/>
              <a:gd name="connsiteX1366" fmla="*/ 1595141 w 1967342"/>
              <a:gd name="connsiteY1366" fmla="*/ 267717 h 442564"/>
              <a:gd name="connsiteX1367" fmla="*/ 1581990 w 1967342"/>
              <a:gd name="connsiteY1367" fmla="*/ 274863 h 442564"/>
              <a:gd name="connsiteX1368" fmla="*/ 1569902 w 1967342"/>
              <a:gd name="connsiteY1368" fmla="*/ 277980 h 442564"/>
              <a:gd name="connsiteX1369" fmla="*/ 1563288 w 1967342"/>
              <a:gd name="connsiteY1369" fmla="*/ 279196 h 442564"/>
              <a:gd name="connsiteX1370" fmla="*/ 1558803 w 1967342"/>
              <a:gd name="connsiteY1370" fmla="*/ 275319 h 442564"/>
              <a:gd name="connsiteX1371" fmla="*/ 1555382 w 1967342"/>
              <a:gd name="connsiteY1371" fmla="*/ 268477 h 442564"/>
              <a:gd name="connsiteX1372" fmla="*/ 1549604 w 1967342"/>
              <a:gd name="connsiteY1372" fmla="*/ 266501 h 442564"/>
              <a:gd name="connsiteX1373" fmla="*/ 1553329 w 1967342"/>
              <a:gd name="connsiteY1373" fmla="*/ 262168 h 442564"/>
              <a:gd name="connsiteX1374" fmla="*/ 1561844 w 1967342"/>
              <a:gd name="connsiteY1374" fmla="*/ 257150 h 442564"/>
              <a:gd name="connsiteX1375" fmla="*/ 1567698 w 1967342"/>
              <a:gd name="connsiteY1375" fmla="*/ 252817 h 442564"/>
              <a:gd name="connsiteX1376" fmla="*/ 1571803 w 1967342"/>
              <a:gd name="connsiteY1376" fmla="*/ 250992 h 442564"/>
              <a:gd name="connsiteX1377" fmla="*/ 1599170 w 1967342"/>
              <a:gd name="connsiteY1377" fmla="*/ 224765 h 442564"/>
              <a:gd name="connsiteX1378" fmla="*/ 1609737 w 1967342"/>
              <a:gd name="connsiteY1378" fmla="*/ 206216 h 442564"/>
              <a:gd name="connsiteX1379" fmla="*/ 1611941 w 1967342"/>
              <a:gd name="connsiteY1379" fmla="*/ 198614 h 442564"/>
              <a:gd name="connsiteX1380" fmla="*/ 1606468 w 1967342"/>
              <a:gd name="connsiteY1380" fmla="*/ 198614 h 442564"/>
              <a:gd name="connsiteX1381" fmla="*/ 1602286 w 1967342"/>
              <a:gd name="connsiteY1381" fmla="*/ 198614 h 442564"/>
              <a:gd name="connsiteX1382" fmla="*/ 1596661 w 1967342"/>
              <a:gd name="connsiteY1382" fmla="*/ 200135 h 442564"/>
              <a:gd name="connsiteX1383" fmla="*/ 1591264 w 1967342"/>
              <a:gd name="connsiteY1383" fmla="*/ 200135 h 442564"/>
              <a:gd name="connsiteX1384" fmla="*/ 1582977 w 1967342"/>
              <a:gd name="connsiteY1384" fmla="*/ 196257 h 442564"/>
              <a:gd name="connsiteX1385" fmla="*/ 1573322 w 1967342"/>
              <a:gd name="connsiteY1385" fmla="*/ 184246 h 442564"/>
              <a:gd name="connsiteX1386" fmla="*/ 1575907 w 1967342"/>
              <a:gd name="connsiteY1386" fmla="*/ 176644 h 442564"/>
              <a:gd name="connsiteX1387" fmla="*/ 1580469 w 1967342"/>
              <a:gd name="connsiteY1387" fmla="*/ 171931 h 442564"/>
              <a:gd name="connsiteX1388" fmla="*/ 1586247 w 1967342"/>
              <a:gd name="connsiteY1388" fmla="*/ 169726 h 442564"/>
              <a:gd name="connsiteX1389" fmla="*/ 1591111 w 1967342"/>
              <a:gd name="connsiteY1389" fmla="*/ 166533 h 442564"/>
              <a:gd name="connsiteX1390" fmla="*/ 1602971 w 1967342"/>
              <a:gd name="connsiteY1390" fmla="*/ 166533 h 442564"/>
              <a:gd name="connsiteX1391" fmla="*/ 1622508 w 1967342"/>
              <a:gd name="connsiteY1391" fmla="*/ 159615 h 442564"/>
              <a:gd name="connsiteX1392" fmla="*/ 1626233 w 1967342"/>
              <a:gd name="connsiteY1392" fmla="*/ 141598 h 442564"/>
              <a:gd name="connsiteX1393" fmla="*/ 1627525 w 1967342"/>
              <a:gd name="connsiteY1393" fmla="*/ 130196 h 442564"/>
              <a:gd name="connsiteX1394" fmla="*/ 1626994 w 1967342"/>
              <a:gd name="connsiteY1394" fmla="*/ 120388 h 442564"/>
              <a:gd name="connsiteX1395" fmla="*/ 1630035 w 1967342"/>
              <a:gd name="connsiteY1395" fmla="*/ 116892 h 442564"/>
              <a:gd name="connsiteX1396" fmla="*/ 1637637 w 1967342"/>
              <a:gd name="connsiteY1396" fmla="*/ 117500 h 442564"/>
              <a:gd name="connsiteX1397" fmla="*/ 1643566 w 1967342"/>
              <a:gd name="connsiteY1397" fmla="*/ 115600 h 442564"/>
              <a:gd name="connsiteX1398" fmla="*/ 591287 w 1967342"/>
              <a:gd name="connsiteY1398" fmla="*/ 113167 h 442564"/>
              <a:gd name="connsiteX1399" fmla="*/ 596912 w 1967342"/>
              <a:gd name="connsiteY1399" fmla="*/ 116284 h 442564"/>
              <a:gd name="connsiteX1400" fmla="*/ 605882 w 1967342"/>
              <a:gd name="connsiteY1400" fmla="*/ 117272 h 442564"/>
              <a:gd name="connsiteX1401" fmla="*/ 615005 w 1967342"/>
              <a:gd name="connsiteY1401" fmla="*/ 117272 h 442564"/>
              <a:gd name="connsiteX1402" fmla="*/ 620935 w 1967342"/>
              <a:gd name="connsiteY1402" fmla="*/ 118793 h 442564"/>
              <a:gd name="connsiteX1403" fmla="*/ 626180 w 1967342"/>
              <a:gd name="connsiteY1403" fmla="*/ 121301 h 442564"/>
              <a:gd name="connsiteX1404" fmla="*/ 631806 w 1967342"/>
              <a:gd name="connsiteY1404" fmla="*/ 130044 h 442564"/>
              <a:gd name="connsiteX1405" fmla="*/ 630817 w 1967342"/>
              <a:gd name="connsiteY1405" fmla="*/ 130424 h 442564"/>
              <a:gd name="connsiteX1406" fmla="*/ 630361 w 1967342"/>
              <a:gd name="connsiteY1406" fmla="*/ 136201 h 442564"/>
              <a:gd name="connsiteX1407" fmla="*/ 630361 w 1967342"/>
              <a:gd name="connsiteY1407" fmla="*/ 145020 h 442564"/>
              <a:gd name="connsiteX1408" fmla="*/ 625876 w 1967342"/>
              <a:gd name="connsiteY1408" fmla="*/ 154599 h 442564"/>
              <a:gd name="connsiteX1409" fmla="*/ 624584 w 1967342"/>
              <a:gd name="connsiteY1409" fmla="*/ 164481 h 442564"/>
              <a:gd name="connsiteX1410" fmla="*/ 623595 w 1967342"/>
              <a:gd name="connsiteY1410" fmla="*/ 182422 h 442564"/>
              <a:gd name="connsiteX1411" fmla="*/ 621998 w 1967342"/>
              <a:gd name="connsiteY1411" fmla="*/ 193369 h 442564"/>
              <a:gd name="connsiteX1412" fmla="*/ 621314 w 1967342"/>
              <a:gd name="connsiteY1412" fmla="*/ 202643 h 442564"/>
              <a:gd name="connsiteX1413" fmla="*/ 623443 w 1967342"/>
              <a:gd name="connsiteY1413" fmla="*/ 208953 h 442564"/>
              <a:gd name="connsiteX1414" fmla="*/ 624051 w 1967342"/>
              <a:gd name="connsiteY1414" fmla="*/ 212602 h 442564"/>
              <a:gd name="connsiteX1415" fmla="*/ 625268 w 1967342"/>
              <a:gd name="connsiteY1415" fmla="*/ 218304 h 442564"/>
              <a:gd name="connsiteX1416" fmla="*/ 621847 w 1967342"/>
              <a:gd name="connsiteY1416" fmla="*/ 230543 h 442564"/>
              <a:gd name="connsiteX1417" fmla="*/ 617514 w 1967342"/>
              <a:gd name="connsiteY1417" fmla="*/ 237233 h 442564"/>
              <a:gd name="connsiteX1418" fmla="*/ 604590 w 1967342"/>
              <a:gd name="connsiteY1418" fmla="*/ 244835 h 442564"/>
              <a:gd name="connsiteX1419" fmla="*/ 593263 w 1967342"/>
              <a:gd name="connsiteY1419" fmla="*/ 255553 h 442564"/>
              <a:gd name="connsiteX1420" fmla="*/ 581328 w 1967342"/>
              <a:gd name="connsiteY1420" fmla="*/ 260951 h 442564"/>
              <a:gd name="connsiteX1421" fmla="*/ 566124 w 1967342"/>
              <a:gd name="connsiteY1421" fmla="*/ 269998 h 442564"/>
              <a:gd name="connsiteX1422" fmla="*/ 556773 w 1967342"/>
              <a:gd name="connsiteY1422" fmla="*/ 273951 h 442564"/>
              <a:gd name="connsiteX1423" fmla="*/ 542177 w 1967342"/>
              <a:gd name="connsiteY1423" fmla="*/ 284442 h 442564"/>
              <a:gd name="connsiteX1424" fmla="*/ 532826 w 1967342"/>
              <a:gd name="connsiteY1424" fmla="*/ 276004 h 442564"/>
              <a:gd name="connsiteX1425" fmla="*/ 526821 w 1967342"/>
              <a:gd name="connsiteY1425" fmla="*/ 271367 h 442564"/>
              <a:gd name="connsiteX1426" fmla="*/ 525148 w 1967342"/>
              <a:gd name="connsiteY1426" fmla="*/ 263765 h 442564"/>
              <a:gd name="connsiteX1427" fmla="*/ 523019 w 1967342"/>
              <a:gd name="connsiteY1427" fmla="*/ 257151 h 442564"/>
              <a:gd name="connsiteX1428" fmla="*/ 526668 w 1967342"/>
              <a:gd name="connsiteY1428" fmla="*/ 252133 h 442564"/>
              <a:gd name="connsiteX1429" fmla="*/ 532294 w 1967342"/>
              <a:gd name="connsiteY1429" fmla="*/ 251600 h 442564"/>
              <a:gd name="connsiteX1430" fmla="*/ 541037 w 1967342"/>
              <a:gd name="connsiteY1430" fmla="*/ 246431 h 442564"/>
              <a:gd name="connsiteX1431" fmla="*/ 550387 w 1967342"/>
              <a:gd name="connsiteY1431" fmla="*/ 242859 h 442564"/>
              <a:gd name="connsiteX1432" fmla="*/ 566580 w 1967342"/>
              <a:gd name="connsiteY1432" fmla="*/ 233888 h 442564"/>
              <a:gd name="connsiteX1433" fmla="*/ 574182 w 1967342"/>
              <a:gd name="connsiteY1433" fmla="*/ 226286 h 442564"/>
              <a:gd name="connsiteX1434" fmla="*/ 573726 w 1967342"/>
              <a:gd name="connsiteY1434" fmla="*/ 209105 h 442564"/>
              <a:gd name="connsiteX1435" fmla="*/ 569697 w 1967342"/>
              <a:gd name="connsiteY1435" fmla="*/ 206673 h 442564"/>
              <a:gd name="connsiteX1436" fmla="*/ 562095 w 1967342"/>
              <a:gd name="connsiteY1436" fmla="*/ 207661 h 442564"/>
              <a:gd name="connsiteX1437" fmla="*/ 554949 w 1967342"/>
              <a:gd name="connsiteY1437" fmla="*/ 210245 h 442564"/>
              <a:gd name="connsiteX1438" fmla="*/ 549551 w 1967342"/>
              <a:gd name="connsiteY1438" fmla="*/ 210930 h 442564"/>
              <a:gd name="connsiteX1439" fmla="*/ 546054 w 1967342"/>
              <a:gd name="connsiteY1439" fmla="*/ 207965 h 442564"/>
              <a:gd name="connsiteX1440" fmla="*/ 544458 w 1967342"/>
              <a:gd name="connsiteY1440" fmla="*/ 199147 h 442564"/>
              <a:gd name="connsiteX1441" fmla="*/ 542937 w 1967342"/>
              <a:gd name="connsiteY1441" fmla="*/ 192989 h 442564"/>
              <a:gd name="connsiteX1442" fmla="*/ 543622 w 1967342"/>
              <a:gd name="connsiteY1442" fmla="*/ 180522 h 442564"/>
              <a:gd name="connsiteX1443" fmla="*/ 551224 w 1967342"/>
              <a:gd name="connsiteY1443" fmla="*/ 173299 h 442564"/>
              <a:gd name="connsiteX1444" fmla="*/ 561334 w 1967342"/>
              <a:gd name="connsiteY1444" fmla="*/ 170107 h 442564"/>
              <a:gd name="connsiteX1445" fmla="*/ 568936 w 1967342"/>
              <a:gd name="connsiteY1445" fmla="*/ 169575 h 442564"/>
              <a:gd name="connsiteX1446" fmla="*/ 579124 w 1967342"/>
              <a:gd name="connsiteY1446" fmla="*/ 164938 h 442564"/>
              <a:gd name="connsiteX1447" fmla="*/ 584065 w 1967342"/>
              <a:gd name="connsiteY1447" fmla="*/ 155663 h 442564"/>
              <a:gd name="connsiteX1448" fmla="*/ 587181 w 1967342"/>
              <a:gd name="connsiteY1448" fmla="*/ 135669 h 442564"/>
              <a:gd name="connsiteX1449" fmla="*/ 582088 w 1967342"/>
              <a:gd name="connsiteY1449" fmla="*/ 122746 h 442564"/>
              <a:gd name="connsiteX1450" fmla="*/ 582088 w 1967342"/>
              <a:gd name="connsiteY1450" fmla="*/ 119097 h 442564"/>
              <a:gd name="connsiteX1451" fmla="*/ 587790 w 1967342"/>
              <a:gd name="connsiteY1451" fmla="*/ 114687 h 442564"/>
              <a:gd name="connsiteX1452" fmla="*/ 591287 w 1967342"/>
              <a:gd name="connsiteY1452" fmla="*/ 113167 h 442564"/>
              <a:gd name="connsiteX1453" fmla="*/ 699236 w 1967342"/>
              <a:gd name="connsiteY1453" fmla="*/ 103056 h 442564"/>
              <a:gd name="connsiteX1454" fmla="*/ 704785 w 1967342"/>
              <a:gd name="connsiteY1454" fmla="*/ 106325 h 442564"/>
              <a:gd name="connsiteX1455" fmla="*/ 709422 w 1967342"/>
              <a:gd name="connsiteY1455" fmla="*/ 107389 h 442564"/>
              <a:gd name="connsiteX1456" fmla="*/ 712996 w 1967342"/>
              <a:gd name="connsiteY1456" fmla="*/ 111418 h 442564"/>
              <a:gd name="connsiteX1457" fmla="*/ 715884 w 1967342"/>
              <a:gd name="connsiteY1457" fmla="*/ 122593 h 442564"/>
              <a:gd name="connsiteX1458" fmla="*/ 707598 w 1967342"/>
              <a:gd name="connsiteY1458" fmla="*/ 137798 h 442564"/>
              <a:gd name="connsiteX1459" fmla="*/ 706002 w 1967342"/>
              <a:gd name="connsiteY1459" fmla="*/ 145400 h 442564"/>
              <a:gd name="connsiteX1460" fmla="*/ 712843 w 1967342"/>
              <a:gd name="connsiteY1460" fmla="*/ 147756 h 442564"/>
              <a:gd name="connsiteX1461" fmla="*/ 719685 w 1967342"/>
              <a:gd name="connsiteY1461" fmla="*/ 143879 h 442564"/>
              <a:gd name="connsiteX1462" fmla="*/ 730708 w 1967342"/>
              <a:gd name="connsiteY1462" fmla="*/ 147756 h 442564"/>
              <a:gd name="connsiteX1463" fmla="*/ 736866 w 1967342"/>
              <a:gd name="connsiteY1463" fmla="*/ 159236 h 442564"/>
              <a:gd name="connsiteX1464" fmla="*/ 738158 w 1967342"/>
              <a:gd name="connsiteY1464" fmla="*/ 167446 h 442564"/>
              <a:gd name="connsiteX1465" fmla="*/ 734433 w 1967342"/>
              <a:gd name="connsiteY1465" fmla="*/ 171703 h 442564"/>
              <a:gd name="connsiteX1466" fmla="*/ 726831 w 1967342"/>
              <a:gd name="connsiteY1466" fmla="*/ 173679 h 442564"/>
              <a:gd name="connsiteX1467" fmla="*/ 720218 w 1967342"/>
              <a:gd name="connsiteY1467" fmla="*/ 178316 h 442564"/>
              <a:gd name="connsiteX1468" fmla="*/ 710943 w 1967342"/>
              <a:gd name="connsiteY1468" fmla="*/ 183486 h 442564"/>
              <a:gd name="connsiteX1469" fmla="*/ 696195 w 1967342"/>
              <a:gd name="connsiteY1469" fmla="*/ 190632 h 442564"/>
              <a:gd name="connsiteX1470" fmla="*/ 691102 w 1967342"/>
              <a:gd name="connsiteY1470" fmla="*/ 206900 h 442564"/>
              <a:gd name="connsiteX1471" fmla="*/ 691634 w 1967342"/>
              <a:gd name="connsiteY1471" fmla="*/ 214502 h 442564"/>
              <a:gd name="connsiteX1472" fmla="*/ 695739 w 1967342"/>
              <a:gd name="connsiteY1472" fmla="*/ 227958 h 442564"/>
              <a:gd name="connsiteX1473" fmla="*/ 706990 w 1967342"/>
              <a:gd name="connsiteY1473" fmla="*/ 232975 h 442564"/>
              <a:gd name="connsiteX1474" fmla="*/ 715048 w 1967342"/>
              <a:gd name="connsiteY1474" fmla="*/ 234040 h 442564"/>
              <a:gd name="connsiteX1475" fmla="*/ 720749 w 1967342"/>
              <a:gd name="connsiteY1475" fmla="*/ 235256 h 442564"/>
              <a:gd name="connsiteX1476" fmla="*/ 726375 w 1967342"/>
              <a:gd name="connsiteY1476" fmla="*/ 237461 h 442564"/>
              <a:gd name="connsiteX1477" fmla="*/ 735194 w 1967342"/>
              <a:gd name="connsiteY1477" fmla="*/ 238373 h 442564"/>
              <a:gd name="connsiteX1478" fmla="*/ 735574 w 1967342"/>
              <a:gd name="connsiteY1478" fmla="*/ 238525 h 442564"/>
              <a:gd name="connsiteX1479" fmla="*/ 740515 w 1967342"/>
              <a:gd name="connsiteY1479" fmla="*/ 249852 h 442564"/>
              <a:gd name="connsiteX1480" fmla="*/ 736106 w 1967342"/>
              <a:gd name="connsiteY1480" fmla="*/ 262471 h 442564"/>
              <a:gd name="connsiteX1481" fmla="*/ 732457 w 1967342"/>
              <a:gd name="connsiteY1481" fmla="*/ 270758 h 442564"/>
              <a:gd name="connsiteX1482" fmla="*/ 722954 w 1967342"/>
              <a:gd name="connsiteY1482" fmla="*/ 272202 h 442564"/>
              <a:gd name="connsiteX1483" fmla="*/ 713604 w 1967342"/>
              <a:gd name="connsiteY1483" fmla="*/ 274406 h 442564"/>
              <a:gd name="connsiteX1484" fmla="*/ 707066 w 1967342"/>
              <a:gd name="connsiteY1484" fmla="*/ 271594 h 442564"/>
              <a:gd name="connsiteX1485" fmla="*/ 696955 w 1967342"/>
              <a:gd name="connsiteY1485" fmla="*/ 270606 h 442564"/>
              <a:gd name="connsiteX1486" fmla="*/ 686996 w 1967342"/>
              <a:gd name="connsiteY1486" fmla="*/ 270606 h 442564"/>
              <a:gd name="connsiteX1487" fmla="*/ 678558 w 1967342"/>
              <a:gd name="connsiteY1487" fmla="*/ 268173 h 442564"/>
              <a:gd name="connsiteX1488" fmla="*/ 666243 w 1967342"/>
              <a:gd name="connsiteY1488" fmla="*/ 267489 h 442564"/>
              <a:gd name="connsiteX1489" fmla="*/ 660009 w 1967342"/>
              <a:gd name="connsiteY1489" fmla="*/ 264068 h 442564"/>
              <a:gd name="connsiteX1490" fmla="*/ 654232 w 1967342"/>
              <a:gd name="connsiteY1490" fmla="*/ 254793 h 442564"/>
              <a:gd name="connsiteX1491" fmla="*/ 653471 w 1967342"/>
              <a:gd name="connsiteY1491" fmla="*/ 243998 h 442564"/>
              <a:gd name="connsiteX1492" fmla="*/ 650810 w 1967342"/>
              <a:gd name="connsiteY1492" fmla="*/ 231151 h 442564"/>
              <a:gd name="connsiteX1493" fmla="*/ 650279 w 1967342"/>
              <a:gd name="connsiteY1493" fmla="*/ 223093 h 442564"/>
              <a:gd name="connsiteX1494" fmla="*/ 649291 w 1967342"/>
              <a:gd name="connsiteY1494" fmla="*/ 215491 h 442564"/>
              <a:gd name="connsiteX1495" fmla="*/ 648073 w 1967342"/>
              <a:gd name="connsiteY1495" fmla="*/ 203556 h 442564"/>
              <a:gd name="connsiteX1496" fmla="*/ 651267 w 1967342"/>
              <a:gd name="connsiteY1496" fmla="*/ 184322 h 442564"/>
              <a:gd name="connsiteX1497" fmla="*/ 653928 w 1967342"/>
              <a:gd name="connsiteY1497" fmla="*/ 178316 h 442564"/>
              <a:gd name="connsiteX1498" fmla="*/ 656208 w 1967342"/>
              <a:gd name="connsiteY1498" fmla="*/ 168434 h 442564"/>
              <a:gd name="connsiteX1499" fmla="*/ 658336 w 1967342"/>
              <a:gd name="connsiteY1499" fmla="*/ 158324 h 442564"/>
              <a:gd name="connsiteX1500" fmla="*/ 659250 w 1967342"/>
              <a:gd name="connsiteY1500" fmla="*/ 142587 h 442564"/>
              <a:gd name="connsiteX1501" fmla="*/ 661530 w 1967342"/>
              <a:gd name="connsiteY1501" fmla="*/ 133008 h 442564"/>
              <a:gd name="connsiteX1502" fmla="*/ 664799 w 1967342"/>
              <a:gd name="connsiteY1502" fmla="*/ 117804 h 442564"/>
              <a:gd name="connsiteX1503" fmla="*/ 665179 w 1967342"/>
              <a:gd name="connsiteY1503" fmla="*/ 107389 h 442564"/>
              <a:gd name="connsiteX1504" fmla="*/ 671184 w 1967342"/>
              <a:gd name="connsiteY1504" fmla="*/ 103132 h 442564"/>
              <a:gd name="connsiteX1505" fmla="*/ 678786 w 1967342"/>
              <a:gd name="connsiteY1505" fmla="*/ 104729 h 442564"/>
              <a:gd name="connsiteX1506" fmla="*/ 685552 w 1967342"/>
              <a:gd name="connsiteY1506" fmla="*/ 103285 h 442564"/>
              <a:gd name="connsiteX1507" fmla="*/ 691634 w 1967342"/>
              <a:gd name="connsiteY1507" fmla="*/ 104501 h 442564"/>
              <a:gd name="connsiteX1508" fmla="*/ 699236 w 1967342"/>
              <a:gd name="connsiteY1508" fmla="*/ 103056 h 442564"/>
              <a:gd name="connsiteX1509" fmla="*/ 221064 w 1967342"/>
              <a:gd name="connsiteY1509" fmla="*/ 102617 h 442564"/>
              <a:gd name="connsiteX1510" fmla="*/ 216703 w 1967342"/>
              <a:gd name="connsiteY1510" fmla="*/ 108788 h 442564"/>
              <a:gd name="connsiteX1511" fmla="*/ 216703 w 1967342"/>
              <a:gd name="connsiteY1511" fmla="*/ 109093 h 442564"/>
              <a:gd name="connsiteX1512" fmla="*/ 213018 w 1967342"/>
              <a:gd name="connsiteY1512" fmla="*/ 128129 h 442564"/>
              <a:gd name="connsiteX1513" fmla="*/ 212735 w 1967342"/>
              <a:gd name="connsiteY1513" fmla="*/ 129547 h 442564"/>
              <a:gd name="connsiteX1514" fmla="*/ 210031 w 1967342"/>
              <a:gd name="connsiteY1514" fmla="*/ 129547 h 442564"/>
              <a:gd name="connsiteX1515" fmla="*/ 143699 w 1967342"/>
              <a:gd name="connsiteY1515" fmla="*/ 119974 h 442564"/>
              <a:gd name="connsiteX1516" fmla="*/ 149477 w 1967342"/>
              <a:gd name="connsiteY1516" fmla="*/ 134213 h 442564"/>
              <a:gd name="connsiteX1517" fmla="*/ 165242 w 1967342"/>
              <a:gd name="connsiteY1517" fmla="*/ 144069 h 442564"/>
              <a:gd name="connsiteX1518" fmla="*/ 166551 w 1967342"/>
              <a:gd name="connsiteY1518" fmla="*/ 144331 h 442564"/>
              <a:gd name="connsiteX1519" fmla="*/ 166551 w 1967342"/>
              <a:gd name="connsiteY1519" fmla="*/ 145661 h 442564"/>
              <a:gd name="connsiteX1520" fmla="*/ 166638 w 1967342"/>
              <a:gd name="connsiteY1520" fmla="*/ 145661 h 442564"/>
              <a:gd name="connsiteX1521" fmla="*/ 172416 w 1967342"/>
              <a:gd name="connsiteY1521" fmla="*/ 157305 h 442564"/>
              <a:gd name="connsiteX1522" fmla="*/ 184606 w 1967342"/>
              <a:gd name="connsiteY1522" fmla="*/ 161165 h 442564"/>
              <a:gd name="connsiteX1523" fmla="*/ 186241 w 1967342"/>
              <a:gd name="connsiteY1523" fmla="*/ 161165 h 442564"/>
              <a:gd name="connsiteX1524" fmla="*/ 187615 w 1967342"/>
              <a:gd name="connsiteY1524" fmla="*/ 160990 h 442564"/>
              <a:gd name="connsiteX1525" fmla="*/ 188095 w 1967342"/>
              <a:gd name="connsiteY1525" fmla="*/ 162277 h 442564"/>
              <a:gd name="connsiteX1526" fmla="*/ 197209 w 1967342"/>
              <a:gd name="connsiteY1526" fmla="*/ 169821 h 442564"/>
              <a:gd name="connsiteX1527" fmla="*/ 201876 w 1967342"/>
              <a:gd name="connsiteY1527" fmla="*/ 170519 h 442564"/>
              <a:gd name="connsiteX1528" fmla="*/ 207916 w 1967342"/>
              <a:gd name="connsiteY1528" fmla="*/ 169473 h 442564"/>
              <a:gd name="connsiteX1529" fmla="*/ 211121 w 1967342"/>
              <a:gd name="connsiteY1529" fmla="*/ 168142 h 442564"/>
              <a:gd name="connsiteX1530" fmla="*/ 206411 w 1967342"/>
              <a:gd name="connsiteY1530" fmla="*/ 187397 h 442564"/>
              <a:gd name="connsiteX1531" fmla="*/ 236067 w 1967342"/>
              <a:gd name="connsiteY1531" fmla="*/ 187397 h 442564"/>
              <a:gd name="connsiteX1532" fmla="*/ 231335 w 1967342"/>
              <a:gd name="connsiteY1532" fmla="*/ 168121 h 442564"/>
              <a:gd name="connsiteX1533" fmla="*/ 234562 w 1967342"/>
              <a:gd name="connsiteY1533" fmla="*/ 169473 h 442564"/>
              <a:gd name="connsiteX1534" fmla="*/ 240580 w 1967342"/>
              <a:gd name="connsiteY1534" fmla="*/ 170519 h 442564"/>
              <a:gd name="connsiteX1535" fmla="*/ 245247 w 1967342"/>
              <a:gd name="connsiteY1535" fmla="*/ 169821 h 442564"/>
              <a:gd name="connsiteX1536" fmla="*/ 254361 w 1967342"/>
              <a:gd name="connsiteY1536" fmla="*/ 162277 h 442564"/>
              <a:gd name="connsiteX1537" fmla="*/ 254841 w 1967342"/>
              <a:gd name="connsiteY1537" fmla="*/ 160990 h 442564"/>
              <a:gd name="connsiteX1538" fmla="*/ 256215 w 1967342"/>
              <a:gd name="connsiteY1538" fmla="*/ 161165 h 442564"/>
              <a:gd name="connsiteX1539" fmla="*/ 257850 w 1967342"/>
              <a:gd name="connsiteY1539" fmla="*/ 161165 h 442564"/>
              <a:gd name="connsiteX1540" fmla="*/ 270040 w 1967342"/>
              <a:gd name="connsiteY1540" fmla="*/ 157305 h 442564"/>
              <a:gd name="connsiteX1541" fmla="*/ 275818 w 1967342"/>
              <a:gd name="connsiteY1541" fmla="*/ 145639 h 442564"/>
              <a:gd name="connsiteX1542" fmla="*/ 275818 w 1967342"/>
              <a:gd name="connsiteY1542" fmla="*/ 144331 h 442564"/>
              <a:gd name="connsiteX1543" fmla="*/ 277126 w 1967342"/>
              <a:gd name="connsiteY1543" fmla="*/ 144069 h 442564"/>
              <a:gd name="connsiteX1544" fmla="*/ 292870 w 1967342"/>
              <a:gd name="connsiteY1544" fmla="*/ 134213 h 442564"/>
              <a:gd name="connsiteX1545" fmla="*/ 298648 w 1967342"/>
              <a:gd name="connsiteY1545" fmla="*/ 119974 h 442564"/>
              <a:gd name="connsiteX1546" fmla="*/ 232381 w 1967342"/>
              <a:gd name="connsiteY1546" fmla="*/ 129547 h 442564"/>
              <a:gd name="connsiteX1547" fmla="*/ 229678 w 1967342"/>
              <a:gd name="connsiteY1547" fmla="*/ 129547 h 442564"/>
              <a:gd name="connsiteX1548" fmla="*/ 229394 w 1967342"/>
              <a:gd name="connsiteY1548" fmla="*/ 128129 h 442564"/>
              <a:gd name="connsiteX1549" fmla="*/ 225709 w 1967342"/>
              <a:gd name="connsiteY1549" fmla="*/ 109093 h 442564"/>
              <a:gd name="connsiteX1550" fmla="*/ 225709 w 1967342"/>
              <a:gd name="connsiteY1550" fmla="*/ 108788 h 442564"/>
              <a:gd name="connsiteX1551" fmla="*/ 221348 w 1967342"/>
              <a:gd name="connsiteY1551" fmla="*/ 102617 h 442564"/>
              <a:gd name="connsiteX1552" fmla="*/ 255365 w 1967342"/>
              <a:gd name="connsiteY1552" fmla="*/ 101854 h 442564"/>
              <a:gd name="connsiteX1553" fmla="*/ 263891 w 1967342"/>
              <a:gd name="connsiteY1553" fmla="*/ 107371 h 442564"/>
              <a:gd name="connsiteX1554" fmla="*/ 253773 w 1967342"/>
              <a:gd name="connsiteY1554" fmla="*/ 107916 h 442564"/>
              <a:gd name="connsiteX1555" fmla="*/ 246228 w 1967342"/>
              <a:gd name="connsiteY1555" fmla="*/ 102421 h 442564"/>
              <a:gd name="connsiteX1556" fmla="*/ 255365 w 1967342"/>
              <a:gd name="connsiteY1556" fmla="*/ 101854 h 442564"/>
              <a:gd name="connsiteX1557" fmla="*/ 1217772 w 1967342"/>
              <a:gd name="connsiteY1557" fmla="*/ 100927 h 442564"/>
              <a:gd name="connsiteX1558" fmla="*/ 1225375 w 1967342"/>
              <a:gd name="connsiteY1558" fmla="*/ 103892 h 442564"/>
              <a:gd name="connsiteX1559" fmla="*/ 1240579 w 1967342"/>
              <a:gd name="connsiteY1559" fmla="*/ 105032 h 442564"/>
              <a:gd name="connsiteX1560" fmla="*/ 1241263 w 1967342"/>
              <a:gd name="connsiteY1560" fmla="*/ 105413 h 442564"/>
              <a:gd name="connsiteX1561" fmla="*/ 1243848 w 1967342"/>
              <a:gd name="connsiteY1561" fmla="*/ 111646 h 442564"/>
              <a:gd name="connsiteX1562" fmla="*/ 1249093 w 1967342"/>
              <a:gd name="connsiteY1562" fmla="*/ 122289 h 442564"/>
              <a:gd name="connsiteX1563" fmla="*/ 1244836 w 1967342"/>
              <a:gd name="connsiteY1563" fmla="*/ 131336 h 442564"/>
              <a:gd name="connsiteX1564" fmla="*/ 1242860 w 1967342"/>
              <a:gd name="connsiteY1564" fmla="*/ 139698 h 442564"/>
              <a:gd name="connsiteX1565" fmla="*/ 1235258 w 1967342"/>
              <a:gd name="connsiteY1565" fmla="*/ 153154 h 442564"/>
              <a:gd name="connsiteX1566" fmla="*/ 1228415 w 1967342"/>
              <a:gd name="connsiteY1566" fmla="*/ 160756 h 442564"/>
              <a:gd name="connsiteX1567" fmla="*/ 1213211 w 1967342"/>
              <a:gd name="connsiteY1567" fmla="*/ 192532 h 442564"/>
              <a:gd name="connsiteX1568" fmla="*/ 1208118 w 1967342"/>
              <a:gd name="connsiteY1568" fmla="*/ 197626 h 442564"/>
              <a:gd name="connsiteX1569" fmla="*/ 1201884 w 1967342"/>
              <a:gd name="connsiteY1569" fmla="*/ 197626 h 442564"/>
              <a:gd name="connsiteX1570" fmla="*/ 1195346 w 1967342"/>
              <a:gd name="connsiteY1570" fmla="*/ 199754 h 442564"/>
              <a:gd name="connsiteX1571" fmla="*/ 1185616 w 1967342"/>
              <a:gd name="connsiteY1571" fmla="*/ 202719 h 442564"/>
              <a:gd name="connsiteX1572" fmla="*/ 1185616 w 1967342"/>
              <a:gd name="connsiteY1572" fmla="*/ 210321 h 442564"/>
              <a:gd name="connsiteX1573" fmla="*/ 1193218 w 1967342"/>
              <a:gd name="connsiteY1573" fmla="*/ 208952 h 442564"/>
              <a:gd name="connsiteX1574" fmla="*/ 1199148 w 1967342"/>
              <a:gd name="connsiteY1574" fmla="*/ 206216 h 442564"/>
              <a:gd name="connsiteX1575" fmla="*/ 1207358 w 1967342"/>
              <a:gd name="connsiteY1575" fmla="*/ 208801 h 442564"/>
              <a:gd name="connsiteX1576" fmla="*/ 1210627 w 1967342"/>
              <a:gd name="connsiteY1576" fmla="*/ 212601 h 442564"/>
              <a:gd name="connsiteX1577" fmla="*/ 1212756 w 1967342"/>
              <a:gd name="connsiteY1577" fmla="*/ 222940 h 442564"/>
              <a:gd name="connsiteX1578" fmla="*/ 1211463 w 1967342"/>
              <a:gd name="connsiteY1578" fmla="*/ 227197 h 442564"/>
              <a:gd name="connsiteX1579" fmla="*/ 1203861 w 1967342"/>
              <a:gd name="connsiteY1579" fmla="*/ 232443 h 442564"/>
              <a:gd name="connsiteX1580" fmla="*/ 1195346 w 1967342"/>
              <a:gd name="connsiteY1580" fmla="*/ 235560 h 442564"/>
              <a:gd name="connsiteX1581" fmla="*/ 1192686 w 1967342"/>
              <a:gd name="connsiteY1581" fmla="*/ 240501 h 442564"/>
              <a:gd name="connsiteX1582" fmla="*/ 1196791 w 1967342"/>
              <a:gd name="connsiteY1582" fmla="*/ 243770 h 442564"/>
              <a:gd name="connsiteX1583" fmla="*/ 1208118 w 1967342"/>
              <a:gd name="connsiteY1583" fmla="*/ 241642 h 442564"/>
              <a:gd name="connsiteX1584" fmla="*/ 1216633 w 1967342"/>
              <a:gd name="connsiteY1584" fmla="*/ 241642 h 442564"/>
              <a:gd name="connsiteX1585" fmla="*/ 1227123 w 1967342"/>
              <a:gd name="connsiteY1585" fmla="*/ 239513 h 442564"/>
              <a:gd name="connsiteX1586" fmla="*/ 1236321 w 1967342"/>
              <a:gd name="connsiteY1586" fmla="*/ 239513 h 442564"/>
              <a:gd name="connsiteX1587" fmla="*/ 1243924 w 1967342"/>
              <a:gd name="connsiteY1587" fmla="*/ 251448 h 442564"/>
              <a:gd name="connsiteX1588" fmla="*/ 1230468 w 1967342"/>
              <a:gd name="connsiteY1588" fmla="*/ 270834 h 442564"/>
              <a:gd name="connsiteX1589" fmla="*/ 1218229 w 1967342"/>
              <a:gd name="connsiteY1589" fmla="*/ 268705 h 442564"/>
              <a:gd name="connsiteX1590" fmla="*/ 1198007 w 1967342"/>
              <a:gd name="connsiteY1590" fmla="*/ 269541 h 442564"/>
              <a:gd name="connsiteX1591" fmla="*/ 1186984 w 1967342"/>
              <a:gd name="connsiteY1591" fmla="*/ 268857 h 442564"/>
              <a:gd name="connsiteX1592" fmla="*/ 1177330 w 1967342"/>
              <a:gd name="connsiteY1592" fmla="*/ 269846 h 442564"/>
              <a:gd name="connsiteX1593" fmla="*/ 1166535 w 1967342"/>
              <a:gd name="connsiteY1593" fmla="*/ 271670 h 442564"/>
              <a:gd name="connsiteX1594" fmla="*/ 1153384 w 1967342"/>
              <a:gd name="connsiteY1594" fmla="*/ 274254 h 442564"/>
              <a:gd name="connsiteX1595" fmla="*/ 1139776 w 1967342"/>
              <a:gd name="connsiteY1595" fmla="*/ 275622 h 442564"/>
              <a:gd name="connsiteX1596" fmla="*/ 1125788 w 1967342"/>
              <a:gd name="connsiteY1596" fmla="*/ 279880 h 442564"/>
              <a:gd name="connsiteX1597" fmla="*/ 1116970 w 1967342"/>
              <a:gd name="connsiteY1597" fmla="*/ 275242 h 442564"/>
              <a:gd name="connsiteX1598" fmla="*/ 1114994 w 1967342"/>
              <a:gd name="connsiteY1598" fmla="*/ 263459 h 442564"/>
              <a:gd name="connsiteX1599" fmla="*/ 1115448 w 1967342"/>
              <a:gd name="connsiteY1599" fmla="*/ 258062 h 442564"/>
              <a:gd name="connsiteX1600" fmla="*/ 1118413 w 1967342"/>
              <a:gd name="connsiteY1600" fmla="*/ 251828 h 442564"/>
              <a:gd name="connsiteX1601" fmla="*/ 1121683 w 1967342"/>
              <a:gd name="connsiteY1601" fmla="*/ 249168 h 442564"/>
              <a:gd name="connsiteX1602" fmla="*/ 1125788 w 1967342"/>
              <a:gd name="connsiteY1602" fmla="*/ 251144 h 442564"/>
              <a:gd name="connsiteX1603" fmla="*/ 1137800 w 1967342"/>
              <a:gd name="connsiteY1603" fmla="*/ 247039 h 442564"/>
              <a:gd name="connsiteX1604" fmla="*/ 1153004 w 1967342"/>
              <a:gd name="connsiteY1604" fmla="*/ 240350 h 442564"/>
              <a:gd name="connsiteX1605" fmla="*/ 1150495 w 1967342"/>
              <a:gd name="connsiteY1605" fmla="*/ 236092 h 442564"/>
              <a:gd name="connsiteX1606" fmla="*/ 1144261 w 1967342"/>
              <a:gd name="connsiteY1606" fmla="*/ 235256 h 442564"/>
              <a:gd name="connsiteX1607" fmla="*/ 1139015 w 1967342"/>
              <a:gd name="connsiteY1607" fmla="*/ 232595 h 442564"/>
              <a:gd name="connsiteX1608" fmla="*/ 1139015 w 1967342"/>
              <a:gd name="connsiteY1608" fmla="*/ 227502 h 442564"/>
              <a:gd name="connsiteX1609" fmla="*/ 1139700 w 1967342"/>
              <a:gd name="connsiteY1609" fmla="*/ 221268 h 442564"/>
              <a:gd name="connsiteX1610" fmla="*/ 1143121 w 1967342"/>
              <a:gd name="connsiteY1610" fmla="*/ 216707 h 442564"/>
              <a:gd name="connsiteX1611" fmla="*/ 1146617 w 1967342"/>
              <a:gd name="connsiteY1611" fmla="*/ 217847 h 442564"/>
              <a:gd name="connsiteX1612" fmla="*/ 1150343 w 1967342"/>
              <a:gd name="connsiteY1612" fmla="*/ 217163 h 442564"/>
              <a:gd name="connsiteX1613" fmla="*/ 1153992 w 1967342"/>
              <a:gd name="connsiteY1613" fmla="*/ 217163 h 442564"/>
              <a:gd name="connsiteX1614" fmla="*/ 1157261 w 1967342"/>
              <a:gd name="connsiteY1614" fmla="*/ 214198 h 442564"/>
              <a:gd name="connsiteX1615" fmla="*/ 1158097 w 1967342"/>
              <a:gd name="connsiteY1615" fmla="*/ 206596 h 442564"/>
              <a:gd name="connsiteX1616" fmla="*/ 1153611 w 1967342"/>
              <a:gd name="connsiteY1616" fmla="*/ 205987 h 442564"/>
              <a:gd name="connsiteX1617" fmla="*/ 1147909 w 1967342"/>
              <a:gd name="connsiteY1617" fmla="*/ 207585 h 442564"/>
              <a:gd name="connsiteX1618" fmla="*/ 1142664 w 1967342"/>
              <a:gd name="connsiteY1618" fmla="*/ 208724 h 442564"/>
              <a:gd name="connsiteX1619" fmla="*/ 1138407 w 1967342"/>
              <a:gd name="connsiteY1619" fmla="*/ 208116 h 442564"/>
              <a:gd name="connsiteX1620" fmla="*/ 1136278 w 1967342"/>
              <a:gd name="connsiteY1620" fmla="*/ 204771 h 442564"/>
              <a:gd name="connsiteX1621" fmla="*/ 1134606 w 1967342"/>
              <a:gd name="connsiteY1621" fmla="*/ 199906 h 442564"/>
              <a:gd name="connsiteX1622" fmla="*/ 1130806 w 1967342"/>
              <a:gd name="connsiteY1622" fmla="*/ 192836 h 442564"/>
              <a:gd name="connsiteX1623" fmla="*/ 1128676 w 1967342"/>
              <a:gd name="connsiteY1623" fmla="*/ 185234 h 442564"/>
              <a:gd name="connsiteX1624" fmla="*/ 1132782 w 1967342"/>
              <a:gd name="connsiteY1624" fmla="*/ 173299 h 442564"/>
              <a:gd name="connsiteX1625" fmla="*/ 1130805 w 1967342"/>
              <a:gd name="connsiteY1625" fmla="*/ 154066 h 442564"/>
              <a:gd name="connsiteX1626" fmla="*/ 1128372 w 1967342"/>
              <a:gd name="connsiteY1626" fmla="*/ 145856 h 442564"/>
              <a:gd name="connsiteX1627" fmla="*/ 1129360 w 1967342"/>
              <a:gd name="connsiteY1627" fmla="*/ 139622 h 442564"/>
              <a:gd name="connsiteX1628" fmla="*/ 1131490 w 1967342"/>
              <a:gd name="connsiteY1628" fmla="*/ 128979 h 442564"/>
              <a:gd name="connsiteX1629" fmla="*/ 1136735 w 1967342"/>
              <a:gd name="connsiteY1629" fmla="*/ 118184 h 442564"/>
              <a:gd name="connsiteX1630" fmla="*/ 1143501 w 1967342"/>
              <a:gd name="connsiteY1630" fmla="*/ 122289 h 442564"/>
              <a:gd name="connsiteX1631" fmla="*/ 1149886 w 1967342"/>
              <a:gd name="connsiteY1631" fmla="*/ 121605 h 442564"/>
              <a:gd name="connsiteX1632" fmla="*/ 1158249 w 1967342"/>
              <a:gd name="connsiteY1632" fmla="*/ 118944 h 442564"/>
              <a:gd name="connsiteX1633" fmla="*/ 1172540 w 1967342"/>
              <a:gd name="connsiteY1633" fmla="*/ 113091 h 442564"/>
              <a:gd name="connsiteX1634" fmla="*/ 1183868 w 1967342"/>
              <a:gd name="connsiteY1634" fmla="*/ 111950 h 442564"/>
              <a:gd name="connsiteX1635" fmla="*/ 1217772 w 1967342"/>
              <a:gd name="connsiteY1635" fmla="*/ 100927 h 442564"/>
              <a:gd name="connsiteX1636" fmla="*/ 72089 w 1967342"/>
              <a:gd name="connsiteY1636" fmla="*/ 92216 h 442564"/>
              <a:gd name="connsiteX1637" fmla="*/ 71195 w 1967342"/>
              <a:gd name="connsiteY1637" fmla="*/ 92565 h 442564"/>
              <a:gd name="connsiteX1638" fmla="*/ 70345 w 1967342"/>
              <a:gd name="connsiteY1638" fmla="*/ 93110 h 442564"/>
              <a:gd name="connsiteX1639" fmla="*/ 69342 w 1967342"/>
              <a:gd name="connsiteY1639" fmla="*/ 94244 h 442564"/>
              <a:gd name="connsiteX1640" fmla="*/ 68208 w 1967342"/>
              <a:gd name="connsiteY1640" fmla="*/ 95203 h 442564"/>
              <a:gd name="connsiteX1641" fmla="*/ 67205 w 1967342"/>
              <a:gd name="connsiteY1641" fmla="*/ 95530 h 442564"/>
              <a:gd name="connsiteX1642" fmla="*/ 66987 w 1967342"/>
              <a:gd name="connsiteY1642" fmla="*/ 96119 h 442564"/>
              <a:gd name="connsiteX1643" fmla="*/ 66965 w 1967342"/>
              <a:gd name="connsiteY1643" fmla="*/ 96119 h 442564"/>
              <a:gd name="connsiteX1644" fmla="*/ 66856 w 1967342"/>
              <a:gd name="connsiteY1644" fmla="*/ 97253 h 442564"/>
              <a:gd name="connsiteX1645" fmla="*/ 67292 w 1967342"/>
              <a:gd name="connsiteY1645" fmla="*/ 97689 h 442564"/>
              <a:gd name="connsiteX1646" fmla="*/ 69473 w 1967342"/>
              <a:gd name="connsiteY1646" fmla="*/ 98517 h 442564"/>
              <a:gd name="connsiteX1647" fmla="*/ 71523 w 1967342"/>
              <a:gd name="connsiteY1647" fmla="*/ 101134 h 442564"/>
              <a:gd name="connsiteX1648" fmla="*/ 72089 w 1967342"/>
              <a:gd name="connsiteY1648" fmla="*/ 102770 h 442564"/>
              <a:gd name="connsiteX1649" fmla="*/ 71501 w 1967342"/>
              <a:gd name="connsiteY1649" fmla="*/ 104536 h 442564"/>
              <a:gd name="connsiteX1650" fmla="*/ 70738 w 1967342"/>
              <a:gd name="connsiteY1650" fmla="*/ 105473 h 442564"/>
              <a:gd name="connsiteX1651" fmla="*/ 69974 w 1967342"/>
              <a:gd name="connsiteY1651" fmla="*/ 107065 h 442564"/>
              <a:gd name="connsiteX1652" fmla="*/ 69974 w 1967342"/>
              <a:gd name="connsiteY1652" fmla="*/ 108766 h 442564"/>
              <a:gd name="connsiteX1653" fmla="*/ 71414 w 1967342"/>
              <a:gd name="connsiteY1653" fmla="*/ 110249 h 442564"/>
              <a:gd name="connsiteX1654" fmla="*/ 72308 w 1967342"/>
              <a:gd name="connsiteY1654" fmla="*/ 110750 h 442564"/>
              <a:gd name="connsiteX1655" fmla="*/ 73550 w 1967342"/>
              <a:gd name="connsiteY1655" fmla="*/ 111557 h 442564"/>
              <a:gd name="connsiteX1656" fmla="*/ 74314 w 1967342"/>
              <a:gd name="connsiteY1656" fmla="*/ 111557 h 442564"/>
              <a:gd name="connsiteX1657" fmla="*/ 74837 w 1967342"/>
              <a:gd name="connsiteY1657" fmla="*/ 110816 h 442564"/>
              <a:gd name="connsiteX1658" fmla="*/ 75317 w 1967342"/>
              <a:gd name="connsiteY1658" fmla="*/ 109660 h 442564"/>
              <a:gd name="connsiteX1659" fmla="*/ 76058 w 1967342"/>
              <a:gd name="connsiteY1659" fmla="*/ 108635 h 442564"/>
              <a:gd name="connsiteX1660" fmla="*/ 76799 w 1967342"/>
              <a:gd name="connsiteY1660" fmla="*/ 108417 h 442564"/>
              <a:gd name="connsiteX1661" fmla="*/ 78980 w 1967342"/>
              <a:gd name="connsiteY1661" fmla="*/ 110292 h 442564"/>
              <a:gd name="connsiteX1662" fmla="*/ 78980 w 1967342"/>
              <a:gd name="connsiteY1662" fmla="*/ 112037 h 442564"/>
              <a:gd name="connsiteX1663" fmla="*/ 78260 w 1967342"/>
              <a:gd name="connsiteY1663" fmla="*/ 115002 h 442564"/>
              <a:gd name="connsiteX1664" fmla="*/ 77628 w 1967342"/>
              <a:gd name="connsiteY1664" fmla="*/ 116529 h 442564"/>
              <a:gd name="connsiteX1665" fmla="*/ 77257 w 1967342"/>
              <a:gd name="connsiteY1665" fmla="*/ 118164 h 442564"/>
              <a:gd name="connsiteX1666" fmla="*/ 76690 w 1967342"/>
              <a:gd name="connsiteY1666" fmla="*/ 118906 h 442564"/>
              <a:gd name="connsiteX1667" fmla="*/ 76909 w 1967342"/>
              <a:gd name="connsiteY1667" fmla="*/ 119909 h 442564"/>
              <a:gd name="connsiteX1668" fmla="*/ 77933 w 1967342"/>
              <a:gd name="connsiteY1668" fmla="*/ 120388 h 442564"/>
              <a:gd name="connsiteX1669" fmla="*/ 79024 w 1967342"/>
              <a:gd name="connsiteY1669" fmla="*/ 121043 h 442564"/>
              <a:gd name="connsiteX1670" fmla="*/ 80267 w 1967342"/>
              <a:gd name="connsiteY1670" fmla="*/ 120824 h 442564"/>
              <a:gd name="connsiteX1671" fmla="*/ 82338 w 1967342"/>
              <a:gd name="connsiteY1671" fmla="*/ 120672 h 442564"/>
              <a:gd name="connsiteX1672" fmla="*/ 82709 w 1967342"/>
              <a:gd name="connsiteY1672" fmla="*/ 117728 h 442564"/>
              <a:gd name="connsiteX1673" fmla="*/ 83276 w 1967342"/>
              <a:gd name="connsiteY1673" fmla="*/ 116136 h 442564"/>
              <a:gd name="connsiteX1674" fmla="*/ 83930 w 1967342"/>
              <a:gd name="connsiteY1674" fmla="*/ 113280 h 442564"/>
              <a:gd name="connsiteX1675" fmla="*/ 84606 w 1967342"/>
              <a:gd name="connsiteY1675" fmla="*/ 111230 h 442564"/>
              <a:gd name="connsiteX1676" fmla="*/ 84606 w 1967342"/>
              <a:gd name="connsiteY1676" fmla="*/ 108657 h 442564"/>
              <a:gd name="connsiteX1677" fmla="*/ 85107 w 1967342"/>
              <a:gd name="connsiteY1677" fmla="*/ 106215 h 442564"/>
              <a:gd name="connsiteX1678" fmla="*/ 84780 w 1967342"/>
              <a:gd name="connsiteY1678" fmla="*/ 104950 h 442564"/>
              <a:gd name="connsiteX1679" fmla="*/ 83690 w 1967342"/>
              <a:gd name="connsiteY1679" fmla="*/ 103140 h 442564"/>
              <a:gd name="connsiteX1680" fmla="*/ 82883 w 1967342"/>
              <a:gd name="connsiteY1680" fmla="*/ 102661 h 442564"/>
              <a:gd name="connsiteX1681" fmla="*/ 82360 w 1967342"/>
              <a:gd name="connsiteY1681" fmla="*/ 102312 h 442564"/>
              <a:gd name="connsiteX1682" fmla="*/ 81379 w 1967342"/>
              <a:gd name="connsiteY1682" fmla="*/ 101854 h 442564"/>
              <a:gd name="connsiteX1683" fmla="*/ 80332 w 1967342"/>
              <a:gd name="connsiteY1683" fmla="*/ 100742 h 442564"/>
              <a:gd name="connsiteX1684" fmla="*/ 79198 w 1967342"/>
              <a:gd name="connsiteY1684" fmla="*/ 99324 h 442564"/>
              <a:gd name="connsiteX1685" fmla="*/ 77148 w 1967342"/>
              <a:gd name="connsiteY1685" fmla="*/ 97144 h 442564"/>
              <a:gd name="connsiteX1686" fmla="*/ 76080 w 1967342"/>
              <a:gd name="connsiteY1686" fmla="*/ 95879 h 442564"/>
              <a:gd name="connsiteX1687" fmla="*/ 75448 w 1967342"/>
              <a:gd name="connsiteY1687" fmla="*/ 94265 h 442564"/>
              <a:gd name="connsiteX1688" fmla="*/ 74423 w 1967342"/>
              <a:gd name="connsiteY1688" fmla="*/ 93219 h 442564"/>
              <a:gd name="connsiteX1689" fmla="*/ 73769 w 1967342"/>
              <a:gd name="connsiteY1689" fmla="*/ 92521 h 442564"/>
              <a:gd name="connsiteX1690" fmla="*/ 72089 w 1967342"/>
              <a:gd name="connsiteY1690" fmla="*/ 92216 h 442564"/>
              <a:gd name="connsiteX1691" fmla="*/ 264735 w 1967342"/>
              <a:gd name="connsiteY1691" fmla="*/ 92131 h 442564"/>
              <a:gd name="connsiteX1692" fmla="*/ 273442 w 1967342"/>
              <a:gd name="connsiteY1692" fmla="*/ 93329 h 442564"/>
              <a:gd name="connsiteX1693" fmla="*/ 265155 w 1967342"/>
              <a:gd name="connsiteY1693" fmla="*/ 97995 h 442564"/>
              <a:gd name="connsiteX1694" fmla="*/ 256302 w 1967342"/>
              <a:gd name="connsiteY1694" fmla="*/ 95204 h 442564"/>
              <a:gd name="connsiteX1695" fmla="*/ 264719 w 1967342"/>
              <a:gd name="connsiteY1695" fmla="*/ 92129 h 442564"/>
              <a:gd name="connsiteX1696" fmla="*/ 264741 w 1967342"/>
              <a:gd name="connsiteY1696" fmla="*/ 92129 h 442564"/>
              <a:gd name="connsiteX1697" fmla="*/ 264735 w 1967342"/>
              <a:gd name="connsiteY1697" fmla="*/ 92131 h 442564"/>
              <a:gd name="connsiteX1698" fmla="*/ 368818 w 1967342"/>
              <a:gd name="connsiteY1698" fmla="*/ 81880 h 442564"/>
              <a:gd name="connsiteX1699" fmla="*/ 367641 w 1967342"/>
              <a:gd name="connsiteY1699" fmla="*/ 82142 h 442564"/>
              <a:gd name="connsiteX1700" fmla="*/ 366507 w 1967342"/>
              <a:gd name="connsiteY1700" fmla="*/ 83581 h 442564"/>
              <a:gd name="connsiteX1701" fmla="*/ 364326 w 1967342"/>
              <a:gd name="connsiteY1701" fmla="*/ 85892 h 442564"/>
              <a:gd name="connsiteX1702" fmla="*/ 362015 w 1967342"/>
              <a:gd name="connsiteY1702" fmla="*/ 87767 h 442564"/>
              <a:gd name="connsiteX1703" fmla="*/ 361099 w 1967342"/>
              <a:gd name="connsiteY1703" fmla="*/ 88945 h 442564"/>
              <a:gd name="connsiteX1704" fmla="*/ 360641 w 1967342"/>
              <a:gd name="connsiteY1704" fmla="*/ 89883 h 442564"/>
              <a:gd name="connsiteX1705" fmla="*/ 359943 w 1967342"/>
              <a:gd name="connsiteY1705" fmla="*/ 89883 h 442564"/>
              <a:gd name="connsiteX1706" fmla="*/ 358548 w 1967342"/>
              <a:gd name="connsiteY1706" fmla="*/ 89228 h 442564"/>
              <a:gd name="connsiteX1707" fmla="*/ 358387 w 1967342"/>
              <a:gd name="connsiteY1707" fmla="*/ 89067 h 442564"/>
              <a:gd name="connsiteX1708" fmla="*/ 358548 w 1967342"/>
              <a:gd name="connsiteY1708" fmla="*/ 88313 h 442564"/>
              <a:gd name="connsiteX1709" fmla="*/ 359878 w 1967342"/>
              <a:gd name="connsiteY1709" fmla="*/ 86590 h 442564"/>
              <a:gd name="connsiteX1710" fmla="*/ 359529 w 1967342"/>
              <a:gd name="connsiteY1710" fmla="*/ 86263 h 442564"/>
              <a:gd name="connsiteX1711" fmla="*/ 356346 w 1967342"/>
              <a:gd name="connsiteY1711" fmla="*/ 86939 h 442564"/>
              <a:gd name="connsiteX1712" fmla="*/ 355561 w 1967342"/>
              <a:gd name="connsiteY1712" fmla="*/ 86743 h 442564"/>
              <a:gd name="connsiteX1713" fmla="*/ 354579 w 1967342"/>
              <a:gd name="connsiteY1713" fmla="*/ 87135 h 442564"/>
              <a:gd name="connsiteX1714" fmla="*/ 352791 w 1967342"/>
              <a:gd name="connsiteY1714" fmla="*/ 88749 h 442564"/>
              <a:gd name="connsiteX1715" fmla="*/ 351570 w 1967342"/>
              <a:gd name="connsiteY1715" fmla="*/ 90929 h 442564"/>
              <a:gd name="connsiteX1716" fmla="*/ 351963 w 1967342"/>
              <a:gd name="connsiteY1716" fmla="*/ 91954 h 442564"/>
              <a:gd name="connsiteX1717" fmla="*/ 355190 w 1967342"/>
              <a:gd name="connsiteY1717" fmla="*/ 92499 h 442564"/>
              <a:gd name="connsiteX1718" fmla="*/ 356128 w 1967342"/>
              <a:gd name="connsiteY1718" fmla="*/ 92499 h 442564"/>
              <a:gd name="connsiteX1719" fmla="*/ 358308 w 1967342"/>
              <a:gd name="connsiteY1719" fmla="*/ 92303 h 442564"/>
              <a:gd name="connsiteX1720" fmla="*/ 360205 w 1967342"/>
              <a:gd name="connsiteY1720" fmla="*/ 93328 h 442564"/>
              <a:gd name="connsiteX1721" fmla="*/ 361623 w 1967342"/>
              <a:gd name="connsiteY1721" fmla="*/ 94353 h 442564"/>
              <a:gd name="connsiteX1722" fmla="*/ 363367 w 1967342"/>
              <a:gd name="connsiteY1722" fmla="*/ 95792 h 442564"/>
              <a:gd name="connsiteX1723" fmla="*/ 364544 w 1967342"/>
              <a:gd name="connsiteY1723" fmla="*/ 96620 h 442564"/>
              <a:gd name="connsiteX1724" fmla="*/ 365722 w 1967342"/>
              <a:gd name="connsiteY1724" fmla="*/ 97405 h 442564"/>
              <a:gd name="connsiteX1725" fmla="*/ 367903 w 1967342"/>
              <a:gd name="connsiteY1725" fmla="*/ 99237 h 442564"/>
              <a:gd name="connsiteX1726" fmla="*/ 369276 w 1967342"/>
              <a:gd name="connsiteY1726" fmla="*/ 100349 h 442564"/>
              <a:gd name="connsiteX1727" fmla="*/ 370563 w 1967342"/>
              <a:gd name="connsiteY1727" fmla="*/ 101439 h 442564"/>
              <a:gd name="connsiteX1728" fmla="*/ 369102 w 1967342"/>
              <a:gd name="connsiteY1728" fmla="*/ 101832 h 442564"/>
              <a:gd name="connsiteX1729" fmla="*/ 367772 w 1967342"/>
              <a:gd name="connsiteY1729" fmla="*/ 101330 h 442564"/>
              <a:gd name="connsiteX1730" fmla="*/ 367205 w 1967342"/>
              <a:gd name="connsiteY1730" fmla="*/ 100284 h 442564"/>
              <a:gd name="connsiteX1731" fmla="*/ 366398 w 1967342"/>
              <a:gd name="connsiteY1731" fmla="*/ 99521 h 442564"/>
              <a:gd name="connsiteX1732" fmla="*/ 365482 w 1967342"/>
              <a:gd name="connsiteY1732" fmla="*/ 98517 h 442564"/>
              <a:gd name="connsiteX1733" fmla="*/ 364784 w 1967342"/>
              <a:gd name="connsiteY1733" fmla="*/ 98365 h 442564"/>
              <a:gd name="connsiteX1734" fmla="*/ 363868 w 1967342"/>
              <a:gd name="connsiteY1734" fmla="*/ 97885 h 442564"/>
              <a:gd name="connsiteX1735" fmla="*/ 362909 w 1967342"/>
              <a:gd name="connsiteY1735" fmla="*/ 97187 h 442564"/>
              <a:gd name="connsiteX1736" fmla="*/ 361579 w 1967342"/>
              <a:gd name="connsiteY1736" fmla="*/ 96293 h 442564"/>
              <a:gd name="connsiteX1737" fmla="*/ 360554 w 1967342"/>
              <a:gd name="connsiteY1737" fmla="*/ 95399 h 442564"/>
              <a:gd name="connsiteX1738" fmla="*/ 359922 w 1967342"/>
              <a:gd name="connsiteY1738" fmla="*/ 95247 h 442564"/>
              <a:gd name="connsiteX1739" fmla="*/ 358831 w 1967342"/>
              <a:gd name="connsiteY1739" fmla="*/ 94222 h 442564"/>
              <a:gd name="connsiteX1740" fmla="*/ 356302 w 1967342"/>
              <a:gd name="connsiteY1740" fmla="*/ 95159 h 442564"/>
              <a:gd name="connsiteX1741" fmla="*/ 355124 w 1967342"/>
              <a:gd name="connsiteY1741" fmla="*/ 95879 h 442564"/>
              <a:gd name="connsiteX1742" fmla="*/ 354710 w 1967342"/>
              <a:gd name="connsiteY1742" fmla="*/ 96773 h 442564"/>
              <a:gd name="connsiteX1743" fmla="*/ 355386 w 1967342"/>
              <a:gd name="connsiteY1743" fmla="*/ 97514 h 442564"/>
              <a:gd name="connsiteX1744" fmla="*/ 356651 w 1967342"/>
              <a:gd name="connsiteY1744" fmla="*/ 97972 h 442564"/>
              <a:gd name="connsiteX1745" fmla="*/ 357872 w 1967342"/>
              <a:gd name="connsiteY1745" fmla="*/ 98256 h 442564"/>
              <a:gd name="connsiteX1746" fmla="*/ 358439 w 1967342"/>
              <a:gd name="connsiteY1746" fmla="*/ 99019 h 442564"/>
              <a:gd name="connsiteX1747" fmla="*/ 357261 w 1967342"/>
              <a:gd name="connsiteY1747" fmla="*/ 99499 h 442564"/>
              <a:gd name="connsiteX1748" fmla="*/ 356258 w 1967342"/>
              <a:gd name="connsiteY1748" fmla="*/ 100196 h 442564"/>
              <a:gd name="connsiteX1749" fmla="*/ 355604 w 1967342"/>
              <a:gd name="connsiteY1749" fmla="*/ 100327 h 442564"/>
              <a:gd name="connsiteX1750" fmla="*/ 354558 w 1967342"/>
              <a:gd name="connsiteY1750" fmla="*/ 99957 h 442564"/>
              <a:gd name="connsiteX1751" fmla="*/ 353118 w 1967342"/>
              <a:gd name="connsiteY1751" fmla="*/ 99063 h 442564"/>
              <a:gd name="connsiteX1752" fmla="*/ 351592 w 1967342"/>
              <a:gd name="connsiteY1752" fmla="*/ 98648 h 442564"/>
              <a:gd name="connsiteX1753" fmla="*/ 350916 w 1967342"/>
              <a:gd name="connsiteY1753" fmla="*/ 97405 h 442564"/>
              <a:gd name="connsiteX1754" fmla="*/ 348735 w 1967342"/>
              <a:gd name="connsiteY1754" fmla="*/ 96838 h 442564"/>
              <a:gd name="connsiteX1755" fmla="*/ 347405 w 1967342"/>
              <a:gd name="connsiteY1755" fmla="*/ 97667 h 442564"/>
              <a:gd name="connsiteX1756" fmla="*/ 346686 w 1967342"/>
              <a:gd name="connsiteY1756" fmla="*/ 98539 h 442564"/>
              <a:gd name="connsiteX1757" fmla="*/ 346947 w 1967342"/>
              <a:gd name="connsiteY1757" fmla="*/ 99281 h 442564"/>
              <a:gd name="connsiteX1758" fmla="*/ 347711 w 1967342"/>
              <a:gd name="connsiteY1758" fmla="*/ 100654 h 442564"/>
              <a:gd name="connsiteX1759" fmla="*/ 349346 w 1967342"/>
              <a:gd name="connsiteY1759" fmla="*/ 101483 h 442564"/>
              <a:gd name="connsiteX1760" fmla="*/ 351025 w 1967342"/>
              <a:gd name="connsiteY1760" fmla="*/ 102770 h 442564"/>
              <a:gd name="connsiteX1761" fmla="*/ 352682 w 1967342"/>
              <a:gd name="connsiteY1761" fmla="*/ 104012 h 442564"/>
              <a:gd name="connsiteX1762" fmla="*/ 352464 w 1967342"/>
              <a:gd name="connsiteY1762" fmla="*/ 105037 h 442564"/>
              <a:gd name="connsiteX1763" fmla="*/ 348256 w 1967342"/>
              <a:gd name="connsiteY1763" fmla="*/ 105975 h 442564"/>
              <a:gd name="connsiteX1764" fmla="*/ 346075 w 1967342"/>
              <a:gd name="connsiteY1764" fmla="*/ 104318 h 442564"/>
              <a:gd name="connsiteX1765" fmla="*/ 344898 w 1967342"/>
              <a:gd name="connsiteY1765" fmla="*/ 103860 h 442564"/>
              <a:gd name="connsiteX1766" fmla="*/ 344898 w 1967342"/>
              <a:gd name="connsiteY1766" fmla="*/ 106804 h 442564"/>
              <a:gd name="connsiteX1767" fmla="*/ 343720 w 1967342"/>
              <a:gd name="connsiteY1767" fmla="*/ 107850 h 442564"/>
              <a:gd name="connsiteX1768" fmla="*/ 345225 w 1967342"/>
              <a:gd name="connsiteY1768" fmla="*/ 109486 h 442564"/>
              <a:gd name="connsiteX1769" fmla="*/ 346511 w 1967342"/>
              <a:gd name="connsiteY1769" fmla="*/ 110271 h 442564"/>
              <a:gd name="connsiteX1770" fmla="*/ 348256 w 1967342"/>
              <a:gd name="connsiteY1770" fmla="*/ 111165 h 442564"/>
              <a:gd name="connsiteX1771" fmla="*/ 350872 w 1967342"/>
              <a:gd name="connsiteY1771" fmla="*/ 110423 h 442564"/>
              <a:gd name="connsiteX1772" fmla="*/ 352137 w 1967342"/>
              <a:gd name="connsiteY1772" fmla="*/ 110140 h 442564"/>
              <a:gd name="connsiteX1773" fmla="*/ 353620 w 1967342"/>
              <a:gd name="connsiteY1773" fmla="*/ 109246 h 442564"/>
              <a:gd name="connsiteX1774" fmla="*/ 354819 w 1967342"/>
              <a:gd name="connsiteY1774" fmla="*/ 108374 h 442564"/>
              <a:gd name="connsiteX1775" fmla="*/ 355997 w 1967342"/>
              <a:gd name="connsiteY1775" fmla="*/ 107109 h 442564"/>
              <a:gd name="connsiteX1776" fmla="*/ 358526 w 1967342"/>
              <a:gd name="connsiteY1776" fmla="*/ 108156 h 442564"/>
              <a:gd name="connsiteX1777" fmla="*/ 359529 w 1967342"/>
              <a:gd name="connsiteY1777" fmla="*/ 108701 h 442564"/>
              <a:gd name="connsiteX1778" fmla="*/ 360837 w 1967342"/>
              <a:gd name="connsiteY1778" fmla="*/ 109660 h 442564"/>
              <a:gd name="connsiteX1779" fmla="*/ 362015 w 1967342"/>
              <a:gd name="connsiteY1779" fmla="*/ 109791 h 442564"/>
              <a:gd name="connsiteX1780" fmla="*/ 363432 w 1967342"/>
              <a:gd name="connsiteY1780" fmla="*/ 109006 h 442564"/>
              <a:gd name="connsiteX1781" fmla="*/ 363432 w 1967342"/>
              <a:gd name="connsiteY1781" fmla="*/ 108156 h 442564"/>
              <a:gd name="connsiteX1782" fmla="*/ 362844 w 1967342"/>
              <a:gd name="connsiteY1782" fmla="*/ 106607 h 442564"/>
              <a:gd name="connsiteX1783" fmla="*/ 362364 w 1967342"/>
              <a:gd name="connsiteY1783" fmla="*/ 104950 h 442564"/>
              <a:gd name="connsiteX1784" fmla="*/ 361426 w 1967342"/>
              <a:gd name="connsiteY1784" fmla="*/ 104623 h 442564"/>
              <a:gd name="connsiteX1785" fmla="*/ 360096 w 1967342"/>
              <a:gd name="connsiteY1785" fmla="*/ 103991 h 442564"/>
              <a:gd name="connsiteX1786" fmla="*/ 359682 w 1967342"/>
              <a:gd name="connsiteY1786" fmla="*/ 103336 h 442564"/>
              <a:gd name="connsiteX1787" fmla="*/ 360947 w 1967342"/>
              <a:gd name="connsiteY1787" fmla="*/ 102508 h 442564"/>
              <a:gd name="connsiteX1788" fmla="*/ 362865 w 1967342"/>
              <a:gd name="connsiteY1788" fmla="*/ 102508 h 442564"/>
              <a:gd name="connsiteX1789" fmla="*/ 364283 w 1967342"/>
              <a:gd name="connsiteY1789" fmla="*/ 102508 h 442564"/>
              <a:gd name="connsiteX1790" fmla="*/ 367532 w 1967342"/>
              <a:gd name="connsiteY1790" fmla="*/ 103184 h 442564"/>
              <a:gd name="connsiteX1791" fmla="*/ 368622 w 1967342"/>
              <a:gd name="connsiteY1791" fmla="*/ 104318 h 442564"/>
              <a:gd name="connsiteX1792" fmla="*/ 369363 w 1967342"/>
              <a:gd name="connsiteY1792" fmla="*/ 105277 h 442564"/>
              <a:gd name="connsiteX1793" fmla="*/ 370345 w 1967342"/>
              <a:gd name="connsiteY1793" fmla="*/ 105713 h 442564"/>
              <a:gd name="connsiteX1794" fmla="*/ 373114 w 1967342"/>
              <a:gd name="connsiteY1794" fmla="*/ 107458 h 442564"/>
              <a:gd name="connsiteX1795" fmla="*/ 375033 w 1967342"/>
              <a:gd name="connsiteY1795" fmla="*/ 106455 h 442564"/>
              <a:gd name="connsiteX1796" fmla="*/ 376363 w 1967342"/>
              <a:gd name="connsiteY1796" fmla="*/ 104470 h 442564"/>
              <a:gd name="connsiteX1797" fmla="*/ 375927 w 1967342"/>
              <a:gd name="connsiteY1797" fmla="*/ 103489 h 442564"/>
              <a:gd name="connsiteX1798" fmla="*/ 375513 w 1967342"/>
              <a:gd name="connsiteY1798" fmla="*/ 102661 h 442564"/>
              <a:gd name="connsiteX1799" fmla="*/ 375513 w 1967342"/>
              <a:gd name="connsiteY1799" fmla="*/ 101679 h 442564"/>
              <a:gd name="connsiteX1800" fmla="*/ 374815 w 1967342"/>
              <a:gd name="connsiteY1800" fmla="*/ 101003 h 442564"/>
              <a:gd name="connsiteX1801" fmla="*/ 373267 w 1967342"/>
              <a:gd name="connsiteY1801" fmla="*/ 100502 h 442564"/>
              <a:gd name="connsiteX1802" fmla="*/ 372940 w 1967342"/>
              <a:gd name="connsiteY1802" fmla="*/ 99804 h 442564"/>
              <a:gd name="connsiteX1803" fmla="*/ 374270 w 1967342"/>
              <a:gd name="connsiteY1803" fmla="*/ 98932 h 442564"/>
              <a:gd name="connsiteX1804" fmla="*/ 375382 w 1967342"/>
              <a:gd name="connsiteY1804" fmla="*/ 98321 h 442564"/>
              <a:gd name="connsiteX1805" fmla="*/ 376407 w 1967342"/>
              <a:gd name="connsiteY1805" fmla="*/ 97863 h 442564"/>
              <a:gd name="connsiteX1806" fmla="*/ 379481 w 1967342"/>
              <a:gd name="connsiteY1806" fmla="*/ 96729 h 442564"/>
              <a:gd name="connsiteX1807" fmla="*/ 381531 w 1967342"/>
              <a:gd name="connsiteY1807" fmla="*/ 96991 h 442564"/>
              <a:gd name="connsiteX1808" fmla="*/ 382730 w 1967342"/>
              <a:gd name="connsiteY1808" fmla="*/ 96053 h 442564"/>
              <a:gd name="connsiteX1809" fmla="*/ 383166 w 1967342"/>
              <a:gd name="connsiteY1809" fmla="*/ 95247 h 442564"/>
              <a:gd name="connsiteX1810" fmla="*/ 382883 w 1967342"/>
              <a:gd name="connsiteY1810" fmla="*/ 93895 h 442564"/>
              <a:gd name="connsiteX1811" fmla="*/ 382054 w 1967342"/>
              <a:gd name="connsiteY1811" fmla="*/ 93175 h 442564"/>
              <a:gd name="connsiteX1812" fmla="*/ 381487 w 1967342"/>
              <a:gd name="connsiteY1812" fmla="*/ 93175 h 442564"/>
              <a:gd name="connsiteX1813" fmla="*/ 377606 w 1967342"/>
              <a:gd name="connsiteY1813" fmla="*/ 91823 h 442564"/>
              <a:gd name="connsiteX1814" fmla="*/ 376821 w 1967342"/>
              <a:gd name="connsiteY1814" fmla="*/ 93546 h 442564"/>
              <a:gd name="connsiteX1815" fmla="*/ 375949 w 1967342"/>
              <a:gd name="connsiteY1815" fmla="*/ 94004 h 442564"/>
              <a:gd name="connsiteX1816" fmla="*/ 374924 w 1967342"/>
              <a:gd name="connsiteY1816" fmla="*/ 94178 h 442564"/>
              <a:gd name="connsiteX1817" fmla="*/ 373855 w 1967342"/>
              <a:gd name="connsiteY1817" fmla="*/ 93764 h 442564"/>
              <a:gd name="connsiteX1818" fmla="*/ 373049 w 1967342"/>
              <a:gd name="connsiteY1818" fmla="*/ 94658 h 442564"/>
              <a:gd name="connsiteX1819" fmla="*/ 372155 w 1967342"/>
              <a:gd name="connsiteY1819" fmla="*/ 94658 h 442564"/>
              <a:gd name="connsiteX1820" fmla="*/ 371261 w 1967342"/>
              <a:gd name="connsiteY1820" fmla="*/ 94527 h 442564"/>
              <a:gd name="connsiteX1821" fmla="*/ 370541 w 1967342"/>
              <a:gd name="connsiteY1821" fmla="*/ 95530 h 442564"/>
              <a:gd name="connsiteX1822" fmla="*/ 371021 w 1967342"/>
              <a:gd name="connsiteY1822" fmla="*/ 96577 h 442564"/>
              <a:gd name="connsiteX1823" fmla="*/ 369276 w 1967342"/>
              <a:gd name="connsiteY1823" fmla="*/ 96577 h 442564"/>
              <a:gd name="connsiteX1824" fmla="*/ 369625 w 1967342"/>
              <a:gd name="connsiteY1824" fmla="*/ 95356 h 442564"/>
              <a:gd name="connsiteX1825" fmla="*/ 369211 w 1967342"/>
              <a:gd name="connsiteY1825" fmla="*/ 93895 h 442564"/>
              <a:gd name="connsiteX1826" fmla="*/ 371152 w 1967342"/>
              <a:gd name="connsiteY1826" fmla="*/ 93611 h 442564"/>
              <a:gd name="connsiteX1827" fmla="*/ 374357 w 1967342"/>
              <a:gd name="connsiteY1827" fmla="*/ 92652 h 442564"/>
              <a:gd name="connsiteX1828" fmla="*/ 374619 w 1967342"/>
              <a:gd name="connsiteY1828" fmla="*/ 91453 h 442564"/>
              <a:gd name="connsiteX1829" fmla="*/ 375556 w 1967342"/>
              <a:gd name="connsiteY1829" fmla="*/ 90580 h 442564"/>
              <a:gd name="connsiteX1830" fmla="*/ 377344 w 1967342"/>
              <a:gd name="connsiteY1830" fmla="*/ 90406 h 442564"/>
              <a:gd name="connsiteX1831" fmla="*/ 378914 w 1967342"/>
              <a:gd name="connsiteY1831" fmla="*/ 89708 h 442564"/>
              <a:gd name="connsiteX1832" fmla="*/ 378762 w 1967342"/>
              <a:gd name="connsiteY1832" fmla="*/ 88029 h 442564"/>
              <a:gd name="connsiteX1833" fmla="*/ 378195 w 1967342"/>
              <a:gd name="connsiteY1833" fmla="*/ 87615 h 442564"/>
              <a:gd name="connsiteX1834" fmla="*/ 377671 w 1967342"/>
              <a:gd name="connsiteY1834" fmla="*/ 87157 h 442564"/>
              <a:gd name="connsiteX1835" fmla="*/ 375905 w 1967342"/>
              <a:gd name="connsiteY1835" fmla="*/ 87615 h 442564"/>
              <a:gd name="connsiteX1836" fmla="*/ 373986 w 1967342"/>
              <a:gd name="connsiteY1836" fmla="*/ 87811 h 442564"/>
              <a:gd name="connsiteX1837" fmla="*/ 373986 w 1967342"/>
              <a:gd name="connsiteY1837" fmla="*/ 86568 h 442564"/>
              <a:gd name="connsiteX1838" fmla="*/ 372743 w 1967342"/>
              <a:gd name="connsiteY1838" fmla="*/ 86568 h 442564"/>
              <a:gd name="connsiteX1839" fmla="*/ 372089 w 1967342"/>
              <a:gd name="connsiteY1839" fmla="*/ 87898 h 442564"/>
              <a:gd name="connsiteX1840" fmla="*/ 370803 w 1967342"/>
              <a:gd name="connsiteY1840" fmla="*/ 88443 h 442564"/>
              <a:gd name="connsiteX1841" fmla="*/ 369647 w 1967342"/>
              <a:gd name="connsiteY1841" fmla="*/ 89512 h 442564"/>
              <a:gd name="connsiteX1842" fmla="*/ 370454 w 1967342"/>
              <a:gd name="connsiteY1842" fmla="*/ 89839 h 442564"/>
              <a:gd name="connsiteX1843" fmla="*/ 371522 w 1967342"/>
              <a:gd name="connsiteY1843" fmla="*/ 90362 h 442564"/>
              <a:gd name="connsiteX1844" fmla="*/ 370824 w 1967342"/>
              <a:gd name="connsiteY1844" fmla="*/ 91932 h 442564"/>
              <a:gd name="connsiteX1845" fmla="*/ 369145 w 1967342"/>
              <a:gd name="connsiteY1845" fmla="*/ 91823 h 442564"/>
              <a:gd name="connsiteX1846" fmla="*/ 369254 w 1967342"/>
              <a:gd name="connsiteY1846" fmla="*/ 91016 h 442564"/>
              <a:gd name="connsiteX1847" fmla="*/ 368382 w 1967342"/>
              <a:gd name="connsiteY1847" fmla="*/ 89970 h 442564"/>
              <a:gd name="connsiteX1848" fmla="*/ 368579 w 1967342"/>
              <a:gd name="connsiteY1848" fmla="*/ 89316 h 442564"/>
              <a:gd name="connsiteX1849" fmla="*/ 370257 w 1967342"/>
              <a:gd name="connsiteY1849" fmla="*/ 87135 h 442564"/>
              <a:gd name="connsiteX1850" fmla="*/ 370650 w 1967342"/>
              <a:gd name="connsiteY1850" fmla="*/ 86415 h 442564"/>
              <a:gd name="connsiteX1851" fmla="*/ 371326 w 1967342"/>
              <a:gd name="connsiteY1851" fmla="*/ 85260 h 442564"/>
              <a:gd name="connsiteX1852" fmla="*/ 370454 w 1967342"/>
              <a:gd name="connsiteY1852" fmla="*/ 84976 h 442564"/>
              <a:gd name="connsiteX1853" fmla="*/ 369298 w 1967342"/>
              <a:gd name="connsiteY1853" fmla="*/ 85391 h 442564"/>
              <a:gd name="connsiteX1854" fmla="*/ 368840 w 1967342"/>
              <a:gd name="connsiteY1854" fmla="*/ 86067 h 442564"/>
              <a:gd name="connsiteX1855" fmla="*/ 367139 w 1967342"/>
              <a:gd name="connsiteY1855" fmla="*/ 87680 h 442564"/>
              <a:gd name="connsiteX1856" fmla="*/ 366114 w 1967342"/>
              <a:gd name="connsiteY1856" fmla="*/ 89010 h 442564"/>
              <a:gd name="connsiteX1857" fmla="*/ 364283 w 1967342"/>
              <a:gd name="connsiteY1857" fmla="*/ 90602 h 442564"/>
              <a:gd name="connsiteX1858" fmla="*/ 363847 w 1967342"/>
              <a:gd name="connsiteY1858" fmla="*/ 91867 h 442564"/>
              <a:gd name="connsiteX1859" fmla="*/ 364501 w 1967342"/>
              <a:gd name="connsiteY1859" fmla="*/ 92085 h 442564"/>
              <a:gd name="connsiteX1860" fmla="*/ 365242 w 1967342"/>
              <a:gd name="connsiteY1860" fmla="*/ 91976 h 442564"/>
              <a:gd name="connsiteX1861" fmla="*/ 366245 w 1967342"/>
              <a:gd name="connsiteY1861" fmla="*/ 91540 h 442564"/>
              <a:gd name="connsiteX1862" fmla="*/ 366114 w 1967342"/>
              <a:gd name="connsiteY1862" fmla="*/ 92412 h 442564"/>
              <a:gd name="connsiteX1863" fmla="*/ 365700 w 1967342"/>
              <a:gd name="connsiteY1863" fmla="*/ 93175 h 442564"/>
              <a:gd name="connsiteX1864" fmla="*/ 366572 w 1967342"/>
              <a:gd name="connsiteY1864" fmla="*/ 93589 h 442564"/>
              <a:gd name="connsiteX1865" fmla="*/ 367205 w 1967342"/>
              <a:gd name="connsiteY1865" fmla="*/ 94396 h 442564"/>
              <a:gd name="connsiteX1866" fmla="*/ 366725 w 1967342"/>
              <a:gd name="connsiteY1866" fmla="*/ 94702 h 442564"/>
              <a:gd name="connsiteX1867" fmla="*/ 365896 w 1967342"/>
              <a:gd name="connsiteY1867" fmla="*/ 94483 h 442564"/>
              <a:gd name="connsiteX1868" fmla="*/ 365046 w 1967342"/>
              <a:gd name="connsiteY1868" fmla="*/ 94026 h 442564"/>
              <a:gd name="connsiteX1869" fmla="*/ 363694 w 1967342"/>
              <a:gd name="connsiteY1869" fmla="*/ 93023 h 442564"/>
              <a:gd name="connsiteX1870" fmla="*/ 362931 w 1967342"/>
              <a:gd name="connsiteY1870" fmla="*/ 92325 h 442564"/>
              <a:gd name="connsiteX1871" fmla="*/ 361884 w 1967342"/>
              <a:gd name="connsiteY1871" fmla="*/ 91649 h 442564"/>
              <a:gd name="connsiteX1872" fmla="*/ 361884 w 1967342"/>
              <a:gd name="connsiteY1872" fmla="*/ 90798 h 442564"/>
              <a:gd name="connsiteX1873" fmla="*/ 363083 w 1967342"/>
              <a:gd name="connsiteY1873" fmla="*/ 90253 h 442564"/>
              <a:gd name="connsiteX1874" fmla="*/ 363868 w 1967342"/>
              <a:gd name="connsiteY1874" fmla="*/ 89555 h 442564"/>
              <a:gd name="connsiteX1875" fmla="*/ 364719 w 1967342"/>
              <a:gd name="connsiteY1875" fmla="*/ 88378 h 442564"/>
              <a:gd name="connsiteX1876" fmla="*/ 366202 w 1967342"/>
              <a:gd name="connsiteY1876" fmla="*/ 86830 h 442564"/>
              <a:gd name="connsiteX1877" fmla="*/ 367030 w 1967342"/>
              <a:gd name="connsiteY1877" fmla="*/ 86132 h 442564"/>
              <a:gd name="connsiteX1878" fmla="*/ 367706 w 1967342"/>
              <a:gd name="connsiteY1878" fmla="*/ 85587 h 442564"/>
              <a:gd name="connsiteX1879" fmla="*/ 368251 w 1967342"/>
              <a:gd name="connsiteY1879" fmla="*/ 85042 h 442564"/>
              <a:gd name="connsiteX1880" fmla="*/ 369124 w 1967342"/>
              <a:gd name="connsiteY1880" fmla="*/ 84104 h 442564"/>
              <a:gd name="connsiteX1881" fmla="*/ 369756 w 1967342"/>
              <a:gd name="connsiteY1881" fmla="*/ 83275 h 442564"/>
              <a:gd name="connsiteX1882" fmla="*/ 369909 w 1967342"/>
              <a:gd name="connsiteY1882" fmla="*/ 82621 h 442564"/>
              <a:gd name="connsiteX1883" fmla="*/ 369407 w 1967342"/>
              <a:gd name="connsiteY1883" fmla="*/ 82490 h 442564"/>
              <a:gd name="connsiteX1884" fmla="*/ 368818 w 1967342"/>
              <a:gd name="connsiteY1884" fmla="*/ 81880 h 442564"/>
              <a:gd name="connsiteX1885" fmla="*/ 79700 w 1967342"/>
              <a:gd name="connsiteY1885" fmla="*/ 80528 h 442564"/>
              <a:gd name="connsiteX1886" fmla="*/ 79045 w 1967342"/>
              <a:gd name="connsiteY1886" fmla="*/ 80986 h 442564"/>
              <a:gd name="connsiteX1887" fmla="*/ 78021 w 1967342"/>
              <a:gd name="connsiteY1887" fmla="*/ 81269 h 442564"/>
              <a:gd name="connsiteX1888" fmla="*/ 77323 w 1967342"/>
              <a:gd name="connsiteY1888" fmla="*/ 82381 h 442564"/>
              <a:gd name="connsiteX1889" fmla="*/ 76494 w 1967342"/>
              <a:gd name="connsiteY1889" fmla="*/ 82970 h 442564"/>
              <a:gd name="connsiteX1890" fmla="*/ 75927 w 1967342"/>
              <a:gd name="connsiteY1890" fmla="*/ 83951 h 442564"/>
              <a:gd name="connsiteX1891" fmla="*/ 74837 w 1967342"/>
              <a:gd name="connsiteY1891" fmla="*/ 84736 h 442564"/>
              <a:gd name="connsiteX1892" fmla="*/ 74575 w 1967342"/>
              <a:gd name="connsiteY1892" fmla="*/ 85870 h 442564"/>
              <a:gd name="connsiteX1893" fmla="*/ 75796 w 1967342"/>
              <a:gd name="connsiteY1893" fmla="*/ 87091 h 442564"/>
              <a:gd name="connsiteX1894" fmla="*/ 77279 w 1967342"/>
              <a:gd name="connsiteY1894" fmla="*/ 89272 h 442564"/>
              <a:gd name="connsiteX1895" fmla="*/ 78195 w 1967342"/>
              <a:gd name="connsiteY1895" fmla="*/ 90624 h 442564"/>
              <a:gd name="connsiteX1896" fmla="*/ 79983 w 1967342"/>
              <a:gd name="connsiteY1896" fmla="*/ 92499 h 442564"/>
              <a:gd name="connsiteX1897" fmla="*/ 80964 w 1967342"/>
              <a:gd name="connsiteY1897" fmla="*/ 93873 h 442564"/>
              <a:gd name="connsiteX1898" fmla="*/ 81902 w 1967342"/>
              <a:gd name="connsiteY1898" fmla="*/ 95268 h 442564"/>
              <a:gd name="connsiteX1899" fmla="*/ 82316 w 1967342"/>
              <a:gd name="connsiteY1899" fmla="*/ 96272 h 442564"/>
              <a:gd name="connsiteX1900" fmla="*/ 84279 w 1967342"/>
              <a:gd name="connsiteY1900" fmla="*/ 98801 h 442564"/>
              <a:gd name="connsiteX1901" fmla="*/ 85849 w 1967342"/>
              <a:gd name="connsiteY1901" fmla="*/ 100000 h 442564"/>
              <a:gd name="connsiteX1902" fmla="*/ 86895 w 1967342"/>
              <a:gd name="connsiteY1902" fmla="*/ 100742 h 442564"/>
              <a:gd name="connsiteX1903" fmla="*/ 87920 w 1967342"/>
              <a:gd name="connsiteY1903" fmla="*/ 101592 h 442564"/>
              <a:gd name="connsiteX1904" fmla="*/ 89774 w 1967342"/>
              <a:gd name="connsiteY1904" fmla="*/ 102704 h 442564"/>
              <a:gd name="connsiteX1905" fmla="*/ 91148 w 1967342"/>
              <a:gd name="connsiteY1905" fmla="*/ 103838 h 442564"/>
              <a:gd name="connsiteX1906" fmla="*/ 92914 w 1967342"/>
              <a:gd name="connsiteY1906" fmla="*/ 104165 h 442564"/>
              <a:gd name="connsiteX1907" fmla="*/ 94026 w 1967342"/>
              <a:gd name="connsiteY1907" fmla="*/ 103816 h 442564"/>
              <a:gd name="connsiteX1908" fmla="*/ 95509 w 1967342"/>
              <a:gd name="connsiteY1908" fmla="*/ 102399 h 442564"/>
              <a:gd name="connsiteX1909" fmla="*/ 96730 w 1967342"/>
              <a:gd name="connsiteY1909" fmla="*/ 101657 h 442564"/>
              <a:gd name="connsiteX1910" fmla="*/ 97885 w 1967342"/>
              <a:gd name="connsiteY1910" fmla="*/ 100480 h 442564"/>
              <a:gd name="connsiteX1911" fmla="*/ 99128 w 1967342"/>
              <a:gd name="connsiteY1911" fmla="*/ 99368 h 442564"/>
              <a:gd name="connsiteX1912" fmla="*/ 100197 w 1967342"/>
              <a:gd name="connsiteY1912" fmla="*/ 98910 h 442564"/>
              <a:gd name="connsiteX1913" fmla="*/ 100982 w 1967342"/>
              <a:gd name="connsiteY1913" fmla="*/ 97536 h 442564"/>
              <a:gd name="connsiteX1914" fmla="*/ 101876 w 1967342"/>
              <a:gd name="connsiteY1914" fmla="*/ 96228 h 442564"/>
              <a:gd name="connsiteX1915" fmla="*/ 101287 w 1967342"/>
              <a:gd name="connsiteY1915" fmla="*/ 94854 h 442564"/>
              <a:gd name="connsiteX1916" fmla="*/ 100262 w 1967342"/>
              <a:gd name="connsiteY1916" fmla="*/ 92913 h 442564"/>
              <a:gd name="connsiteX1917" fmla="*/ 98343 w 1967342"/>
              <a:gd name="connsiteY1917" fmla="*/ 92238 h 442564"/>
              <a:gd name="connsiteX1918" fmla="*/ 97253 w 1967342"/>
              <a:gd name="connsiteY1918" fmla="*/ 93175 h 442564"/>
              <a:gd name="connsiteX1919" fmla="*/ 96359 w 1967342"/>
              <a:gd name="connsiteY1919" fmla="*/ 93611 h 442564"/>
              <a:gd name="connsiteX1920" fmla="*/ 95552 w 1967342"/>
              <a:gd name="connsiteY1920" fmla="*/ 94156 h 442564"/>
              <a:gd name="connsiteX1921" fmla="*/ 94527 w 1967342"/>
              <a:gd name="connsiteY1921" fmla="*/ 95007 h 442564"/>
              <a:gd name="connsiteX1922" fmla="*/ 92652 w 1967342"/>
              <a:gd name="connsiteY1922" fmla="*/ 95814 h 442564"/>
              <a:gd name="connsiteX1923" fmla="*/ 90581 w 1967342"/>
              <a:gd name="connsiteY1923" fmla="*/ 94789 h 442564"/>
              <a:gd name="connsiteX1924" fmla="*/ 89578 w 1967342"/>
              <a:gd name="connsiteY1924" fmla="*/ 93960 h 442564"/>
              <a:gd name="connsiteX1925" fmla="*/ 88182 w 1967342"/>
              <a:gd name="connsiteY1925" fmla="*/ 91518 h 442564"/>
              <a:gd name="connsiteX1926" fmla="*/ 88989 w 1967342"/>
              <a:gd name="connsiteY1926" fmla="*/ 88945 h 442564"/>
              <a:gd name="connsiteX1927" fmla="*/ 89403 w 1967342"/>
              <a:gd name="connsiteY1927" fmla="*/ 87266 h 442564"/>
              <a:gd name="connsiteX1928" fmla="*/ 89578 w 1967342"/>
              <a:gd name="connsiteY1928" fmla="*/ 85936 h 442564"/>
              <a:gd name="connsiteX1929" fmla="*/ 90210 w 1967342"/>
              <a:gd name="connsiteY1929" fmla="*/ 84780 h 442564"/>
              <a:gd name="connsiteX1930" fmla="*/ 90210 w 1967342"/>
              <a:gd name="connsiteY1930" fmla="*/ 83842 h 442564"/>
              <a:gd name="connsiteX1931" fmla="*/ 89076 w 1967342"/>
              <a:gd name="connsiteY1931" fmla="*/ 83079 h 442564"/>
              <a:gd name="connsiteX1932" fmla="*/ 87004 w 1967342"/>
              <a:gd name="connsiteY1932" fmla="*/ 82534 h 442564"/>
              <a:gd name="connsiteX1933" fmla="*/ 85282 w 1967342"/>
              <a:gd name="connsiteY1933" fmla="*/ 83428 h 442564"/>
              <a:gd name="connsiteX1934" fmla="*/ 84998 w 1967342"/>
              <a:gd name="connsiteY1934" fmla="*/ 84693 h 442564"/>
              <a:gd name="connsiteX1935" fmla="*/ 83930 w 1967342"/>
              <a:gd name="connsiteY1935" fmla="*/ 85238 h 442564"/>
              <a:gd name="connsiteX1936" fmla="*/ 83167 w 1967342"/>
              <a:gd name="connsiteY1936" fmla="*/ 84169 h 442564"/>
              <a:gd name="connsiteX1937" fmla="*/ 82251 w 1967342"/>
              <a:gd name="connsiteY1937" fmla="*/ 81444 h 442564"/>
              <a:gd name="connsiteX1938" fmla="*/ 80594 w 1967342"/>
              <a:gd name="connsiteY1938" fmla="*/ 80528 h 442564"/>
              <a:gd name="connsiteX1939" fmla="*/ 79700 w 1967342"/>
              <a:gd name="connsiteY1939" fmla="*/ 80528 h 442564"/>
              <a:gd name="connsiteX1940" fmla="*/ 270432 w 1967342"/>
              <a:gd name="connsiteY1940" fmla="*/ 71501 h 442564"/>
              <a:gd name="connsiteX1941" fmla="*/ 268753 w 1967342"/>
              <a:gd name="connsiteY1941" fmla="*/ 81270 h 442564"/>
              <a:gd name="connsiteX1942" fmla="*/ 263629 w 1967342"/>
              <a:gd name="connsiteY1942" fmla="*/ 86613 h 442564"/>
              <a:gd name="connsiteX1943" fmla="*/ 261645 w 1967342"/>
              <a:gd name="connsiteY1943" fmla="*/ 89883 h 442564"/>
              <a:gd name="connsiteX1944" fmla="*/ 235871 w 1967342"/>
              <a:gd name="connsiteY1944" fmla="*/ 107698 h 442564"/>
              <a:gd name="connsiteX1945" fmla="*/ 243503 w 1967342"/>
              <a:gd name="connsiteY1945" fmla="*/ 108200 h 442564"/>
              <a:gd name="connsiteX1946" fmla="*/ 243590 w 1967342"/>
              <a:gd name="connsiteY1946" fmla="*/ 108134 h 442564"/>
              <a:gd name="connsiteX1947" fmla="*/ 251941 w 1967342"/>
              <a:gd name="connsiteY1947" fmla="*/ 114153 h 442564"/>
              <a:gd name="connsiteX1948" fmla="*/ 242085 w 1967342"/>
              <a:gd name="connsiteY1948" fmla="*/ 114327 h 442564"/>
              <a:gd name="connsiteX1949" fmla="*/ 235108 w 1967342"/>
              <a:gd name="connsiteY1949" fmla="*/ 107982 h 442564"/>
              <a:gd name="connsiteX1950" fmla="*/ 229636 w 1967342"/>
              <a:gd name="connsiteY1950" fmla="*/ 109992 h 442564"/>
              <a:gd name="connsiteX1951" fmla="*/ 230806 w 1967342"/>
              <a:gd name="connsiteY1951" fmla="*/ 115997 h 442564"/>
              <a:gd name="connsiteX1952" fmla="*/ 232730 w 1967342"/>
              <a:gd name="connsiteY1952" fmla="*/ 125927 h 442564"/>
              <a:gd name="connsiteX1953" fmla="*/ 300109 w 1967342"/>
              <a:gd name="connsiteY1953" fmla="*/ 115766 h 442564"/>
              <a:gd name="connsiteX1954" fmla="*/ 302442 w 1967342"/>
              <a:gd name="connsiteY1954" fmla="*/ 114981 h 442564"/>
              <a:gd name="connsiteX1955" fmla="*/ 302442 w 1967342"/>
              <a:gd name="connsiteY1955" fmla="*/ 117423 h 442564"/>
              <a:gd name="connsiteX1956" fmla="*/ 295770 w 1967342"/>
              <a:gd name="connsiteY1956" fmla="*/ 136328 h 442564"/>
              <a:gd name="connsiteX1957" fmla="*/ 279198 w 1967342"/>
              <a:gd name="connsiteY1957" fmla="*/ 147122 h 442564"/>
              <a:gd name="connsiteX1958" fmla="*/ 272285 w 1967342"/>
              <a:gd name="connsiteY1958" fmla="*/ 159944 h 442564"/>
              <a:gd name="connsiteX1959" fmla="*/ 269102 w 1967342"/>
              <a:gd name="connsiteY1959" fmla="*/ 162124 h 442564"/>
              <a:gd name="connsiteX1960" fmla="*/ 300938 w 1967342"/>
              <a:gd name="connsiteY1960" fmla="*/ 157262 h 442564"/>
              <a:gd name="connsiteX1961" fmla="*/ 303446 w 1967342"/>
              <a:gd name="connsiteY1961" fmla="*/ 156782 h 442564"/>
              <a:gd name="connsiteX1962" fmla="*/ 303315 w 1967342"/>
              <a:gd name="connsiteY1962" fmla="*/ 156782 h 442564"/>
              <a:gd name="connsiteX1963" fmla="*/ 310140 w 1967342"/>
              <a:gd name="connsiteY1963" fmla="*/ 155364 h 442564"/>
              <a:gd name="connsiteX1964" fmla="*/ 299564 w 1967342"/>
              <a:gd name="connsiteY1964" fmla="*/ 170934 h 442564"/>
              <a:gd name="connsiteX1965" fmla="*/ 274662 w 1967342"/>
              <a:gd name="connsiteY1965" fmla="*/ 190755 h 442564"/>
              <a:gd name="connsiteX1966" fmla="*/ 247951 w 1967342"/>
              <a:gd name="connsiteY1966" fmla="*/ 199281 h 442564"/>
              <a:gd name="connsiteX1967" fmla="*/ 243590 w 1967342"/>
              <a:gd name="connsiteY1967" fmla="*/ 199564 h 442564"/>
              <a:gd name="connsiteX1968" fmla="*/ 235456 w 1967342"/>
              <a:gd name="connsiteY1968" fmla="*/ 198975 h 442564"/>
              <a:gd name="connsiteX1969" fmla="*/ 232883 w 1967342"/>
              <a:gd name="connsiteY1969" fmla="*/ 198605 h 442564"/>
              <a:gd name="connsiteX1970" fmla="*/ 237877 w 1967342"/>
              <a:gd name="connsiteY1970" fmla="*/ 219473 h 442564"/>
              <a:gd name="connsiteX1971" fmla="*/ 221239 w 1967342"/>
              <a:gd name="connsiteY1971" fmla="*/ 220541 h 442564"/>
              <a:gd name="connsiteX1972" fmla="*/ 204580 w 1967342"/>
              <a:gd name="connsiteY1972" fmla="*/ 219473 h 442564"/>
              <a:gd name="connsiteX1973" fmla="*/ 209573 w 1967342"/>
              <a:gd name="connsiteY1973" fmla="*/ 198605 h 442564"/>
              <a:gd name="connsiteX1974" fmla="*/ 207000 w 1967342"/>
              <a:gd name="connsiteY1974" fmla="*/ 198975 h 442564"/>
              <a:gd name="connsiteX1975" fmla="*/ 198866 w 1967342"/>
              <a:gd name="connsiteY1975" fmla="*/ 199564 h 442564"/>
              <a:gd name="connsiteX1976" fmla="*/ 194505 w 1967342"/>
              <a:gd name="connsiteY1976" fmla="*/ 199281 h 442564"/>
              <a:gd name="connsiteX1977" fmla="*/ 167772 w 1967342"/>
              <a:gd name="connsiteY1977" fmla="*/ 190755 h 442564"/>
              <a:gd name="connsiteX1978" fmla="*/ 142870 w 1967342"/>
              <a:gd name="connsiteY1978" fmla="*/ 170934 h 442564"/>
              <a:gd name="connsiteX1979" fmla="*/ 132294 w 1967342"/>
              <a:gd name="connsiteY1979" fmla="*/ 155364 h 442564"/>
              <a:gd name="connsiteX1980" fmla="*/ 139119 w 1967342"/>
              <a:gd name="connsiteY1980" fmla="*/ 156782 h 442564"/>
              <a:gd name="connsiteX1981" fmla="*/ 141649 w 1967342"/>
              <a:gd name="connsiteY1981" fmla="*/ 157262 h 442564"/>
              <a:gd name="connsiteX1982" fmla="*/ 173463 w 1967342"/>
              <a:gd name="connsiteY1982" fmla="*/ 162102 h 442564"/>
              <a:gd name="connsiteX1983" fmla="*/ 170280 w 1967342"/>
              <a:gd name="connsiteY1983" fmla="*/ 160031 h 442564"/>
              <a:gd name="connsiteX1984" fmla="*/ 163367 w 1967342"/>
              <a:gd name="connsiteY1984" fmla="*/ 147209 h 442564"/>
              <a:gd name="connsiteX1985" fmla="*/ 146795 w 1967342"/>
              <a:gd name="connsiteY1985" fmla="*/ 136416 h 442564"/>
              <a:gd name="connsiteX1986" fmla="*/ 140123 w 1967342"/>
              <a:gd name="connsiteY1986" fmla="*/ 117510 h 442564"/>
              <a:gd name="connsiteX1987" fmla="*/ 140123 w 1967342"/>
              <a:gd name="connsiteY1987" fmla="*/ 115068 h 442564"/>
              <a:gd name="connsiteX1988" fmla="*/ 142434 w 1967342"/>
              <a:gd name="connsiteY1988" fmla="*/ 115853 h 442564"/>
              <a:gd name="connsiteX1989" fmla="*/ 209922 w 1967342"/>
              <a:gd name="connsiteY1989" fmla="*/ 125927 h 442564"/>
              <a:gd name="connsiteX1990" fmla="*/ 213345 w 1967342"/>
              <a:gd name="connsiteY1990" fmla="*/ 108308 h 442564"/>
              <a:gd name="connsiteX1991" fmla="*/ 213345 w 1967342"/>
              <a:gd name="connsiteY1991" fmla="*/ 108025 h 442564"/>
              <a:gd name="connsiteX1992" fmla="*/ 221173 w 1967342"/>
              <a:gd name="connsiteY1992" fmla="*/ 98997 h 442564"/>
              <a:gd name="connsiteX1993" fmla="*/ 221457 w 1967342"/>
              <a:gd name="connsiteY1993" fmla="*/ 98997 h 442564"/>
              <a:gd name="connsiteX1994" fmla="*/ 227500 w 1967342"/>
              <a:gd name="connsiteY1994" fmla="*/ 102693 h 442564"/>
              <a:gd name="connsiteX1995" fmla="*/ 229064 w 1967342"/>
              <a:gd name="connsiteY1995" fmla="*/ 107309 h 442564"/>
              <a:gd name="connsiteX1996" fmla="*/ 234323 w 1967342"/>
              <a:gd name="connsiteY1996" fmla="*/ 105387 h 442564"/>
              <a:gd name="connsiteX1997" fmla="*/ 232142 w 1967342"/>
              <a:gd name="connsiteY1997" fmla="*/ 96054 h 442564"/>
              <a:gd name="connsiteX1998" fmla="*/ 237310 w 1967342"/>
              <a:gd name="connsiteY1998" fmla="*/ 87092 h 442564"/>
              <a:gd name="connsiteX1999" fmla="*/ 238989 w 1967342"/>
              <a:gd name="connsiteY1999" fmla="*/ 97145 h 442564"/>
              <a:gd name="connsiteX2000" fmla="*/ 234453 w 1967342"/>
              <a:gd name="connsiteY2000" fmla="*/ 105300 h 442564"/>
              <a:gd name="connsiteX2001" fmla="*/ 245024 w 1967342"/>
              <a:gd name="connsiteY2001" fmla="*/ 99071 h 442564"/>
              <a:gd name="connsiteX2002" fmla="*/ 243022 w 1967342"/>
              <a:gd name="connsiteY2002" fmla="*/ 90406 h 442564"/>
              <a:gd name="connsiteX2003" fmla="*/ 247754 w 1967342"/>
              <a:gd name="connsiteY2003" fmla="*/ 81226 h 442564"/>
              <a:gd name="connsiteX2004" fmla="*/ 249498 w 1967342"/>
              <a:gd name="connsiteY2004" fmla="*/ 91388 h 442564"/>
              <a:gd name="connsiteX2005" fmla="*/ 249564 w 1967342"/>
              <a:gd name="connsiteY2005" fmla="*/ 91388 h 442564"/>
              <a:gd name="connsiteX2006" fmla="*/ 245857 w 1967342"/>
              <a:gd name="connsiteY2006" fmla="*/ 98580 h 442564"/>
              <a:gd name="connsiteX2007" fmla="*/ 254842 w 1967342"/>
              <a:gd name="connsiteY2007" fmla="*/ 93285 h 442564"/>
              <a:gd name="connsiteX2008" fmla="*/ 252792 w 1967342"/>
              <a:gd name="connsiteY2008" fmla="*/ 84214 h 442564"/>
              <a:gd name="connsiteX2009" fmla="*/ 257153 w 1967342"/>
              <a:gd name="connsiteY2009" fmla="*/ 75492 h 442564"/>
              <a:gd name="connsiteX2010" fmla="*/ 258745 w 1967342"/>
              <a:gd name="connsiteY2010" fmla="*/ 85239 h 442564"/>
              <a:gd name="connsiteX2011" fmla="*/ 254907 w 1967342"/>
              <a:gd name="connsiteY2011" fmla="*/ 93263 h 442564"/>
              <a:gd name="connsiteX2012" fmla="*/ 261231 w 1967342"/>
              <a:gd name="connsiteY2012" fmla="*/ 87463 h 442564"/>
              <a:gd name="connsiteX2013" fmla="*/ 262648 w 1967342"/>
              <a:gd name="connsiteY2013" fmla="*/ 85762 h 442564"/>
              <a:gd name="connsiteX2014" fmla="*/ 263891 w 1967342"/>
              <a:gd name="connsiteY2014" fmla="*/ 77934 h 442564"/>
              <a:gd name="connsiteX2015" fmla="*/ 270432 w 1967342"/>
              <a:gd name="connsiteY2015" fmla="*/ 71501 h 442564"/>
              <a:gd name="connsiteX2016" fmla="*/ 130114 w 1967342"/>
              <a:gd name="connsiteY2016" fmla="*/ 70367 h 442564"/>
              <a:gd name="connsiteX2017" fmla="*/ 128806 w 1967342"/>
              <a:gd name="connsiteY2017" fmla="*/ 71173 h 442564"/>
              <a:gd name="connsiteX2018" fmla="*/ 127824 w 1967342"/>
              <a:gd name="connsiteY2018" fmla="*/ 72155 h 442564"/>
              <a:gd name="connsiteX2019" fmla="*/ 125949 w 1967342"/>
              <a:gd name="connsiteY2019" fmla="*/ 71457 h 442564"/>
              <a:gd name="connsiteX2020" fmla="*/ 125360 w 1967342"/>
              <a:gd name="connsiteY2020" fmla="*/ 72438 h 442564"/>
              <a:gd name="connsiteX2021" fmla="*/ 125360 w 1967342"/>
              <a:gd name="connsiteY2021" fmla="*/ 75142 h 442564"/>
              <a:gd name="connsiteX2022" fmla="*/ 125360 w 1967342"/>
              <a:gd name="connsiteY2022" fmla="*/ 76298 h 442564"/>
              <a:gd name="connsiteX2023" fmla="*/ 126036 w 1967342"/>
              <a:gd name="connsiteY2023" fmla="*/ 76930 h 442564"/>
              <a:gd name="connsiteX2024" fmla="*/ 126451 w 1967342"/>
              <a:gd name="connsiteY2024" fmla="*/ 77955 h 442564"/>
              <a:gd name="connsiteX2025" fmla="*/ 128631 w 1967342"/>
              <a:gd name="connsiteY2025" fmla="*/ 78304 h 442564"/>
              <a:gd name="connsiteX2026" fmla="*/ 129590 w 1967342"/>
              <a:gd name="connsiteY2026" fmla="*/ 76995 h 442564"/>
              <a:gd name="connsiteX2027" fmla="*/ 130506 w 1967342"/>
              <a:gd name="connsiteY2027" fmla="*/ 76341 h 442564"/>
              <a:gd name="connsiteX2028" fmla="*/ 131008 w 1967342"/>
              <a:gd name="connsiteY2028" fmla="*/ 75251 h 442564"/>
              <a:gd name="connsiteX2029" fmla="*/ 131008 w 1967342"/>
              <a:gd name="connsiteY2029" fmla="*/ 75164 h 442564"/>
              <a:gd name="connsiteX2030" fmla="*/ 130899 w 1967342"/>
              <a:gd name="connsiteY2030" fmla="*/ 73877 h 442564"/>
              <a:gd name="connsiteX2031" fmla="*/ 131226 w 1967342"/>
              <a:gd name="connsiteY2031" fmla="*/ 73092 h 442564"/>
              <a:gd name="connsiteX2032" fmla="*/ 131422 w 1967342"/>
              <a:gd name="connsiteY2032" fmla="*/ 72111 h 442564"/>
              <a:gd name="connsiteX2033" fmla="*/ 131052 w 1967342"/>
              <a:gd name="connsiteY2033" fmla="*/ 71195 h 442564"/>
              <a:gd name="connsiteX2034" fmla="*/ 130703 w 1967342"/>
              <a:gd name="connsiteY2034" fmla="*/ 70367 h 442564"/>
              <a:gd name="connsiteX2035" fmla="*/ 130114 w 1967342"/>
              <a:gd name="connsiteY2035" fmla="*/ 70367 h 442564"/>
              <a:gd name="connsiteX2036" fmla="*/ 896965 w 1967342"/>
              <a:gd name="connsiteY2036" fmla="*/ 68466 h 442564"/>
              <a:gd name="connsiteX2037" fmla="*/ 902743 w 1967342"/>
              <a:gd name="connsiteY2037" fmla="*/ 69075 h 442564"/>
              <a:gd name="connsiteX2038" fmla="*/ 909889 w 1967342"/>
              <a:gd name="connsiteY2038" fmla="*/ 69075 h 442564"/>
              <a:gd name="connsiteX2039" fmla="*/ 913614 w 1967342"/>
              <a:gd name="connsiteY2039" fmla="*/ 72040 h 442564"/>
              <a:gd name="connsiteX2040" fmla="*/ 920304 w 1967342"/>
              <a:gd name="connsiteY2040" fmla="*/ 74092 h 442564"/>
              <a:gd name="connsiteX2041" fmla="*/ 922509 w 1967342"/>
              <a:gd name="connsiteY2041" fmla="*/ 81694 h 442564"/>
              <a:gd name="connsiteX2042" fmla="*/ 927678 w 1967342"/>
              <a:gd name="connsiteY2042" fmla="*/ 93097 h 442564"/>
              <a:gd name="connsiteX2043" fmla="*/ 921292 w 1967342"/>
              <a:gd name="connsiteY2043" fmla="*/ 104805 h 442564"/>
              <a:gd name="connsiteX2044" fmla="*/ 922509 w 1967342"/>
              <a:gd name="connsiteY2044" fmla="*/ 108681 h 442564"/>
              <a:gd name="connsiteX2045" fmla="*/ 945315 w 1967342"/>
              <a:gd name="connsiteY2045" fmla="*/ 103360 h 442564"/>
              <a:gd name="connsiteX2046" fmla="*/ 958315 w 1967342"/>
              <a:gd name="connsiteY2046" fmla="*/ 100395 h 442564"/>
              <a:gd name="connsiteX2047" fmla="*/ 963864 w 1967342"/>
              <a:gd name="connsiteY2047" fmla="*/ 102752 h 442564"/>
              <a:gd name="connsiteX2048" fmla="*/ 969642 w 1967342"/>
              <a:gd name="connsiteY2048" fmla="*/ 104652 h 442564"/>
              <a:gd name="connsiteX2049" fmla="*/ 976559 w 1967342"/>
              <a:gd name="connsiteY2049" fmla="*/ 110734 h 442564"/>
              <a:gd name="connsiteX2050" fmla="*/ 976407 w 1967342"/>
              <a:gd name="connsiteY2050" fmla="*/ 110734 h 442564"/>
              <a:gd name="connsiteX2051" fmla="*/ 979524 w 1967342"/>
              <a:gd name="connsiteY2051" fmla="*/ 114154 h 442564"/>
              <a:gd name="connsiteX2052" fmla="*/ 979144 w 1967342"/>
              <a:gd name="connsiteY2052" fmla="*/ 121148 h 442564"/>
              <a:gd name="connsiteX2053" fmla="*/ 966677 w 1967342"/>
              <a:gd name="connsiteY2053" fmla="*/ 131715 h 442564"/>
              <a:gd name="connsiteX2054" fmla="*/ 959987 w 1967342"/>
              <a:gd name="connsiteY2054" fmla="*/ 129739 h 442564"/>
              <a:gd name="connsiteX2055" fmla="*/ 948660 w 1967342"/>
              <a:gd name="connsiteY2055" fmla="*/ 130499 h 442564"/>
              <a:gd name="connsiteX2056" fmla="*/ 939613 w 1967342"/>
              <a:gd name="connsiteY2056" fmla="*/ 131564 h 442564"/>
              <a:gd name="connsiteX2057" fmla="*/ 931327 w 1967342"/>
              <a:gd name="connsiteY2057" fmla="*/ 134072 h 442564"/>
              <a:gd name="connsiteX2058" fmla="*/ 923040 w 1967342"/>
              <a:gd name="connsiteY2058" fmla="*/ 137037 h 442564"/>
              <a:gd name="connsiteX2059" fmla="*/ 915438 w 1967342"/>
              <a:gd name="connsiteY2059" fmla="*/ 137037 h 442564"/>
              <a:gd name="connsiteX2060" fmla="*/ 903883 w 1967342"/>
              <a:gd name="connsiteY2060" fmla="*/ 141902 h 442564"/>
              <a:gd name="connsiteX2061" fmla="*/ 876896 w 1967342"/>
              <a:gd name="connsiteY2061" fmla="*/ 148591 h 442564"/>
              <a:gd name="connsiteX2062" fmla="*/ 869294 w 1967342"/>
              <a:gd name="connsiteY2062" fmla="*/ 150568 h 442564"/>
              <a:gd name="connsiteX2063" fmla="*/ 861692 w 1967342"/>
              <a:gd name="connsiteY2063" fmla="*/ 152469 h 442564"/>
              <a:gd name="connsiteX2064" fmla="*/ 854850 w 1967342"/>
              <a:gd name="connsiteY2064" fmla="*/ 154217 h 442564"/>
              <a:gd name="connsiteX2065" fmla="*/ 849072 w 1967342"/>
              <a:gd name="connsiteY2065" fmla="*/ 154977 h 442564"/>
              <a:gd name="connsiteX2066" fmla="*/ 842839 w 1967342"/>
              <a:gd name="connsiteY2066" fmla="*/ 156650 h 442564"/>
              <a:gd name="connsiteX2067" fmla="*/ 837366 w 1967342"/>
              <a:gd name="connsiteY2067" fmla="*/ 156650 h 442564"/>
              <a:gd name="connsiteX2068" fmla="*/ 833032 w 1967342"/>
              <a:gd name="connsiteY2068" fmla="*/ 156650 h 442564"/>
              <a:gd name="connsiteX2069" fmla="*/ 826038 w 1967342"/>
              <a:gd name="connsiteY2069" fmla="*/ 158550 h 442564"/>
              <a:gd name="connsiteX2070" fmla="*/ 820109 w 1967342"/>
              <a:gd name="connsiteY2070" fmla="*/ 160603 h 442564"/>
              <a:gd name="connsiteX2071" fmla="*/ 814939 w 1967342"/>
              <a:gd name="connsiteY2071" fmla="*/ 163568 h 442564"/>
              <a:gd name="connsiteX2072" fmla="*/ 810758 w 1967342"/>
              <a:gd name="connsiteY2072" fmla="*/ 160603 h 442564"/>
              <a:gd name="connsiteX2073" fmla="*/ 803156 w 1967342"/>
              <a:gd name="connsiteY2073" fmla="*/ 160147 h 442564"/>
              <a:gd name="connsiteX2074" fmla="*/ 801180 w 1967342"/>
              <a:gd name="connsiteY2074" fmla="*/ 152013 h 442564"/>
              <a:gd name="connsiteX2075" fmla="*/ 800800 w 1967342"/>
              <a:gd name="connsiteY2075" fmla="*/ 145323 h 442564"/>
              <a:gd name="connsiteX2076" fmla="*/ 802244 w 1967342"/>
              <a:gd name="connsiteY2076" fmla="*/ 140001 h 442564"/>
              <a:gd name="connsiteX2077" fmla="*/ 817448 w 1967342"/>
              <a:gd name="connsiteY2077" fmla="*/ 132399 h 442564"/>
              <a:gd name="connsiteX2078" fmla="*/ 821478 w 1967342"/>
              <a:gd name="connsiteY2078" fmla="*/ 134680 h 442564"/>
              <a:gd name="connsiteX2079" fmla="*/ 830219 w 1967342"/>
              <a:gd name="connsiteY2079" fmla="*/ 131715 h 442564"/>
              <a:gd name="connsiteX2080" fmla="*/ 851125 w 1967342"/>
              <a:gd name="connsiteY2080" fmla="*/ 127534 h 442564"/>
              <a:gd name="connsiteX2081" fmla="*/ 860019 w 1967342"/>
              <a:gd name="connsiteY2081" fmla="*/ 126318 h 442564"/>
              <a:gd name="connsiteX2082" fmla="*/ 876364 w 1967342"/>
              <a:gd name="connsiteY2082" fmla="*/ 121301 h 442564"/>
              <a:gd name="connsiteX2083" fmla="*/ 883054 w 1967342"/>
              <a:gd name="connsiteY2083" fmla="*/ 117424 h 442564"/>
              <a:gd name="connsiteX2084" fmla="*/ 882294 w 1967342"/>
              <a:gd name="connsiteY2084" fmla="*/ 112862 h 442564"/>
              <a:gd name="connsiteX2085" fmla="*/ 877580 w 1967342"/>
              <a:gd name="connsiteY2085" fmla="*/ 111342 h 442564"/>
              <a:gd name="connsiteX2086" fmla="*/ 873095 w 1967342"/>
              <a:gd name="connsiteY2086" fmla="*/ 107921 h 442564"/>
              <a:gd name="connsiteX2087" fmla="*/ 874160 w 1967342"/>
              <a:gd name="connsiteY2087" fmla="*/ 103208 h 442564"/>
              <a:gd name="connsiteX2088" fmla="*/ 875908 w 1967342"/>
              <a:gd name="connsiteY2088" fmla="*/ 98722 h 442564"/>
              <a:gd name="connsiteX2089" fmla="*/ 877732 w 1967342"/>
              <a:gd name="connsiteY2089" fmla="*/ 93097 h 442564"/>
              <a:gd name="connsiteX2090" fmla="*/ 872031 w 1967342"/>
              <a:gd name="connsiteY2090" fmla="*/ 79033 h 442564"/>
              <a:gd name="connsiteX2091" fmla="*/ 873703 w 1967342"/>
              <a:gd name="connsiteY2091" fmla="*/ 74244 h 442564"/>
              <a:gd name="connsiteX2092" fmla="*/ 882294 w 1967342"/>
              <a:gd name="connsiteY2092" fmla="*/ 72799 h 442564"/>
              <a:gd name="connsiteX2093" fmla="*/ 887311 w 1967342"/>
              <a:gd name="connsiteY2093" fmla="*/ 70823 h 442564"/>
              <a:gd name="connsiteX2094" fmla="*/ 892101 w 1967342"/>
              <a:gd name="connsiteY2094" fmla="*/ 70291 h 442564"/>
              <a:gd name="connsiteX2095" fmla="*/ 896965 w 1967342"/>
              <a:gd name="connsiteY2095" fmla="*/ 68466 h 442564"/>
              <a:gd name="connsiteX2096" fmla="*/ 1900288 w 1967342"/>
              <a:gd name="connsiteY2096" fmla="*/ 67098 h 442564"/>
              <a:gd name="connsiteX2097" fmla="*/ 1908347 w 1967342"/>
              <a:gd name="connsiteY2097" fmla="*/ 73332 h 442564"/>
              <a:gd name="connsiteX2098" fmla="*/ 1904925 w 1967342"/>
              <a:gd name="connsiteY2098" fmla="*/ 83214 h 442564"/>
              <a:gd name="connsiteX2099" fmla="*/ 1898312 w 1967342"/>
              <a:gd name="connsiteY2099" fmla="*/ 91881 h 442564"/>
              <a:gd name="connsiteX2100" fmla="*/ 1898312 w 1967342"/>
              <a:gd name="connsiteY2100" fmla="*/ 99483 h 442564"/>
              <a:gd name="connsiteX2101" fmla="*/ 1902417 w 1967342"/>
              <a:gd name="connsiteY2101" fmla="*/ 105640 h 442564"/>
              <a:gd name="connsiteX2102" fmla="*/ 1893446 w 1967342"/>
              <a:gd name="connsiteY2102" fmla="*/ 123810 h 442564"/>
              <a:gd name="connsiteX2103" fmla="*/ 1886680 w 1967342"/>
              <a:gd name="connsiteY2103" fmla="*/ 133616 h 442564"/>
              <a:gd name="connsiteX2104" fmla="*/ 1894890 w 1967342"/>
              <a:gd name="connsiteY2104" fmla="*/ 137949 h 442564"/>
              <a:gd name="connsiteX2105" fmla="*/ 1898920 w 1967342"/>
              <a:gd name="connsiteY2105" fmla="*/ 144411 h 442564"/>
              <a:gd name="connsiteX2106" fmla="*/ 1906522 w 1967342"/>
              <a:gd name="connsiteY2106" fmla="*/ 136809 h 442564"/>
              <a:gd name="connsiteX2107" fmla="*/ 1899908 w 1967342"/>
              <a:gd name="connsiteY2107" fmla="*/ 134604 h 442564"/>
              <a:gd name="connsiteX2108" fmla="*/ 1898388 w 1967342"/>
              <a:gd name="connsiteY2108" fmla="*/ 127002 h 442564"/>
              <a:gd name="connsiteX2109" fmla="*/ 1902721 w 1967342"/>
              <a:gd name="connsiteY2109" fmla="*/ 123581 h 442564"/>
              <a:gd name="connsiteX2110" fmla="*/ 1906217 w 1967342"/>
              <a:gd name="connsiteY2110" fmla="*/ 119476 h 442564"/>
              <a:gd name="connsiteX2111" fmla="*/ 1905610 w 1967342"/>
              <a:gd name="connsiteY2111" fmla="*/ 112255 h 442564"/>
              <a:gd name="connsiteX2112" fmla="*/ 1911767 w 1967342"/>
              <a:gd name="connsiteY2112" fmla="*/ 109137 h 442564"/>
              <a:gd name="connsiteX2113" fmla="*/ 1915264 w 1967342"/>
              <a:gd name="connsiteY2113" fmla="*/ 103892 h 442564"/>
              <a:gd name="connsiteX2114" fmla="*/ 1916861 w 1967342"/>
              <a:gd name="connsiteY2114" fmla="*/ 98114 h 442564"/>
              <a:gd name="connsiteX2115" fmla="*/ 1912451 w 1967342"/>
              <a:gd name="connsiteY2115" fmla="*/ 87471 h 442564"/>
              <a:gd name="connsiteX2116" fmla="*/ 1934574 w 1967342"/>
              <a:gd name="connsiteY2116" fmla="*/ 75765 h 442564"/>
              <a:gd name="connsiteX2117" fmla="*/ 1936550 w 1967342"/>
              <a:gd name="connsiteY2117" fmla="*/ 72952 h 442564"/>
              <a:gd name="connsiteX2118" fmla="*/ 1943164 w 1967342"/>
              <a:gd name="connsiteY2118" fmla="*/ 72191 h 442564"/>
              <a:gd name="connsiteX2119" fmla="*/ 1950310 w 1967342"/>
              <a:gd name="connsiteY2119" fmla="*/ 76677 h 442564"/>
              <a:gd name="connsiteX2120" fmla="*/ 1952135 w 1967342"/>
              <a:gd name="connsiteY2120" fmla="*/ 81922 h 442564"/>
              <a:gd name="connsiteX2121" fmla="*/ 1951298 w 1967342"/>
              <a:gd name="connsiteY2121" fmla="*/ 91120 h 442564"/>
              <a:gd name="connsiteX2122" fmla="*/ 1941567 w 1967342"/>
              <a:gd name="connsiteY2122" fmla="*/ 98722 h 442564"/>
              <a:gd name="connsiteX2123" fmla="*/ 1933965 w 1967342"/>
              <a:gd name="connsiteY2123" fmla="*/ 117120 h 442564"/>
              <a:gd name="connsiteX2124" fmla="*/ 1931684 w 1967342"/>
              <a:gd name="connsiteY2124" fmla="*/ 123506 h 442564"/>
              <a:gd name="connsiteX2125" fmla="*/ 1929784 w 1967342"/>
              <a:gd name="connsiteY2125" fmla="*/ 131108 h 442564"/>
              <a:gd name="connsiteX2126" fmla="*/ 1928264 w 1967342"/>
              <a:gd name="connsiteY2126" fmla="*/ 140686 h 442564"/>
              <a:gd name="connsiteX2127" fmla="*/ 1932672 w 1967342"/>
              <a:gd name="connsiteY2127" fmla="*/ 142055 h 442564"/>
              <a:gd name="connsiteX2128" fmla="*/ 1941263 w 1967342"/>
              <a:gd name="connsiteY2128" fmla="*/ 137341 h 442564"/>
              <a:gd name="connsiteX2129" fmla="*/ 1947193 w 1967342"/>
              <a:gd name="connsiteY2129" fmla="*/ 137341 h 442564"/>
              <a:gd name="connsiteX2130" fmla="*/ 1951982 w 1967342"/>
              <a:gd name="connsiteY2130" fmla="*/ 140838 h 442564"/>
              <a:gd name="connsiteX2131" fmla="*/ 1957380 w 1967342"/>
              <a:gd name="connsiteY2131" fmla="*/ 142435 h 442564"/>
              <a:gd name="connsiteX2132" fmla="*/ 1963537 w 1967342"/>
              <a:gd name="connsiteY2132" fmla="*/ 144639 h 442564"/>
              <a:gd name="connsiteX2133" fmla="*/ 1963994 w 1967342"/>
              <a:gd name="connsiteY2133" fmla="*/ 144563 h 442564"/>
              <a:gd name="connsiteX2134" fmla="*/ 1967263 w 1967342"/>
              <a:gd name="connsiteY2134" fmla="*/ 158627 h 442564"/>
              <a:gd name="connsiteX2135" fmla="*/ 1963766 w 1967342"/>
              <a:gd name="connsiteY2135" fmla="*/ 171322 h 442564"/>
              <a:gd name="connsiteX2136" fmla="*/ 1944608 w 1967342"/>
              <a:gd name="connsiteY2136" fmla="*/ 176416 h 442564"/>
              <a:gd name="connsiteX2137" fmla="*/ 1938678 w 1967342"/>
              <a:gd name="connsiteY2137" fmla="*/ 178924 h 442564"/>
              <a:gd name="connsiteX2138" fmla="*/ 1931076 w 1967342"/>
              <a:gd name="connsiteY2138" fmla="*/ 178241 h 442564"/>
              <a:gd name="connsiteX2139" fmla="*/ 1921574 w 1967342"/>
              <a:gd name="connsiteY2139" fmla="*/ 178241 h 442564"/>
              <a:gd name="connsiteX2140" fmla="*/ 1905229 w 1967342"/>
              <a:gd name="connsiteY2140" fmla="*/ 189871 h 442564"/>
              <a:gd name="connsiteX2141" fmla="*/ 1899224 w 1967342"/>
              <a:gd name="connsiteY2141" fmla="*/ 196257 h 442564"/>
              <a:gd name="connsiteX2142" fmla="*/ 1889645 w 1967342"/>
              <a:gd name="connsiteY2142" fmla="*/ 205076 h 442564"/>
              <a:gd name="connsiteX2143" fmla="*/ 1888125 w 1967342"/>
              <a:gd name="connsiteY2143" fmla="*/ 214122 h 442564"/>
              <a:gd name="connsiteX2144" fmla="*/ 1892686 w 1967342"/>
              <a:gd name="connsiteY2144" fmla="*/ 215035 h 442564"/>
              <a:gd name="connsiteX2145" fmla="*/ 1900896 w 1967342"/>
              <a:gd name="connsiteY2145" fmla="*/ 211765 h 442564"/>
              <a:gd name="connsiteX2146" fmla="*/ 1906294 w 1967342"/>
              <a:gd name="connsiteY2146" fmla="*/ 208876 h 442564"/>
              <a:gd name="connsiteX2147" fmla="*/ 1915720 w 1967342"/>
              <a:gd name="connsiteY2147" fmla="*/ 213666 h 442564"/>
              <a:gd name="connsiteX2148" fmla="*/ 1924919 w 1967342"/>
              <a:gd name="connsiteY2148" fmla="*/ 217467 h 442564"/>
              <a:gd name="connsiteX2149" fmla="*/ 1928492 w 1967342"/>
              <a:gd name="connsiteY2149" fmla="*/ 221116 h 442564"/>
              <a:gd name="connsiteX2150" fmla="*/ 1926135 w 1967342"/>
              <a:gd name="connsiteY2150" fmla="*/ 230694 h 442564"/>
              <a:gd name="connsiteX2151" fmla="*/ 1920662 w 1967342"/>
              <a:gd name="connsiteY2151" fmla="*/ 235408 h 442564"/>
              <a:gd name="connsiteX2152" fmla="*/ 1911007 w 1967342"/>
              <a:gd name="connsiteY2152" fmla="*/ 237233 h 442564"/>
              <a:gd name="connsiteX2153" fmla="*/ 1904469 w 1967342"/>
              <a:gd name="connsiteY2153" fmla="*/ 239437 h 442564"/>
              <a:gd name="connsiteX2154" fmla="*/ 1889265 w 1967342"/>
              <a:gd name="connsiteY2154" fmla="*/ 246278 h 442564"/>
              <a:gd name="connsiteX2155" fmla="*/ 1889949 w 1967342"/>
              <a:gd name="connsiteY2155" fmla="*/ 256770 h 442564"/>
              <a:gd name="connsiteX2156" fmla="*/ 1888809 w 1967342"/>
              <a:gd name="connsiteY2156" fmla="*/ 265740 h 442564"/>
              <a:gd name="connsiteX2157" fmla="*/ 1886680 w 1967342"/>
              <a:gd name="connsiteY2157" fmla="*/ 276003 h 442564"/>
              <a:gd name="connsiteX2158" fmla="*/ 1882727 w 1967342"/>
              <a:gd name="connsiteY2158" fmla="*/ 282845 h 442564"/>
              <a:gd name="connsiteX2159" fmla="*/ 1875125 w 1967342"/>
              <a:gd name="connsiteY2159" fmla="*/ 297593 h 442564"/>
              <a:gd name="connsiteX2160" fmla="*/ 1864026 w 1967342"/>
              <a:gd name="connsiteY2160" fmla="*/ 301546 h 442564"/>
              <a:gd name="connsiteX2161" fmla="*/ 1855132 w 1967342"/>
              <a:gd name="connsiteY2161" fmla="*/ 303978 h 442564"/>
              <a:gd name="connsiteX2162" fmla="*/ 1841752 w 1967342"/>
              <a:gd name="connsiteY2162" fmla="*/ 303978 h 442564"/>
              <a:gd name="connsiteX2163" fmla="*/ 1840916 w 1967342"/>
              <a:gd name="connsiteY2163" fmla="*/ 295921 h 442564"/>
              <a:gd name="connsiteX2164" fmla="*/ 1827992 w 1967342"/>
              <a:gd name="connsiteY2164" fmla="*/ 283681 h 442564"/>
              <a:gd name="connsiteX2165" fmla="*/ 1834910 w 1967342"/>
              <a:gd name="connsiteY2165" fmla="*/ 280260 h 442564"/>
              <a:gd name="connsiteX2166" fmla="*/ 1851635 w 1967342"/>
              <a:gd name="connsiteY2166" fmla="*/ 277219 h 442564"/>
              <a:gd name="connsiteX2167" fmla="*/ 1864786 w 1967342"/>
              <a:gd name="connsiteY2167" fmla="*/ 254413 h 442564"/>
              <a:gd name="connsiteX2168" fmla="*/ 1861137 w 1967342"/>
              <a:gd name="connsiteY2168" fmla="*/ 249243 h 442564"/>
              <a:gd name="connsiteX2169" fmla="*/ 1848822 w 1967342"/>
              <a:gd name="connsiteY2169" fmla="*/ 251449 h 442564"/>
              <a:gd name="connsiteX2170" fmla="*/ 1836126 w 1967342"/>
              <a:gd name="connsiteY2170" fmla="*/ 253653 h 442564"/>
              <a:gd name="connsiteX2171" fmla="*/ 1825712 w 1967342"/>
              <a:gd name="connsiteY2171" fmla="*/ 257378 h 442564"/>
              <a:gd name="connsiteX2172" fmla="*/ 1816361 w 1967342"/>
              <a:gd name="connsiteY2172" fmla="*/ 255098 h 442564"/>
              <a:gd name="connsiteX2173" fmla="*/ 1812104 w 1967342"/>
              <a:gd name="connsiteY2173" fmla="*/ 253197 h 442564"/>
              <a:gd name="connsiteX2174" fmla="*/ 1811116 w 1967342"/>
              <a:gd name="connsiteY2174" fmla="*/ 246355 h 442564"/>
              <a:gd name="connsiteX2175" fmla="*/ 1813016 w 1967342"/>
              <a:gd name="connsiteY2175" fmla="*/ 236929 h 442564"/>
              <a:gd name="connsiteX2176" fmla="*/ 1824419 w 1967342"/>
              <a:gd name="connsiteY2176" fmla="*/ 229858 h 442564"/>
              <a:gd name="connsiteX2177" fmla="*/ 1832706 w 1967342"/>
              <a:gd name="connsiteY2177" fmla="*/ 231987 h 442564"/>
              <a:gd name="connsiteX2178" fmla="*/ 1840763 w 1967342"/>
              <a:gd name="connsiteY2178" fmla="*/ 226970 h 442564"/>
              <a:gd name="connsiteX2179" fmla="*/ 1850722 w 1967342"/>
              <a:gd name="connsiteY2179" fmla="*/ 224309 h 442564"/>
              <a:gd name="connsiteX2180" fmla="*/ 1856728 w 1967342"/>
              <a:gd name="connsiteY2180" fmla="*/ 221268 h 442564"/>
              <a:gd name="connsiteX2181" fmla="*/ 1858857 w 1967342"/>
              <a:gd name="connsiteY2181" fmla="*/ 217771 h 442564"/>
              <a:gd name="connsiteX2182" fmla="*/ 1859921 w 1967342"/>
              <a:gd name="connsiteY2182" fmla="*/ 210169 h 442564"/>
              <a:gd name="connsiteX2183" fmla="*/ 1862734 w 1967342"/>
              <a:gd name="connsiteY2183" fmla="*/ 202567 h 442564"/>
              <a:gd name="connsiteX2184" fmla="*/ 1856956 w 1967342"/>
              <a:gd name="connsiteY2184" fmla="*/ 202035 h 442564"/>
              <a:gd name="connsiteX2185" fmla="*/ 1850570 w 1967342"/>
              <a:gd name="connsiteY2185" fmla="*/ 206216 h 442564"/>
              <a:gd name="connsiteX2186" fmla="*/ 1843348 w 1967342"/>
              <a:gd name="connsiteY2186" fmla="*/ 209941 h 442564"/>
              <a:gd name="connsiteX2187" fmla="*/ 1837267 w 1967342"/>
              <a:gd name="connsiteY2187" fmla="*/ 209941 h 442564"/>
              <a:gd name="connsiteX2188" fmla="*/ 1834987 w 1967342"/>
              <a:gd name="connsiteY2188" fmla="*/ 204392 h 442564"/>
              <a:gd name="connsiteX2189" fmla="*/ 1836659 w 1967342"/>
              <a:gd name="connsiteY2189" fmla="*/ 196105 h 442564"/>
              <a:gd name="connsiteX2190" fmla="*/ 1843044 w 1967342"/>
              <a:gd name="connsiteY2190" fmla="*/ 180901 h 442564"/>
              <a:gd name="connsiteX2191" fmla="*/ 1852014 w 1967342"/>
              <a:gd name="connsiteY2191" fmla="*/ 180292 h 442564"/>
              <a:gd name="connsiteX2192" fmla="*/ 1855359 w 1967342"/>
              <a:gd name="connsiteY2192" fmla="*/ 178088 h 442564"/>
              <a:gd name="connsiteX2193" fmla="*/ 1863646 w 1967342"/>
              <a:gd name="connsiteY2193" fmla="*/ 177328 h 442564"/>
              <a:gd name="connsiteX2194" fmla="*/ 1873073 w 1967342"/>
              <a:gd name="connsiteY2194" fmla="*/ 174971 h 442564"/>
              <a:gd name="connsiteX2195" fmla="*/ 1880143 w 1967342"/>
              <a:gd name="connsiteY2195" fmla="*/ 173755 h 442564"/>
              <a:gd name="connsiteX2196" fmla="*/ 1886072 w 1967342"/>
              <a:gd name="connsiteY2196" fmla="*/ 171627 h 442564"/>
              <a:gd name="connsiteX2197" fmla="*/ 1889569 w 1967342"/>
              <a:gd name="connsiteY2197" fmla="*/ 169118 h 442564"/>
              <a:gd name="connsiteX2198" fmla="*/ 1897855 w 1967342"/>
              <a:gd name="connsiteY2198" fmla="*/ 169118 h 442564"/>
              <a:gd name="connsiteX2199" fmla="*/ 1904622 w 1967342"/>
              <a:gd name="connsiteY2199" fmla="*/ 169118 h 442564"/>
              <a:gd name="connsiteX2200" fmla="*/ 1911615 w 1967342"/>
              <a:gd name="connsiteY2200" fmla="*/ 170790 h 442564"/>
              <a:gd name="connsiteX2201" fmla="*/ 1919217 w 1967342"/>
              <a:gd name="connsiteY2201" fmla="*/ 167065 h 442564"/>
              <a:gd name="connsiteX2202" fmla="*/ 1923474 w 1967342"/>
              <a:gd name="connsiteY2202" fmla="*/ 158931 h 442564"/>
              <a:gd name="connsiteX2203" fmla="*/ 1913364 w 1967342"/>
              <a:gd name="connsiteY2203" fmla="*/ 160071 h 442564"/>
              <a:gd name="connsiteX2204" fmla="*/ 1902721 w 1967342"/>
              <a:gd name="connsiteY2204" fmla="*/ 161592 h 442564"/>
              <a:gd name="connsiteX2205" fmla="*/ 1885996 w 1967342"/>
              <a:gd name="connsiteY2205" fmla="*/ 163340 h 442564"/>
              <a:gd name="connsiteX2206" fmla="*/ 1877557 w 1967342"/>
              <a:gd name="connsiteY2206" fmla="*/ 165317 h 442564"/>
              <a:gd name="connsiteX2207" fmla="*/ 1869119 w 1967342"/>
              <a:gd name="connsiteY2207" fmla="*/ 167065 h 442564"/>
              <a:gd name="connsiteX2208" fmla="*/ 1855435 w 1967342"/>
              <a:gd name="connsiteY2208" fmla="*/ 168814 h 442564"/>
              <a:gd name="connsiteX2209" fmla="*/ 1844945 w 1967342"/>
              <a:gd name="connsiteY2209" fmla="*/ 170943 h 442564"/>
              <a:gd name="connsiteX2210" fmla="*/ 1832553 w 1967342"/>
              <a:gd name="connsiteY2210" fmla="*/ 175959 h 442564"/>
              <a:gd name="connsiteX2211" fmla="*/ 1824951 w 1967342"/>
              <a:gd name="connsiteY2211" fmla="*/ 186070 h 442564"/>
              <a:gd name="connsiteX2212" fmla="*/ 1821302 w 1967342"/>
              <a:gd name="connsiteY2212" fmla="*/ 190404 h 442564"/>
              <a:gd name="connsiteX2213" fmla="*/ 1805490 w 1967342"/>
              <a:gd name="connsiteY2213" fmla="*/ 202491 h 442564"/>
              <a:gd name="connsiteX2214" fmla="*/ 1799332 w 1967342"/>
              <a:gd name="connsiteY2214" fmla="*/ 199982 h 442564"/>
              <a:gd name="connsiteX2215" fmla="*/ 1794695 w 1967342"/>
              <a:gd name="connsiteY2215" fmla="*/ 185462 h 442564"/>
              <a:gd name="connsiteX2216" fmla="*/ 1794695 w 1967342"/>
              <a:gd name="connsiteY2216" fmla="*/ 170866 h 442564"/>
              <a:gd name="connsiteX2217" fmla="*/ 1796975 w 1967342"/>
              <a:gd name="connsiteY2217" fmla="*/ 164937 h 442564"/>
              <a:gd name="connsiteX2218" fmla="*/ 1801157 w 1967342"/>
              <a:gd name="connsiteY2218" fmla="*/ 162200 h 442564"/>
              <a:gd name="connsiteX2219" fmla="*/ 1811344 w 1967342"/>
              <a:gd name="connsiteY2219" fmla="*/ 145323 h 442564"/>
              <a:gd name="connsiteX2220" fmla="*/ 1814232 w 1967342"/>
              <a:gd name="connsiteY2220" fmla="*/ 145323 h 442564"/>
              <a:gd name="connsiteX2221" fmla="*/ 1816285 w 1967342"/>
              <a:gd name="connsiteY2221" fmla="*/ 158398 h 442564"/>
              <a:gd name="connsiteX2222" fmla="*/ 1816481 w 1967342"/>
              <a:gd name="connsiteY2222" fmla="*/ 159748 h 442564"/>
              <a:gd name="connsiteX2223" fmla="*/ 1820770 w 1967342"/>
              <a:gd name="connsiteY2223" fmla="*/ 161743 h 442564"/>
              <a:gd name="connsiteX2224" fmla="*/ 1829512 w 1967342"/>
              <a:gd name="connsiteY2224" fmla="*/ 158323 h 442564"/>
              <a:gd name="connsiteX2225" fmla="*/ 1832477 w 1967342"/>
              <a:gd name="connsiteY2225" fmla="*/ 155358 h 442564"/>
              <a:gd name="connsiteX2226" fmla="*/ 1830196 w 1967342"/>
              <a:gd name="connsiteY2226" fmla="*/ 149277 h 442564"/>
              <a:gd name="connsiteX2227" fmla="*/ 1828676 w 1967342"/>
              <a:gd name="connsiteY2227" fmla="*/ 140458 h 442564"/>
              <a:gd name="connsiteX2228" fmla="*/ 1830045 w 1967342"/>
              <a:gd name="connsiteY2228" fmla="*/ 122365 h 442564"/>
              <a:gd name="connsiteX2229" fmla="*/ 1828752 w 1967342"/>
              <a:gd name="connsiteY2229" fmla="*/ 103208 h 442564"/>
              <a:gd name="connsiteX2230" fmla="*/ 1827004 w 1967342"/>
              <a:gd name="connsiteY2230" fmla="*/ 92261 h 442564"/>
              <a:gd name="connsiteX2231" fmla="*/ 1830653 w 1967342"/>
              <a:gd name="connsiteY2231" fmla="*/ 85951 h 442564"/>
              <a:gd name="connsiteX2232" fmla="*/ 1835898 w 1967342"/>
              <a:gd name="connsiteY2232" fmla="*/ 85951 h 442564"/>
              <a:gd name="connsiteX2233" fmla="*/ 1838559 w 1967342"/>
              <a:gd name="connsiteY2233" fmla="*/ 84202 h 442564"/>
              <a:gd name="connsiteX2234" fmla="*/ 1840840 w 1967342"/>
              <a:gd name="connsiteY2234" fmla="*/ 87624 h 442564"/>
              <a:gd name="connsiteX2235" fmla="*/ 1841752 w 1967342"/>
              <a:gd name="connsiteY2235" fmla="*/ 93857 h 442564"/>
              <a:gd name="connsiteX2236" fmla="*/ 1842436 w 1967342"/>
              <a:gd name="connsiteY2236" fmla="*/ 101459 h 442564"/>
              <a:gd name="connsiteX2237" fmla="*/ 1842436 w 1967342"/>
              <a:gd name="connsiteY2237" fmla="*/ 106249 h 442564"/>
              <a:gd name="connsiteX2238" fmla="*/ 1842436 w 1967342"/>
              <a:gd name="connsiteY2238" fmla="*/ 111494 h 442564"/>
              <a:gd name="connsiteX2239" fmla="*/ 1842436 w 1967342"/>
              <a:gd name="connsiteY2239" fmla="*/ 118108 h 442564"/>
              <a:gd name="connsiteX2240" fmla="*/ 1843196 w 1967342"/>
              <a:gd name="connsiteY2240" fmla="*/ 131031 h 442564"/>
              <a:gd name="connsiteX2241" fmla="*/ 1844869 w 1967342"/>
              <a:gd name="connsiteY2241" fmla="*/ 139698 h 442564"/>
              <a:gd name="connsiteX2242" fmla="*/ 1844869 w 1967342"/>
              <a:gd name="connsiteY2242" fmla="*/ 146084 h 442564"/>
              <a:gd name="connsiteX2243" fmla="*/ 1842284 w 1967342"/>
              <a:gd name="connsiteY2243" fmla="*/ 153686 h 442564"/>
              <a:gd name="connsiteX2244" fmla="*/ 1845933 w 1967342"/>
              <a:gd name="connsiteY2244" fmla="*/ 157410 h 442564"/>
              <a:gd name="connsiteX2245" fmla="*/ 1853154 w 1967342"/>
              <a:gd name="connsiteY2245" fmla="*/ 155434 h 442564"/>
              <a:gd name="connsiteX2246" fmla="*/ 1859388 w 1967342"/>
              <a:gd name="connsiteY2246" fmla="*/ 155054 h 442564"/>
              <a:gd name="connsiteX2247" fmla="*/ 1869575 w 1967342"/>
              <a:gd name="connsiteY2247" fmla="*/ 153229 h 442564"/>
              <a:gd name="connsiteX2248" fmla="*/ 1875125 w 1967342"/>
              <a:gd name="connsiteY2248" fmla="*/ 151329 h 442564"/>
              <a:gd name="connsiteX2249" fmla="*/ 1879458 w 1967342"/>
              <a:gd name="connsiteY2249" fmla="*/ 148440 h 442564"/>
              <a:gd name="connsiteX2250" fmla="*/ 1880066 w 1967342"/>
              <a:gd name="connsiteY2250" fmla="*/ 145171 h 442564"/>
              <a:gd name="connsiteX2251" fmla="*/ 1873984 w 1967342"/>
              <a:gd name="connsiteY2251" fmla="*/ 144563 h 442564"/>
              <a:gd name="connsiteX2252" fmla="*/ 1868435 w 1967342"/>
              <a:gd name="connsiteY2252" fmla="*/ 146843 h 442564"/>
              <a:gd name="connsiteX2253" fmla="*/ 1866839 w 1967342"/>
              <a:gd name="connsiteY2253" fmla="*/ 141751 h 442564"/>
              <a:gd name="connsiteX2254" fmla="*/ 1863494 w 1967342"/>
              <a:gd name="connsiteY2254" fmla="*/ 137569 h 442564"/>
              <a:gd name="connsiteX2255" fmla="*/ 1861289 w 1967342"/>
              <a:gd name="connsiteY2255" fmla="*/ 143803 h 442564"/>
              <a:gd name="connsiteX2256" fmla="*/ 1858628 w 1967342"/>
              <a:gd name="connsiteY2256" fmla="*/ 147528 h 442564"/>
              <a:gd name="connsiteX2257" fmla="*/ 1854904 w 1967342"/>
              <a:gd name="connsiteY2257" fmla="*/ 149504 h 442564"/>
              <a:gd name="connsiteX2258" fmla="*/ 1851102 w 1967342"/>
              <a:gd name="connsiteY2258" fmla="*/ 142359 h 442564"/>
              <a:gd name="connsiteX2259" fmla="*/ 1851635 w 1967342"/>
              <a:gd name="connsiteY2259" fmla="*/ 127610 h 442564"/>
              <a:gd name="connsiteX2260" fmla="*/ 1849962 w 1967342"/>
              <a:gd name="connsiteY2260" fmla="*/ 117576 h 442564"/>
              <a:gd name="connsiteX2261" fmla="*/ 1849962 w 1967342"/>
              <a:gd name="connsiteY2261" fmla="*/ 103360 h 442564"/>
              <a:gd name="connsiteX2262" fmla="*/ 1848898 w 1967342"/>
              <a:gd name="connsiteY2262" fmla="*/ 98571 h 442564"/>
              <a:gd name="connsiteX2263" fmla="*/ 1851787 w 1967342"/>
              <a:gd name="connsiteY2263" fmla="*/ 91653 h 442564"/>
              <a:gd name="connsiteX2264" fmla="*/ 1856652 w 1967342"/>
              <a:gd name="connsiteY2264" fmla="*/ 88916 h 442564"/>
              <a:gd name="connsiteX2265" fmla="*/ 1859008 w 1967342"/>
              <a:gd name="connsiteY2265" fmla="*/ 96518 h 442564"/>
              <a:gd name="connsiteX2266" fmla="*/ 1860605 w 1967342"/>
              <a:gd name="connsiteY2266" fmla="*/ 101308 h 442564"/>
              <a:gd name="connsiteX2267" fmla="*/ 1862886 w 1967342"/>
              <a:gd name="connsiteY2267" fmla="*/ 117347 h 442564"/>
              <a:gd name="connsiteX2268" fmla="*/ 1865014 w 1967342"/>
              <a:gd name="connsiteY2268" fmla="*/ 121073 h 442564"/>
              <a:gd name="connsiteX2269" fmla="*/ 1873301 w 1967342"/>
              <a:gd name="connsiteY2269" fmla="*/ 121073 h 442564"/>
              <a:gd name="connsiteX2270" fmla="*/ 1876418 w 1967342"/>
              <a:gd name="connsiteY2270" fmla="*/ 125026 h 442564"/>
              <a:gd name="connsiteX2271" fmla="*/ 1884020 w 1967342"/>
              <a:gd name="connsiteY2271" fmla="*/ 117955 h 442564"/>
              <a:gd name="connsiteX2272" fmla="*/ 1879990 w 1967342"/>
              <a:gd name="connsiteY2272" fmla="*/ 108377 h 442564"/>
              <a:gd name="connsiteX2273" fmla="*/ 1873301 w 1967342"/>
              <a:gd name="connsiteY2273" fmla="*/ 110962 h 442564"/>
              <a:gd name="connsiteX2274" fmla="*/ 1868587 w 1967342"/>
              <a:gd name="connsiteY2274" fmla="*/ 113167 h 442564"/>
              <a:gd name="connsiteX2275" fmla="*/ 1868587 w 1967342"/>
              <a:gd name="connsiteY2275" fmla="*/ 103664 h 442564"/>
              <a:gd name="connsiteX2276" fmla="*/ 1871476 w 1967342"/>
              <a:gd name="connsiteY2276" fmla="*/ 96062 h 442564"/>
              <a:gd name="connsiteX2277" fmla="*/ 1868283 w 1967342"/>
              <a:gd name="connsiteY2277" fmla="*/ 87624 h 442564"/>
              <a:gd name="connsiteX2278" fmla="*/ 1873604 w 1967342"/>
              <a:gd name="connsiteY2278" fmla="*/ 82302 h 442564"/>
              <a:gd name="connsiteX2279" fmla="*/ 1879459 w 1967342"/>
              <a:gd name="connsiteY2279" fmla="*/ 87091 h 442564"/>
              <a:gd name="connsiteX2280" fmla="*/ 1886528 w 1967342"/>
              <a:gd name="connsiteY2280" fmla="*/ 77741 h 442564"/>
              <a:gd name="connsiteX2281" fmla="*/ 1891774 w 1967342"/>
              <a:gd name="connsiteY2281" fmla="*/ 68010 h 442564"/>
              <a:gd name="connsiteX2282" fmla="*/ 1896031 w 1967342"/>
              <a:gd name="connsiteY2282" fmla="*/ 68010 h 442564"/>
              <a:gd name="connsiteX2283" fmla="*/ 1900288 w 1967342"/>
              <a:gd name="connsiteY2283" fmla="*/ 67098 h 442564"/>
              <a:gd name="connsiteX2284" fmla="*/ 244237 w 1967342"/>
              <a:gd name="connsiteY2284" fmla="*/ 61103 h 442564"/>
              <a:gd name="connsiteX2285" fmla="*/ 124205 w 1967342"/>
              <a:gd name="connsiteY2285" fmla="*/ 91758 h 442564"/>
              <a:gd name="connsiteX2286" fmla="*/ 124183 w 1967342"/>
              <a:gd name="connsiteY2286" fmla="*/ 91758 h 442564"/>
              <a:gd name="connsiteX2287" fmla="*/ 59421 w 1967342"/>
              <a:gd name="connsiteY2287" fmla="*/ 221326 h 442564"/>
              <a:gd name="connsiteX2288" fmla="*/ 61274 w 1967342"/>
              <a:gd name="connsiteY2288" fmla="*/ 245966 h 442564"/>
              <a:gd name="connsiteX2289" fmla="*/ 61645 w 1967342"/>
              <a:gd name="connsiteY2289" fmla="*/ 247972 h 442564"/>
              <a:gd name="connsiteX2290" fmla="*/ 63389 w 1967342"/>
              <a:gd name="connsiteY2290" fmla="*/ 256956 h 442564"/>
              <a:gd name="connsiteX2291" fmla="*/ 66660 w 1967342"/>
              <a:gd name="connsiteY2291" fmla="*/ 269363 h 442564"/>
              <a:gd name="connsiteX2292" fmla="*/ 71414 w 1967342"/>
              <a:gd name="connsiteY2292" fmla="*/ 282447 h 442564"/>
              <a:gd name="connsiteX2293" fmla="*/ 72111 w 1967342"/>
              <a:gd name="connsiteY2293" fmla="*/ 284191 h 442564"/>
              <a:gd name="connsiteX2294" fmla="*/ 91387 w 1967342"/>
              <a:gd name="connsiteY2294" fmla="*/ 317990 h 442564"/>
              <a:gd name="connsiteX2295" fmla="*/ 91496 w 1967342"/>
              <a:gd name="connsiteY2295" fmla="*/ 318120 h 442564"/>
              <a:gd name="connsiteX2296" fmla="*/ 91660 w 1967342"/>
              <a:gd name="connsiteY2296" fmla="*/ 318341 h 442564"/>
              <a:gd name="connsiteX2297" fmla="*/ 139607 w 1967342"/>
              <a:gd name="connsiteY2297" fmla="*/ 361148 h 442564"/>
              <a:gd name="connsiteX2298" fmla="*/ 173817 w 1967342"/>
              <a:gd name="connsiteY2298" fmla="*/ 373050 h 442564"/>
              <a:gd name="connsiteX2299" fmla="*/ 171239 w 1967342"/>
              <a:gd name="connsiteY2299" fmla="*/ 368927 h 442564"/>
              <a:gd name="connsiteX2300" fmla="*/ 165155 w 1967342"/>
              <a:gd name="connsiteY2300" fmla="*/ 366747 h 442564"/>
              <a:gd name="connsiteX2301" fmla="*/ 164219 w 1967342"/>
              <a:gd name="connsiteY2301" fmla="*/ 365887 h 442564"/>
              <a:gd name="connsiteX2302" fmla="*/ 173550 w 1967342"/>
              <a:gd name="connsiteY2302" fmla="*/ 367466 h 442564"/>
              <a:gd name="connsiteX2303" fmla="*/ 178345 w 1967342"/>
              <a:gd name="connsiteY2303" fmla="*/ 372926 h 442564"/>
              <a:gd name="connsiteX2304" fmla="*/ 178973 w 1967342"/>
              <a:gd name="connsiteY2304" fmla="*/ 374845 h 442564"/>
              <a:gd name="connsiteX2305" fmla="*/ 188163 w 1967342"/>
              <a:gd name="connsiteY2305" fmla="*/ 378042 h 442564"/>
              <a:gd name="connsiteX2306" fmla="*/ 190646 w 1967342"/>
              <a:gd name="connsiteY2306" fmla="*/ 378042 h 442564"/>
              <a:gd name="connsiteX2307" fmla="*/ 190600 w 1967342"/>
              <a:gd name="connsiteY2307" fmla="*/ 378890 h 442564"/>
              <a:gd name="connsiteX2308" fmla="*/ 198212 w 1967342"/>
              <a:gd name="connsiteY2308" fmla="*/ 381538 h 442564"/>
              <a:gd name="connsiteX2309" fmla="*/ 224320 w 1967342"/>
              <a:gd name="connsiteY2309" fmla="*/ 380244 h 442564"/>
              <a:gd name="connsiteX2310" fmla="*/ 224706 w 1967342"/>
              <a:gd name="connsiteY2310" fmla="*/ 379831 h 442564"/>
              <a:gd name="connsiteX2311" fmla="*/ 222525 w 1967342"/>
              <a:gd name="connsiteY2311" fmla="*/ 379831 h 442564"/>
              <a:gd name="connsiteX2312" fmla="*/ 223376 w 1967342"/>
              <a:gd name="connsiteY2312" fmla="*/ 379264 h 442564"/>
              <a:gd name="connsiteX2313" fmla="*/ 219625 w 1967342"/>
              <a:gd name="connsiteY2313" fmla="*/ 379264 h 442564"/>
              <a:gd name="connsiteX2314" fmla="*/ 220388 w 1967342"/>
              <a:gd name="connsiteY2314" fmla="*/ 378675 h 442564"/>
              <a:gd name="connsiteX2315" fmla="*/ 212691 w 1967342"/>
              <a:gd name="connsiteY2315" fmla="*/ 378675 h 442564"/>
              <a:gd name="connsiteX2316" fmla="*/ 208330 w 1967342"/>
              <a:gd name="connsiteY2316" fmla="*/ 368775 h 442564"/>
              <a:gd name="connsiteX2317" fmla="*/ 197209 w 1967342"/>
              <a:gd name="connsiteY2317" fmla="*/ 368317 h 442564"/>
              <a:gd name="connsiteX2318" fmla="*/ 191649 w 1967342"/>
              <a:gd name="connsiteY2318" fmla="*/ 376821 h 442564"/>
              <a:gd name="connsiteX2319" fmla="*/ 190667 w 1967342"/>
              <a:gd name="connsiteY2319" fmla="*/ 376516 h 442564"/>
              <a:gd name="connsiteX2320" fmla="*/ 193110 w 1967342"/>
              <a:gd name="connsiteY2320" fmla="*/ 369495 h 442564"/>
              <a:gd name="connsiteX2321" fmla="*/ 202442 w 1967342"/>
              <a:gd name="connsiteY2321" fmla="*/ 365744 h 442564"/>
              <a:gd name="connsiteX2322" fmla="*/ 215526 w 1967342"/>
              <a:gd name="connsiteY2322" fmla="*/ 369168 h 442564"/>
              <a:gd name="connsiteX2323" fmla="*/ 218033 w 1967342"/>
              <a:gd name="connsiteY2323" fmla="*/ 377628 h 442564"/>
              <a:gd name="connsiteX2324" fmla="*/ 226755 w 1967342"/>
              <a:gd name="connsiteY2324" fmla="*/ 377410 h 442564"/>
              <a:gd name="connsiteX2325" fmla="*/ 230026 w 1967342"/>
              <a:gd name="connsiteY2325" fmla="*/ 369495 h 442564"/>
              <a:gd name="connsiteX2326" fmla="*/ 239359 w 1967342"/>
              <a:gd name="connsiteY2326" fmla="*/ 365744 h 442564"/>
              <a:gd name="connsiteX2327" fmla="*/ 252442 w 1967342"/>
              <a:gd name="connsiteY2327" fmla="*/ 369168 h 442564"/>
              <a:gd name="connsiteX2328" fmla="*/ 254950 w 1967342"/>
              <a:gd name="connsiteY2328" fmla="*/ 377628 h 442564"/>
              <a:gd name="connsiteX2329" fmla="*/ 262340 w 1967342"/>
              <a:gd name="connsiteY2329" fmla="*/ 377443 h 442564"/>
              <a:gd name="connsiteX2330" fmla="*/ 263904 w 1967342"/>
              <a:gd name="connsiteY2330" fmla="*/ 376700 h 442564"/>
              <a:gd name="connsiteX2331" fmla="*/ 264997 w 1967342"/>
              <a:gd name="connsiteY2331" fmla="*/ 373352 h 442564"/>
              <a:gd name="connsiteX2332" fmla="*/ 268709 w 1967342"/>
              <a:gd name="connsiteY2332" fmla="*/ 367380 h 442564"/>
              <a:gd name="connsiteX2333" fmla="*/ 277846 w 1967342"/>
              <a:gd name="connsiteY2333" fmla="*/ 365308 h 442564"/>
              <a:gd name="connsiteX2334" fmla="*/ 277846 w 1967342"/>
              <a:gd name="connsiteY2334" fmla="*/ 368535 h 442564"/>
              <a:gd name="connsiteX2335" fmla="*/ 268775 w 1967342"/>
              <a:gd name="connsiteY2335" fmla="*/ 369844 h 442564"/>
              <a:gd name="connsiteX2336" fmla="*/ 266000 w 1967342"/>
              <a:gd name="connsiteY2336" fmla="*/ 375704 h 442564"/>
              <a:gd name="connsiteX2337" fmla="*/ 318243 w 1967342"/>
              <a:gd name="connsiteY2337" fmla="*/ 350883 h 442564"/>
              <a:gd name="connsiteX2338" fmla="*/ 350787 w 1967342"/>
              <a:gd name="connsiteY2338" fmla="*/ 124302 h 442564"/>
              <a:gd name="connsiteX2339" fmla="*/ 244237 w 1967342"/>
              <a:gd name="connsiteY2339" fmla="*/ 61103 h 442564"/>
              <a:gd name="connsiteX2340" fmla="*/ 143263 w 1967342"/>
              <a:gd name="connsiteY2340" fmla="*/ 58635 h 442564"/>
              <a:gd name="connsiteX2341" fmla="*/ 142587 w 1967342"/>
              <a:gd name="connsiteY2341" fmla="*/ 59202 h 442564"/>
              <a:gd name="connsiteX2342" fmla="*/ 141584 w 1967342"/>
              <a:gd name="connsiteY2342" fmla="*/ 59442 h 442564"/>
              <a:gd name="connsiteX2343" fmla="*/ 140646 w 1967342"/>
              <a:gd name="connsiteY2343" fmla="*/ 59878 h 442564"/>
              <a:gd name="connsiteX2344" fmla="*/ 139512 w 1967342"/>
              <a:gd name="connsiteY2344" fmla="*/ 59878 h 442564"/>
              <a:gd name="connsiteX2345" fmla="*/ 138553 w 1967342"/>
              <a:gd name="connsiteY2345" fmla="*/ 60183 h 442564"/>
              <a:gd name="connsiteX2346" fmla="*/ 138487 w 1967342"/>
              <a:gd name="connsiteY2346" fmla="*/ 60096 h 442564"/>
              <a:gd name="connsiteX2347" fmla="*/ 138945 w 1967342"/>
              <a:gd name="connsiteY2347" fmla="*/ 61579 h 442564"/>
              <a:gd name="connsiteX2348" fmla="*/ 139338 w 1967342"/>
              <a:gd name="connsiteY2348" fmla="*/ 62408 h 442564"/>
              <a:gd name="connsiteX2349" fmla="*/ 140428 w 1967342"/>
              <a:gd name="connsiteY2349" fmla="*/ 63454 h 442564"/>
              <a:gd name="connsiteX2350" fmla="*/ 141671 w 1967342"/>
              <a:gd name="connsiteY2350" fmla="*/ 64239 h 442564"/>
              <a:gd name="connsiteX2351" fmla="*/ 143154 w 1967342"/>
              <a:gd name="connsiteY2351" fmla="*/ 65111 h 442564"/>
              <a:gd name="connsiteX2352" fmla="*/ 143786 w 1967342"/>
              <a:gd name="connsiteY2352" fmla="*/ 66049 h 442564"/>
              <a:gd name="connsiteX2353" fmla="*/ 144898 w 1967342"/>
              <a:gd name="connsiteY2353" fmla="*/ 66376 h 442564"/>
              <a:gd name="connsiteX2354" fmla="*/ 145530 w 1967342"/>
              <a:gd name="connsiteY2354" fmla="*/ 65417 h 442564"/>
              <a:gd name="connsiteX2355" fmla="*/ 146359 w 1967342"/>
              <a:gd name="connsiteY2355" fmla="*/ 64893 h 442564"/>
              <a:gd name="connsiteX2356" fmla="*/ 147100 w 1967342"/>
              <a:gd name="connsiteY2356" fmla="*/ 63912 h 442564"/>
              <a:gd name="connsiteX2357" fmla="*/ 147275 w 1967342"/>
              <a:gd name="connsiteY2357" fmla="*/ 62909 h 442564"/>
              <a:gd name="connsiteX2358" fmla="*/ 147166 w 1967342"/>
              <a:gd name="connsiteY2358" fmla="*/ 61623 h 442564"/>
              <a:gd name="connsiteX2359" fmla="*/ 147297 w 1967342"/>
              <a:gd name="connsiteY2359" fmla="*/ 60445 h 442564"/>
              <a:gd name="connsiteX2360" fmla="*/ 146839 w 1967342"/>
              <a:gd name="connsiteY2360" fmla="*/ 59529 h 442564"/>
              <a:gd name="connsiteX2361" fmla="*/ 145945 w 1967342"/>
              <a:gd name="connsiteY2361" fmla="*/ 59115 h 442564"/>
              <a:gd name="connsiteX2362" fmla="*/ 143263 w 1967342"/>
              <a:gd name="connsiteY2362" fmla="*/ 58635 h 442564"/>
              <a:gd name="connsiteX2363" fmla="*/ 131706 w 1967342"/>
              <a:gd name="connsiteY2363" fmla="*/ 55692 h 442564"/>
              <a:gd name="connsiteX2364" fmla="*/ 131902 w 1967342"/>
              <a:gd name="connsiteY2364" fmla="*/ 56739 h 442564"/>
              <a:gd name="connsiteX2365" fmla="*/ 131466 w 1967342"/>
              <a:gd name="connsiteY2365" fmla="*/ 58156 h 442564"/>
              <a:gd name="connsiteX2366" fmla="*/ 130855 w 1967342"/>
              <a:gd name="connsiteY2366" fmla="*/ 59726 h 442564"/>
              <a:gd name="connsiteX2367" fmla="*/ 129852 w 1967342"/>
              <a:gd name="connsiteY2367" fmla="*/ 60817 h 442564"/>
              <a:gd name="connsiteX2368" fmla="*/ 128762 w 1967342"/>
              <a:gd name="connsiteY2368" fmla="*/ 60555 h 442564"/>
              <a:gd name="connsiteX2369" fmla="*/ 128762 w 1967342"/>
              <a:gd name="connsiteY2369" fmla="*/ 59443 h 442564"/>
              <a:gd name="connsiteX2370" fmla="*/ 129939 w 1967342"/>
              <a:gd name="connsiteY2370" fmla="*/ 57808 h 442564"/>
              <a:gd name="connsiteX2371" fmla="*/ 130310 w 1967342"/>
              <a:gd name="connsiteY2371" fmla="*/ 57044 h 442564"/>
              <a:gd name="connsiteX2372" fmla="*/ 130964 w 1967342"/>
              <a:gd name="connsiteY2372" fmla="*/ 56281 h 442564"/>
              <a:gd name="connsiteX2373" fmla="*/ 131706 w 1967342"/>
              <a:gd name="connsiteY2373" fmla="*/ 55692 h 442564"/>
              <a:gd name="connsiteX2374" fmla="*/ 133581 w 1967342"/>
              <a:gd name="connsiteY2374" fmla="*/ 49651 h 442564"/>
              <a:gd name="connsiteX2375" fmla="*/ 132512 w 1967342"/>
              <a:gd name="connsiteY2375" fmla="*/ 50240 h 442564"/>
              <a:gd name="connsiteX2376" fmla="*/ 131379 w 1967342"/>
              <a:gd name="connsiteY2376" fmla="*/ 50436 h 442564"/>
              <a:gd name="connsiteX2377" fmla="*/ 130877 w 1967342"/>
              <a:gd name="connsiteY2377" fmla="*/ 51003 h 442564"/>
              <a:gd name="connsiteX2378" fmla="*/ 130528 w 1967342"/>
              <a:gd name="connsiteY2378" fmla="*/ 51614 h 442564"/>
              <a:gd name="connsiteX2379" fmla="*/ 130157 w 1967342"/>
              <a:gd name="connsiteY2379" fmla="*/ 52377 h 442564"/>
              <a:gd name="connsiteX2380" fmla="*/ 129372 w 1967342"/>
              <a:gd name="connsiteY2380" fmla="*/ 53424 h 442564"/>
              <a:gd name="connsiteX2381" fmla="*/ 128718 w 1967342"/>
              <a:gd name="connsiteY2381" fmla="*/ 54100 h 442564"/>
              <a:gd name="connsiteX2382" fmla="*/ 127955 w 1967342"/>
              <a:gd name="connsiteY2382" fmla="*/ 55059 h 442564"/>
              <a:gd name="connsiteX2383" fmla="*/ 126821 w 1967342"/>
              <a:gd name="connsiteY2383" fmla="*/ 56237 h 442564"/>
              <a:gd name="connsiteX2384" fmla="*/ 125317 w 1967342"/>
              <a:gd name="connsiteY2384" fmla="*/ 57850 h 442564"/>
              <a:gd name="connsiteX2385" fmla="*/ 124575 w 1967342"/>
              <a:gd name="connsiteY2385" fmla="*/ 57567 h 442564"/>
              <a:gd name="connsiteX2386" fmla="*/ 123420 w 1967342"/>
              <a:gd name="connsiteY2386" fmla="*/ 57567 h 442564"/>
              <a:gd name="connsiteX2387" fmla="*/ 122678 w 1967342"/>
              <a:gd name="connsiteY2387" fmla="*/ 58592 h 442564"/>
              <a:gd name="connsiteX2388" fmla="*/ 122809 w 1967342"/>
              <a:gd name="connsiteY2388" fmla="*/ 61143 h 442564"/>
              <a:gd name="connsiteX2389" fmla="*/ 123943 w 1967342"/>
              <a:gd name="connsiteY2389" fmla="*/ 62822 h 442564"/>
              <a:gd name="connsiteX2390" fmla="*/ 125251 w 1967342"/>
              <a:gd name="connsiteY2390" fmla="*/ 64348 h 442564"/>
              <a:gd name="connsiteX2391" fmla="*/ 126320 w 1967342"/>
              <a:gd name="connsiteY2391" fmla="*/ 65482 h 442564"/>
              <a:gd name="connsiteX2392" fmla="*/ 126974 w 1967342"/>
              <a:gd name="connsiteY2392" fmla="*/ 66333 h 442564"/>
              <a:gd name="connsiteX2393" fmla="*/ 127454 w 1967342"/>
              <a:gd name="connsiteY2393" fmla="*/ 66660 h 442564"/>
              <a:gd name="connsiteX2394" fmla="*/ 128217 w 1967342"/>
              <a:gd name="connsiteY2394" fmla="*/ 67379 h 442564"/>
              <a:gd name="connsiteX2395" fmla="*/ 128849 w 1967342"/>
              <a:gd name="connsiteY2395" fmla="*/ 67510 h 442564"/>
              <a:gd name="connsiteX2396" fmla="*/ 130092 w 1967342"/>
              <a:gd name="connsiteY2396" fmla="*/ 66921 h 442564"/>
              <a:gd name="connsiteX2397" fmla="*/ 130724 w 1967342"/>
              <a:gd name="connsiteY2397" fmla="*/ 66354 h 442564"/>
              <a:gd name="connsiteX2398" fmla="*/ 131815 w 1967342"/>
              <a:gd name="connsiteY2398" fmla="*/ 66049 h 442564"/>
              <a:gd name="connsiteX2399" fmla="*/ 132469 w 1967342"/>
              <a:gd name="connsiteY2399" fmla="*/ 66442 h 442564"/>
              <a:gd name="connsiteX2400" fmla="*/ 133297 w 1967342"/>
              <a:gd name="connsiteY2400" fmla="*/ 68273 h 442564"/>
              <a:gd name="connsiteX2401" fmla="*/ 134061 w 1967342"/>
              <a:gd name="connsiteY2401" fmla="*/ 69560 h 442564"/>
              <a:gd name="connsiteX2402" fmla="*/ 134606 w 1967342"/>
              <a:gd name="connsiteY2402" fmla="*/ 70497 h 442564"/>
              <a:gd name="connsiteX2403" fmla="*/ 134235 w 1967342"/>
              <a:gd name="connsiteY2403" fmla="*/ 72482 h 442564"/>
              <a:gd name="connsiteX2404" fmla="*/ 132512 w 1967342"/>
              <a:gd name="connsiteY2404" fmla="*/ 72852 h 442564"/>
              <a:gd name="connsiteX2405" fmla="*/ 131793 w 1967342"/>
              <a:gd name="connsiteY2405" fmla="*/ 73834 h 442564"/>
              <a:gd name="connsiteX2406" fmla="*/ 134235 w 1967342"/>
              <a:gd name="connsiteY2406" fmla="*/ 74466 h 442564"/>
              <a:gd name="connsiteX2407" fmla="*/ 135369 w 1967342"/>
              <a:gd name="connsiteY2407" fmla="*/ 75164 h 442564"/>
              <a:gd name="connsiteX2408" fmla="*/ 136655 w 1967342"/>
              <a:gd name="connsiteY2408" fmla="*/ 75033 h 442564"/>
              <a:gd name="connsiteX2409" fmla="*/ 137528 w 1967342"/>
              <a:gd name="connsiteY2409" fmla="*/ 75142 h 442564"/>
              <a:gd name="connsiteX2410" fmla="*/ 138465 w 1967342"/>
              <a:gd name="connsiteY2410" fmla="*/ 75033 h 442564"/>
              <a:gd name="connsiteX2411" fmla="*/ 139141 w 1967342"/>
              <a:gd name="connsiteY2411" fmla="*/ 75033 h 442564"/>
              <a:gd name="connsiteX2412" fmla="*/ 139883 w 1967342"/>
              <a:gd name="connsiteY2412" fmla="*/ 73834 h 442564"/>
              <a:gd name="connsiteX2413" fmla="*/ 140341 w 1967342"/>
              <a:gd name="connsiteY2413" fmla="*/ 72002 h 442564"/>
              <a:gd name="connsiteX2414" fmla="*/ 140450 w 1967342"/>
              <a:gd name="connsiteY2414" fmla="*/ 69821 h 442564"/>
              <a:gd name="connsiteX2415" fmla="*/ 137026 w 1967342"/>
              <a:gd name="connsiteY2415" fmla="*/ 64130 h 442564"/>
              <a:gd name="connsiteX2416" fmla="*/ 136067 w 1967342"/>
              <a:gd name="connsiteY2416" fmla="*/ 62975 h 442564"/>
              <a:gd name="connsiteX2417" fmla="*/ 136263 w 1967342"/>
              <a:gd name="connsiteY2417" fmla="*/ 61906 h 442564"/>
              <a:gd name="connsiteX2418" fmla="*/ 136874 w 1967342"/>
              <a:gd name="connsiteY2418" fmla="*/ 61426 h 442564"/>
              <a:gd name="connsiteX2419" fmla="*/ 137070 w 1967342"/>
              <a:gd name="connsiteY2419" fmla="*/ 59769 h 442564"/>
              <a:gd name="connsiteX2420" fmla="*/ 137070 w 1967342"/>
              <a:gd name="connsiteY2420" fmla="*/ 55059 h 442564"/>
              <a:gd name="connsiteX2421" fmla="*/ 137070 w 1967342"/>
              <a:gd name="connsiteY2421" fmla="*/ 53664 h 442564"/>
              <a:gd name="connsiteX2422" fmla="*/ 137550 w 1967342"/>
              <a:gd name="connsiteY2422" fmla="*/ 51592 h 442564"/>
              <a:gd name="connsiteX2423" fmla="*/ 136939 w 1967342"/>
              <a:gd name="connsiteY2423" fmla="*/ 50654 h 442564"/>
              <a:gd name="connsiteX2424" fmla="*/ 135761 w 1967342"/>
              <a:gd name="connsiteY2424" fmla="*/ 49651 h 442564"/>
              <a:gd name="connsiteX2425" fmla="*/ 133581 w 1967342"/>
              <a:gd name="connsiteY2425" fmla="*/ 49651 h 442564"/>
              <a:gd name="connsiteX2426" fmla="*/ 320236 w 1967342"/>
              <a:gd name="connsiteY2426" fmla="*/ 46751 h 442564"/>
              <a:gd name="connsiteX2427" fmla="*/ 319516 w 1967342"/>
              <a:gd name="connsiteY2427" fmla="*/ 46991 h 442564"/>
              <a:gd name="connsiteX2428" fmla="*/ 318775 w 1967342"/>
              <a:gd name="connsiteY2428" fmla="*/ 48452 h 442564"/>
              <a:gd name="connsiteX2429" fmla="*/ 317663 w 1967342"/>
              <a:gd name="connsiteY2429" fmla="*/ 49978 h 442564"/>
              <a:gd name="connsiteX2430" fmla="*/ 315635 w 1967342"/>
              <a:gd name="connsiteY2430" fmla="*/ 52159 h 442564"/>
              <a:gd name="connsiteX2431" fmla="*/ 312299 w 1967342"/>
              <a:gd name="connsiteY2431" fmla="*/ 51527 h 442564"/>
              <a:gd name="connsiteX2432" fmla="*/ 310620 w 1967342"/>
              <a:gd name="connsiteY2432" fmla="*/ 50502 h 442564"/>
              <a:gd name="connsiteX2433" fmla="*/ 309660 w 1967342"/>
              <a:gd name="connsiteY2433" fmla="*/ 50502 h 442564"/>
              <a:gd name="connsiteX2434" fmla="*/ 308657 w 1967342"/>
              <a:gd name="connsiteY2434" fmla="*/ 50327 h 442564"/>
              <a:gd name="connsiteX2435" fmla="*/ 307632 w 1967342"/>
              <a:gd name="connsiteY2435" fmla="*/ 50633 h 442564"/>
              <a:gd name="connsiteX2436" fmla="*/ 306651 w 1967342"/>
              <a:gd name="connsiteY2436" fmla="*/ 51483 h 442564"/>
              <a:gd name="connsiteX2437" fmla="*/ 307022 w 1967342"/>
              <a:gd name="connsiteY2437" fmla="*/ 53991 h 442564"/>
              <a:gd name="connsiteX2438" fmla="*/ 307894 w 1967342"/>
              <a:gd name="connsiteY2438" fmla="*/ 55234 h 442564"/>
              <a:gd name="connsiteX2439" fmla="*/ 308657 w 1967342"/>
              <a:gd name="connsiteY2439" fmla="*/ 55670 h 442564"/>
              <a:gd name="connsiteX2440" fmla="*/ 309573 w 1967342"/>
              <a:gd name="connsiteY2440" fmla="*/ 55910 h 442564"/>
              <a:gd name="connsiteX2441" fmla="*/ 310183 w 1967342"/>
              <a:gd name="connsiteY2441" fmla="*/ 56258 h 442564"/>
              <a:gd name="connsiteX2442" fmla="*/ 310990 w 1967342"/>
              <a:gd name="connsiteY2442" fmla="*/ 56673 h 442564"/>
              <a:gd name="connsiteX2443" fmla="*/ 310031 w 1967342"/>
              <a:gd name="connsiteY2443" fmla="*/ 57589 h 442564"/>
              <a:gd name="connsiteX2444" fmla="*/ 307000 w 1967342"/>
              <a:gd name="connsiteY2444" fmla="*/ 59377 h 442564"/>
              <a:gd name="connsiteX2445" fmla="*/ 300938 w 1967342"/>
              <a:gd name="connsiteY2445" fmla="*/ 60859 h 442564"/>
              <a:gd name="connsiteX2446" fmla="*/ 300196 w 1967342"/>
              <a:gd name="connsiteY2446" fmla="*/ 60859 h 442564"/>
              <a:gd name="connsiteX2447" fmla="*/ 298997 w 1967342"/>
              <a:gd name="connsiteY2447" fmla="*/ 61012 h 442564"/>
              <a:gd name="connsiteX2448" fmla="*/ 297384 w 1967342"/>
              <a:gd name="connsiteY2448" fmla="*/ 61012 h 442564"/>
              <a:gd name="connsiteX2449" fmla="*/ 297384 w 1967342"/>
              <a:gd name="connsiteY2449" fmla="*/ 60925 h 442564"/>
              <a:gd name="connsiteX2450" fmla="*/ 296315 w 1967342"/>
              <a:gd name="connsiteY2450" fmla="*/ 61187 h 442564"/>
              <a:gd name="connsiteX2451" fmla="*/ 296969 w 1967342"/>
              <a:gd name="connsiteY2451" fmla="*/ 61950 h 442564"/>
              <a:gd name="connsiteX2452" fmla="*/ 296969 w 1967342"/>
              <a:gd name="connsiteY2452" fmla="*/ 63214 h 442564"/>
              <a:gd name="connsiteX2453" fmla="*/ 297275 w 1967342"/>
              <a:gd name="connsiteY2453" fmla="*/ 64130 h 442564"/>
              <a:gd name="connsiteX2454" fmla="*/ 298343 w 1967342"/>
              <a:gd name="connsiteY2454" fmla="*/ 64501 h 442564"/>
              <a:gd name="connsiteX2455" fmla="*/ 300306 w 1967342"/>
              <a:gd name="connsiteY2455" fmla="*/ 65068 h 442564"/>
              <a:gd name="connsiteX2456" fmla="*/ 302770 w 1967342"/>
              <a:gd name="connsiteY2456" fmla="*/ 65068 h 442564"/>
              <a:gd name="connsiteX2457" fmla="*/ 306193 w 1967342"/>
              <a:gd name="connsiteY2457" fmla="*/ 65068 h 442564"/>
              <a:gd name="connsiteX2458" fmla="*/ 310053 w 1967342"/>
              <a:gd name="connsiteY2458" fmla="*/ 64108 h 442564"/>
              <a:gd name="connsiteX2459" fmla="*/ 313236 w 1967342"/>
              <a:gd name="connsiteY2459" fmla="*/ 62495 h 442564"/>
              <a:gd name="connsiteX2460" fmla="*/ 314457 w 1967342"/>
              <a:gd name="connsiteY2460" fmla="*/ 66071 h 442564"/>
              <a:gd name="connsiteX2461" fmla="*/ 314893 w 1967342"/>
              <a:gd name="connsiteY2461" fmla="*/ 67946 h 442564"/>
              <a:gd name="connsiteX2462" fmla="*/ 315351 w 1967342"/>
              <a:gd name="connsiteY2462" fmla="*/ 71239 h 442564"/>
              <a:gd name="connsiteX2463" fmla="*/ 315351 w 1967342"/>
              <a:gd name="connsiteY2463" fmla="*/ 74902 h 442564"/>
              <a:gd name="connsiteX2464" fmla="*/ 315962 w 1967342"/>
              <a:gd name="connsiteY2464" fmla="*/ 76210 h 442564"/>
              <a:gd name="connsiteX2465" fmla="*/ 317619 w 1967342"/>
              <a:gd name="connsiteY2465" fmla="*/ 77497 h 442564"/>
              <a:gd name="connsiteX2466" fmla="*/ 318644 w 1967342"/>
              <a:gd name="connsiteY2466" fmla="*/ 78369 h 442564"/>
              <a:gd name="connsiteX2467" fmla="*/ 319974 w 1967342"/>
              <a:gd name="connsiteY2467" fmla="*/ 79111 h 442564"/>
              <a:gd name="connsiteX2468" fmla="*/ 321195 w 1967342"/>
              <a:gd name="connsiteY2468" fmla="*/ 79917 h 442564"/>
              <a:gd name="connsiteX2469" fmla="*/ 321828 w 1967342"/>
              <a:gd name="connsiteY2469" fmla="*/ 80135 h 442564"/>
              <a:gd name="connsiteX2470" fmla="*/ 322656 w 1967342"/>
              <a:gd name="connsiteY2470" fmla="*/ 79983 h 442564"/>
              <a:gd name="connsiteX2471" fmla="*/ 324444 w 1967342"/>
              <a:gd name="connsiteY2471" fmla="*/ 79983 h 442564"/>
              <a:gd name="connsiteX2472" fmla="*/ 325077 w 1967342"/>
              <a:gd name="connsiteY2472" fmla="*/ 79154 h 442564"/>
              <a:gd name="connsiteX2473" fmla="*/ 325709 w 1967342"/>
              <a:gd name="connsiteY2473" fmla="*/ 78675 h 442564"/>
              <a:gd name="connsiteX2474" fmla="*/ 325098 w 1967342"/>
              <a:gd name="connsiteY2474" fmla="*/ 77824 h 442564"/>
              <a:gd name="connsiteX2475" fmla="*/ 323223 w 1967342"/>
              <a:gd name="connsiteY2475" fmla="*/ 75644 h 442564"/>
              <a:gd name="connsiteX2476" fmla="*/ 322569 w 1967342"/>
              <a:gd name="connsiteY2476" fmla="*/ 74357 h 442564"/>
              <a:gd name="connsiteX2477" fmla="*/ 321500 w 1967342"/>
              <a:gd name="connsiteY2477" fmla="*/ 73005 h 442564"/>
              <a:gd name="connsiteX2478" fmla="*/ 320040 w 1967342"/>
              <a:gd name="connsiteY2478" fmla="*/ 69952 h 442564"/>
              <a:gd name="connsiteX2479" fmla="*/ 319211 w 1967342"/>
              <a:gd name="connsiteY2479" fmla="*/ 65940 h 442564"/>
              <a:gd name="connsiteX2480" fmla="*/ 317902 w 1967342"/>
              <a:gd name="connsiteY2480" fmla="*/ 60838 h 442564"/>
              <a:gd name="connsiteX2481" fmla="*/ 318557 w 1967342"/>
              <a:gd name="connsiteY2481" fmla="*/ 59224 h 442564"/>
              <a:gd name="connsiteX2482" fmla="*/ 319712 w 1967342"/>
              <a:gd name="connsiteY2482" fmla="*/ 58657 h 442564"/>
              <a:gd name="connsiteX2483" fmla="*/ 322067 w 1967342"/>
              <a:gd name="connsiteY2483" fmla="*/ 59028 h 442564"/>
              <a:gd name="connsiteX2484" fmla="*/ 323419 w 1967342"/>
              <a:gd name="connsiteY2484" fmla="*/ 59595 h 442564"/>
              <a:gd name="connsiteX2485" fmla="*/ 324968 w 1967342"/>
              <a:gd name="connsiteY2485" fmla="*/ 59922 h 442564"/>
              <a:gd name="connsiteX2486" fmla="*/ 327322 w 1967342"/>
              <a:gd name="connsiteY2486" fmla="*/ 60205 h 442564"/>
              <a:gd name="connsiteX2487" fmla="*/ 328478 w 1967342"/>
              <a:gd name="connsiteY2487" fmla="*/ 60074 h 442564"/>
              <a:gd name="connsiteX2488" fmla="*/ 329154 w 1967342"/>
              <a:gd name="connsiteY2488" fmla="*/ 59791 h 442564"/>
              <a:gd name="connsiteX2489" fmla="*/ 329154 w 1967342"/>
              <a:gd name="connsiteY2489" fmla="*/ 57262 h 442564"/>
              <a:gd name="connsiteX2490" fmla="*/ 327955 w 1967342"/>
              <a:gd name="connsiteY2490" fmla="*/ 55953 h 442564"/>
              <a:gd name="connsiteX2491" fmla="*/ 326254 w 1967342"/>
              <a:gd name="connsiteY2491" fmla="*/ 54972 h 442564"/>
              <a:gd name="connsiteX2492" fmla="*/ 324684 w 1967342"/>
              <a:gd name="connsiteY2492" fmla="*/ 55103 h 442564"/>
              <a:gd name="connsiteX2493" fmla="*/ 323550 w 1967342"/>
              <a:gd name="connsiteY2493" fmla="*/ 54885 h 442564"/>
              <a:gd name="connsiteX2494" fmla="*/ 322547 w 1967342"/>
              <a:gd name="connsiteY2494" fmla="*/ 54776 h 442564"/>
              <a:gd name="connsiteX2495" fmla="*/ 321806 w 1967342"/>
              <a:gd name="connsiteY2495" fmla="*/ 54579 h 442564"/>
              <a:gd name="connsiteX2496" fmla="*/ 322373 w 1967342"/>
              <a:gd name="connsiteY2496" fmla="*/ 53664 h 442564"/>
              <a:gd name="connsiteX2497" fmla="*/ 323943 w 1967342"/>
              <a:gd name="connsiteY2497" fmla="*/ 52443 h 442564"/>
              <a:gd name="connsiteX2498" fmla="*/ 324270 w 1967342"/>
              <a:gd name="connsiteY2498" fmla="*/ 51483 h 442564"/>
              <a:gd name="connsiteX2499" fmla="*/ 324488 w 1967342"/>
              <a:gd name="connsiteY2499" fmla="*/ 50436 h 442564"/>
              <a:gd name="connsiteX2500" fmla="*/ 323834 w 1967342"/>
              <a:gd name="connsiteY2500" fmla="*/ 48670 h 442564"/>
              <a:gd name="connsiteX2501" fmla="*/ 322285 w 1967342"/>
              <a:gd name="connsiteY2501" fmla="*/ 47689 h 442564"/>
              <a:gd name="connsiteX2502" fmla="*/ 321282 w 1967342"/>
              <a:gd name="connsiteY2502" fmla="*/ 47471 h 442564"/>
              <a:gd name="connsiteX2503" fmla="*/ 320236 w 1967342"/>
              <a:gd name="connsiteY2503" fmla="*/ 46751 h 442564"/>
              <a:gd name="connsiteX2504" fmla="*/ 177541 w 1967342"/>
              <a:gd name="connsiteY2504" fmla="*/ 43371 h 442564"/>
              <a:gd name="connsiteX2505" fmla="*/ 177606 w 1967342"/>
              <a:gd name="connsiteY2505" fmla="*/ 43459 h 442564"/>
              <a:gd name="connsiteX2506" fmla="*/ 177559 w 1967342"/>
              <a:gd name="connsiteY2506" fmla="*/ 43404 h 442564"/>
              <a:gd name="connsiteX2507" fmla="*/ 125513 w 1967342"/>
              <a:gd name="connsiteY2507" fmla="*/ 39228 h 442564"/>
              <a:gd name="connsiteX2508" fmla="*/ 124401 w 1967342"/>
              <a:gd name="connsiteY2508" fmla="*/ 39512 h 442564"/>
              <a:gd name="connsiteX2509" fmla="*/ 123616 w 1967342"/>
              <a:gd name="connsiteY2509" fmla="*/ 39512 h 442564"/>
              <a:gd name="connsiteX2510" fmla="*/ 122591 w 1967342"/>
              <a:gd name="connsiteY2510" fmla="*/ 40122 h 442564"/>
              <a:gd name="connsiteX2511" fmla="*/ 121741 w 1967342"/>
              <a:gd name="connsiteY2511" fmla="*/ 40537 h 442564"/>
              <a:gd name="connsiteX2512" fmla="*/ 121217 w 1967342"/>
              <a:gd name="connsiteY2512" fmla="*/ 41191 h 442564"/>
              <a:gd name="connsiteX2513" fmla="*/ 120563 w 1967342"/>
              <a:gd name="connsiteY2513" fmla="*/ 41671 h 442564"/>
              <a:gd name="connsiteX2514" fmla="*/ 120040 w 1967342"/>
              <a:gd name="connsiteY2514" fmla="*/ 42390 h 442564"/>
              <a:gd name="connsiteX2515" fmla="*/ 118949 w 1967342"/>
              <a:gd name="connsiteY2515" fmla="*/ 43306 h 442564"/>
              <a:gd name="connsiteX2516" fmla="*/ 119102 w 1967342"/>
              <a:gd name="connsiteY2516" fmla="*/ 44135 h 442564"/>
              <a:gd name="connsiteX2517" fmla="*/ 121108 w 1967342"/>
              <a:gd name="connsiteY2517" fmla="*/ 45639 h 442564"/>
              <a:gd name="connsiteX2518" fmla="*/ 121326 w 1967342"/>
              <a:gd name="connsiteY2518" fmla="*/ 46577 h 442564"/>
              <a:gd name="connsiteX2519" fmla="*/ 121479 w 1967342"/>
              <a:gd name="connsiteY2519" fmla="*/ 47362 h 442564"/>
              <a:gd name="connsiteX2520" fmla="*/ 121719 w 1967342"/>
              <a:gd name="connsiteY2520" fmla="*/ 48125 h 442564"/>
              <a:gd name="connsiteX2521" fmla="*/ 122635 w 1967342"/>
              <a:gd name="connsiteY2521" fmla="*/ 48125 h 442564"/>
              <a:gd name="connsiteX2522" fmla="*/ 123441 w 1967342"/>
              <a:gd name="connsiteY2522" fmla="*/ 47951 h 442564"/>
              <a:gd name="connsiteX2523" fmla="*/ 123921 w 1967342"/>
              <a:gd name="connsiteY2523" fmla="*/ 48518 h 442564"/>
              <a:gd name="connsiteX2524" fmla="*/ 123311 w 1967342"/>
              <a:gd name="connsiteY2524" fmla="*/ 49651 h 442564"/>
              <a:gd name="connsiteX2525" fmla="*/ 121413 w 1967342"/>
              <a:gd name="connsiteY2525" fmla="*/ 51832 h 442564"/>
              <a:gd name="connsiteX2526" fmla="*/ 120280 w 1967342"/>
              <a:gd name="connsiteY2526" fmla="*/ 52748 h 442564"/>
              <a:gd name="connsiteX2527" fmla="*/ 117685 w 1967342"/>
              <a:gd name="connsiteY2527" fmla="*/ 55125 h 442564"/>
              <a:gd name="connsiteX2528" fmla="*/ 116704 w 1967342"/>
              <a:gd name="connsiteY2528" fmla="*/ 56280 h 442564"/>
              <a:gd name="connsiteX2529" fmla="*/ 115940 w 1967342"/>
              <a:gd name="connsiteY2529" fmla="*/ 56280 h 442564"/>
              <a:gd name="connsiteX2530" fmla="*/ 115940 w 1967342"/>
              <a:gd name="connsiteY2530" fmla="*/ 56193 h 442564"/>
              <a:gd name="connsiteX2531" fmla="*/ 114348 w 1967342"/>
              <a:gd name="connsiteY2531" fmla="*/ 58635 h 442564"/>
              <a:gd name="connsiteX2532" fmla="*/ 114588 w 1967342"/>
              <a:gd name="connsiteY2532" fmla="*/ 59486 h 442564"/>
              <a:gd name="connsiteX2533" fmla="*/ 115221 w 1967342"/>
              <a:gd name="connsiteY2533" fmla="*/ 60423 h 442564"/>
              <a:gd name="connsiteX2534" fmla="*/ 116180 w 1967342"/>
              <a:gd name="connsiteY2534" fmla="*/ 61383 h 442564"/>
              <a:gd name="connsiteX2535" fmla="*/ 117314 w 1967342"/>
              <a:gd name="connsiteY2535" fmla="*/ 60816 h 442564"/>
              <a:gd name="connsiteX2536" fmla="*/ 118143 w 1967342"/>
              <a:gd name="connsiteY2536" fmla="*/ 60816 h 442564"/>
              <a:gd name="connsiteX2537" fmla="*/ 118622 w 1967342"/>
              <a:gd name="connsiteY2537" fmla="*/ 59965 h 442564"/>
              <a:gd name="connsiteX2538" fmla="*/ 119298 w 1967342"/>
              <a:gd name="connsiteY2538" fmla="*/ 59180 h 442564"/>
              <a:gd name="connsiteX2539" fmla="*/ 120127 w 1967342"/>
              <a:gd name="connsiteY2539" fmla="*/ 58330 h 442564"/>
              <a:gd name="connsiteX2540" fmla="*/ 120716 w 1967342"/>
              <a:gd name="connsiteY2540" fmla="*/ 57938 h 442564"/>
              <a:gd name="connsiteX2541" fmla="*/ 121479 w 1967342"/>
              <a:gd name="connsiteY2541" fmla="*/ 57436 h 442564"/>
              <a:gd name="connsiteX2542" fmla="*/ 122220 w 1967342"/>
              <a:gd name="connsiteY2542" fmla="*/ 56673 h 442564"/>
              <a:gd name="connsiteX2543" fmla="*/ 122962 w 1967342"/>
              <a:gd name="connsiteY2543" fmla="*/ 56062 h 442564"/>
              <a:gd name="connsiteX2544" fmla="*/ 123790 w 1967342"/>
              <a:gd name="connsiteY2544" fmla="*/ 55255 h 442564"/>
              <a:gd name="connsiteX2545" fmla="*/ 124663 w 1967342"/>
              <a:gd name="connsiteY2545" fmla="*/ 54361 h 442564"/>
              <a:gd name="connsiteX2546" fmla="*/ 125557 w 1967342"/>
              <a:gd name="connsiteY2546" fmla="*/ 53446 h 442564"/>
              <a:gd name="connsiteX2547" fmla="*/ 128784 w 1967342"/>
              <a:gd name="connsiteY2547" fmla="*/ 50197 h 442564"/>
              <a:gd name="connsiteX2548" fmla="*/ 130005 w 1967342"/>
              <a:gd name="connsiteY2548" fmla="*/ 48539 h 442564"/>
              <a:gd name="connsiteX2549" fmla="*/ 131161 w 1967342"/>
              <a:gd name="connsiteY2549" fmla="*/ 47907 h 442564"/>
              <a:gd name="connsiteX2550" fmla="*/ 132076 w 1967342"/>
              <a:gd name="connsiteY2550" fmla="*/ 46795 h 442564"/>
              <a:gd name="connsiteX2551" fmla="*/ 133036 w 1967342"/>
              <a:gd name="connsiteY2551" fmla="*/ 45748 h 442564"/>
              <a:gd name="connsiteX2552" fmla="*/ 134213 w 1967342"/>
              <a:gd name="connsiteY2552" fmla="*/ 44832 h 442564"/>
              <a:gd name="connsiteX2553" fmla="*/ 135740 w 1967342"/>
              <a:gd name="connsiteY2553" fmla="*/ 43742 h 442564"/>
              <a:gd name="connsiteX2554" fmla="*/ 136874 w 1967342"/>
              <a:gd name="connsiteY2554" fmla="*/ 43459 h 442564"/>
              <a:gd name="connsiteX2555" fmla="*/ 137724 w 1967342"/>
              <a:gd name="connsiteY2555" fmla="*/ 40907 h 442564"/>
              <a:gd name="connsiteX2556" fmla="*/ 137179 w 1967342"/>
              <a:gd name="connsiteY2556" fmla="*/ 39883 h 442564"/>
              <a:gd name="connsiteX2557" fmla="*/ 136459 w 1967342"/>
              <a:gd name="connsiteY2557" fmla="*/ 39665 h 442564"/>
              <a:gd name="connsiteX2558" fmla="*/ 134955 w 1967342"/>
              <a:gd name="connsiteY2558" fmla="*/ 39403 h 442564"/>
              <a:gd name="connsiteX2559" fmla="*/ 133995 w 1967342"/>
              <a:gd name="connsiteY2559" fmla="*/ 39621 h 442564"/>
              <a:gd name="connsiteX2560" fmla="*/ 132992 w 1967342"/>
              <a:gd name="connsiteY2560" fmla="*/ 39774 h 442564"/>
              <a:gd name="connsiteX2561" fmla="*/ 131422 w 1967342"/>
              <a:gd name="connsiteY2561" fmla="*/ 41278 h 442564"/>
              <a:gd name="connsiteX2562" fmla="*/ 128675 w 1967342"/>
              <a:gd name="connsiteY2562" fmla="*/ 43938 h 442564"/>
              <a:gd name="connsiteX2563" fmla="*/ 128173 w 1967342"/>
              <a:gd name="connsiteY2563" fmla="*/ 43502 h 442564"/>
              <a:gd name="connsiteX2564" fmla="*/ 128173 w 1967342"/>
              <a:gd name="connsiteY2564" fmla="*/ 41322 h 442564"/>
              <a:gd name="connsiteX2565" fmla="*/ 126472 w 1967342"/>
              <a:gd name="connsiteY2565" fmla="*/ 40144 h 442564"/>
              <a:gd name="connsiteX2566" fmla="*/ 125513 w 1967342"/>
              <a:gd name="connsiteY2566" fmla="*/ 39228 h 442564"/>
              <a:gd name="connsiteX2567" fmla="*/ 194516 w 1967342"/>
              <a:gd name="connsiteY2567" fmla="*/ 33069 h 442564"/>
              <a:gd name="connsiteX2568" fmla="*/ 194876 w 1967342"/>
              <a:gd name="connsiteY2568" fmla="*/ 33451 h 442564"/>
              <a:gd name="connsiteX2569" fmla="*/ 194265 w 1967342"/>
              <a:gd name="connsiteY2569" fmla="*/ 34999 h 442564"/>
              <a:gd name="connsiteX2570" fmla="*/ 192979 w 1967342"/>
              <a:gd name="connsiteY2570" fmla="*/ 34999 h 442564"/>
              <a:gd name="connsiteX2571" fmla="*/ 192782 w 1967342"/>
              <a:gd name="connsiteY2571" fmla="*/ 34301 h 442564"/>
              <a:gd name="connsiteX2572" fmla="*/ 193022 w 1967342"/>
              <a:gd name="connsiteY2572" fmla="*/ 33516 h 442564"/>
              <a:gd name="connsiteX2573" fmla="*/ 194418 w 1967342"/>
              <a:gd name="connsiteY2573" fmla="*/ 33080 h 442564"/>
              <a:gd name="connsiteX2574" fmla="*/ 194516 w 1967342"/>
              <a:gd name="connsiteY2574" fmla="*/ 33069 h 442564"/>
              <a:gd name="connsiteX2575" fmla="*/ 198496 w 1967342"/>
              <a:gd name="connsiteY2575" fmla="*/ 31248 h 442564"/>
              <a:gd name="connsiteX2576" fmla="*/ 199238 w 1967342"/>
              <a:gd name="connsiteY2576" fmla="*/ 31401 h 442564"/>
              <a:gd name="connsiteX2577" fmla="*/ 199347 w 1967342"/>
              <a:gd name="connsiteY2577" fmla="*/ 32338 h 442564"/>
              <a:gd name="connsiteX2578" fmla="*/ 198213 w 1967342"/>
              <a:gd name="connsiteY2578" fmla="*/ 33451 h 442564"/>
              <a:gd name="connsiteX2579" fmla="*/ 197428 w 1967342"/>
              <a:gd name="connsiteY2579" fmla="*/ 32905 h 442564"/>
              <a:gd name="connsiteX2580" fmla="*/ 197428 w 1967342"/>
              <a:gd name="connsiteY2580" fmla="*/ 31772 h 442564"/>
              <a:gd name="connsiteX2581" fmla="*/ 198496 w 1967342"/>
              <a:gd name="connsiteY2581" fmla="*/ 31248 h 442564"/>
              <a:gd name="connsiteX2582" fmla="*/ 193328 w 1967342"/>
              <a:gd name="connsiteY2582" fmla="*/ 28370 h 442564"/>
              <a:gd name="connsiteX2583" fmla="*/ 194396 w 1967342"/>
              <a:gd name="connsiteY2583" fmla="*/ 29286 h 442564"/>
              <a:gd name="connsiteX2584" fmla="*/ 193153 w 1967342"/>
              <a:gd name="connsiteY2584" fmla="*/ 30834 h 442564"/>
              <a:gd name="connsiteX2585" fmla="*/ 192586 w 1967342"/>
              <a:gd name="connsiteY2585" fmla="*/ 30594 h 442564"/>
              <a:gd name="connsiteX2586" fmla="*/ 192281 w 1967342"/>
              <a:gd name="connsiteY2586" fmla="*/ 29395 h 442564"/>
              <a:gd name="connsiteX2587" fmla="*/ 193328 w 1967342"/>
              <a:gd name="connsiteY2587" fmla="*/ 28370 h 442564"/>
              <a:gd name="connsiteX2588" fmla="*/ 254601 w 1967342"/>
              <a:gd name="connsiteY2588" fmla="*/ 27475 h 442564"/>
              <a:gd name="connsiteX2589" fmla="*/ 253162 w 1967342"/>
              <a:gd name="connsiteY2589" fmla="*/ 28195 h 442564"/>
              <a:gd name="connsiteX2590" fmla="*/ 252944 w 1967342"/>
              <a:gd name="connsiteY2590" fmla="*/ 29569 h 442564"/>
              <a:gd name="connsiteX2591" fmla="*/ 252944 w 1967342"/>
              <a:gd name="connsiteY2591" fmla="*/ 31030 h 442564"/>
              <a:gd name="connsiteX2592" fmla="*/ 253467 w 1967342"/>
              <a:gd name="connsiteY2592" fmla="*/ 32992 h 442564"/>
              <a:gd name="connsiteX2593" fmla="*/ 253576 w 1967342"/>
              <a:gd name="connsiteY2593" fmla="*/ 34562 h 442564"/>
              <a:gd name="connsiteX2594" fmla="*/ 255190 w 1967342"/>
              <a:gd name="connsiteY2594" fmla="*/ 34845 h 442564"/>
              <a:gd name="connsiteX2595" fmla="*/ 256477 w 1967342"/>
              <a:gd name="connsiteY2595" fmla="*/ 34845 h 442564"/>
              <a:gd name="connsiteX2596" fmla="*/ 256477 w 1967342"/>
              <a:gd name="connsiteY2596" fmla="*/ 36045 h 442564"/>
              <a:gd name="connsiteX2597" fmla="*/ 255866 w 1967342"/>
              <a:gd name="connsiteY2597" fmla="*/ 37419 h 442564"/>
              <a:gd name="connsiteX2598" fmla="*/ 252312 w 1967342"/>
              <a:gd name="connsiteY2598" fmla="*/ 41082 h 442564"/>
              <a:gd name="connsiteX2599" fmla="*/ 248779 w 1967342"/>
              <a:gd name="connsiteY2599" fmla="*/ 41605 h 442564"/>
              <a:gd name="connsiteX2600" fmla="*/ 247558 w 1967342"/>
              <a:gd name="connsiteY2600" fmla="*/ 41605 h 442564"/>
              <a:gd name="connsiteX2601" fmla="*/ 244353 w 1967342"/>
              <a:gd name="connsiteY2601" fmla="*/ 41976 h 442564"/>
              <a:gd name="connsiteX2602" fmla="*/ 242979 w 1967342"/>
              <a:gd name="connsiteY2602" fmla="*/ 41496 h 442564"/>
              <a:gd name="connsiteX2603" fmla="*/ 240275 w 1967342"/>
              <a:gd name="connsiteY2603" fmla="*/ 42216 h 442564"/>
              <a:gd name="connsiteX2604" fmla="*/ 240035 w 1967342"/>
              <a:gd name="connsiteY2604" fmla="*/ 43742 h 442564"/>
              <a:gd name="connsiteX2605" fmla="*/ 240035 w 1967342"/>
              <a:gd name="connsiteY2605" fmla="*/ 43655 h 442564"/>
              <a:gd name="connsiteX2606" fmla="*/ 239599 w 1967342"/>
              <a:gd name="connsiteY2606" fmla="*/ 45007 h 442564"/>
              <a:gd name="connsiteX2607" fmla="*/ 241278 w 1967342"/>
              <a:gd name="connsiteY2607" fmla="*/ 47624 h 442564"/>
              <a:gd name="connsiteX2608" fmla="*/ 247536 w 1967342"/>
              <a:gd name="connsiteY2608" fmla="*/ 46882 h 442564"/>
              <a:gd name="connsiteX2609" fmla="*/ 252464 w 1967342"/>
              <a:gd name="connsiteY2609" fmla="*/ 47078 h 442564"/>
              <a:gd name="connsiteX2610" fmla="*/ 255103 w 1967342"/>
              <a:gd name="connsiteY2610" fmla="*/ 47798 h 442564"/>
              <a:gd name="connsiteX2611" fmla="*/ 257501 w 1967342"/>
              <a:gd name="connsiteY2611" fmla="*/ 48038 h 442564"/>
              <a:gd name="connsiteX2612" fmla="*/ 259965 w 1967342"/>
              <a:gd name="connsiteY2612" fmla="*/ 48452 h 442564"/>
              <a:gd name="connsiteX2613" fmla="*/ 262342 w 1967342"/>
              <a:gd name="connsiteY2613" fmla="*/ 49041 h 442564"/>
              <a:gd name="connsiteX2614" fmla="*/ 264893 w 1967342"/>
              <a:gd name="connsiteY2614" fmla="*/ 49913 h 442564"/>
              <a:gd name="connsiteX2615" fmla="*/ 266507 w 1967342"/>
              <a:gd name="connsiteY2615" fmla="*/ 50175 h 442564"/>
              <a:gd name="connsiteX2616" fmla="*/ 267990 w 1967342"/>
              <a:gd name="connsiteY2616" fmla="*/ 50829 h 442564"/>
              <a:gd name="connsiteX2617" fmla="*/ 269429 w 1967342"/>
              <a:gd name="connsiteY2617" fmla="*/ 51091 h 442564"/>
              <a:gd name="connsiteX2618" fmla="*/ 270345 w 1967342"/>
              <a:gd name="connsiteY2618" fmla="*/ 50524 h 442564"/>
              <a:gd name="connsiteX2619" fmla="*/ 270934 w 1967342"/>
              <a:gd name="connsiteY2619" fmla="*/ 49760 h 442564"/>
              <a:gd name="connsiteX2620" fmla="*/ 270934 w 1967342"/>
              <a:gd name="connsiteY2620" fmla="*/ 49193 h 442564"/>
              <a:gd name="connsiteX2621" fmla="*/ 270934 w 1967342"/>
              <a:gd name="connsiteY2621" fmla="*/ 48801 h 442564"/>
              <a:gd name="connsiteX2622" fmla="*/ 270934 w 1967342"/>
              <a:gd name="connsiteY2622" fmla="*/ 47776 h 442564"/>
              <a:gd name="connsiteX2623" fmla="*/ 269756 w 1967342"/>
              <a:gd name="connsiteY2623" fmla="*/ 46228 h 442564"/>
              <a:gd name="connsiteX2624" fmla="*/ 268797 w 1967342"/>
              <a:gd name="connsiteY2624" fmla="*/ 45334 h 442564"/>
              <a:gd name="connsiteX2625" fmla="*/ 267728 w 1967342"/>
              <a:gd name="connsiteY2625" fmla="*/ 44745 h 442564"/>
              <a:gd name="connsiteX2626" fmla="*/ 266660 w 1967342"/>
              <a:gd name="connsiteY2626" fmla="*/ 44593 h 442564"/>
              <a:gd name="connsiteX2627" fmla="*/ 265460 w 1967342"/>
              <a:gd name="connsiteY2627" fmla="*/ 44745 h 442564"/>
              <a:gd name="connsiteX2628" fmla="*/ 261230 w 1967342"/>
              <a:gd name="connsiteY2628" fmla="*/ 43808 h 442564"/>
              <a:gd name="connsiteX2629" fmla="*/ 261688 w 1967342"/>
              <a:gd name="connsiteY2629" fmla="*/ 41431 h 442564"/>
              <a:gd name="connsiteX2630" fmla="*/ 262081 w 1967342"/>
              <a:gd name="connsiteY2630" fmla="*/ 40580 h 442564"/>
              <a:gd name="connsiteX2631" fmla="*/ 262517 w 1967342"/>
              <a:gd name="connsiteY2631" fmla="*/ 39795 h 442564"/>
              <a:gd name="connsiteX2632" fmla="*/ 263040 w 1967342"/>
              <a:gd name="connsiteY2632" fmla="*/ 39054 h 442564"/>
              <a:gd name="connsiteX2633" fmla="*/ 263607 w 1967342"/>
              <a:gd name="connsiteY2633" fmla="*/ 38291 h 442564"/>
              <a:gd name="connsiteX2634" fmla="*/ 263607 w 1967342"/>
              <a:gd name="connsiteY2634" fmla="*/ 36241 h 442564"/>
              <a:gd name="connsiteX2635" fmla="*/ 266289 w 1967342"/>
              <a:gd name="connsiteY2635" fmla="*/ 35216 h 442564"/>
              <a:gd name="connsiteX2636" fmla="*/ 267619 w 1967342"/>
              <a:gd name="connsiteY2636" fmla="*/ 34736 h 442564"/>
              <a:gd name="connsiteX2637" fmla="*/ 269407 w 1967342"/>
              <a:gd name="connsiteY2637" fmla="*/ 33842 h 442564"/>
              <a:gd name="connsiteX2638" fmla="*/ 271719 w 1967342"/>
              <a:gd name="connsiteY2638" fmla="*/ 32578 h 442564"/>
              <a:gd name="connsiteX2639" fmla="*/ 271457 w 1967342"/>
              <a:gd name="connsiteY2639" fmla="*/ 31706 h 442564"/>
              <a:gd name="connsiteX2640" fmla="*/ 271457 w 1967342"/>
              <a:gd name="connsiteY2640" fmla="*/ 30506 h 442564"/>
              <a:gd name="connsiteX2641" fmla="*/ 270585 w 1967342"/>
              <a:gd name="connsiteY2641" fmla="*/ 29067 h 442564"/>
              <a:gd name="connsiteX2642" fmla="*/ 269887 w 1967342"/>
              <a:gd name="connsiteY2642" fmla="*/ 28413 h 442564"/>
              <a:gd name="connsiteX2643" fmla="*/ 268906 w 1967342"/>
              <a:gd name="connsiteY2643" fmla="*/ 28413 h 442564"/>
              <a:gd name="connsiteX2644" fmla="*/ 267794 w 1967342"/>
              <a:gd name="connsiteY2644" fmla="*/ 28282 h 442564"/>
              <a:gd name="connsiteX2645" fmla="*/ 263563 w 1967342"/>
              <a:gd name="connsiteY2645" fmla="*/ 28936 h 442564"/>
              <a:gd name="connsiteX2646" fmla="*/ 262887 w 1967342"/>
              <a:gd name="connsiteY2646" fmla="*/ 28936 h 442564"/>
              <a:gd name="connsiteX2647" fmla="*/ 261928 w 1967342"/>
              <a:gd name="connsiteY2647" fmla="*/ 28936 h 442564"/>
              <a:gd name="connsiteX2648" fmla="*/ 256607 w 1967342"/>
              <a:gd name="connsiteY2648" fmla="*/ 28522 h 442564"/>
              <a:gd name="connsiteX2649" fmla="*/ 254601 w 1967342"/>
              <a:gd name="connsiteY2649" fmla="*/ 27475 h 442564"/>
              <a:gd name="connsiteX2650" fmla="*/ 185522 w 1967342"/>
              <a:gd name="connsiteY2650" fmla="*/ 25971 h 442564"/>
              <a:gd name="connsiteX2651" fmla="*/ 183799 w 1967342"/>
              <a:gd name="connsiteY2651" fmla="*/ 26341 h 442564"/>
              <a:gd name="connsiteX2652" fmla="*/ 178086 w 1967342"/>
              <a:gd name="connsiteY2652" fmla="*/ 30136 h 442564"/>
              <a:gd name="connsiteX2653" fmla="*/ 176690 w 1967342"/>
              <a:gd name="connsiteY2653" fmla="*/ 30484 h 442564"/>
              <a:gd name="connsiteX2654" fmla="*/ 175709 w 1967342"/>
              <a:gd name="connsiteY2654" fmla="*/ 31291 h 442564"/>
              <a:gd name="connsiteX2655" fmla="*/ 175317 w 1967342"/>
              <a:gd name="connsiteY2655" fmla="*/ 32142 h 442564"/>
              <a:gd name="connsiteX2656" fmla="*/ 174706 w 1967342"/>
              <a:gd name="connsiteY2656" fmla="*/ 32643 h 442564"/>
              <a:gd name="connsiteX2657" fmla="*/ 175251 w 1967342"/>
              <a:gd name="connsiteY2657" fmla="*/ 34060 h 442564"/>
              <a:gd name="connsiteX2658" fmla="*/ 175949 w 1967342"/>
              <a:gd name="connsiteY2658" fmla="*/ 34388 h 442564"/>
              <a:gd name="connsiteX2659" fmla="*/ 176843 w 1967342"/>
              <a:gd name="connsiteY2659" fmla="*/ 35129 h 442564"/>
              <a:gd name="connsiteX2660" fmla="*/ 178129 w 1967342"/>
              <a:gd name="connsiteY2660" fmla="*/ 35412 h 442564"/>
              <a:gd name="connsiteX2661" fmla="*/ 179307 w 1967342"/>
              <a:gd name="connsiteY2661" fmla="*/ 36241 h 442564"/>
              <a:gd name="connsiteX2662" fmla="*/ 179307 w 1967342"/>
              <a:gd name="connsiteY2662" fmla="*/ 38422 h 442564"/>
              <a:gd name="connsiteX2663" fmla="*/ 178129 w 1967342"/>
              <a:gd name="connsiteY2663" fmla="*/ 39708 h 442564"/>
              <a:gd name="connsiteX2664" fmla="*/ 177148 w 1967342"/>
              <a:gd name="connsiteY2664" fmla="*/ 39708 h 442564"/>
              <a:gd name="connsiteX2665" fmla="*/ 175949 w 1967342"/>
              <a:gd name="connsiteY2665" fmla="*/ 41365 h 442564"/>
              <a:gd name="connsiteX2666" fmla="*/ 177039 w 1967342"/>
              <a:gd name="connsiteY2666" fmla="*/ 42805 h 442564"/>
              <a:gd name="connsiteX2667" fmla="*/ 177559 w 1967342"/>
              <a:gd name="connsiteY2667" fmla="*/ 43404 h 442564"/>
              <a:gd name="connsiteX2668" fmla="*/ 177933 w 1967342"/>
              <a:gd name="connsiteY2668" fmla="*/ 44113 h 442564"/>
              <a:gd name="connsiteX2669" fmla="*/ 177933 w 1967342"/>
              <a:gd name="connsiteY2669" fmla="*/ 45181 h 442564"/>
              <a:gd name="connsiteX2670" fmla="*/ 177933 w 1967342"/>
              <a:gd name="connsiteY2670" fmla="*/ 46010 h 442564"/>
              <a:gd name="connsiteX2671" fmla="*/ 177257 w 1967342"/>
              <a:gd name="connsiteY2671" fmla="*/ 46969 h 442564"/>
              <a:gd name="connsiteX2672" fmla="*/ 176254 w 1967342"/>
              <a:gd name="connsiteY2672" fmla="*/ 47951 h 442564"/>
              <a:gd name="connsiteX2673" fmla="*/ 174532 w 1967342"/>
              <a:gd name="connsiteY2673" fmla="*/ 50131 h 442564"/>
              <a:gd name="connsiteX2674" fmla="*/ 175164 w 1967342"/>
              <a:gd name="connsiteY2674" fmla="*/ 52094 h 442564"/>
              <a:gd name="connsiteX2675" fmla="*/ 176102 w 1967342"/>
              <a:gd name="connsiteY2675" fmla="*/ 53075 h 442564"/>
              <a:gd name="connsiteX2676" fmla="*/ 176778 w 1967342"/>
              <a:gd name="connsiteY2676" fmla="*/ 54100 h 442564"/>
              <a:gd name="connsiteX2677" fmla="*/ 178086 w 1967342"/>
              <a:gd name="connsiteY2677" fmla="*/ 54274 h 442564"/>
              <a:gd name="connsiteX2678" fmla="*/ 178980 w 1967342"/>
              <a:gd name="connsiteY2678" fmla="*/ 54122 h 442564"/>
              <a:gd name="connsiteX2679" fmla="*/ 180921 w 1967342"/>
              <a:gd name="connsiteY2679" fmla="*/ 51941 h 442564"/>
              <a:gd name="connsiteX2680" fmla="*/ 185151 w 1967342"/>
              <a:gd name="connsiteY2680" fmla="*/ 49019 h 442564"/>
              <a:gd name="connsiteX2681" fmla="*/ 187462 w 1967342"/>
              <a:gd name="connsiteY2681" fmla="*/ 45290 h 442564"/>
              <a:gd name="connsiteX2682" fmla="*/ 187004 w 1967342"/>
              <a:gd name="connsiteY2682" fmla="*/ 44244 h 442564"/>
              <a:gd name="connsiteX2683" fmla="*/ 185936 w 1967342"/>
              <a:gd name="connsiteY2683" fmla="*/ 43742 h 442564"/>
              <a:gd name="connsiteX2684" fmla="*/ 184846 w 1967342"/>
              <a:gd name="connsiteY2684" fmla="*/ 43895 h 442564"/>
              <a:gd name="connsiteX2685" fmla="*/ 184540 w 1967342"/>
              <a:gd name="connsiteY2685" fmla="*/ 42805 h 442564"/>
              <a:gd name="connsiteX2686" fmla="*/ 187070 w 1967342"/>
              <a:gd name="connsiteY2686" fmla="*/ 39621 h 442564"/>
              <a:gd name="connsiteX2687" fmla="*/ 187201 w 1967342"/>
              <a:gd name="connsiteY2687" fmla="*/ 39010 h 442564"/>
              <a:gd name="connsiteX2688" fmla="*/ 186394 w 1967342"/>
              <a:gd name="connsiteY2688" fmla="*/ 37658 h 442564"/>
              <a:gd name="connsiteX2689" fmla="*/ 185936 w 1967342"/>
              <a:gd name="connsiteY2689" fmla="*/ 36786 h 442564"/>
              <a:gd name="connsiteX2690" fmla="*/ 184955 w 1967342"/>
              <a:gd name="connsiteY2690" fmla="*/ 36961 h 442564"/>
              <a:gd name="connsiteX2691" fmla="*/ 184671 w 1967342"/>
              <a:gd name="connsiteY2691" fmla="*/ 35674 h 442564"/>
              <a:gd name="connsiteX2692" fmla="*/ 184562 w 1967342"/>
              <a:gd name="connsiteY2692" fmla="*/ 33777 h 442564"/>
              <a:gd name="connsiteX2693" fmla="*/ 185849 w 1967342"/>
              <a:gd name="connsiteY2693" fmla="*/ 31880 h 442564"/>
              <a:gd name="connsiteX2694" fmla="*/ 186590 w 1967342"/>
              <a:gd name="connsiteY2694" fmla="*/ 30550 h 442564"/>
              <a:gd name="connsiteX2695" fmla="*/ 186852 w 1967342"/>
              <a:gd name="connsiteY2695" fmla="*/ 28805 h 442564"/>
              <a:gd name="connsiteX2696" fmla="*/ 186852 w 1967342"/>
              <a:gd name="connsiteY2696" fmla="*/ 27279 h 442564"/>
              <a:gd name="connsiteX2697" fmla="*/ 185522 w 1967342"/>
              <a:gd name="connsiteY2697" fmla="*/ 25971 h 442564"/>
              <a:gd name="connsiteX2698" fmla="*/ 200022 w 1967342"/>
              <a:gd name="connsiteY2698" fmla="*/ 25622 h 442564"/>
              <a:gd name="connsiteX2699" fmla="*/ 200284 w 1967342"/>
              <a:gd name="connsiteY2699" fmla="*/ 26691 h 442564"/>
              <a:gd name="connsiteX2700" fmla="*/ 199455 w 1967342"/>
              <a:gd name="connsiteY2700" fmla="*/ 28283 h 442564"/>
              <a:gd name="connsiteX2701" fmla="*/ 197929 w 1967342"/>
              <a:gd name="connsiteY2701" fmla="*/ 28413 h 442564"/>
              <a:gd name="connsiteX2702" fmla="*/ 197340 w 1967342"/>
              <a:gd name="connsiteY2702" fmla="*/ 27127 h 442564"/>
              <a:gd name="connsiteX2703" fmla="*/ 200022 w 1967342"/>
              <a:gd name="connsiteY2703" fmla="*/ 25622 h 442564"/>
              <a:gd name="connsiteX2704" fmla="*/ 201134 w 1967342"/>
              <a:gd name="connsiteY2704" fmla="*/ 21282 h 442564"/>
              <a:gd name="connsiteX2705" fmla="*/ 195836 w 1967342"/>
              <a:gd name="connsiteY2705" fmla="*/ 23856 h 442564"/>
              <a:gd name="connsiteX2706" fmla="*/ 194026 w 1967342"/>
              <a:gd name="connsiteY2706" fmla="*/ 24292 h 442564"/>
              <a:gd name="connsiteX2707" fmla="*/ 191845 w 1967342"/>
              <a:gd name="connsiteY2707" fmla="*/ 25578 h 442564"/>
              <a:gd name="connsiteX2708" fmla="*/ 190537 w 1967342"/>
              <a:gd name="connsiteY2708" fmla="*/ 26211 h 442564"/>
              <a:gd name="connsiteX2709" fmla="*/ 189512 w 1967342"/>
              <a:gd name="connsiteY2709" fmla="*/ 26472 h 442564"/>
              <a:gd name="connsiteX2710" fmla="*/ 188313 w 1967342"/>
              <a:gd name="connsiteY2710" fmla="*/ 25949 h 442564"/>
              <a:gd name="connsiteX2711" fmla="*/ 187702 w 1967342"/>
              <a:gd name="connsiteY2711" fmla="*/ 27824 h 442564"/>
              <a:gd name="connsiteX2712" fmla="*/ 187702 w 1967342"/>
              <a:gd name="connsiteY2712" fmla="*/ 29634 h 442564"/>
              <a:gd name="connsiteX2713" fmla="*/ 187637 w 1967342"/>
              <a:gd name="connsiteY2713" fmla="*/ 29547 h 442564"/>
              <a:gd name="connsiteX2714" fmla="*/ 187702 w 1967342"/>
              <a:gd name="connsiteY2714" fmla="*/ 30746 h 442564"/>
              <a:gd name="connsiteX2715" fmla="*/ 188291 w 1967342"/>
              <a:gd name="connsiteY2715" fmla="*/ 32033 h 442564"/>
              <a:gd name="connsiteX2716" fmla="*/ 189054 w 1967342"/>
              <a:gd name="connsiteY2716" fmla="*/ 35129 h 442564"/>
              <a:gd name="connsiteX2717" fmla="*/ 188662 w 1967342"/>
              <a:gd name="connsiteY2717" fmla="*/ 37157 h 442564"/>
              <a:gd name="connsiteX2718" fmla="*/ 189185 w 1967342"/>
              <a:gd name="connsiteY2718" fmla="*/ 38400 h 442564"/>
              <a:gd name="connsiteX2719" fmla="*/ 189970 w 1967342"/>
              <a:gd name="connsiteY2719" fmla="*/ 39468 h 442564"/>
              <a:gd name="connsiteX2720" fmla="*/ 190340 w 1967342"/>
              <a:gd name="connsiteY2720" fmla="*/ 40231 h 442564"/>
              <a:gd name="connsiteX2721" fmla="*/ 190755 w 1967342"/>
              <a:gd name="connsiteY2721" fmla="*/ 40711 h 442564"/>
              <a:gd name="connsiteX2722" fmla="*/ 191474 w 1967342"/>
              <a:gd name="connsiteY2722" fmla="*/ 40711 h 442564"/>
              <a:gd name="connsiteX2723" fmla="*/ 192303 w 1967342"/>
              <a:gd name="connsiteY2723" fmla="*/ 40406 h 442564"/>
              <a:gd name="connsiteX2724" fmla="*/ 193197 w 1967342"/>
              <a:gd name="connsiteY2724" fmla="*/ 39992 h 442564"/>
              <a:gd name="connsiteX2725" fmla="*/ 193938 w 1967342"/>
              <a:gd name="connsiteY2725" fmla="*/ 39992 h 442564"/>
              <a:gd name="connsiteX2726" fmla="*/ 193938 w 1967342"/>
              <a:gd name="connsiteY2726" fmla="*/ 41213 h 442564"/>
              <a:gd name="connsiteX2727" fmla="*/ 193459 w 1967342"/>
              <a:gd name="connsiteY2727" fmla="*/ 41758 h 442564"/>
              <a:gd name="connsiteX2728" fmla="*/ 192892 w 1967342"/>
              <a:gd name="connsiteY2728" fmla="*/ 41867 h 442564"/>
              <a:gd name="connsiteX2729" fmla="*/ 192281 w 1967342"/>
              <a:gd name="connsiteY2729" fmla="*/ 42063 h 442564"/>
              <a:gd name="connsiteX2730" fmla="*/ 191693 w 1967342"/>
              <a:gd name="connsiteY2730" fmla="*/ 41954 h 442564"/>
              <a:gd name="connsiteX2731" fmla="*/ 191235 w 1967342"/>
              <a:gd name="connsiteY2731" fmla="*/ 42783 h 442564"/>
              <a:gd name="connsiteX2732" fmla="*/ 191235 w 1967342"/>
              <a:gd name="connsiteY2732" fmla="*/ 43808 h 442564"/>
              <a:gd name="connsiteX2733" fmla="*/ 191235 w 1967342"/>
              <a:gd name="connsiteY2733" fmla="*/ 44658 h 442564"/>
              <a:gd name="connsiteX2734" fmla="*/ 192150 w 1967342"/>
              <a:gd name="connsiteY2734" fmla="*/ 44963 h 442564"/>
              <a:gd name="connsiteX2735" fmla="*/ 193175 w 1967342"/>
              <a:gd name="connsiteY2735" fmla="*/ 44963 h 442564"/>
              <a:gd name="connsiteX2736" fmla="*/ 193677 w 1967342"/>
              <a:gd name="connsiteY2736" fmla="*/ 45617 h 442564"/>
              <a:gd name="connsiteX2737" fmla="*/ 191344 w 1967342"/>
              <a:gd name="connsiteY2737" fmla="*/ 47057 h 442564"/>
              <a:gd name="connsiteX2738" fmla="*/ 189490 w 1967342"/>
              <a:gd name="connsiteY2738" fmla="*/ 47994 h 442564"/>
              <a:gd name="connsiteX2739" fmla="*/ 188771 w 1967342"/>
              <a:gd name="connsiteY2739" fmla="*/ 47776 h 442564"/>
              <a:gd name="connsiteX2740" fmla="*/ 188291 w 1967342"/>
              <a:gd name="connsiteY2740" fmla="*/ 48278 h 442564"/>
              <a:gd name="connsiteX2741" fmla="*/ 187964 w 1967342"/>
              <a:gd name="connsiteY2741" fmla="*/ 49368 h 442564"/>
              <a:gd name="connsiteX2742" fmla="*/ 187964 w 1967342"/>
              <a:gd name="connsiteY2742" fmla="*/ 50262 h 442564"/>
              <a:gd name="connsiteX2743" fmla="*/ 188553 w 1967342"/>
              <a:gd name="connsiteY2743" fmla="*/ 52137 h 442564"/>
              <a:gd name="connsiteX2744" fmla="*/ 190101 w 1967342"/>
              <a:gd name="connsiteY2744" fmla="*/ 52682 h 442564"/>
              <a:gd name="connsiteX2745" fmla="*/ 192281 w 1967342"/>
              <a:gd name="connsiteY2745" fmla="*/ 51679 h 442564"/>
              <a:gd name="connsiteX2746" fmla="*/ 194462 w 1967342"/>
              <a:gd name="connsiteY2746" fmla="*/ 51134 h 442564"/>
              <a:gd name="connsiteX2747" fmla="*/ 196642 w 1967342"/>
              <a:gd name="connsiteY2747" fmla="*/ 50415 h 442564"/>
              <a:gd name="connsiteX2748" fmla="*/ 198365 w 1967342"/>
              <a:gd name="connsiteY2748" fmla="*/ 49869 h 442564"/>
              <a:gd name="connsiteX2749" fmla="*/ 199913 w 1967342"/>
              <a:gd name="connsiteY2749" fmla="*/ 49499 h 442564"/>
              <a:gd name="connsiteX2750" fmla="*/ 201723 w 1967342"/>
              <a:gd name="connsiteY2750" fmla="*/ 49346 h 442564"/>
              <a:gd name="connsiteX2751" fmla="*/ 204994 w 1967342"/>
              <a:gd name="connsiteY2751" fmla="*/ 48757 h 442564"/>
              <a:gd name="connsiteX2752" fmla="*/ 207065 w 1967342"/>
              <a:gd name="connsiteY2752" fmla="*/ 48757 h 442564"/>
              <a:gd name="connsiteX2753" fmla="*/ 208810 w 1967342"/>
              <a:gd name="connsiteY2753" fmla="*/ 45290 h 442564"/>
              <a:gd name="connsiteX2754" fmla="*/ 207327 w 1967342"/>
              <a:gd name="connsiteY2754" fmla="*/ 43502 h 442564"/>
              <a:gd name="connsiteX2755" fmla="*/ 205844 w 1967342"/>
              <a:gd name="connsiteY2755" fmla="*/ 43742 h 442564"/>
              <a:gd name="connsiteX2756" fmla="*/ 204165 w 1967342"/>
              <a:gd name="connsiteY2756" fmla="*/ 44331 h 442564"/>
              <a:gd name="connsiteX2757" fmla="*/ 202770 w 1967342"/>
              <a:gd name="connsiteY2757" fmla="*/ 44462 h 442564"/>
              <a:gd name="connsiteX2758" fmla="*/ 200982 w 1967342"/>
              <a:gd name="connsiteY2758" fmla="*/ 45072 h 442564"/>
              <a:gd name="connsiteX2759" fmla="*/ 200240 w 1967342"/>
              <a:gd name="connsiteY2759" fmla="*/ 44636 h 442564"/>
              <a:gd name="connsiteX2760" fmla="*/ 200546 w 1967342"/>
              <a:gd name="connsiteY2760" fmla="*/ 43764 h 442564"/>
              <a:gd name="connsiteX2761" fmla="*/ 201876 w 1967342"/>
              <a:gd name="connsiteY2761" fmla="*/ 43066 h 442564"/>
              <a:gd name="connsiteX2762" fmla="*/ 202944 w 1967342"/>
              <a:gd name="connsiteY2762" fmla="*/ 42041 h 442564"/>
              <a:gd name="connsiteX2763" fmla="*/ 203075 w 1967342"/>
              <a:gd name="connsiteY2763" fmla="*/ 41322 h 442564"/>
              <a:gd name="connsiteX2764" fmla="*/ 202486 w 1967342"/>
              <a:gd name="connsiteY2764" fmla="*/ 39665 h 442564"/>
              <a:gd name="connsiteX2765" fmla="*/ 201854 w 1967342"/>
              <a:gd name="connsiteY2765" fmla="*/ 39141 h 442564"/>
              <a:gd name="connsiteX2766" fmla="*/ 200458 w 1967342"/>
              <a:gd name="connsiteY2766" fmla="*/ 38901 h 442564"/>
              <a:gd name="connsiteX2767" fmla="*/ 199564 w 1967342"/>
              <a:gd name="connsiteY2767" fmla="*/ 39490 h 442564"/>
              <a:gd name="connsiteX2768" fmla="*/ 198387 w 1967342"/>
              <a:gd name="connsiteY2768" fmla="*/ 39861 h 442564"/>
              <a:gd name="connsiteX2769" fmla="*/ 198212 w 1967342"/>
              <a:gd name="connsiteY2769" fmla="*/ 38640 h 442564"/>
              <a:gd name="connsiteX2770" fmla="*/ 199717 w 1967342"/>
              <a:gd name="connsiteY2770" fmla="*/ 37942 h 442564"/>
              <a:gd name="connsiteX2771" fmla="*/ 200742 w 1967342"/>
              <a:gd name="connsiteY2771" fmla="*/ 37440 h 442564"/>
              <a:gd name="connsiteX2772" fmla="*/ 201767 w 1967342"/>
              <a:gd name="connsiteY2772" fmla="*/ 37266 h 442564"/>
              <a:gd name="connsiteX2773" fmla="*/ 202464 w 1967342"/>
              <a:gd name="connsiteY2773" fmla="*/ 36328 h 442564"/>
              <a:gd name="connsiteX2774" fmla="*/ 204231 w 1967342"/>
              <a:gd name="connsiteY2774" fmla="*/ 30768 h 442564"/>
              <a:gd name="connsiteX2775" fmla="*/ 205168 w 1967342"/>
              <a:gd name="connsiteY2775" fmla="*/ 29329 h 442564"/>
              <a:gd name="connsiteX2776" fmla="*/ 206040 w 1967342"/>
              <a:gd name="connsiteY2776" fmla="*/ 26974 h 442564"/>
              <a:gd name="connsiteX2777" fmla="*/ 206171 w 1967342"/>
              <a:gd name="connsiteY2777" fmla="*/ 25556 h 442564"/>
              <a:gd name="connsiteX2778" fmla="*/ 206673 w 1967342"/>
              <a:gd name="connsiteY2778" fmla="*/ 23986 h 442564"/>
              <a:gd name="connsiteX2779" fmla="*/ 205561 w 1967342"/>
              <a:gd name="connsiteY2779" fmla="*/ 22373 h 442564"/>
              <a:gd name="connsiteX2780" fmla="*/ 204994 w 1967342"/>
              <a:gd name="connsiteY2780" fmla="*/ 21413 h 442564"/>
              <a:gd name="connsiteX2781" fmla="*/ 202486 w 1967342"/>
              <a:gd name="connsiteY2781" fmla="*/ 21588 h 442564"/>
              <a:gd name="connsiteX2782" fmla="*/ 201134 w 1967342"/>
              <a:gd name="connsiteY2782" fmla="*/ 21282 h 442564"/>
              <a:gd name="connsiteX2783" fmla="*/ 221282 w 1967342"/>
              <a:gd name="connsiteY2783" fmla="*/ 7850 h 442564"/>
              <a:gd name="connsiteX2784" fmla="*/ 434627 w 1967342"/>
              <a:gd name="connsiteY2784" fmla="*/ 221282 h 442564"/>
              <a:gd name="connsiteX2785" fmla="*/ 434627 w 1967342"/>
              <a:gd name="connsiteY2785" fmla="*/ 221369 h 442564"/>
              <a:gd name="connsiteX2786" fmla="*/ 221108 w 1967342"/>
              <a:gd name="connsiteY2786" fmla="*/ 434714 h 442564"/>
              <a:gd name="connsiteX2787" fmla="*/ 7763 w 1967342"/>
              <a:gd name="connsiteY2787" fmla="*/ 221195 h 442564"/>
              <a:gd name="connsiteX2788" fmla="*/ 221282 w 1967342"/>
              <a:gd name="connsiteY2788" fmla="*/ 7850 h 442564"/>
              <a:gd name="connsiteX2789" fmla="*/ 221282 w 1967342"/>
              <a:gd name="connsiteY2789" fmla="*/ 4950 h 442564"/>
              <a:gd name="connsiteX2790" fmla="*/ 4950 w 1967342"/>
              <a:gd name="connsiteY2790" fmla="*/ 221282 h 442564"/>
              <a:gd name="connsiteX2791" fmla="*/ 221282 w 1967342"/>
              <a:gd name="connsiteY2791" fmla="*/ 437614 h 442564"/>
              <a:gd name="connsiteX2792" fmla="*/ 437614 w 1967342"/>
              <a:gd name="connsiteY2792" fmla="*/ 221282 h 442564"/>
              <a:gd name="connsiteX2793" fmla="*/ 221282 w 1967342"/>
              <a:gd name="connsiteY2793" fmla="*/ 4950 h 442564"/>
              <a:gd name="connsiteX2794" fmla="*/ 221282 w 1967342"/>
              <a:gd name="connsiteY2794" fmla="*/ 0 h 442564"/>
              <a:gd name="connsiteX2795" fmla="*/ 442564 w 1967342"/>
              <a:gd name="connsiteY2795" fmla="*/ 221282 h 442564"/>
              <a:gd name="connsiteX2796" fmla="*/ 221282 w 1967342"/>
              <a:gd name="connsiteY2796" fmla="*/ 442564 h 442564"/>
              <a:gd name="connsiteX2797" fmla="*/ 0 w 1967342"/>
              <a:gd name="connsiteY2797" fmla="*/ 221282 h 442564"/>
              <a:gd name="connsiteX2798" fmla="*/ 221282 w 1967342"/>
              <a:gd name="connsiteY2798" fmla="*/ 0 h 442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</a:cxnLst>
            <a:rect l="l" t="t" r="r" b="b"/>
            <a:pathLst>
              <a:path w="1967342" h="442564">
                <a:moveTo>
                  <a:pt x="258875" y="399761"/>
                </a:moveTo>
                <a:cubicBezTo>
                  <a:pt x="260214" y="401211"/>
                  <a:pt x="261073" y="403038"/>
                  <a:pt x="261340" y="404994"/>
                </a:cubicBezTo>
                <a:cubicBezTo>
                  <a:pt x="261813" y="406861"/>
                  <a:pt x="261690" y="408827"/>
                  <a:pt x="260991" y="410620"/>
                </a:cubicBezTo>
                <a:cubicBezTo>
                  <a:pt x="260790" y="411032"/>
                  <a:pt x="260533" y="411416"/>
                  <a:pt x="260227" y="411758"/>
                </a:cubicBezTo>
                <a:cubicBezTo>
                  <a:pt x="258396" y="413803"/>
                  <a:pt x="255251" y="413978"/>
                  <a:pt x="253206" y="412146"/>
                </a:cubicBezTo>
                <a:cubicBezTo>
                  <a:pt x="251885" y="410738"/>
                  <a:pt x="251032" y="408956"/>
                  <a:pt x="250764" y="407044"/>
                </a:cubicBezTo>
                <a:cubicBezTo>
                  <a:pt x="250282" y="405127"/>
                  <a:pt x="250404" y="403110"/>
                  <a:pt x="251113" y="401265"/>
                </a:cubicBezTo>
                <a:cubicBezTo>
                  <a:pt x="251331" y="400799"/>
                  <a:pt x="251621" y="400369"/>
                  <a:pt x="251972" y="399994"/>
                </a:cubicBezTo>
                <a:cubicBezTo>
                  <a:pt x="253814" y="398023"/>
                  <a:pt x="256904" y="397918"/>
                  <a:pt x="258875" y="399761"/>
                </a:cubicBezTo>
                <a:close/>
                <a:moveTo>
                  <a:pt x="229220" y="398343"/>
                </a:moveTo>
                <a:lnTo>
                  <a:pt x="214632" y="398604"/>
                </a:lnTo>
                <a:lnTo>
                  <a:pt x="215024" y="420148"/>
                </a:lnTo>
                <a:lnTo>
                  <a:pt x="229678" y="419865"/>
                </a:lnTo>
                <a:lnTo>
                  <a:pt x="229678" y="417946"/>
                </a:lnTo>
                <a:lnTo>
                  <a:pt x="229678" y="416049"/>
                </a:lnTo>
                <a:lnTo>
                  <a:pt x="218775" y="416245"/>
                </a:lnTo>
                <a:lnTo>
                  <a:pt x="218775" y="410641"/>
                </a:lnTo>
                <a:lnTo>
                  <a:pt x="228457" y="410467"/>
                </a:lnTo>
                <a:lnTo>
                  <a:pt x="228457" y="408613"/>
                </a:lnTo>
                <a:lnTo>
                  <a:pt x="228457" y="406760"/>
                </a:lnTo>
                <a:lnTo>
                  <a:pt x="218775" y="406934"/>
                </a:lnTo>
                <a:lnTo>
                  <a:pt x="218775" y="402355"/>
                </a:lnTo>
                <a:lnTo>
                  <a:pt x="229220" y="402180"/>
                </a:lnTo>
                <a:lnTo>
                  <a:pt x="229220" y="400262"/>
                </a:lnTo>
                <a:close/>
                <a:moveTo>
                  <a:pt x="193459" y="396685"/>
                </a:moveTo>
                <a:lnTo>
                  <a:pt x="193219" y="398583"/>
                </a:lnTo>
                <a:lnTo>
                  <a:pt x="193001" y="400480"/>
                </a:lnTo>
                <a:lnTo>
                  <a:pt x="198932" y="401199"/>
                </a:lnTo>
                <a:lnTo>
                  <a:pt x="196751" y="418774"/>
                </a:lnTo>
                <a:lnTo>
                  <a:pt x="198932" y="419036"/>
                </a:lnTo>
                <a:lnTo>
                  <a:pt x="200960" y="419276"/>
                </a:lnTo>
                <a:lnTo>
                  <a:pt x="203140" y="401701"/>
                </a:lnTo>
                <a:lnTo>
                  <a:pt x="209093" y="402442"/>
                </a:lnTo>
                <a:lnTo>
                  <a:pt x="209311" y="400523"/>
                </a:lnTo>
                <a:lnTo>
                  <a:pt x="209442" y="398648"/>
                </a:lnTo>
                <a:close/>
                <a:moveTo>
                  <a:pt x="260567" y="396005"/>
                </a:moveTo>
                <a:cubicBezTo>
                  <a:pt x="256136" y="393347"/>
                  <a:pt x="250391" y="394784"/>
                  <a:pt x="247733" y="399215"/>
                </a:cubicBezTo>
                <a:cubicBezTo>
                  <a:pt x="246402" y="401921"/>
                  <a:pt x="246071" y="405011"/>
                  <a:pt x="246795" y="407937"/>
                </a:cubicBezTo>
                <a:cubicBezTo>
                  <a:pt x="247207" y="410870"/>
                  <a:pt x="248664" y="413556"/>
                  <a:pt x="250894" y="415504"/>
                </a:cubicBezTo>
                <a:cubicBezTo>
                  <a:pt x="251097" y="415652"/>
                  <a:pt x="251307" y="415794"/>
                  <a:pt x="251520" y="415927"/>
                </a:cubicBezTo>
                <a:cubicBezTo>
                  <a:pt x="255969" y="418672"/>
                  <a:pt x="261799" y="417292"/>
                  <a:pt x="264545" y="412843"/>
                </a:cubicBezTo>
                <a:cubicBezTo>
                  <a:pt x="265886" y="410203"/>
                  <a:pt x="266219" y="407165"/>
                  <a:pt x="265482" y="404296"/>
                </a:cubicBezTo>
                <a:cubicBezTo>
                  <a:pt x="265083" y="401308"/>
                  <a:pt x="263629" y="398563"/>
                  <a:pt x="261383" y="396555"/>
                </a:cubicBezTo>
                <a:cubicBezTo>
                  <a:pt x="261121" y="396356"/>
                  <a:pt x="260849" y="396173"/>
                  <a:pt x="260567" y="396005"/>
                </a:cubicBezTo>
                <a:close/>
                <a:moveTo>
                  <a:pt x="810541" y="393713"/>
                </a:moveTo>
                <a:lnTo>
                  <a:pt x="810986" y="393911"/>
                </a:lnTo>
                <a:lnTo>
                  <a:pt x="810455" y="393759"/>
                </a:lnTo>
                <a:close/>
                <a:moveTo>
                  <a:pt x="173310" y="392063"/>
                </a:moveTo>
                <a:lnTo>
                  <a:pt x="170061" y="405146"/>
                </a:lnTo>
                <a:cubicBezTo>
                  <a:pt x="169322" y="407390"/>
                  <a:pt x="169438" y="409830"/>
                  <a:pt x="170389" y="411993"/>
                </a:cubicBezTo>
                <a:cubicBezTo>
                  <a:pt x="171583" y="413879"/>
                  <a:pt x="173529" y="415163"/>
                  <a:pt x="175731" y="415525"/>
                </a:cubicBezTo>
                <a:cubicBezTo>
                  <a:pt x="177850" y="416271"/>
                  <a:pt x="180186" y="416088"/>
                  <a:pt x="182163" y="415024"/>
                </a:cubicBezTo>
                <a:cubicBezTo>
                  <a:pt x="184006" y="413506"/>
                  <a:pt x="185225" y="411365"/>
                  <a:pt x="185587" y="409006"/>
                </a:cubicBezTo>
                <a:lnTo>
                  <a:pt x="188749" y="395922"/>
                </a:lnTo>
                <a:lnTo>
                  <a:pt x="186743" y="395421"/>
                </a:lnTo>
                <a:lnTo>
                  <a:pt x="184737" y="394941"/>
                </a:lnTo>
                <a:lnTo>
                  <a:pt x="181444" y="408024"/>
                </a:lnTo>
                <a:cubicBezTo>
                  <a:pt x="181252" y="409272"/>
                  <a:pt x="180646" y="410416"/>
                  <a:pt x="179721" y="411273"/>
                </a:cubicBezTo>
                <a:cubicBezTo>
                  <a:pt x="178777" y="411849"/>
                  <a:pt x="177619" y="411962"/>
                  <a:pt x="176581" y="411579"/>
                </a:cubicBezTo>
                <a:cubicBezTo>
                  <a:pt x="175504" y="411395"/>
                  <a:pt x="174573" y="410728"/>
                  <a:pt x="174052" y="409769"/>
                </a:cubicBezTo>
                <a:cubicBezTo>
                  <a:pt x="173635" y="408598"/>
                  <a:pt x="173635" y="407320"/>
                  <a:pt x="174052" y="406149"/>
                </a:cubicBezTo>
                <a:lnTo>
                  <a:pt x="177323" y="393066"/>
                </a:lnTo>
                <a:lnTo>
                  <a:pt x="175317" y="392564"/>
                </a:lnTo>
                <a:close/>
                <a:moveTo>
                  <a:pt x="282730" y="387789"/>
                </a:moveTo>
                <a:lnTo>
                  <a:pt x="269320" y="392150"/>
                </a:lnTo>
                <a:lnTo>
                  <a:pt x="275862" y="412625"/>
                </a:lnTo>
                <a:lnTo>
                  <a:pt x="277846" y="411971"/>
                </a:lnTo>
                <a:lnTo>
                  <a:pt x="279808" y="411339"/>
                </a:lnTo>
                <a:lnTo>
                  <a:pt x="277083" y="402682"/>
                </a:lnTo>
                <a:lnTo>
                  <a:pt x="285347" y="400000"/>
                </a:lnTo>
                <a:lnTo>
                  <a:pt x="284780" y="398234"/>
                </a:lnTo>
                <a:lnTo>
                  <a:pt x="284191" y="396467"/>
                </a:lnTo>
                <a:lnTo>
                  <a:pt x="275949" y="399149"/>
                </a:lnTo>
                <a:lnTo>
                  <a:pt x="274444" y="394505"/>
                </a:lnTo>
                <a:lnTo>
                  <a:pt x="283908" y="391430"/>
                </a:lnTo>
                <a:lnTo>
                  <a:pt x="283319" y="389599"/>
                </a:lnTo>
                <a:close/>
                <a:moveTo>
                  <a:pt x="153533" y="385325"/>
                </a:moveTo>
                <a:lnTo>
                  <a:pt x="152901" y="387135"/>
                </a:lnTo>
                <a:lnTo>
                  <a:pt x="152290" y="388945"/>
                </a:lnTo>
                <a:lnTo>
                  <a:pt x="157938" y="390885"/>
                </a:lnTo>
                <a:lnTo>
                  <a:pt x="152181" y="407632"/>
                </a:lnTo>
                <a:lnTo>
                  <a:pt x="154143" y="408308"/>
                </a:lnTo>
                <a:lnTo>
                  <a:pt x="156084" y="408984"/>
                </a:lnTo>
                <a:lnTo>
                  <a:pt x="161841" y="392237"/>
                </a:lnTo>
                <a:lnTo>
                  <a:pt x="167510" y="394178"/>
                </a:lnTo>
                <a:lnTo>
                  <a:pt x="168143" y="392368"/>
                </a:lnTo>
                <a:lnTo>
                  <a:pt x="168797" y="390580"/>
                </a:lnTo>
                <a:close/>
                <a:moveTo>
                  <a:pt x="145705" y="381487"/>
                </a:moveTo>
                <a:lnTo>
                  <a:pt x="136612" y="401003"/>
                </a:lnTo>
                <a:lnTo>
                  <a:pt x="138487" y="401875"/>
                </a:lnTo>
                <a:lnTo>
                  <a:pt x="140341" y="402747"/>
                </a:lnTo>
                <a:lnTo>
                  <a:pt x="149455" y="383232"/>
                </a:lnTo>
                <a:lnTo>
                  <a:pt x="147558" y="382359"/>
                </a:lnTo>
                <a:close/>
                <a:moveTo>
                  <a:pt x="309049" y="375033"/>
                </a:moveTo>
                <a:lnTo>
                  <a:pt x="294832" y="382577"/>
                </a:lnTo>
                <a:lnTo>
                  <a:pt x="295726" y="384278"/>
                </a:lnTo>
                <a:lnTo>
                  <a:pt x="296620" y="385957"/>
                </a:lnTo>
                <a:lnTo>
                  <a:pt x="301897" y="383144"/>
                </a:lnTo>
                <a:lnTo>
                  <a:pt x="310227" y="398779"/>
                </a:lnTo>
                <a:lnTo>
                  <a:pt x="312059" y="397819"/>
                </a:lnTo>
                <a:lnTo>
                  <a:pt x="313869" y="396838"/>
                </a:lnTo>
                <a:lnTo>
                  <a:pt x="305561" y="381204"/>
                </a:lnTo>
                <a:lnTo>
                  <a:pt x="310838" y="378391"/>
                </a:lnTo>
                <a:lnTo>
                  <a:pt x="309944" y="376712"/>
                </a:lnTo>
                <a:close/>
                <a:moveTo>
                  <a:pt x="127170" y="371413"/>
                </a:moveTo>
                <a:lnTo>
                  <a:pt x="126320" y="373201"/>
                </a:lnTo>
                <a:lnTo>
                  <a:pt x="125404" y="374880"/>
                </a:lnTo>
                <a:lnTo>
                  <a:pt x="130637" y="377780"/>
                </a:lnTo>
                <a:lnTo>
                  <a:pt x="122046" y="393262"/>
                </a:lnTo>
                <a:lnTo>
                  <a:pt x="123856" y="394265"/>
                </a:lnTo>
                <a:lnTo>
                  <a:pt x="125666" y="395268"/>
                </a:lnTo>
                <a:lnTo>
                  <a:pt x="134170" y="379655"/>
                </a:lnTo>
                <a:lnTo>
                  <a:pt x="139403" y="382555"/>
                </a:lnTo>
                <a:lnTo>
                  <a:pt x="140319" y="380898"/>
                </a:lnTo>
                <a:lnTo>
                  <a:pt x="141257" y="379219"/>
                </a:lnTo>
                <a:close/>
                <a:moveTo>
                  <a:pt x="234017" y="368317"/>
                </a:moveTo>
                <a:cubicBezTo>
                  <a:pt x="230048" y="369669"/>
                  <a:pt x="229045" y="376429"/>
                  <a:pt x="228456" y="376821"/>
                </a:cubicBezTo>
                <a:lnTo>
                  <a:pt x="227954" y="377981"/>
                </a:lnTo>
                <a:lnTo>
                  <a:pt x="227955" y="377955"/>
                </a:lnTo>
                <a:lnTo>
                  <a:pt x="227889" y="378130"/>
                </a:lnTo>
                <a:lnTo>
                  <a:pt x="227954" y="377981"/>
                </a:lnTo>
                <a:lnTo>
                  <a:pt x="227846" y="380069"/>
                </a:lnTo>
                <a:lnTo>
                  <a:pt x="255970" y="378675"/>
                </a:lnTo>
                <a:lnTo>
                  <a:pt x="249498" y="378675"/>
                </a:lnTo>
                <a:cubicBezTo>
                  <a:pt x="249498" y="378675"/>
                  <a:pt x="249891" y="370607"/>
                  <a:pt x="245137" y="368775"/>
                </a:cubicBezTo>
                <a:cubicBezTo>
                  <a:pt x="241596" y="367332"/>
                  <a:pt x="237662" y="367168"/>
                  <a:pt x="234017" y="368317"/>
                </a:cubicBezTo>
                <a:close/>
                <a:moveTo>
                  <a:pt x="262560" y="368273"/>
                </a:moveTo>
                <a:lnTo>
                  <a:pt x="262560" y="368339"/>
                </a:lnTo>
                <a:cubicBezTo>
                  <a:pt x="263411" y="368339"/>
                  <a:pt x="263542" y="369167"/>
                  <a:pt x="263411" y="370192"/>
                </a:cubicBezTo>
                <a:cubicBezTo>
                  <a:pt x="263280" y="371217"/>
                  <a:pt x="263324" y="375687"/>
                  <a:pt x="262539" y="375687"/>
                </a:cubicBezTo>
                <a:cubicBezTo>
                  <a:pt x="261753" y="375687"/>
                  <a:pt x="262015" y="372133"/>
                  <a:pt x="262015" y="370454"/>
                </a:cubicBezTo>
                <a:cubicBezTo>
                  <a:pt x="262015" y="368775"/>
                  <a:pt x="262015" y="368273"/>
                  <a:pt x="262560" y="368273"/>
                </a:cubicBezTo>
                <a:close/>
                <a:moveTo>
                  <a:pt x="225731" y="368273"/>
                </a:moveTo>
                <a:lnTo>
                  <a:pt x="225731" y="368339"/>
                </a:lnTo>
                <a:cubicBezTo>
                  <a:pt x="226582" y="368339"/>
                  <a:pt x="226713" y="369167"/>
                  <a:pt x="226582" y="370192"/>
                </a:cubicBezTo>
                <a:cubicBezTo>
                  <a:pt x="226451" y="371217"/>
                  <a:pt x="226494" y="375687"/>
                  <a:pt x="225710" y="375687"/>
                </a:cubicBezTo>
                <a:cubicBezTo>
                  <a:pt x="224925" y="375687"/>
                  <a:pt x="225186" y="372133"/>
                  <a:pt x="225186" y="370454"/>
                </a:cubicBezTo>
                <a:cubicBezTo>
                  <a:pt x="225186" y="368775"/>
                  <a:pt x="225186" y="368273"/>
                  <a:pt x="225731" y="368273"/>
                </a:cubicBezTo>
                <a:close/>
                <a:moveTo>
                  <a:pt x="182032" y="368055"/>
                </a:moveTo>
                <a:cubicBezTo>
                  <a:pt x="182032" y="368055"/>
                  <a:pt x="182948" y="367641"/>
                  <a:pt x="183210" y="368229"/>
                </a:cubicBezTo>
                <a:cubicBezTo>
                  <a:pt x="183402" y="370580"/>
                  <a:pt x="183452" y="372939"/>
                  <a:pt x="183363" y="375294"/>
                </a:cubicBezTo>
                <a:cubicBezTo>
                  <a:pt x="183363" y="375839"/>
                  <a:pt x="182294" y="376058"/>
                  <a:pt x="182032" y="375294"/>
                </a:cubicBezTo>
                <a:cubicBezTo>
                  <a:pt x="181902" y="372898"/>
                  <a:pt x="181902" y="370495"/>
                  <a:pt x="182032" y="368099"/>
                </a:cubicBezTo>
                <a:close/>
                <a:moveTo>
                  <a:pt x="256455" y="367946"/>
                </a:moveTo>
                <a:cubicBezTo>
                  <a:pt x="257000" y="367946"/>
                  <a:pt x="257262" y="369102"/>
                  <a:pt x="257262" y="370127"/>
                </a:cubicBezTo>
                <a:cubicBezTo>
                  <a:pt x="257262" y="371152"/>
                  <a:pt x="257218" y="375513"/>
                  <a:pt x="256564" y="375513"/>
                </a:cubicBezTo>
                <a:cubicBezTo>
                  <a:pt x="255910" y="375513"/>
                  <a:pt x="255539" y="371915"/>
                  <a:pt x="255539" y="370301"/>
                </a:cubicBezTo>
                <a:cubicBezTo>
                  <a:pt x="255539" y="368688"/>
                  <a:pt x="255539" y="368012"/>
                  <a:pt x="256455" y="368012"/>
                </a:cubicBezTo>
                <a:close/>
                <a:moveTo>
                  <a:pt x="219625" y="367946"/>
                </a:moveTo>
                <a:cubicBezTo>
                  <a:pt x="220170" y="367946"/>
                  <a:pt x="220432" y="369189"/>
                  <a:pt x="220432" y="370127"/>
                </a:cubicBezTo>
                <a:cubicBezTo>
                  <a:pt x="220432" y="371064"/>
                  <a:pt x="220410" y="375622"/>
                  <a:pt x="219756" y="375622"/>
                </a:cubicBezTo>
                <a:cubicBezTo>
                  <a:pt x="219102" y="375622"/>
                  <a:pt x="218709" y="371915"/>
                  <a:pt x="218709" y="370301"/>
                </a:cubicBezTo>
                <a:cubicBezTo>
                  <a:pt x="218709" y="368688"/>
                  <a:pt x="218709" y="368012"/>
                  <a:pt x="219625" y="368012"/>
                </a:cubicBezTo>
                <a:close/>
                <a:moveTo>
                  <a:pt x="546055" y="367609"/>
                </a:moveTo>
                <a:lnTo>
                  <a:pt x="546131" y="382736"/>
                </a:lnTo>
                <a:lnTo>
                  <a:pt x="559435" y="382736"/>
                </a:lnTo>
                <a:cubicBezTo>
                  <a:pt x="561763" y="382937"/>
                  <a:pt x="564079" y="382229"/>
                  <a:pt x="565897" y="380760"/>
                </a:cubicBezTo>
                <a:cubicBezTo>
                  <a:pt x="567405" y="379107"/>
                  <a:pt x="568174" y="376911"/>
                  <a:pt x="568026" y="374678"/>
                </a:cubicBezTo>
                <a:cubicBezTo>
                  <a:pt x="568165" y="372657"/>
                  <a:pt x="567350" y="370687"/>
                  <a:pt x="565820" y="369356"/>
                </a:cubicBezTo>
                <a:cubicBezTo>
                  <a:pt x="563887" y="368024"/>
                  <a:pt x="561548" y="367405"/>
                  <a:pt x="559207" y="367609"/>
                </a:cubicBezTo>
                <a:close/>
                <a:moveTo>
                  <a:pt x="188444" y="367554"/>
                </a:moveTo>
                <a:cubicBezTo>
                  <a:pt x="189250" y="367467"/>
                  <a:pt x="189054" y="369538"/>
                  <a:pt x="189054" y="370127"/>
                </a:cubicBezTo>
                <a:cubicBezTo>
                  <a:pt x="189054" y="370716"/>
                  <a:pt x="189098" y="375251"/>
                  <a:pt x="188444" y="375251"/>
                </a:cubicBezTo>
                <a:cubicBezTo>
                  <a:pt x="187790" y="375251"/>
                  <a:pt x="187790" y="371392"/>
                  <a:pt x="187790" y="370127"/>
                </a:cubicBezTo>
                <a:cubicBezTo>
                  <a:pt x="187790" y="368862"/>
                  <a:pt x="187659" y="367554"/>
                  <a:pt x="188444" y="367554"/>
                </a:cubicBezTo>
                <a:close/>
                <a:moveTo>
                  <a:pt x="184867" y="367053"/>
                </a:moveTo>
                <a:lnTo>
                  <a:pt x="184872" y="367199"/>
                </a:lnTo>
                <a:lnTo>
                  <a:pt x="184867" y="367205"/>
                </a:lnTo>
                <a:close/>
                <a:moveTo>
                  <a:pt x="185225" y="366767"/>
                </a:moveTo>
                <a:cubicBezTo>
                  <a:pt x="185626" y="366523"/>
                  <a:pt x="186150" y="366652"/>
                  <a:pt x="186394" y="367053"/>
                </a:cubicBezTo>
                <a:cubicBezTo>
                  <a:pt x="186656" y="367402"/>
                  <a:pt x="186656" y="375273"/>
                  <a:pt x="186656" y="375775"/>
                </a:cubicBezTo>
                <a:cubicBezTo>
                  <a:pt x="186656" y="376276"/>
                  <a:pt x="185413" y="376189"/>
                  <a:pt x="185151" y="375775"/>
                </a:cubicBezTo>
                <a:lnTo>
                  <a:pt x="184872" y="367199"/>
                </a:lnTo>
                <a:close/>
                <a:moveTo>
                  <a:pt x="259769" y="366441"/>
                </a:moveTo>
                <a:cubicBezTo>
                  <a:pt x="260881" y="366441"/>
                  <a:pt x="260554" y="368033"/>
                  <a:pt x="260554" y="369712"/>
                </a:cubicBezTo>
                <a:cubicBezTo>
                  <a:pt x="260554" y="371391"/>
                  <a:pt x="260837" y="376058"/>
                  <a:pt x="259638" y="376058"/>
                </a:cubicBezTo>
                <a:cubicBezTo>
                  <a:pt x="258439" y="376058"/>
                  <a:pt x="258700" y="371151"/>
                  <a:pt x="258700" y="369625"/>
                </a:cubicBezTo>
                <a:cubicBezTo>
                  <a:pt x="258700" y="368099"/>
                  <a:pt x="258439" y="366441"/>
                  <a:pt x="259769" y="366441"/>
                </a:cubicBezTo>
                <a:close/>
                <a:moveTo>
                  <a:pt x="222940" y="366441"/>
                </a:moveTo>
                <a:cubicBezTo>
                  <a:pt x="224074" y="366441"/>
                  <a:pt x="223725" y="368033"/>
                  <a:pt x="223725" y="369712"/>
                </a:cubicBezTo>
                <a:cubicBezTo>
                  <a:pt x="223725" y="371391"/>
                  <a:pt x="224008" y="376058"/>
                  <a:pt x="222809" y="376058"/>
                </a:cubicBezTo>
                <a:cubicBezTo>
                  <a:pt x="221610" y="376058"/>
                  <a:pt x="221871" y="371151"/>
                  <a:pt x="221871" y="369625"/>
                </a:cubicBezTo>
                <a:cubicBezTo>
                  <a:pt x="221871" y="368099"/>
                  <a:pt x="221610" y="366441"/>
                  <a:pt x="222940" y="366441"/>
                </a:cubicBezTo>
                <a:close/>
                <a:moveTo>
                  <a:pt x="164087" y="365765"/>
                </a:moveTo>
                <a:lnTo>
                  <a:pt x="164219" y="365887"/>
                </a:lnTo>
                <a:lnTo>
                  <a:pt x="164021" y="365853"/>
                </a:lnTo>
                <a:close/>
                <a:moveTo>
                  <a:pt x="325644" y="364588"/>
                </a:moveTo>
                <a:lnTo>
                  <a:pt x="313411" y="372525"/>
                </a:lnTo>
                <a:lnTo>
                  <a:pt x="325142" y="390580"/>
                </a:lnTo>
                <a:lnTo>
                  <a:pt x="337702" y="382337"/>
                </a:lnTo>
                <a:lnTo>
                  <a:pt x="336655" y="380724"/>
                </a:lnTo>
                <a:lnTo>
                  <a:pt x="335630" y="379132"/>
                </a:lnTo>
                <a:lnTo>
                  <a:pt x="326494" y="385063"/>
                </a:lnTo>
                <a:lnTo>
                  <a:pt x="323419" y="380375"/>
                </a:lnTo>
                <a:lnTo>
                  <a:pt x="331618" y="375142"/>
                </a:lnTo>
                <a:lnTo>
                  <a:pt x="330615" y="373572"/>
                </a:lnTo>
                <a:lnTo>
                  <a:pt x="329612" y="372023"/>
                </a:lnTo>
                <a:lnTo>
                  <a:pt x="321479" y="377300"/>
                </a:lnTo>
                <a:lnTo>
                  <a:pt x="318993" y="373463"/>
                </a:lnTo>
                <a:lnTo>
                  <a:pt x="327715" y="367793"/>
                </a:lnTo>
                <a:lnTo>
                  <a:pt x="326690" y="366180"/>
                </a:lnTo>
                <a:close/>
                <a:moveTo>
                  <a:pt x="112015" y="362407"/>
                </a:moveTo>
                <a:cubicBezTo>
                  <a:pt x="110140" y="362599"/>
                  <a:pt x="108452" y="363624"/>
                  <a:pt x="107414" y="365198"/>
                </a:cubicBezTo>
                <a:cubicBezTo>
                  <a:pt x="106396" y="366363"/>
                  <a:pt x="105971" y="367931"/>
                  <a:pt x="106259" y="369450"/>
                </a:cubicBezTo>
                <a:cubicBezTo>
                  <a:pt x="107076" y="371581"/>
                  <a:pt x="108315" y="373524"/>
                  <a:pt x="109900" y="375163"/>
                </a:cubicBezTo>
                <a:cubicBezTo>
                  <a:pt x="110731" y="376014"/>
                  <a:pt x="111411" y="377004"/>
                  <a:pt x="111906" y="378085"/>
                </a:cubicBezTo>
                <a:cubicBezTo>
                  <a:pt x="112118" y="378750"/>
                  <a:pt x="111970" y="379477"/>
                  <a:pt x="111514" y="380004"/>
                </a:cubicBezTo>
                <a:cubicBezTo>
                  <a:pt x="111056" y="380658"/>
                  <a:pt x="110277" y="381010"/>
                  <a:pt x="109486" y="380920"/>
                </a:cubicBezTo>
                <a:cubicBezTo>
                  <a:pt x="108413" y="380776"/>
                  <a:pt x="107401" y="380340"/>
                  <a:pt x="106564" y="379655"/>
                </a:cubicBezTo>
                <a:cubicBezTo>
                  <a:pt x="105650" y="379080"/>
                  <a:pt x="104981" y="378188"/>
                  <a:pt x="104689" y="377148"/>
                </a:cubicBezTo>
                <a:cubicBezTo>
                  <a:pt x="104468" y="376166"/>
                  <a:pt x="104693" y="375137"/>
                  <a:pt x="105299" y="374335"/>
                </a:cubicBezTo>
                <a:lnTo>
                  <a:pt x="102072" y="372002"/>
                </a:lnTo>
                <a:cubicBezTo>
                  <a:pt x="100860" y="373624"/>
                  <a:pt x="100378" y="375678"/>
                  <a:pt x="100742" y="377671"/>
                </a:cubicBezTo>
                <a:cubicBezTo>
                  <a:pt x="101294" y="379730"/>
                  <a:pt x="102593" y="381509"/>
                  <a:pt x="104383" y="382665"/>
                </a:cubicBezTo>
                <a:cubicBezTo>
                  <a:pt x="106045" y="384001"/>
                  <a:pt x="108116" y="384725"/>
                  <a:pt x="110249" y="384714"/>
                </a:cubicBezTo>
                <a:cubicBezTo>
                  <a:pt x="112109" y="384612"/>
                  <a:pt x="113812" y="383644"/>
                  <a:pt x="114850" y="382098"/>
                </a:cubicBezTo>
                <a:cubicBezTo>
                  <a:pt x="115895" y="380896"/>
                  <a:pt x="116398" y="379320"/>
                  <a:pt x="116246" y="377736"/>
                </a:cubicBezTo>
                <a:cubicBezTo>
                  <a:pt x="115605" y="375715"/>
                  <a:pt x="114492" y="373875"/>
                  <a:pt x="112997" y="372372"/>
                </a:cubicBezTo>
                <a:cubicBezTo>
                  <a:pt x="112061" y="371367"/>
                  <a:pt x="111250" y="370255"/>
                  <a:pt x="110576" y="369058"/>
                </a:cubicBezTo>
                <a:cubicBezTo>
                  <a:pt x="110262" y="368504"/>
                  <a:pt x="110314" y="367815"/>
                  <a:pt x="110707" y="367313"/>
                </a:cubicBezTo>
                <a:cubicBezTo>
                  <a:pt x="111143" y="366648"/>
                  <a:pt x="111856" y="366217"/>
                  <a:pt x="112648" y="366136"/>
                </a:cubicBezTo>
                <a:cubicBezTo>
                  <a:pt x="113535" y="366110"/>
                  <a:pt x="114403" y="366404"/>
                  <a:pt x="115090" y="366965"/>
                </a:cubicBezTo>
                <a:cubicBezTo>
                  <a:pt x="115973" y="367547"/>
                  <a:pt x="116629" y="368417"/>
                  <a:pt x="116943" y="369429"/>
                </a:cubicBezTo>
                <a:cubicBezTo>
                  <a:pt x="117209" y="370347"/>
                  <a:pt x="117059" y="371337"/>
                  <a:pt x="116529" y="372132"/>
                </a:cubicBezTo>
                <a:lnTo>
                  <a:pt x="119778" y="374509"/>
                </a:lnTo>
                <a:lnTo>
                  <a:pt x="119778" y="374466"/>
                </a:lnTo>
                <a:cubicBezTo>
                  <a:pt x="120875" y="372859"/>
                  <a:pt x="121291" y="370883"/>
                  <a:pt x="120934" y="368971"/>
                </a:cubicBezTo>
                <a:cubicBezTo>
                  <a:pt x="120482" y="367034"/>
                  <a:pt x="119314" y="365344"/>
                  <a:pt x="117663" y="364239"/>
                </a:cubicBezTo>
                <a:cubicBezTo>
                  <a:pt x="116073" y="362946"/>
                  <a:pt x="114061" y="362294"/>
                  <a:pt x="112015" y="362407"/>
                </a:cubicBezTo>
                <a:close/>
                <a:moveTo>
                  <a:pt x="342237" y="352726"/>
                </a:moveTo>
                <a:cubicBezTo>
                  <a:pt x="340096" y="352684"/>
                  <a:pt x="338020" y="353465"/>
                  <a:pt x="336437" y="354906"/>
                </a:cubicBezTo>
                <a:cubicBezTo>
                  <a:pt x="334425" y="356472"/>
                  <a:pt x="333275" y="358899"/>
                  <a:pt x="333341" y="361448"/>
                </a:cubicBezTo>
                <a:cubicBezTo>
                  <a:pt x="333552" y="364435"/>
                  <a:pt x="334784" y="367261"/>
                  <a:pt x="336830" y="369450"/>
                </a:cubicBezTo>
                <a:cubicBezTo>
                  <a:pt x="338600" y="371801"/>
                  <a:pt x="341138" y="373460"/>
                  <a:pt x="344004" y="374139"/>
                </a:cubicBezTo>
                <a:cubicBezTo>
                  <a:pt x="348836" y="374882"/>
                  <a:pt x="353360" y="371576"/>
                  <a:pt x="354121" y="366747"/>
                </a:cubicBezTo>
                <a:lnTo>
                  <a:pt x="354078" y="366703"/>
                </a:lnTo>
                <a:cubicBezTo>
                  <a:pt x="354230" y="364503"/>
                  <a:pt x="353589" y="362320"/>
                  <a:pt x="352268" y="360554"/>
                </a:cubicBezTo>
                <a:lnTo>
                  <a:pt x="349084" y="363214"/>
                </a:lnTo>
                <a:cubicBezTo>
                  <a:pt x="349780" y="364156"/>
                  <a:pt x="350114" y="365316"/>
                  <a:pt x="350022" y="366485"/>
                </a:cubicBezTo>
                <a:cubicBezTo>
                  <a:pt x="349991" y="366731"/>
                  <a:pt x="349939" y="366976"/>
                  <a:pt x="349865" y="367213"/>
                </a:cubicBezTo>
                <a:cubicBezTo>
                  <a:pt x="349161" y="369516"/>
                  <a:pt x="346721" y="370811"/>
                  <a:pt x="344418" y="370105"/>
                </a:cubicBezTo>
                <a:cubicBezTo>
                  <a:pt x="342674" y="369444"/>
                  <a:pt x="341160" y="368293"/>
                  <a:pt x="340057" y="366790"/>
                </a:cubicBezTo>
                <a:cubicBezTo>
                  <a:pt x="338727" y="365382"/>
                  <a:pt x="337833" y="363615"/>
                  <a:pt x="337484" y="361709"/>
                </a:cubicBezTo>
                <a:cubicBezTo>
                  <a:pt x="337259" y="360251"/>
                  <a:pt x="337824" y="358783"/>
                  <a:pt x="338967" y="357850"/>
                </a:cubicBezTo>
                <a:cubicBezTo>
                  <a:pt x="339778" y="357113"/>
                  <a:pt x="340835" y="356707"/>
                  <a:pt x="341932" y="356716"/>
                </a:cubicBezTo>
                <a:cubicBezTo>
                  <a:pt x="342998" y="356740"/>
                  <a:pt x="344017" y="357178"/>
                  <a:pt x="344767" y="357937"/>
                </a:cubicBezTo>
                <a:lnTo>
                  <a:pt x="347950" y="355277"/>
                </a:lnTo>
                <a:cubicBezTo>
                  <a:pt x="346439" y="353733"/>
                  <a:pt x="344396" y="352822"/>
                  <a:pt x="342237" y="352726"/>
                </a:cubicBezTo>
                <a:close/>
                <a:moveTo>
                  <a:pt x="228692" y="352142"/>
                </a:moveTo>
                <a:lnTo>
                  <a:pt x="228736" y="352142"/>
                </a:lnTo>
                <a:lnTo>
                  <a:pt x="228736" y="357964"/>
                </a:lnTo>
                <a:lnTo>
                  <a:pt x="223786" y="357964"/>
                </a:lnTo>
                <a:close/>
                <a:moveTo>
                  <a:pt x="240427" y="350872"/>
                </a:moveTo>
                <a:cubicBezTo>
                  <a:pt x="242739" y="350872"/>
                  <a:pt x="243655" y="352791"/>
                  <a:pt x="243655" y="356018"/>
                </a:cubicBezTo>
                <a:cubicBezTo>
                  <a:pt x="243655" y="359246"/>
                  <a:pt x="242652" y="361165"/>
                  <a:pt x="240427" y="361165"/>
                </a:cubicBezTo>
                <a:cubicBezTo>
                  <a:pt x="238203" y="361165"/>
                  <a:pt x="237200" y="359224"/>
                  <a:pt x="237200" y="356018"/>
                </a:cubicBezTo>
                <a:cubicBezTo>
                  <a:pt x="237200" y="352813"/>
                  <a:pt x="238247" y="350872"/>
                  <a:pt x="240427" y="350872"/>
                </a:cubicBezTo>
                <a:close/>
                <a:moveTo>
                  <a:pt x="213585" y="350872"/>
                </a:moveTo>
                <a:cubicBezTo>
                  <a:pt x="215809" y="350872"/>
                  <a:pt x="216703" y="352159"/>
                  <a:pt x="216703" y="353620"/>
                </a:cubicBezTo>
                <a:cubicBezTo>
                  <a:pt x="216719" y="353788"/>
                  <a:pt x="216716" y="353956"/>
                  <a:pt x="216699" y="354124"/>
                </a:cubicBezTo>
                <a:cubicBezTo>
                  <a:pt x="216551" y="355609"/>
                  <a:pt x="215223" y="356692"/>
                  <a:pt x="213738" y="356542"/>
                </a:cubicBezTo>
                <a:cubicBezTo>
                  <a:pt x="212451" y="356542"/>
                  <a:pt x="210620" y="356237"/>
                  <a:pt x="210620" y="353751"/>
                </a:cubicBezTo>
                <a:cubicBezTo>
                  <a:pt x="210615" y="353646"/>
                  <a:pt x="210617" y="353541"/>
                  <a:pt x="210624" y="353437"/>
                </a:cubicBezTo>
                <a:cubicBezTo>
                  <a:pt x="210735" y="351910"/>
                  <a:pt x="212059" y="350763"/>
                  <a:pt x="213585" y="350872"/>
                </a:cubicBezTo>
                <a:close/>
                <a:moveTo>
                  <a:pt x="212979" y="349547"/>
                </a:moveTo>
                <a:cubicBezTo>
                  <a:pt x="210570" y="349569"/>
                  <a:pt x="208635" y="351538"/>
                  <a:pt x="208657" y="353948"/>
                </a:cubicBezTo>
                <a:cubicBezTo>
                  <a:pt x="208662" y="354046"/>
                  <a:pt x="208668" y="354144"/>
                  <a:pt x="208679" y="354240"/>
                </a:cubicBezTo>
                <a:cubicBezTo>
                  <a:pt x="208947" y="356634"/>
                  <a:pt x="211104" y="358359"/>
                  <a:pt x="213498" y="358091"/>
                </a:cubicBezTo>
                <a:cubicBezTo>
                  <a:pt x="214854" y="358189"/>
                  <a:pt x="216174" y="357620"/>
                  <a:pt x="217031" y="356564"/>
                </a:cubicBezTo>
                <a:cubicBezTo>
                  <a:pt x="216551" y="359901"/>
                  <a:pt x="215504" y="361362"/>
                  <a:pt x="213324" y="361362"/>
                </a:cubicBezTo>
                <a:cubicBezTo>
                  <a:pt x="213173" y="361390"/>
                  <a:pt x="213021" y="361403"/>
                  <a:pt x="212870" y="361401"/>
                </a:cubicBezTo>
                <a:cubicBezTo>
                  <a:pt x="211664" y="361379"/>
                  <a:pt x="210707" y="360385"/>
                  <a:pt x="210729" y="359181"/>
                </a:cubicBezTo>
                <a:lnTo>
                  <a:pt x="208788" y="359181"/>
                </a:lnTo>
                <a:cubicBezTo>
                  <a:pt x="208788" y="360446"/>
                  <a:pt x="209769" y="362626"/>
                  <a:pt x="213367" y="362626"/>
                </a:cubicBezTo>
                <a:lnTo>
                  <a:pt x="213367" y="362692"/>
                </a:lnTo>
                <a:cubicBezTo>
                  <a:pt x="218753" y="362692"/>
                  <a:pt x="218971" y="356761"/>
                  <a:pt x="219015" y="355539"/>
                </a:cubicBezTo>
                <a:cubicBezTo>
                  <a:pt x="219015" y="353468"/>
                  <a:pt x="218513" y="349587"/>
                  <a:pt x="213607" y="349587"/>
                </a:cubicBezTo>
                <a:cubicBezTo>
                  <a:pt x="213398" y="349558"/>
                  <a:pt x="213188" y="349545"/>
                  <a:pt x="212979" y="349547"/>
                </a:cubicBezTo>
                <a:close/>
                <a:moveTo>
                  <a:pt x="240428" y="349521"/>
                </a:moveTo>
                <a:cubicBezTo>
                  <a:pt x="236001" y="349521"/>
                  <a:pt x="235151" y="353446"/>
                  <a:pt x="235151" y="356063"/>
                </a:cubicBezTo>
                <a:cubicBezTo>
                  <a:pt x="235151" y="358679"/>
                  <a:pt x="236067" y="362604"/>
                  <a:pt x="240428" y="362604"/>
                </a:cubicBezTo>
                <a:lnTo>
                  <a:pt x="240428" y="362692"/>
                </a:lnTo>
                <a:cubicBezTo>
                  <a:pt x="244920" y="362692"/>
                  <a:pt x="245705" y="358679"/>
                  <a:pt x="245705" y="356063"/>
                </a:cubicBezTo>
                <a:cubicBezTo>
                  <a:pt x="245705" y="353446"/>
                  <a:pt x="244854" y="349521"/>
                  <a:pt x="240428" y="349521"/>
                </a:cubicBezTo>
                <a:close/>
                <a:moveTo>
                  <a:pt x="228675" y="349434"/>
                </a:moveTo>
                <a:lnTo>
                  <a:pt x="221632" y="357567"/>
                </a:lnTo>
                <a:lnTo>
                  <a:pt x="221632" y="359137"/>
                </a:lnTo>
                <a:lnTo>
                  <a:pt x="228348" y="359137"/>
                </a:lnTo>
                <a:lnTo>
                  <a:pt x="228348" y="362277"/>
                </a:lnTo>
                <a:lnTo>
                  <a:pt x="230288" y="362277"/>
                </a:lnTo>
                <a:lnTo>
                  <a:pt x="230288" y="359137"/>
                </a:lnTo>
                <a:lnTo>
                  <a:pt x="232469" y="359137"/>
                </a:lnTo>
                <a:lnTo>
                  <a:pt x="232469" y="357764"/>
                </a:lnTo>
                <a:lnTo>
                  <a:pt x="230288" y="357764"/>
                </a:lnTo>
                <a:lnTo>
                  <a:pt x="230288" y="349434"/>
                </a:lnTo>
                <a:close/>
                <a:moveTo>
                  <a:pt x="200742" y="349347"/>
                </a:moveTo>
                <a:cubicBezTo>
                  <a:pt x="200131" y="351440"/>
                  <a:pt x="199085" y="351658"/>
                  <a:pt x="196599" y="351789"/>
                </a:cubicBezTo>
                <a:lnTo>
                  <a:pt x="196599" y="353163"/>
                </a:lnTo>
                <a:lnTo>
                  <a:pt x="200197" y="353163"/>
                </a:lnTo>
                <a:lnTo>
                  <a:pt x="200197" y="362277"/>
                </a:lnTo>
                <a:lnTo>
                  <a:pt x="202246" y="362277"/>
                </a:lnTo>
                <a:lnTo>
                  <a:pt x="202246" y="349347"/>
                </a:lnTo>
                <a:close/>
                <a:moveTo>
                  <a:pt x="94658" y="345617"/>
                </a:moveTo>
                <a:lnTo>
                  <a:pt x="79961" y="361361"/>
                </a:lnTo>
                <a:lnTo>
                  <a:pt x="81379" y="362691"/>
                </a:lnTo>
                <a:lnTo>
                  <a:pt x="82796" y="364086"/>
                </a:lnTo>
                <a:lnTo>
                  <a:pt x="93372" y="352726"/>
                </a:lnTo>
                <a:lnTo>
                  <a:pt x="88771" y="369669"/>
                </a:lnTo>
                <a:lnTo>
                  <a:pt x="90275" y="371064"/>
                </a:lnTo>
                <a:lnTo>
                  <a:pt x="91780" y="372394"/>
                </a:lnTo>
                <a:lnTo>
                  <a:pt x="106455" y="356629"/>
                </a:lnTo>
                <a:lnTo>
                  <a:pt x="105038" y="355320"/>
                </a:lnTo>
                <a:lnTo>
                  <a:pt x="103642" y="354012"/>
                </a:lnTo>
                <a:lnTo>
                  <a:pt x="93328" y="365068"/>
                </a:lnTo>
                <a:lnTo>
                  <a:pt x="97820" y="348583"/>
                </a:lnTo>
                <a:lnTo>
                  <a:pt x="96228" y="347100"/>
                </a:lnTo>
                <a:close/>
                <a:moveTo>
                  <a:pt x="546055" y="345486"/>
                </a:moveTo>
                <a:lnTo>
                  <a:pt x="546131" y="358030"/>
                </a:lnTo>
                <a:lnTo>
                  <a:pt x="558675" y="358030"/>
                </a:lnTo>
                <a:cubicBezTo>
                  <a:pt x="560855" y="358168"/>
                  <a:pt x="563021" y="357580"/>
                  <a:pt x="564832" y="356358"/>
                </a:cubicBezTo>
                <a:cubicBezTo>
                  <a:pt x="566221" y="355041"/>
                  <a:pt x="566947" y="353172"/>
                  <a:pt x="566809" y="351264"/>
                </a:cubicBezTo>
                <a:cubicBezTo>
                  <a:pt x="566916" y="349545"/>
                  <a:pt x="566107" y="347897"/>
                  <a:pt x="564681" y="346931"/>
                </a:cubicBezTo>
                <a:cubicBezTo>
                  <a:pt x="562715" y="345825"/>
                  <a:pt x="560467" y="345323"/>
                  <a:pt x="558218" y="345486"/>
                </a:cubicBezTo>
                <a:close/>
                <a:moveTo>
                  <a:pt x="1826552" y="343894"/>
                </a:moveTo>
                <a:cubicBezTo>
                  <a:pt x="1823285" y="343378"/>
                  <a:pt x="1819821" y="344108"/>
                  <a:pt x="1816934" y="346207"/>
                </a:cubicBezTo>
                <a:cubicBezTo>
                  <a:pt x="1815839" y="347002"/>
                  <a:pt x="1814877" y="347965"/>
                  <a:pt x="1814081" y="349059"/>
                </a:cubicBezTo>
                <a:cubicBezTo>
                  <a:pt x="1811248" y="353602"/>
                  <a:pt x="1809917" y="358922"/>
                  <a:pt x="1810280" y="364263"/>
                </a:cubicBezTo>
                <a:cubicBezTo>
                  <a:pt x="1810014" y="369346"/>
                  <a:pt x="1811314" y="374387"/>
                  <a:pt x="1814005" y="378708"/>
                </a:cubicBezTo>
                <a:cubicBezTo>
                  <a:pt x="1818315" y="384501"/>
                  <a:pt x="1826506" y="385704"/>
                  <a:pt x="1832300" y="381394"/>
                </a:cubicBezTo>
                <a:cubicBezTo>
                  <a:pt x="1833321" y="380633"/>
                  <a:pt x="1834226" y="379729"/>
                  <a:pt x="1834986" y="378708"/>
                </a:cubicBezTo>
                <a:lnTo>
                  <a:pt x="1834987" y="378708"/>
                </a:lnTo>
                <a:cubicBezTo>
                  <a:pt x="1837736" y="374411"/>
                  <a:pt x="1839067" y="369358"/>
                  <a:pt x="1838787" y="364263"/>
                </a:cubicBezTo>
                <a:cubicBezTo>
                  <a:pt x="1839151" y="358922"/>
                  <a:pt x="1837820" y="353602"/>
                  <a:pt x="1834987" y="349059"/>
                </a:cubicBezTo>
                <a:cubicBezTo>
                  <a:pt x="1832888" y="346173"/>
                  <a:pt x="1829818" y="344410"/>
                  <a:pt x="1826552" y="343894"/>
                </a:cubicBezTo>
                <a:close/>
                <a:moveTo>
                  <a:pt x="1719296" y="343890"/>
                </a:moveTo>
                <a:cubicBezTo>
                  <a:pt x="1716008" y="343381"/>
                  <a:pt x="1712526" y="344126"/>
                  <a:pt x="1709629" y="346245"/>
                </a:cubicBezTo>
                <a:cubicBezTo>
                  <a:pt x="1708553" y="347033"/>
                  <a:pt x="1707603" y="347983"/>
                  <a:pt x="1706815" y="349060"/>
                </a:cubicBezTo>
                <a:cubicBezTo>
                  <a:pt x="1704008" y="353611"/>
                  <a:pt x="1702705" y="358931"/>
                  <a:pt x="1703090" y="364264"/>
                </a:cubicBezTo>
                <a:cubicBezTo>
                  <a:pt x="1702789" y="369350"/>
                  <a:pt x="1704091" y="374402"/>
                  <a:pt x="1706815" y="378708"/>
                </a:cubicBezTo>
                <a:cubicBezTo>
                  <a:pt x="1711126" y="384501"/>
                  <a:pt x="1719317" y="385704"/>
                  <a:pt x="1725110" y="381394"/>
                </a:cubicBezTo>
                <a:cubicBezTo>
                  <a:pt x="1726132" y="380634"/>
                  <a:pt x="1727037" y="379729"/>
                  <a:pt x="1727797" y="378708"/>
                </a:cubicBezTo>
                <a:cubicBezTo>
                  <a:pt x="1730521" y="374402"/>
                  <a:pt x="1731824" y="369349"/>
                  <a:pt x="1731522" y="364264"/>
                </a:cubicBezTo>
                <a:cubicBezTo>
                  <a:pt x="1731907" y="358931"/>
                  <a:pt x="1730604" y="353611"/>
                  <a:pt x="1727797" y="349060"/>
                </a:cubicBezTo>
                <a:cubicBezTo>
                  <a:pt x="1725677" y="346163"/>
                  <a:pt x="1722584" y="344400"/>
                  <a:pt x="1719296" y="343890"/>
                </a:cubicBezTo>
                <a:close/>
                <a:moveTo>
                  <a:pt x="1322848" y="343890"/>
                </a:moveTo>
                <a:cubicBezTo>
                  <a:pt x="1319560" y="343381"/>
                  <a:pt x="1316078" y="344126"/>
                  <a:pt x="1313181" y="346245"/>
                </a:cubicBezTo>
                <a:cubicBezTo>
                  <a:pt x="1312105" y="347033"/>
                  <a:pt x="1311155" y="347983"/>
                  <a:pt x="1310367" y="349060"/>
                </a:cubicBezTo>
                <a:cubicBezTo>
                  <a:pt x="1307560" y="353611"/>
                  <a:pt x="1306257" y="358931"/>
                  <a:pt x="1306642" y="364264"/>
                </a:cubicBezTo>
                <a:cubicBezTo>
                  <a:pt x="1306341" y="369350"/>
                  <a:pt x="1307643" y="374402"/>
                  <a:pt x="1310367" y="378708"/>
                </a:cubicBezTo>
                <a:cubicBezTo>
                  <a:pt x="1314678" y="384501"/>
                  <a:pt x="1322869" y="385704"/>
                  <a:pt x="1328662" y="381394"/>
                </a:cubicBezTo>
                <a:cubicBezTo>
                  <a:pt x="1329684" y="380634"/>
                  <a:pt x="1330589" y="379729"/>
                  <a:pt x="1331349" y="378708"/>
                </a:cubicBezTo>
                <a:cubicBezTo>
                  <a:pt x="1334073" y="374402"/>
                  <a:pt x="1335376" y="369349"/>
                  <a:pt x="1335074" y="364264"/>
                </a:cubicBezTo>
                <a:cubicBezTo>
                  <a:pt x="1335459" y="358931"/>
                  <a:pt x="1334156" y="353611"/>
                  <a:pt x="1331349" y="349060"/>
                </a:cubicBezTo>
                <a:cubicBezTo>
                  <a:pt x="1329229" y="346163"/>
                  <a:pt x="1326136" y="344400"/>
                  <a:pt x="1322848" y="343890"/>
                </a:cubicBezTo>
                <a:close/>
                <a:moveTo>
                  <a:pt x="87702" y="338029"/>
                </a:moveTo>
                <a:lnTo>
                  <a:pt x="71697" y="352442"/>
                </a:lnTo>
                <a:lnTo>
                  <a:pt x="73093" y="353969"/>
                </a:lnTo>
                <a:lnTo>
                  <a:pt x="74466" y="355517"/>
                </a:lnTo>
                <a:lnTo>
                  <a:pt x="90472" y="341103"/>
                </a:lnTo>
                <a:lnTo>
                  <a:pt x="89098" y="339555"/>
                </a:lnTo>
                <a:close/>
                <a:moveTo>
                  <a:pt x="1916924" y="335788"/>
                </a:moveTo>
                <a:lnTo>
                  <a:pt x="1923386" y="335788"/>
                </a:lnTo>
                <a:lnTo>
                  <a:pt x="1929924" y="335788"/>
                </a:lnTo>
                <a:lnTo>
                  <a:pt x="1940832" y="360406"/>
                </a:lnTo>
                <a:lnTo>
                  <a:pt x="1940795" y="360495"/>
                </a:lnTo>
                <a:lnTo>
                  <a:pt x="1940871" y="360495"/>
                </a:lnTo>
                <a:lnTo>
                  <a:pt x="1940832" y="360406"/>
                </a:lnTo>
                <a:lnTo>
                  <a:pt x="1951058" y="335788"/>
                </a:lnTo>
                <a:lnTo>
                  <a:pt x="1957292" y="335788"/>
                </a:lnTo>
                <a:lnTo>
                  <a:pt x="1963449" y="335788"/>
                </a:lnTo>
                <a:lnTo>
                  <a:pt x="1946116" y="371137"/>
                </a:lnTo>
                <a:lnTo>
                  <a:pt x="1946116" y="392804"/>
                </a:lnTo>
                <a:lnTo>
                  <a:pt x="1940719" y="392804"/>
                </a:lnTo>
                <a:lnTo>
                  <a:pt x="1935169" y="392804"/>
                </a:lnTo>
                <a:lnTo>
                  <a:pt x="1935169" y="371366"/>
                </a:lnTo>
                <a:close/>
                <a:moveTo>
                  <a:pt x="1754468" y="335788"/>
                </a:moveTo>
                <a:lnTo>
                  <a:pt x="1759942" y="335788"/>
                </a:lnTo>
                <a:lnTo>
                  <a:pt x="1765415" y="335788"/>
                </a:lnTo>
                <a:lnTo>
                  <a:pt x="1765415" y="382617"/>
                </a:lnTo>
                <a:lnTo>
                  <a:pt x="1791415" y="382617"/>
                </a:lnTo>
                <a:lnTo>
                  <a:pt x="1791415" y="387710"/>
                </a:lnTo>
                <a:lnTo>
                  <a:pt x="1791415" y="392727"/>
                </a:lnTo>
                <a:lnTo>
                  <a:pt x="1754468" y="392727"/>
                </a:lnTo>
                <a:close/>
                <a:moveTo>
                  <a:pt x="1638612" y="335788"/>
                </a:moveTo>
                <a:lnTo>
                  <a:pt x="1644314" y="335788"/>
                </a:lnTo>
                <a:lnTo>
                  <a:pt x="1650016" y="335788"/>
                </a:lnTo>
                <a:lnTo>
                  <a:pt x="1671073" y="375775"/>
                </a:lnTo>
                <a:lnTo>
                  <a:pt x="1671073" y="335788"/>
                </a:lnTo>
                <a:lnTo>
                  <a:pt x="1676167" y="335788"/>
                </a:lnTo>
                <a:lnTo>
                  <a:pt x="1681335" y="335788"/>
                </a:lnTo>
                <a:lnTo>
                  <a:pt x="1681335" y="392727"/>
                </a:lnTo>
                <a:lnTo>
                  <a:pt x="1675862" y="392727"/>
                </a:lnTo>
                <a:lnTo>
                  <a:pt x="1670388" y="392727"/>
                </a:lnTo>
                <a:lnTo>
                  <a:pt x="1648799" y="351676"/>
                </a:lnTo>
                <a:lnTo>
                  <a:pt x="1648799" y="392727"/>
                </a:lnTo>
                <a:lnTo>
                  <a:pt x="1643706" y="392727"/>
                </a:lnTo>
                <a:lnTo>
                  <a:pt x="1638612" y="392727"/>
                </a:lnTo>
                <a:close/>
                <a:moveTo>
                  <a:pt x="1583116" y="335788"/>
                </a:moveTo>
                <a:lnTo>
                  <a:pt x="1588514" y="335788"/>
                </a:lnTo>
                <a:lnTo>
                  <a:pt x="1593987" y="335788"/>
                </a:lnTo>
                <a:lnTo>
                  <a:pt x="1593987" y="357150"/>
                </a:lnTo>
                <a:lnTo>
                  <a:pt x="1614512" y="357150"/>
                </a:lnTo>
                <a:lnTo>
                  <a:pt x="1614512" y="335788"/>
                </a:lnTo>
                <a:lnTo>
                  <a:pt x="1619986" y="335788"/>
                </a:lnTo>
                <a:lnTo>
                  <a:pt x="1625459" y="335788"/>
                </a:lnTo>
                <a:lnTo>
                  <a:pt x="1625459" y="392727"/>
                </a:lnTo>
                <a:lnTo>
                  <a:pt x="1619986" y="392727"/>
                </a:lnTo>
                <a:lnTo>
                  <a:pt x="1614512" y="392727"/>
                </a:lnTo>
                <a:lnTo>
                  <a:pt x="1614512" y="366957"/>
                </a:lnTo>
                <a:lnTo>
                  <a:pt x="1593987" y="366957"/>
                </a:lnTo>
                <a:lnTo>
                  <a:pt x="1593987" y="392727"/>
                </a:lnTo>
                <a:lnTo>
                  <a:pt x="1588590" y="392727"/>
                </a:lnTo>
                <a:lnTo>
                  <a:pt x="1583116" y="392727"/>
                </a:lnTo>
                <a:close/>
                <a:moveTo>
                  <a:pt x="1476232" y="335788"/>
                </a:moveTo>
                <a:lnTo>
                  <a:pt x="1514775" y="335788"/>
                </a:lnTo>
                <a:lnTo>
                  <a:pt x="1514775" y="340805"/>
                </a:lnTo>
                <a:lnTo>
                  <a:pt x="1514775" y="345899"/>
                </a:lnTo>
                <a:lnTo>
                  <a:pt x="1487179" y="345899"/>
                </a:lnTo>
                <a:lnTo>
                  <a:pt x="1487179" y="357986"/>
                </a:lnTo>
                <a:lnTo>
                  <a:pt x="1512798" y="357986"/>
                </a:lnTo>
                <a:lnTo>
                  <a:pt x="1512798" y="362851"/>
                </a:lnTo>
                <a:lnTo>
                  <a:pt x="1512798" y="367792"/>
                </a:lnTo>
                <a:lnTo>
                  <a:pt x="1487179" y="367792"/>
                </a:lnTo>
                <a:lnTo>
                  <a:pt x="1487179" y="382617"/>
                </a:lnTo>
                <a:lnTo>
                  <a:pt x="1515991" y="382617"/>
                </a:lnTo>
                <a:lnTo>
                  <a:pt x="1515991" y="387710"/>
                </a:lnTo>
                <a:lnTo>
                  <a:pt x="1515991" y="392727"/>
                </a:lnTo>
                <a:lnTo>
                  <a:pt x="1476232" y="392727"/>
                </a:lnTo>
                <a:close/>
                <a:moveTo>
                  <a:pt x="1424157" y="335788"/>
                </a:moveTo>
                <a:lnTo>
                  <a:pt x="1466805" y="335788"/>
                </a:lnTo>
                <a:lnTo>
                  <a:pt x="1466805" y="340805"/>
                </a:lnTo>
                <a:lnTo>
                  <a:pt x="1466805" y="345899"/>
                </a:lnTo>
                <a:lnTo>
                  <a:pt x="1450917" y="345899"/>
                </a:lnTo>
                <a:lnTo>
                  <a:pt x="1450917" y="392727"/>
                </a:lnTo>
                <a:lnTo>
                  <a:pt x="1445519" y="392727"/>
                </a:lnTo>
                <a:lnTo>
                  <a:pt x="1440046" y="392727"/>
                </a:lnTo>
                <a:lnTo>
                  <a:pt x="1440046" y="345899"/>
                </a:lnTo>
                <a:lnTo>
                  <a:pt x="1424157" y="345899"/>
                </a:lnTo>
                <a:lnTo>
                  <a:pt x="1424157" y="340882"/>
                </a:lnTo>
                <a:close/>
                <a:moveTo>
                  <a:pt x="1358019" y="335788"/>
                </a:moveTo>
                <a:lnTo>
                  <a:pt x="1395269" y="335788"/>
                </a:lnTo>
                <a:lnTo>
                  <a:pt x="1395269" y="340805"/>
                </a:lnTo>
                <a:lnTo>
                  <a:pt x="1395269" y="345899"/>
                </a:lnTo>
                <a:lnTo>
                  <a:pt x="1368966" y="345899"/>
                </a:lnTo>
                <a:lnTo>
                  <a:pt x="1368966" y="358822"/>
                </a:lnTo>
                <a:lnTo>
                  <a:pt x="1391925" y="358822"/>
                </a:lnTo>
                <a:lnTo>
                  <a:pt x="1391925" y="363764"/>
                </a:lnTo>
                <a:lnTo>
                  <a:pt x="1391925" y="368629"/>
                </a:lnTo>
                <a:lnTo>
                  <a:pt x="1368966" y="368629"/>
                </a:lnTo>
                <a:lnTo>
                  <a:pt x="1368966" y="392727"/>
                </a:lnTo>
                <a:lnTo>
                  <a:pt x="1363493" y="392727"/>
                </a:lnTo>
                <a:lnTo>
                  <a:pt x="1358019" y="392727"/>
                </a:lnTo>
                <a:close/>
                <a:moveTo>
                  <a:pt x="1223463" y="335788"/>
                </a:moveTo>
                <a:lnTo>
                  <a:pt x="1262082" y="335788"/>
                </a:lnTo>
                <a:lnTo>
                  <a:pt x="1262082" y="340805"/>
                </a:lnTo>
                <a:lnTo>
                  <a:pt x="1262082" y="345899"/>
                </a:lnTo>
                <a:lnTo>
                  <a:pt x="1234410" y="345899"/>
                </a:lnTo>
                <a:lnTo>
                  <a:pt x="1234410" y="357986"/>
                </a:lnTo>
                <a:lnTo>
                  <a:pt x="1260029" y="357986"/>
                </a:lnTo>
                <a:lnTo>
                  <a:pt x="1260029" y="362851"/>
                </a:lnTo>
                <a:lnTo>
                  <a:pt x="1260029" y="367792"/>
                </a:lnTo>
                <a:lnTo>
                  <a:pt x="1234410" y="367792"/>
                </a:lnTo>
                <a:lnTo>
                  <a:pt x="1234410" y="382617"/>
                </a:lnTo>
                <a:lnTo>
                  <a:pt x="1263298" y="382617"/>
                </a:lnTo>
                <a:lnTo>
                  <a:pt x="1263298" y="387710"/>
                </a:lnTo>
                <a:lnTo>
                  <a:pt x="1263298" y="392727"/>
                </a:lnTo>
                <a:lnTo>
                  <a:pt x="1223463" y="392727"/>
                </a:lnTo>
                <a:close/>
                <a:moveTo>
                  <a:pt x="1171464" y="335788"/>
                </a:moveTo>
                <a:lnTo>
                  <a:pt x="1214036" y="335788"/>
                </a:lnTo>
                <a:lnTo>
                  <a:pt x="1214036" y="340805"/>
                </a:lnTo>
                <a:lnTo>
                  <a:pt x="1214036" y="345899"/>
                </a:lnTo>
                <a:lnTo>
                  <a:pt x="1198224" y="345899"/>
                </a:lnTo>
                <a:lnTo>
                  <a:pt x="1198224" y="392727"/>
                </a:lnTo>
                <a:lnTo>
                  <a:pt x="1192750" y="392727"/>
                </a:lnTo>
                <a:lnTo>
                  <a:pt x="1187277" y="392727"/>
                </a:lnTo>
                <a:lnTo>
                  <a:pt x="1187277" y="345899"/>
                </a:lnTo>
                <a:lnTo>
                  <a:pt x="1171464" y="345899"/>
                </a:lnTo>
                <a:lnTo>
                  <a:pt x="1171464" y="340882"/>
                </a:lnTo>
                <a:close/>
                <a:moveTo>
                  <a:pt x="1068304" y="335788"/>
                </a:moveTo>
                <a:lnTo>
                  <a:pt x="1110876" y="335788"/>
                </a:lnTo>
                <a:lnTo>
                  <a:pt x="1110876" y="340805"/>
                </a:lnTo>
                <a:lnTo>
                  <a:pt x="1110876" y="345899"/>
                </a:lnTo>
                <a:lnTo>
                  <a:pt x="1095064" y="345899"/>
                </a:lnTo>
                <a:lnTo>
                  <a:pt x="1095064" y="392727"/>
                </a:lnTo>
                <a:lnTo>
                  <a:pt x="1089590" y="392727"/>
                </a:lnTo>
                <a:lnTo>
                  <a:pt x="1084117" y="392727"/>
                </a:lnTo>
                <a:lnTo>
                  <a:pt x="1084117" y="345899"/>
                </a:lnTo>
                <a:lnTo>
                  <a:pt x="1068304" y="345899"/>
                </a:lnTo>
                <a:lnTo>
                  <a:pt x="1068304" y="340882"/>
                </a:lnTo>
                <a:close/>
                <a:moveTo>
                  <a:pt x="1048691" y="335788"/>
                </a:moveTo>
                <a:lnTo>
                  <a:pt x="1054165" y="335788"/>
                </a:lnTo>
                <a:lnTo>
                  <a:pt x="1059638" y="335788"/>
                </a:lnTo>
                <a:lnTo>
                  <a:pt x="1059638" y="392727"/>
                </a:lnTo>
                <a:lnTo>
                  <a:pt x="1054241" y="392727"/>
                </a:lnTo>
                <a:lnTo>
                  <a:pt x="1048691" y="392727"/>
                </a:lnTo>
                <a:close/>
                <a:moveTo>
                  <a:pt x="997605" y="335788"/>
                </a:moveTo>
                <a:lnTo>
                  <a:pt x="1040177" y="335788"/>
                </a:lnTo>
                <a:lnTo>
                  <a:pt x="1040177" y="340805"/>
                </a:lnTo>
                <a:lnTo>
                  <a:pt x="1040177" y="345899"/>
                </a:lnTo>
                <a:lnTo>
                  <a:pt x="1024365" y="345899"/>
                </a:lnTo>
                <a:lnTo>
                  <a:pt x="1024365" y="392727"/>
                </a:lnTo>
                <a:lnTo>
                  <a:pt x="1018891" y="392727"/>
                </a:lnTo>
                <a:lnTo>
                  <a:pt x="1013418" y="392727"/>
                </a:lnTo>
                <a:lnTo>
                  <a:pt x="1013418" y="345899"/>
                </a:lnTo>
                <a:lnTo>
                  <a:pt x="997605" y="345899"/>
                </a:lnTo>
                <a:lnTo>
                  <a:pt x="997605" y="340882"/>
                </a:lnTo>
                <a:close/>
                <a:moveTo>
                  <a:pt x="894292" y="335788"/>
                </a:moveTo>
                <a:lnTo>
                  <a:pt x="900070" y="335788"/>
                </a:lnTo>
                <a:lnTo>
                  <a:pt x="905772" y="335788"/>
                </a:lnTo>
                <a:lnTo>
                  <a:pt x="926829" y="375775"/>
                </a:lnTo>
                <a:lnTo>
                  <a:pt x="926829" y="335788"/>
                </a:lnTo>
                <a:lnTo>
                  <a:pt x="931923" y="335788"/>
                </a:lnTo>
                <a:lnTo>
                  <a:pt x="937092" y="335788"/>
                </a:lnTo>
                <a:lnTo>
                  <a:pt x="937092" y="392727"/>
                </a:lnTo>
                <a:lnTo>
                  <a:pt x="931619" y="392727"/>
                </a:lnTo>
                <a:lnTo>
                  <a:pt x="926145" y="392727"/>
                </a:lnTo>
                <a:lnTo>
                  <a:pt x="904555" y="351676"/>
                </a:lnTo>
                <a:lnTo>
                  <a:pt x="904555" y="392727"/>
                </a:lnTo>
                <a:lnTo>
                  <a:pt x="899462" y="392727"/>
                </a:lnTo>
                <a:lnTo>
                  <a:pt x="894292" y="392727"/>
                </a:lnTo>
                <a:close/>
                <a:moveTo>
                  <a:pt x="870802" y="335788"/>
                </a:moveTo>
                <a:lnTo>
                  <a:pt x="876200" y="335788"/>
                </a:lnTo>
                <a:lnTo>
                  <a:pt x="881749" y="335788"/>
                </a:lnTo>
                <a:lnTo>
                  <a:pt x="881749" y="392727"/>
                </a:lnTo>
                <a:lnTo>
                  <a:pt x="876276" y="392727"/>
                </a:lnTo>
                <a:lnTo>
                  <a:pt x="870802" y="392727"/>
                </a:lnTo>
                <a:close/>
                <a:moveTo>
                  <a:pt x="732596" y="335788"/>
                </a:moveTo>
                <a:lnTo>
                  <a:pt x="738298" y="335788"/>
                </a:lnTo>
                <a:lnTo>
                  <a:pt x="744076" y="335788"/>
                </a:lnTo>
                <a:lnTo>
                  <a:pt x="765057" y="375775"/>
                </a:lnTo>
                <a:lnTo>
                  <a:pt x="765057" y="335788"/>
                </a:lnTo>
                <a:lnTo>
                  <a:pt x="770150" y="335788"/>
                </a:lnTo>
                <a:lnTo>
                  <a:pt x="775319" y="335788"/>
                </a:lnTo>
                <a:lnTo>
                  <a:pt x="775319" y="392727"/>
                </a:lnTo>
                <a:lnTo>
                  <a:pt x="769847" y="392727"/>
                </a:lnTo>
                <a:lnTo>
                  <a:pt x="764373" y="392727"/>
                </a:lnTo>
                <a:lnTo>
                  <a:pt x="742783" y="351676"/>
                </a:lnTo>
                <a:lnTo>
                  <a:pt x="742783" y="392727"/>
                </a:lnTo>
                <a:lnTo>
                  <a:pt x="737690" y="392727"/>
                </a:lnTo>
                <a:lnTo>
                  <a:pt x="732596" y="392727"/>
                </a:lnTo>
                <a:close/>
                <a:moveTo>
                  <a:pt x="709030" y="335788"/>
                </a:moveTo>
                <a:lnTo>
                  <a:pt x="714504" y="335788"/>
                </a:lnTo>
                <a:lnTo>
                  <a:pt x="719977" y="335788"/>
                </a:lnTo>
                <a:lnTo>
                  <a:pt x="719977" y="392727"/>
                </a:lnTo>
                <a:lnTo>
                  <a:pt x="714504" y="392727"/>
                </a:lnTo>
                <a:lnTo>
                  <a:pt x="709030" y="392727"/>
                </a:lnTo>
                <a:close/>
                <a:moveTo>
                  <a:pt x="642283" y="335788"/>
                </a:moveTo>
                <a:lnTo>
                  <a:pt x="647757" y="335788"/>
                </a:lnTo>
                <a:lnTo>
                  <a:pt x="653230" y="335788"/>
                </a:lnTo>
                <a:lnTo>
                  <a:pt x="653230" y="392727"/>
                </a:lnTo>
                <a:lnTo>
                  <a:pt x="647833" y="392727"/>
                </a:lnTo>
                <a:lnTo>
                  <a:pt x="642283" y="392727"/>
                </a:lnTo>
                <a:close/>
                <a:moveTo>
                  <a:pt x="591577" y="335788"/>
                </a:moveTo>
                <a:lnTo>
                  <a:pt x="630120" y="335788"/>
                </a:lnTo>
                <a:lnTo>
                  <a:pt x="630120" y="340805"/>
                </a:lnTo>
                <a:lnTo>
                  <a:pt x="630120" y="345899"/>
                </a:lnTo>
                <a:lnTo>
                  <a:pt x="602524" y="345899"/>
                </a:lnTo>
                <a:lnTo>
                  <a:pt x="602524" y="357986"/>
                </a:lnTo>
                <a:lnTo>
                  <a:pt x="628143" y="357986"/>
                </a:lnTo>
                <a:lnTo>
                  <a:pt x="628143" y="362851"/>
                </a:lnTo>
                <a:lnTo>
                  <a:pt x="628143" y="367792"/>
                </a:lnTo>
                <a:lnTo>
                  <a:pt x="602524" y="367792"/>
                </a:lnTo>
                <a:lnTo>
                  <a:pt x="602524" y="382617"/>
                </a:lnTo>
                <a:lnTo>
                  <a:pt x="631336" y="382617"/>
                </a:lnTo>
                <a:lnTo>
                  <a:pt x="631336" y="387710"/>
                </a:lnTo>
                <a:lnTo>
                  <a:pt x="631336" y="392727"/>
                </a:lnTo>
                <a:lnTo>
                  <a:pt x="591577" y="392727"/>
                </a:lnTo>
                <a:close/>
                <a:moveTo>
                  <a:pt x="535639" y="335680"/>
                </a:moveTo>
                <a:lnTo>
                  <a:pt x="561259" y="335680"/>
                </a:lnTo>
                <a:cubicBezTo>
                  <a:pt x="565547" y="335426"/>
                  <a:pt x="569777" y="336782"/>
                  <a:pt x="573118" y="339480"/>
                </a:cubicBezTo>
                <a:cubicBezTo>
                  <a:pt x="576081" y="342202"/>
                  <a:pt x="577671" y="346106"/>
                  <a:pt x="577452" y="350123"/>
                </a:cubicBezTo>
                <a:cubicBezTo>
                  <a:pt x="577725" y="354286"/>
                  <a:pt x="575899" y="358308"/>
                  <a:pt x="572586" y="360842"/>
                </a:cubicBezTo>
                <a:cubicBezTo>
                  <a:pt x="572078" y="361326"/>
                  <a:pt x="571486" y="361712"/>
                  <a:pt x="570838" y="361983"/>
                </a:cubicBezTo>
                <a:cubicBezTo>
                  <a:pt x="572034" y="362462"/>
                  <a:pt x="573159" y="363101"/>
                  <a:pt x="574183" y="363883"/>
                </a:cubicBezTo>
                <a:cubicBezTo>
                  <a:pt x="577568" y="366474"/>
                  <a:pt x="579448" y="370575"/>
                  <a:pt x="579200" y="374830"/>
                </a:cubicBezTo>
                <a:cubicBezTo>
                  <a:pt x="579546" y="379762"/>
                  <a:pt x="577712" y="384597"/>
                  <a:pt x="574183" y="388058"/>
                </a:cubicBezTo>
                <a:cubicBezTo>
                  <a:pt x="570098" y="391369"/>
                  <a:pt x="564907" y="393000"/>
                  <a:pt x="559663" y="392619"/>
                </a:cubicBezTo>
                <a:lnTo>
                  <a:pt x="535868" y="392619"/>
                </a:lnTo>
                <a:close/>
                <a:moveTo>
                  <a:pt x="685021" y="335679"/>
                </a:moveTo>
                <a:lnTo>
                  <a:pt x="695892" y="335679"/>
                </a:lnTo>
                <a:lnTo>
                  <a:pt x="695892" y="376655"/>
                </a:lnTo>
                <a:cubicBezTo>
                  <a:pt x="696265" y="381405"/>
                  <a:pt x="694734" y="386110"/>
                  <a:pt x="691635" y="389731"/>
                </a:cubicBezTo>
                <a:cubicBezTo>
                  <a:pt x="688236" y="392918"/>
                  <a:pt x="683663" y="394544"/>
                  <a:pt x="679015" y="394216"/>
                </a:cubicBezTo>
                <a:cubicBezTo>
                  <a:pt x="674156" y="394630"/>
                  <a:pt x="669373" y="392812"/>
                  <a:pt x="666016" y="389274"/>
                </a:cubicBezTo>
                <a:cubicBezTo>
                  <a:pt x="662902" y="384853"/>
                  <a:pt x="661522" y="379442"/>
                  <a:pt x="662139" y="374070"/>
                </a:cubicBezTo>
                <a:lnTo>
                  <a:pt x="662139" y="371106"/>
                </a:lnTo>
                <a:lnTo>
                  <a:pt x="672553" y="371106"/>
                </a:lnTo>
                <a:lnTo>
                  <a:pt x="672553" y="374526"/>
                </a:lnTo>
                <a:cubicBezTo>
                  <a:pt x="672307" y="377146"/>
                  <a:pt x="672807" y="379782"/>
                  <a:pt x="673998" y="382129"/>
                </a:cubicBezTo>
                <a:cubicBezTo>
                  <a:pt x="675046" y="383824"/>
                  <a:pt x="676952" y="384792"/>
                  <a:pt x="678939" y="384637"/>
                </a:cubicBezTo>
                <a:cubicBezTo>
                  <a:pt x="680688" y="384809"/>
                  <a:pt x="682413" y="384130"/>
                  <a:pt x="683576" y="382813"/>
                </a:cubicBezTo>
                <a:cubicBezTo>
                  <a:pt x="684666" y="381036"/>
                  <a:pt x="685172" y="378962"/>
                  <a:pt x="685021" y="376883"/>
                </a:cubicBezTo>
                <a:close/>
                <a:moveTo>
                  <a:pt x="1119479" y="335603"/>
                </a:moveTo>
                <a:lnTo>
                  <a:pt x="1130426" y="335603"/>
                </a:lnTo>
                <a:lnTo>
                  <a:pt x="1130426" y="371485"/>
                </a:lnTo>
                <a:cubicBezTo>
                  <a:pt x="1130207" y="374757"/>
                  <a:pt x="1131119" y="378005"/>
                  <a:pt x="1133011" y="380683"/>
                </a:cubicBezTo>
                <a:cubicBezTo>
                  <a:pt x="1134943" y="382812"/>
                  <a:pt x="1137747" y="383933"/>
                  <a:pt x="1140613" y="383724"/>
                </a:cubicBezTo>
                <a:cubicBezTo>
                  <a:pt x="1143438" y="383958"/>
                  <a:pt x="1146222" y="382928"/>
                  <a:pt x="1148215" y="380912"/>
                </a:cubicBezTo>
                <a:cubicBezTo>
                  <a:pt x="1150060" y="378133"/>
                  <a:pt x="1150891" y="374804"/>
                  <a:pt x="1150571" y="371485"/>
                </a:cubicBezTo>
                <a:lnTo>
                  <a:pt x="1150571" y="335603"/>
                </a:lnTo>
                <a:lnTo>
                  <a:pt x="1161822" y="335603"/>
                </a:lnTo>
                <a:lnTo>
                  <a:pt x="1161822" y="371105"/>
                </a:lnTo>
                <a:cubicBezTo>
                  <a:pt x="1162404" y="377392"/>
                  <a:pt x="1160645" y="383672"/>
                  <a:pt x="1156880" y="388742"/>
                </a:cubicBezTo>
                <a:cubicBezTo>
                  <a:pt x="1152473" y="392720"/>
                  <a:pt x="1146602" y="394677"/>
                  <a:pt x="1140688" y="394140"/>
                </a:cubicBezTo>
                <a:cubicBezTo>
                  <a:pt x="1134812" y="394598"/>
                  <a:pt x="1129014" y="392555"/>
                  <a:pt x="1124725" y="388514"/>
                </a:cubicBezTo>
                <a:cubicBezTo>
                  <a:pt x="1120913" y="383544"/>
                  <a:pt x="1119048" y="377354"/>
                  <a:pt x="1119479" y="371105"/>
                </a:cubicBezTo>
                <a:close/>
                <a:moveTo>
                  <a:pt x="1823163" y="334349"/>
                </a:moveTo>
                <a:cubicBezTo>
                  <a:pt x="1829457" y="333998"/>
                  <a:pt x="1835884" y="336048"/>
                  <a:pt x="1840954" y="340582"/>
                </a:cubicBezTo>
                <a:cubicBezTo>
                  <a:pt x="1841636" y="341193"/>
                  <a:pt x="1842283" y="341840"/>
                  <a:pt x="1842893" y="342522"/>
                </a:cubicBezTo>
                <a:cubicBezTo>
                  <a:pt x="1847753" y="348836"/>
                  <a:pt x="1850180" y="356687"/>
                  <a:pt x="1849735" y="364644"/>
                </a:cubicBezTo>
                <a:cubicBezTo>
                  <a:pt x="1850166" y="372458"/>
                  <a:pt x="1847734" y="380161"/>
                  <a:pt x="1842893" y="386310"/>
                </a:cubicBezTo>
                <a:cubicBezTo>
                  <a:pt x="1833575" y="396449"/>
                  <a:pt x="1817801" y="397115"/>
                  <a:pt x="1807661" y="387796"/>
                </a:cubicBezTo>
                <a:cubicBezTo>
                  <a:pt x="1807146" y="387322"/>
                  <a:pt x="1806649" y="386826"/>
                  <a:pt x="1806175" y="386310"/>
                </a:cubicBezTo>
                <a:cubicBezTo>
                  <a:pt x="1801334" y="380161"/>
                  <a:pt x="1798902" y="372458"/>
                  <a:pt x="1799333" y="364644"/>
                </a:cubicBezTo>
                <a:cubicBezTo>
                  <a:pt x="1798887" y="356687"/>
                  <a:pt x="1801315" y="348836"/>
                  <a:pt x="1806175" y="342522"/>
                </a:cubicBezTo>
                <a:cubicBezTo>
                  <a:pt x="1810710" y="337452"/>
                  <a:pt x="1816869" y="334700"/>
                  <a:pt x="1823163" y="334349"/>
                </a:cubicBezTo>
                <a:close/>
                <a:moveTo>
                  <a:pt x="1715959" y="334343"/>
                </a:moveTo>
                <a:cubicBezTo>
                  <a:pt x="1722273" y="333999"/>
                  <a:pt x="1728718" y="336062"/>
                  <a:pt x="1733798" y="340616"/>
                </a:cubicBezTo>
                <a:cubicBezTo>
                  <a:pt x="1734468" y="341217"/>
                  <a:pt x="1735103" y="341853"/>
                  <a:pt x="1735703" y="342521"/>
                </a:cubicBezTo>
                <a:cubicBezTo>
                  <a:pt x="1740542" y="348844"/>
                  <a:pt x="1742945" y="356697"/>
                  <a:pt x="1742470" y="364644"/>
                </a:cubicBezTo>
                <a:cubicBezTo>
                  <a:pt x="1742923" y="372448"/>
                  <a:pt x="1740517" y="380150"/>
                  <a:pt x="1735703" y="386310"/>
                </a:cubicBezTo>
                <a:cubicBezTo>
                  <a:pt x="1726346" y="396470"/>
                  <a:pt x="1710523" y="397120"/>
                  <a:pt x="1700363" y="387763"/>
                </a:cubicBezTo>
                <a:cubicBezTo>
                  <a:pt x="1699859" y="387299"/>
                  <a:pt x="1699374" y="386814"/>
                  <a:pt x="1698910" y="386310"/>
                </a:cubicBezTo>
                <a:lnTo>
                  <a:pt x="1698909" y="386310"/>
                </a:lnTo>
                <a:cubicBezTo>
                  <a:pt x="1694127" y="380134"/>
                  <a:pt x="1691724" y="372444"/>
                  <a:pt x="1692143" y="364644"/>
                </a:cubicBezTo>
                <a:cubicBezTo>
                  <a:pt x="1691709" y="356702"/>
                  <a:pt x="1694107" y="348863"/>
                  <a:pt x="1698909" y="342521"/>
                </a:cubicBezTo>
                <a:cubicBezTo>
                  <a:pt x="1703463" y="337442"/>
                  <a:pt x="1709645" y="334688"/>
                  <a:pt x="1715959" y="334343"/>
                </a:cubicBezTo>
                <a:close/>
                <a:moveTo>
                  <a:pt x="1319511" y="334343"/>
                </a:moveTo>
                <a:cubicBezTo>
                  <a:pt x="1325825" y="333999"/>
                  <a:pt x="1332270" y="336062"/>
                  <a:pt x="1337350" y="340616"/>
                </a:cubicBezTo>
                <a:cubicBezTo>
                  <a:pt x="1338020" y="341217"/>
                  <a:pt x="1338655" y="341853"/>
                  <a:pt x="1339255" y="342521"/>
                </a:cubicBezTo>
                <a:cubicBezTo>
                  <a:pt x="1344094" y="348844"/>
                  <a:pt x="1346497" y="356697"/>
                  <a:pt x="1346022" y="364644"/>
                </a:cubicBezTo>
                <a:cubicBezTo>
                  <a:pt x="1346475" y="372448"/>
                  <a:pt x="1344069" y="380150"/>
                  <a:pt x="1339255" y="386310"/>
                </a:cubicBezTo>
                <a:cubicBezTo>
                  <a:pt x="1329898" y="396470"/>
                  <a:pt x="1314075" y="397120"/>
                  <a:pt x="1303915" y="387763"/>
                </a:cubicBezTo>
                <a:cubicBezTo>
                  <a:pt x="1303411" y="387299"/>
                  <a:pt x="1302926" y="386814"/>
                  <a:pt x="1302462" y="386310"/>
                </a:cubicBezTo>
                <a:lnTo>
                  <a:pt x="1302461" y="386310"/>
                </a:lnTo>
                <a:cubicBezTo>
                  <a:pt x="1297679" y="380134"/>
                  <a:pt x="1295276" y="372444"/>
                  <a:pt x="1295695" y="364644"/>
                </a:cubicBezTo>
                <a:cubicBezTo>
                  <a:pt x="1295261" y="356702"/>
                  <a:pt x="1297659" y="348863"/>
                  <a:pt x="1302461" y="342521"/>
                </a:cubicBezTo>
                <a:cubicBezTo>
                  <a:pt x="1307015" y="337442"/>
                  <a:pt x="1313197" y="334688"/>
                  <a:pt x="1319511" y="334343"/>
                </a:cubicBezTo>
                <a:close/>
                <a:moveTo>
                  <a:pt x="1884704" y="334311"/>
                </a:moveTo>
                <a:cubicBezTo>
                  <a:pt x="1890405" y="334053"/>
                  <a:pt x="1896003" y="335892"/>
                  <a:pt x="1900441" y="339481"/>
                </a:cubicBezTo>
                <a:cubicBezTo>
                  <a:pt x="1904598" y="343009"/>
                  <a:pt x="1907194" y="348036"/>
                  <a:pt x="1907663" y="353469"/>
                </a:cubicBezTo>
                <a:lnTo>
                  <a:pt x="1896944" y="353469"/>
                </a:lnTo>
                <a:cubicBezTo>
                  <a:pt x="1896564" y="350884"/>
                  <a:pt x="1895168" y="348559"/>
                  <a:pt x="1893067" y="347007"/>
                </a:cubicBezTo>
                <a:cubicBezTo>
                  <a:pt x="1890959" y="345176"/>
                  <a:pt x="1888256" y="344176"/>
                  <a:pt x="1885465" y="344195"/>
                </a:cubicBezTo>
                <a:cubicBezTo>
                  <a:pt x="1881082" y="343981"/>
                  <a:pt x="1876886" y="345979"/>
                  <a:pt x="1874289" y="349516"/>
                </a:cubicBezTo>
                <a:cubicBezTo>
                  <a:pt x="1869025" y="358697"/>
                  <a:pt x="1869025" y="369983"/>
                  <a:pt x="1874289" y="379164"/>
                </a:cubicBezTo>
                <a:cubicBezTo>
                  <a:pt x="1877009" y="382607"/>
                  <a:pt x="1881236" y="384508"/>
                  <a:pt x="1885617" y="384257"/>
                </a:cubicBezTo>
                <a:cubicBezTo>
                  <a:pt x="1889631" y="384402"/>
                  <a:pt x="1893411" y="382367"/>
                  <a:pt x="1895499" y="378936"/>
                </a:cubicBezTo>
                <a:cubicBezTo>
                  <a:pt x="1896899" y="376810"/>
                  <a:pt x="1897879" y="374436"/>
                  <a:pt x="1898388" y="371942"/>
                </a:cubicBezTo>
                <a:lnTo>
                  <a:pt x="1886073" y="371942"/>
                </a:lnTo>
                <a:lnTo>
                  <a:pt x="1886073" y="362136"/>
                </a:lnTo>
                <a:lnTo>
                  <a:pt x="1908043" y="362136"/>
                </a:lnTo>
                <a:lnTo>
                  <a:pt x="1908043" y="392544"/>
                </a:lnTo>
                <a:lnTo>
                  <a:pt x="1900441" y="392544"/>
                </a:lnTo>
                <a:lnTo>
                  <a:pt x="1899377" y="384942"/>
                </a:lnTo>
                <a:lnTo>
                  <a:pt x="1899224" y="386310"/>
                </a:lnTo>
                <a:cubicBezTo>
                  <a:pt x="1895942" y="391500"/>
                  <a:pt x="1890158" y="394565"/>
                  <a:pt x="1884020" y="394369"/>
                </a:cubicBezTo>
                <a:lnTo>
                  <a:pt x="1884020" y="393912"/>
                </a:lnTo>
                <a:cubicBezTo>
                  <a:pt x="1877099" y="394282"/>
                  <a:pt x="1870386" y="391485"/>
                  <a:pt x="1865775" y="386310"/>
                </a:cubicBezTo>
                <a:cubicBezTo>
                  <a:pt x="1856523" y="373180"/>
                  <a:pt x="1856523" y="355652"/>
                  <a:pt x="1865775" y="342522"/>
                </a:cubicBezTo>
                <a:cubicBezTo>
                  <a:pt x="1870494" y="337031"/>
                  <a:pt x="1877470" y="334006"/>
                  <a:pt x="1884704" y="334311"/>
                </a:cubicBezTo>
                <a:close/>
                <a:moveTo>
                  <a:pt x="1549984" y="334160"/>
                </a:moveTo>
                <a:cubicBezTo>
                  <a:pt x="1555559" y="334016"/>
                  <a:pt x="1560983" y="335970"/>
                  <a:pt x="1565188" y="339633"/>
                </a:cubicBezTo>
                <a:cubicBezTo>
                  <a:pt x="1569501" y="343439"/>
                  <a:pt x="1572216" y="348733"/>
                  <a:pt x="1572790" y="354457"/>
                </a:cubicBezTo>
                <a:lnTo>
                  <a:pt x="1561843" y="354457"/>
                </a:lnTo>
                <a:cubicBezTo>
                  <a:pt x="1561659" y="351546"/>
                  <a:pt x="1560350" y="348820"/>
                  <a:pt x="1558194" y="346855"/>
                </a:cubicBezTo>
                <a:cubicBezTo>
                  <a:pt x="1556066" y="345069"/>
                  <a:pt x="1553371" y="344099"/>
                  <a:pt x="1550592" y="344118"/>
                </a:cubicBezTo>
                <a:cubicBezTo>
                  <a:pt x="1546673" y="344036"/>
                  <a:pt x="1543014" y="346068"/>
                  <a:pt x="1541014" y="349440"/>
                </a:cubicBezTo>
                <a:cubicBezTo>
                  <a:pt x="1538496" y="353904"/>
                  <a:pt x="1537309" y="358995"/>
                  <a:pt x="1537592" y="364112"/>
                </a:cubicBezTo>
                <a:cubicBezTo>
                  <a:pt x="1537313" y="369107"/>
                  <a:pt x="1538502" y="374076"/>
                  <a:pt x="1541014" y="378404"/>
                </a:cubicBezTo>
                <a:cubicBezTo>
                  <a:pt x="1544631" y="383763"/>
                  <a:pt x="1551908" y="385174"/>
                  <a:pt x="1557267" y="381557"/>
                </a:cubicBezTo>
                <a:cubicBezTo>
                  <a:pt x="1557726" y="381246"/>
                  <a:pt x="1558163" y="380904"/>
                  <a:pt x="1558574" y="380532"/>
                </a:cubicBezTo>
                <a:cubicBezTo>
                  <a:pt x="1560723" y="378343"/>
                  <a:pt x="1562017" y="375458"/>
                  <a:pt x="1562223" y="372398"/>
                </a:cubicBezTo>
                <a:lnTo>
                  <a:pt x="1572334" y="372702"/>
                </a:lnTo>
                <a:cubicBezTo>
                  <a:pt x="1571954" y="378622"/>
                  <a:pt x="1569411" y="384196"/>
                  <a:pt x="1565188" y="388363"/>
                </a:cubicBezTo>
                <a:cubicBezTo>
                  <a:pt x="1561079" y="392225"/>
                  <a:pt x="1555622" y="394325"/>
                  <a:pt x="1549984" y="394216"/>
                </a:cubicBezTo>
                <a:cubicBezTo>
                  <a:pt x="1543178" y="394495"/>
                  <a:pt x="1536651" y="391499"/>
                  <a:pt x="1532423" y="386158"/>
                </a:cubicBezTo>
                <a:cubicBezTo>
                  <a:pt x="1527782" y="379921"/>
                  <a:pt x="1525468" y="372256"/>
                  <a:pt x="1525886" y="364492"/>
                </a:cubicBezTo>
                <a:cubicBezTo>
                  <a:pt x="1525451" y="356585"/>
                  <a:pt x="1527761" y="348770"/>
                  <a:pt x="1532423" y="342370"/>
                </a:cubicBezTo>
                <a:cubicBezTo>
                  <a:pt x="1536611" y="336961"/>
                  <a:pt x="1543149" y="333904"/>
                  <a:pt x="1549984" y="334160"/>
                </a:cubicBezTo>
                <a:close/>
                <a:moveTo>
                  <a:pt x="969261" y="334158"/>
                </a:moveTo>
                <a:cubicBezTo>
                  <a:pt x="974517" y="333929"/>
                  <a:pt x="979660" y="335724"/>
                  <a:pt x="983630" y="339176"/>
                </a:cubicBezTo>
                <a:cubicBezTo>
                  <a:pt x="987383" y="342726"/>
                  <a:pt x="989570" y="347621"/>
                  <a:pt x="989712" y="352784"/>
                </a:cubicBezTo>
                <a:lnTo>
                  <a:pt x="978612" y="352784"/>
                </a:lnTo>
                <a:cubicBezTo>
                  <a:pt x="978528" y="350254"/>
                  <a:pt x="977332" y="347890"/>
                  <a:pt x="975343" y="346322"/>
                </a:cubicBezTo>
                <a:cubicBezTo>
                  <a:pt x="973151" y="344695"/>
                  <a:pt x="970470" y="343865"/>
                  <a:pt x="967741" y="343966"/>
                </a:cubicBezTo>
                <a:cubicBezTo>
                  <a:pt x="965417" y="343803"/>
                  <a:pt x="963115" y="344507"/>
                  <a:pt x="961280" y="345942"/>
                </a:cubicBezTo>
                <a:cubicBezTo>
                  <a:pt x="959667" y="347320"/>
                  <a:pt x="958795" y="349375"/>
                  <a:pt x="958923" y="351491"/>
                </a:cubicBezTo>
                <a:cubicBezTo>
                  <a:pt x="958919" y="353164"/>
                  <a:pt x="959860" y="354695"/>
                  <a:pt x="961355" y="355445"/>
                </a:cubicBezTo>
                <a:cubicBezTo>
                  <a:pt x="964655" y="356954"/>
                  <a:pt x="968127" y="358052"/>
                  <a:pt x="971694" y="358714"/>
                </a:cubicBezTo>
                <a:cubicBezTo>
                  <a:pt x="977188" y="359679"/>
                  <a:pt x="982390" y="361890"/>
                  <a:pt x="986898" y="365175"/>
                </a:cubicBezTo>
                <a:cubicBezTo>
                  <a:pt x="989718" y="368330"/>
                  <a:pt x="991096" y="372518"/>
                  <a:pt x="990700" y="376731"/>
                </a:cubicBezTo>
                <a:cubicBezTo>
                  <a:pt x="990968" y="381675"/>
                  <a:pt x="988812" y="386440"/>
                  <a:pt x="984921" y="389502"/>
                </a:cubicBezTo>
                <a:cubicBezTo>
                  <a:pt x="980378" y="392845"/>
                  <a:pt x="974818" y="394510"/>
                  <a:pt x="969186" y="394216"/>
                </a:cubicBezTo>
                <a:cubicBezTo>
                  <a:pt x="963671" y="394478"/>
                  <a:pt x="958255" y="392691"/>
                  <a:pt x="953982" y="389198"/>
                </a:cubicBezTo>
                <a:cubicBezTo>
                  <a:pt x="950106" y="385490"/>
                  <a:pt x="947933" y="380346"/>
                  <a:pt x="947976" y="374982"/>
                </a:cubicBezTo>
                <a:lnTo>
                  <a:pt x="958543" y="374983"/>
                </a:lnTo>
                <a:cubicBezTo>
                  <a:pt x="958487" y="377646"/>
                  <a:pt x="959597" y="380201"/>
                  <a:pt x="961584" y="381977"/>
                </a:cubicBezTo>
                <a:cubicBezTo>
                  <a:pt x="963766" y="383630"/>
                  <a:pt x="966448" y="384488"/>
                  <a:pt x="969186" y="384409"/>
                </a:cubicBezTo>
                <a:cubicBezTo>
                  <a:pt x="972037" y="384561"/>
                  <a:pt x="974877" y="383930"/>
                  <a:pt x="977396" y="382585"/>
                </a:cubicBezTo>
                <a:cubicBezTo>
                  <a:pt x="979229" y="381544"/>
                  <a:pt x="980362" y="379599"/>
                  <a:pt x="980361" y="377491"/>
                </a:cubicBezTo>
                <a:cubicBezTo>
                  <a:pt x="980484" y="375641"/>
                  <a:pt x="979687" y="373850"/>
                  <a:pt x="978232" y="372702"/>
                </a:cubicBezTo>
                <a:cubicBezTo>
                  <a:pt x="975460" y="371176"/>
                  <a:pt x="972455" y="370123"/>
                  <a:pt x="969337" y="369585"/>
                </a:cubicBezTo>
                <a:cubicBezTo>
                  <a:pt x="963397" y="368574"/>
                  <a:pt x="957730" y="366349"/>
                  <a:pt x="952689" y="363047"/>
                </a:cubicBezTo>
                <a:cubicBezTo>
                  <a:pt x="949728" y="360239"/>
                  <a:pt x="948191" y="356244"/>
                  <a:pt x="948508" y="352176"/>
                </a:cubicBezTo>
                <a:cubicBezTo>
                  <a:pt x="948256" y="347175"/>
                  <a:pt x="950299" y="342333"/>
                  <a:pt x="954057" y="339024"/>
                </a:cubicBezTo>
                <a:cubicBezTo>
                  <a:pt x="958318" y="335519"/>
                  <a:pt x="963758" y="333779"/>
                  <a:pt x="969261" y="334158"/>
                </a:cubicBezTo>
                <a:close/>
                <a:moveTo>
                  <a:pt x="809533" y="333950"/>
                </a:moveTo>
                <a:cubicBezTo>
                  <a:pt x="815717" y="333406"/>
                  <a:pt x="822094" y="335061"/>
                  <a:pt x="827407" y="339024"/>
                </a:cubicBezTo>
                <a:cubicBezTo>
                  <a:pt x="831591" y="342531"/>
                  <a:pt x="834192" y="347571"/>
                  <a:pt x="834629" y="353012"/>
                </a:cubicBezTo>
                <a:lnTo>
                  <a:pt x="823682" y="353012"/>
                </a:lnTo>
                <a:cubicBezTo>
                  <a:pt x="823371" y="350422"/>
                  <a:pt x="821994" y="348080"/>
                  <a:pt x="819880" y="346551"/>
                </a:cubicBezTo>
                <a:cubicBezTo>
                  <a:pt x="817773" y="344720"/>
                  <a:pt x="815070" y="343720"/>
                  <a:pt x="812278" y="343737"/>
                </a:cubicBezTo>
                <a:cubicBezTo>
                  <a:pt x="807906" y="343565"/>
                  <a:pt x="803727" y="345555"/>
                  <a:pt x="801104" y="349059"/>
                </a:cubicBezTo>
                <a:cubicBezTo>
                  <a:pt x="798135" y="353550"/>
                  <a:pt x="796720" y="358891"/>
                  <a:pt x="797074" y="364263"/>
                </a:cubicBezTo>
                <a:cubicBezTo>
                  <a:pt x="796720" y="369471"/>
                  <a:pt x="798082" y="374651"/>
                  <a:pt x="800952" y="379011"/>
                </a:cubicBezTo>
                <a:cubicBezTo>
                  <a:pt x="803680" y="382443"/>
                  <a:pt x="807901" y="384342"/>
                  <a:pt x="812278" y="384104"/>
                </a:cubicBezTo>
                <a:cubicBezTo>
                  <a:pt x="816286" y="384218"/>
                  <a:pt x="820050" y="382190"/>
                  <a:pt x="822161" y="378783"/>
                </a:cubicBezTo>
                <a:cubicBezTo>
                  <a:pt x="823530" y="376641"/>
                  <a:pt x="824508" y="374273"/>
                  <a:pt x="825050" y="371789"/>
                </a:cubicBezTo>
                <a:lnTo>
                  <a:pt x="812735" y="371789"/>
                </a:lnTo>
                <a:lnTo>
                  <a:pt x="812735" y="361982"/>
                </a:lnTo>
                <a:lnTo>
                  <a:pt x="834933" y="361982"/>
                </a:lnTo>
                <a:lnTo>
                  <a:pt x="834933" y="392390"/>
                </a:lnTo>
                <a:lnTo>
                  <a:pt x="827331" y="392390"/>
                </a:lnTo>
                <a:lnTo>
                  <a:pt x="826266" y="384788"/>
                </a:lnTo>
                <a:lnTo>
                  <a:pt x="825659" y="385701"/>
                </a:lnTo>
                <a:lnTo>
                  <a:pt x="810541" y="393713"/>
                </a:lnTo>
                <a:lnTo>
                  <a:pt x="792817" y="385853"/>
                </a:lnTo>
                <a:cubicBezTo>
                  <a:pt x="783700" y="372681"/>
                  <a:pt x="783700" y="355237"/>
                  <a:pt x="792817" y="342065"/>
                </a:cubicBezTo>
                <a:cubicBezTo>
                  <a:pt x="797358" y="337236"/>
                  <a:pt x="803349" y="334493"/>
                  <a:pt x="809533" y="333950"/>
                </a:cubicBezTo>
                <a:close/>
                <a:moveTo>
                  <a:pt x="358112" y="333820"/>
                </a:moveTo>
                <a:lnTo>
                  <a:pt x="356738" y="335368"/>
                </a:lnTo>
                <a:lnTo>
                  <a:pt x="355343" y="336895"/>
                </a:lnTo>
                <a:lnTo>
                  <a:pt x="361339" y="342303"/>
                </a:lnTo>
                <a:lnTo>
                  <a:pt x="356171" y="348059"/>
                </a:lnTo>
                <a:lnTo>
                  <a:pt x="350175" y="342652"/>
                </a:lnTo>
                <a:lnTo>
                  <a:pt x="348779" y="344200"/>
                </a:lnTo>
                <a:lnTo>
                  <a:pt x="347405" y="345726"/>
                </a:lnTo>
                <a:lnTo>
                  <a:pt x="363367" y="360183"/>
                </a:lnTo>
                <a:lnTo>
                  <a:pt x="364741" y="358635"/>
                </a:lnTo>
                <a:lnTo>
                  <a:pt x="366136" y="357109"/>
                </a:lnTo>
                <a:lnTo>
                  <a:pt x="358875" y="350567"/>
                </a:lnTo>
                <a:lnTo>
                  <a:pt x="364065" y="344810"/>
                </a:lnTo>
                <a:lnTo>
                  <a:pt x="371304" y="351352"/>
                </a:lnTo>
                <a:lnTo>
                  <a:pt x="372700" y="349804"/>
                </a:lnTo>
                <a:lnTo>
                  <a:pt x="374117" y="348234"/>
                </a:lnTo>
                <a:close/>
                <a:moveTo>
                  <a:pt x="221021" y="323049"/>
                </a:moveTo>
                <a:cubicBezTo>
                  <a:pt x="221498" y="323758"/>
                  <a:pt x="222031" y="324430"/>
                  <a:pt x="222613" y="325055"/>
                </a:cubicBezTo>
                <a:cubicBezTo>
                  <a:pt x="223289" y="325731"/>
                  <a:pt x="224292" y="326342"/>
                  <a:pt x="224357" y="326734"/>
                </a:cubicBezTo>
                <a:cubicBezTo>
                  <a:pt x="224423" y="327127"/>
                  <a:pt x="223877" y="327258"/>
                  <a:pt x="223877" y="327258"/>
                </a:cubicBezTo>
                <a:lnTo>
                  <a:pt x="223877" y="340690"/>
                </a:lnTo>
                <a:cubicBezTo>
                  <a:pt x="223877" y="340690"/>
                  <a:pt x="228980" y="340603"/>
                  <a:pt x="230637" y="341867"/>
                </a:cubicBezTo>
                <a:cubicBezTo>
                  <a:pt x="232294" y="343132"/>
                  <a:pt x="235151" y="344201"/>
                  <a:pt x="235892" y="345073"/>
                </a:cubicBezTo>
                <a:cubicBezTo>
                  <a:pt x="236634" y="345945"/>
                  <a:pt x="239730" y="346141"/>
                  <a:pt x="240995" y="346490"/>
                </a:cubicBezTo>
                <a:cubicBezTo>
                  <a:pt x="242260" y="346839"/>
                  <a:pt x="242870" y="348475"/>
                  <a:pt x="243590" y="349020"/>
                </a:cubicBezTo>
                <a:cubicBezTo>
                  <a:pt x="244309" y="349565"/>
                  <a:pt x="245421" y="348954"/>
                  <a:pt x="246490" y="349281"/>
                </a:cubicBezTo>
                <a:cubicBezTo>
                  <a:pt x="247558" y="349608"/>
                  <a:pt x="249368" y="351745"/>
                  <a:pt x="250546" y="352312"/>
                </a:cubicBezTo>
                <a:cubicBezTo>
                  <a:pt x="251723" y="352879"/>
                  <a:pt x="253162" y="352988"/>
                  <a:pt x="253686" y="354253"/>
                </a:cubicBezTo>
                <a:cubicBezTo>
                  <a:pt x="254209" y="355518"/>
                  <a:pt x="253904" y="356215"/>
                  <a:pt x="255256" y="356215"/>
                </a:cubicBezTo>
                <a:cubicBezTo>
                  <a:pt x="256355" y="356170"/>
                  <a:pt x="257419" y="356597"/>
                  <a:pt x="258178" y="357393"/>
                </a:cubicBezTo>
                <a:cubicBezTo>
                  <a:pt x="258635" y="357785"/>
                  <a:pt x="260118" y="357306"/>
                  <a:pt x="261492" y="357785"/>
                </a:cubicBezTo>
                <a:cubicBezTo>
                  <a:pt x="262190" y="357982"/>
                  <a:pt x="264458" y="359137"/>
                  <a:pt x="265853" y="359530"/>
                </a:cubicBezTo>
                <a:cubicBezTo>
                  <a:pt x="268066" y="360483"/>
                  <a:pt x="270179" y="361660"/>
                  <a:pt x="272155" y="363041"/>
                </a:cubicBezTo>
                <a:cubicBezTo>
                  <a:pt x="276291" y="363324"/>
                  <a:pt x="280389" y="364017"/>
                  <a:pt x="284388" y="365112"/>
                </a:cubicBezTo>
                <a:lnTo>
                  <a:pt x="159333" y="365243"/>
                </a:lnTo>
                <a:cubicBezTo>
                  <a:pt x="159333" y="365243"/>
                  <a:pt x="163367" y="364436"/>
                  <a:pt x="174270" y="363498"/>
                </a:cubicBezTo>
                <a:cubicBezTo>
                  <a:pt x="176191" y="361900"/>
                  <a:pt x="178418" y="360705"/>
                  <a:pt x="180812" y="359988"/>
                </a:cubicBezTo>
                <a:cubicBezTo>
                  <a:pt x="181597" y="359922"/>
                  <a:pt x="184017" y="357131"/>
                  <a:pt x="184322" y="356673"/>
                </a:cubicBezTo>
                <a:cubicBezTo>
                  <a:pt x="184628" y="356215"/>
                  <a:pt x="187244" y="356564"/>
                  <a:pt x="187833" y="354907"/>
                </a:cubicBezTo>
                <a:cubicBezTo>
                  <a:pt x="188422" y="353250"/>
                  <a:pt x="190057" y="353468"/>
                  <a:pt x="190973" y="353141"/>
                </a:cubicBezTo>
                <a:cubicBezTo>
                  <a:pt x="191889" y="352814"/>
                  <a:pt x="192020" y="350502"/>
                  <a:pt x="193699" y="349630"/>
                </a:cubicBezTo>
                <a:cubicBezTo>
                  <a:pt x="194462" y="349238"/>
                  <a:pt x="196403" y="348605"/>
                  <a:pt x="197798" y="348060"/>
                </a:cubicBezTo>
                <a:cubicBezTo>
                  <a:pt x="199194" y="347515"/>
                  <a:pt x="200677" y="345487"/>
                  <a:pt x="201701" y="345335"/>
                </a:cubicBezTo>
                <a:cubicBezTo>
                  <a:pt x="203474" y="345247"/>
                  <a:pt x="205208" y="344778"/>
                  <a:pt x="206782" y="343961"/>
                </a:cubicBezTo>
                <a:cubicBezTo>
                  <a:pt x="208265" y="342958"/>
                  <a:pt x="209987" y="341976"/>
                  <a:pt x="211274" y="341235"/>
                </a:cubicBezTo>
                <a:cubicBezTo>
                  <a:pt x="212560" y="340494"/>
                  <a:pt x="218404" y="340886"/>
                  <a:pt x="218404" y="340886"/>
                </a:cubicBezTo>
                <a:lnTo>
                  <a:pt x="218404" y="327541"/>
                </a:lnTo>
                <a:lnTo>
                  <a:pt x="217750" y="326931"/>
                </a:lnTo>
                <a:cubicBezTo>
                  <a:pt x="217467" y="326669"/>
                  <a:pt x="218666" y="325862"/>
                  <a:pt x="219473" y="325055"/>
                </a:cubicBezTo>
                <a:cubicBezTo>
                  <a:pt x="220057" y="324443"/>
                  <a:pt x="220576" y="323771"/>
                  <a:pt x="221021" y="323049"/>
                </a:cubicBezTo>
                <a:close/>
                <a:moveTo>
                  <a:pt x="371282" y="315809"/>
                </a:moveTo>
                <a:lnTo>
                  <a:pt x="370170" y="317401"/>
                </a:lnTo>
                <a:lnTo>
                  <a:pt x="369058" y="318993"/>
                </a:lnTo>
                <a:lnTo>
                  <a:pt x="381444" y="327715"/>
                </a:lnTo>
                <a:lnTo>
                  <a:pt x="364501" y="325534"/>
                </a:lnTo>
                <a:lnTo>
                  <a:pt x="363258" y="327322"/>
                </a:lnTo>
                <a:lnTo>
                  <a:pt x="362015" y="329089"/>
                </a:lnTo>
                <a:lnTo>
                  <a:pt x="379656" y="341452"/>
                </a:lnTo>
                <a:lnTo>
                  <a:pt x="380768" y="339860"/>
                </a:lnTo>
                <a:lnTo>
                  <a:pt x="381858" y="338269"/>
                </a:lnTo>
                <a:lnTo>
                  <a:pt x="369145" y="329372"/>
                </a:lnTo>
                <a:lnTo>
                  <a:pt x="386590" y="331553"/>
                </a:lnTo>
                <a:lnTo>
                  <a:pt x="387789" y="329852"/>
                </a:lnTo>
                <a:lnTo>
                  <a:pt x="388923" y="328173"/>
                </a:lnTo>
                <a:close/>
                <a:moveTo>
                  <a:pt x="67031" y="313912"/>
                </a:moveTo>
                <a:cubicBezTo>
                  <a:pt x="60967" y="313679"/>
                  <a:pt x="55397" y="317246"/>
                  <a:pt x="53075" y="322852"/>
                </a:cubicBezTo>
                <a:cubicBezTo>
                  <a:pt x="52310" y="325369"/>
                  <a:pt x="52752" y="328099"/>
                  <a:pt x="54274" y="330244"/>
                </a:cubicBezTo>
                <a:cubicBezTo>
                  <a:pt x="55480" y="332189"/>
                  <a:pt x="57613" y="333362"/>
                  <a:pt x="59900" y="333341"/>
                </a:cubicBezTo>
                <a:lnTo>
                  <a:pt x="60315" y="333341"/>
                </a:lnTo>
                <a:lnTo>
                  <a:pt x="58134" y="335194"/>
                </a:lnTo>
                <a:lnTo>
                  <a:pt x="59639" y="337527"/>
                </a:lnTo>
                <a:lnTo>
                  <a:pt x="69386" y="331204"/>
                </a:lnTo>
                <a:lnTo>
                  <a:pt x="64872" y="324226"/>
                </a:lnTo>
                <a:lnTo>
                  <a:pt x="61754" y="326254"/>
                </a:lnTo>
                <a:lnTo>
                  <a:pt x="64174" y="330244"/>
                </a:lnTo>
                <a:cubicBezTo>
                  <a:pt x="63278" y="330595"/>
                  <a:pt x="62325" y="330781"/>
                  <a:pt x="61361" y="330789"/>
                </a:cubicBezTo>
                <a:cubicBezTo>
                  <a:pt x="59854" y="330792"/>
                  <a:pt x="58452" y="330017"/>
                  <a:pt x="57654" y="328740"/>
                </a:cubicBezTo>
                <a:cubicBezTo>
                  <a:pt x="56662" y="327405"/>
                  <a:pt x="56394" y="325667"/>
                  <a:pt x="56935" y="324095"/>
                </a:cubicBezTo>
                <a:cubicBezTo>
                  <a:pt x="57726" y="322290"/>
                  <a:pt x="59091" y="320796"/>
                  <a:pt x="60816" y="319843"/>
                </a:cubicBezTo>
                <a:cubicBezTo>
                  <a:pt x="62421" y="318663"/>
                  <a:pt x="64364" y="318035"/>
                  <a:pt x="66355" y="318055"/>
                </a:cubicBezTo>
                <a:cubicBezTo>
                  <a:pt x="68018" y="318138"/>
                  <a:pt x="69527" y="319058"/>
                  <a:pt x="70367" y="320497"/>
                </a:cubicBezTo>
                <a:cubicBezTo>
                  <a:pt x="70934" y="321376"/>
                  <a:pt x="71165" y="322427"/>
                  <a:pt x="71021" y="323463"/>
                </a:cubicBezTo>
                <a:cubicBezTo>
                  <a:pt x="70962" y="324455"/>
                  <a:pt x="70506" y="325382"/>
                  <a:pt x="69756" y="326036"/>
                </a:cubicBezTo>
                <a:lnTo>
                  <a:pt x="72199" y="329503"/>
                </a:lnTo>
                <a:cubicBezTo>
                  <a:pt x="73823" y="328232"/>
                  <a:pt x="74887" y="326378"/>
                  <a:pt x="75164" y="324335"/>
                </a:cubicBezTo>
                <a:cubicBezTo>
                  <a:pt x="75378" y="322189"/>
                  <a:pt x="74813" y="320037"/>
                  <a:pt x="73572" y="318273"/>
                </a:cubicBezTo>
                <a:cubicBezTo>
                  <a:pt x="72192" y="315877"/>
                  <a:pt x="69772" y="314265"/>
                  <a:pt x="67031" y="313912"/>
                </a:cubicBezTo>
                <a:close/>
                <a:moveTo>
                  <a:pt x="385085" y="301374"/>
                </a:moveTo>
                <a:cubicBezTo>
                  <a:pt x="387050" y="301252"/>
                  <a:pt x="389003" y="301732"/>
                  <a:pt x="390689" y="302748"/>
                </a:cubicBezTo>
                <a:cubicBezTo>
                  <a:pt x="392501" y="303500"/>
                  <a:pt x="394023" y="304815"/>
                  <a:pt x="395028" y="306498"/>
                </a:cubicBezTo>
                <a:cubicBezTo>
                  <a:pt x="395211" y="306899"/>
                  <a:pt x="395342" y="307325"/>
                  <a:pt x="395414" y="307759"/>
                </a:cubicBezTo>
                <a:cubicBezTo>
                  <a:pt x="395863" y="310469"/>
                  <a:pt x="394030" y="313027"/>
                  <a:pt x="391321" y="313476"/>
                </a:cubicBezTo>
                <a:cubicBezTo>
                  <a:pt x="389391" y="313624"/>
                  <a:pt x="387462" y="313166"/>
                  <a:pt x="385804" y="312168"/>
                </a:cubicBezTo>
                <a:cubicBezTo>
                  <a:pt x="383984" y="311357"/>
                  <a:pt x="382462" y="310000"/>
                  <a:pt x="381443" y="308286"/>
                </a:cubicBezTo>
                <a:cubicBezTo>
                  <a:pt x="380702" y="306928"/>
                  <a:pt x="380702" y="305284"/>
                  <a:pt x="381443" y="303925"/>
                </a:cubicBezTo>
                <a:cubicBezTo>
                  <a:pt x="382139" y="302506"/>
                  <a:pt x="383513" y="301542"/>
                  <a:pt x="385085" y="301374"/>
                </a:cubicBezTo>
                <a:close/>
                <a:moveTo>
                  <a:pt x="384126" y="297492"/>
                </a:moveTo>
                <a:cubicBezTo>
                  <a:pt x="383805" y="297571"/>
                  <a:pt x="383489" y="297669"/>
                  <a:pt x="383179" y="297780"/>
                </a:cubicBezTo>
                <a:cubicBezTo>
                  <a:pt x="378323" y="299546"/>
                  <a:pt x="375818" y="304913"/>
                  <a:pt x="377584" y="309769"/>
                </a:cubicBezTo>
                <a:cubicBezTo>
                  <a:pt x="378847" y="312497"/>
                  <a:pt x="381032" y="314690"/>
                  <a:pt x="383755" y="315962"/>
                </a:cubicBezTo>
                <a:cubicBezTo>
                  <a:pt x="386293" y="317486"/>
                  <a:pt x="389298" y="318044"/>
                  <a:pt x="392216" y="317532"/>
                </a:cubicBezTo>
                <a:cubicBezTo>
                  <a:pt x="394813" y="316973"/>
                  <a:pt x="397004" y="315242"/>
                  <a:pt x="398147" y="312843"/>
                </a:cubicBezTo>
                <a:lnTo>
                  <a:pt x="398103" y="312800"/>
                </a:lnTo>
                <a:cubicBezTo>
                  <a:pt x="399451" y="310521"/>
                  <a:pt x="399693" y="307754"/>
                  <a:pt x="398757" y="305277"/>
                </a:cubicBezTo>
                <a:cubicBezTo>
                  <a:pt x="397551" y="302571"/>
                  <a:pt x="395406" y="300392"/>
                  <a:pt x="392717" y="299150"/>
                </a:cubicBezTo>
                <a:cubicBezTo>
                  <a:pt x="390142" y="297590"/>
                  <a:pt x="387096" y="297004"/>
                  <a:pt x="384126" y="297492"/>
                </a:cubicBezTo>
                <a:close/>
                <a:moveTo>
                  <a:pt x="58178" y="290667"/>
                </a:moveTo>
                <a:lnTo>
                  <a:pt x="38662" y="299782"/>
                </a:lnTo>
                <a:lnTo>
                  <a:pt x="39469" y="301526"/>
                </a:lnTo>
                <a:lnTo>
                  <a:pt x="40297" y="303271"/>
                </a:lnTo>
                <a:lnTo>
                  <a:pt x="54362" y="296729"/>
                </a:lnTo>
                <a:lnTo>
                  <a:pt x="43742" y="310707"/>
                </a:lnTo>
                <a:lnTo>
                  <a:pt x="44615" y="312560"/>
                </a:lnTo>
                <a:lnTo>
                  <a:pt x="45487" y="314392"/>
                </a:lnTo>
                <a:lnTo>
                  <a:pt x="65003" y="305299"/>
                </a:lnTo>
                <a:lnTo>
                  <a:pt x="64174" y="303532"/>
                </a:lnTo>
                <a:lnTo>
                  <a:pt x="63367" y="301788"/>
                </a:lnTo>
                <a:lnTo>
                  <a:pt x="49673" y="308177"/>
                </a:lnTo>
                <a:lnTo>
                  <a:pt x="60009" y="294614"/>
                </a:lnTo>
                <a:lnTo>
                  <a:pt x="59093" y="292652"/>
                </a:lnTo>
                <a:close/>
                <a:moveTo>
                  <a:pt x="406476" y="281836"/>
                </a:moveTo>
                <a:lnTo>
                  <a:pt x="402944" y="291038"/>
                </a:lnTo>
                <a:lnTo>
                  <a:pt x="386415" y="284693"/>
                </a:lnTo>
                <a:lnTo>
                  <a:pt x="385674" y="286633"/>
                </a:lnTo>
                <a:lnTo>
                  <a:pt x="384933" y="288552"/>
                </a:lnTo>
                <a:lnTo>
                  <a:pt x="405081" y="296293"/>
                </a:lnTo>
                <a:lnTo>
                  <a:pt x="410052" y="283210"/>
                </a:lnTo>
                <a:lnTo>
                  <a:pt x="408264" y="282534"/>
                </a:lnTo>
                <a:close/>
                <a:moveTo>
                  <a:pt x="54383" y="281095"/>
                </a:moveTo>
                <a:lnTo>
                  <a:pt x="34279" y="288814"/>
                </a:lnTo>
                <a:lnTo>
                  <a:pt x="35020" y="290755"/>
                </a:lnTo>
                <a:lnTo>
                  <a:pt x="35762" y="292673"/>
                </a:lnTo>
                <a:lnTo>
                  <a:pt x="55866" y="284954"/>
                </a:lnTo>
                <a:lnTo>
                  <a:pt x="55125" y="283035"/>
                </a:lnTo>
                <a:close/>
                <a:moveTo>
                  <a:pt x="35958" y="266420"/>
                </a:moveTo>
                <a:lnTo>
                  <a:pt x="34715" y="266747"/>
                </a:lnTo>
                <a:cubicBezTo>
                  <a:pt x="32700" y="267058"/>
                  <a:pt x="30868" y="268099"/>
                  <a:pt x="29569" y="269669"/>
                </a:cubicBezTo>
                <a:cubicBezTo>
                  <a:pt x="28629" y="271252"/>
                  <a:pt x="28446" y="273171"/>
                  <a:pt x="29067" y="274902"/>
                </a:cubicBezTo>
                <a:cubicBezTo>
                  <a:pt x="29399" y="276627"/>
                  <a:pt x="30435" y="278136"/>
                  <a:pt x="31924" y="279067"/>
                </a:cubicBezTo>
                <a:lnTo>
                  <a:pt x="31924" y="279023"/>
                </a:lnTo>
                <a:cubicBezTo>
                  <a:pt x="33546" y="279826"/>
                  <a:pt x="35421" y="279952"/>
                  <a:pt x="37135" y="279372"/>
                </a:cubicBezTo>
                <a:lnTo>
                  <a:pt x="52094" y="275360"/>
                </a:lnTo>
                <a:lnTo>
                  <a:pt x="51549" y="273354"/>
                </a:lnTo>
                <a:lnTo>
                  <a:pt x="51025" y="271369"/>
                </a:lnTo>
                <a:lnTo>
                  <a:pt x="36067" y="275382"/>
                </a:lnTo>
                <a:cubicBezTo>
                  <a:pt x="35308" y="275622"/>
                  <a:pt x="34492" y="275622"/>
                  <a:pt x="33734" y="275382"/>
                </a:cubicBezTo>
                <a:cubicBezTo>
                  <a:pt x="33657" y="275336"/>
                  <a:pt x="33583" y="275284"/>
                  <a:pt x="33511" y="275229"/>
                </a:cubicBezTo>
                <a:cubicBezTo>
                  <a:pt x="32441" y="274409"/>
                  <a:pt x="32238" y="272876"/>
                  <a:pt x="33058" y="271806"/>
                </a:cubicBezTo>
                <a:cubicBezTo>
                  <a:pt x="33812" y="271149"/>
                  <a:pt x="34732" y="270713"/>
                  <a:pt x="35718" y="270541"/>
                </a:cubicBezTo>
                <a:lnTo>
                  <a:pt x="36961" y="270214"/>
                </a:lnTo>
                <a:close/>
                <a:moveTo>
                  <a:pt x="848010" y="261938"/>
                </a:moveTo>
                <a:lnTo>
                  <a:pt x="847933" y="262091"/>
                </a:lnTo>
                <a:lnTo>
                  <a:pt x="847946" y="262008"/>
                </a:lnTo>
                <a:close/>
                <a:moveTo>
                  <a:pt x="399651" y="259486"/>
                </a:moveTo>
                <a:cubicBezTo>
                  <a:pt x="401533" y="258901"/>
                  <a:pt x="403548" y="258901"/>
                  <a:pt x="405429" y="259486"/>
                </a:cubicBezTo>
                <a:cubicBezTo>
                  <a:pt x="407333" y="259848"/>
                  <a:pt x="409071" y="260803"/>
                  <a:pt x="410401" y="262211"/>
                </a:cubicBezTo>
                <a:cubicBezTo>
                  <a:pt x="410676" y="262556"/>
                  <a:pt x="410905" y="262937"/>
                  <a:pt x="411081" y="263343"/>
                </a:cubicBezTo>
                <a:cubicBezTo>
                  <a:pt x="412176" y="265872"/>
                  <a:pt x="411014" y="268814"/>
                  <a:pt x="408482" y="269909"/>
                </a:cubicBezTo>
                <a:cubicBezTo>
                  <a:pt x="406637" y="270495"/>
                  <a:pt x="404657" y="270495"/>
                  <a:pt x="402813" y="269909"/>
                </a:cubicBezTo>
                <a:cubicBezTo>
                  <a:pt x="400876" y="269540"/>
                  <a:pt x="399102" y="268581"/>
                  <a:pt x="397732" y="267161"/>
                </a:cubicBezTo>
                <a:cubicBezTo>
                  <a:pt x="397398" y="266764"/>
                  <a:pt x="397130" y="266319"/>
                  <a:pt x="396938" y="265838"/>
                </a:cubicBezTo>
                <a:cubicBezTo>
                  <a:pt x="395933" y="263334"/>
                  <a:pt x="397148" y="260491"/>
                  <a:pt x="399651" y="259486"/>
                </a:cubicBezTo>
                <a:close/>
                <a:moveTo>
                  <a:pt x="406389" y="255473"/>
                </a:moveTo>
                <a:cubicBezTo>
                  <a:pt x="403517" y="254590"/>
                  <a:pt x="400425" y="254760"/>
                  <a:pt x="397667" y="255953"/>
                </a:cubicBezTo>
                <a:cubicBezTo>
                  <a:pt x="397373" y="256110"/>
                  <a:pt x="397085" y="256282"/>
                  <a:pt x="396808" y="256470"/>
                </a:cubicBezTo>
                <a:cubicBezTo>
                  <a:pt x="392538" y="259357"/>
                  <a:pt x="391420" y="265159"/>
                  <a:pt x="394309" y="269429"/>
                </a:cubicBezTo>
                <a:cubicBezTo>
                  <a:pt x="396202" y="271771"/>
                  <a:pt x="398858" y="273376"/>
                  <a:pt x="401810" y="273964"/>
                </a:cubicBezTo>
                <a:cubicBezTo>
                  <a:pt x="404645" y="274828"/>
                  <a:pt x="407693" y="274642"/>
                  <a:pt x="410401" y="273441"/>
                </a:cubicBezTo>
                <a:cubicBezTo>
                  <a:pt x="412767" y="272246"/>
                  <a:pt x="414459" y="270039"/>
                  <a:pt x="415002" y="267444"/>
                </a:cubicBezTo>
                <a:cubicBezTo>
                  <a:pt x="415763" y="264891"/>
                  <a:pt x="415297" y="262126"/>
                  <a:pt x="413738" y="259965"/>
                </a:cubicBezTo>
                <a:cubicBezTo>
                  <a:pt x="411912" y="257628"/>
                  <a:pt x="409302" y="256029"/>
                  <a:pt x="406389" y="255473"/>
                </a:cubicBezTo>
                <a:close/>
                <a:moveTo>
                  <a:pt x="46948" y="254056"/>
                </a:moveTo>
                <a:lnTo>
                  <a:pt x="25818" y="258177"/>
                </a:lnTo>
                <a:lnTo>
                  <a:pt x="26211" y="260205"/>
                </a:lnTo>
                <a:lnTo>
                  <a:pt x="26603" y="262233"/>
                </a:lnTo>
                <a:lnTo>
                  <a:pt x="47733" y="258133"/>
                </a:lnTo>
                <a:lnTo>
                  <a:pt x="47340" y="256084"/>
                </a:lnTo>
                <a:close/>
                <a:moveTo>
                  <a:pt x="92826" y="253838"/>
                </a:moveTo>
                <a:cubicBezTo>
                  <a:pt x="100910" y="255816"/>
                  <a:pt x="109146" y="257122"/>
                  <a:pt x="117445" y="257742"/>
                </a:cubicBezTo>
                <a:cubicBezTo>
                  <a:pt x="133363" y="258374"/>
                  <a:pt x="155910" y="257022"/>
                  <a:pt x="176538" y="257262"/>
                </a:cubicBezTo>
                <a:cubicBezTo>
                  <a:pt x="179830" y="257872"/>
                  <a:pt x="182796" y="258374"/>
                  <a:pt x="185107" y="258657"/>
                </a:cubicBezTo>
                <a:cubicBezTo>
                  <a:pt x="190646" y="259421"/>
                  <a:pt x="199869" y="260402"/>
                  <a:pt x="203925" y="260838"/>
                </a:cubicBezTo>
                <a:lnTo>
                  <a:pt x="198147" y="284192"/>
                </a:lnTo>
                <a:lnTo>
                  <a:pt x="221282" y="288117"/>
                </a:lnTo>
                <a:lnTo>
                  <a:pt x="244396" y="284192"/>
                </a:lnTo>
                <a:lnTo>
                  <a:pt x="238618" y="260860"/>
                </a:lnTo>
                <a:cubicBezTo>
                  <a:pt x="242673" y="260380"/>
                  <a:pt x="251897" y="259399"/>
                  <a:pt x="257436" y="258679"/>
                </a:cubicBezTo>
                <a:cubicBezTo>
                  <a:pt x="259747" y="258396"/>
                  <a:pt x="262713" y="257894"/>
                  <a:pt x="266027" y="257284"/>
                </a:cubicBezTo>
                <a:cubicBezTo>
                  <a:pt x="286655" y="257044"/>
                  <a:pt x="309180" y="258396"/>
                  <a:pt x="325120" y="257763"/>
                </a:cubicBezTo>
                <a:lnTo>
                  <a:pt x="325207" y="257742"/>
                </a:lnTo>
                <a:cubicBezTo>
                  <a:pt x="333500" y="257120"/>
                  <a:pt x="341727" y="255816"/>
                  <a:pt x="349804" y="253838"/>
                </a:cubicBezTo>
                <a:cubicBezTo>
                  <a:pt x="349804" y="253838"/>
                  <a:pt x="342586" y="265439"/>
                  <a:pt x="334322" y="271108"/>
                </a:cubicBezTo>
                <a:cubicBezTo>
                  <a:pt x="302482" y="280312"/>
                  <a:pt x="269799" y="286302"/>
                  <a:pt x="236764" y="288989"/>
                </a:cubicBezTo>
                <a:lnTo>
                  <a:pt x="243022" y="314021"/>
                </a:lnTo>
                <a:lnTo>
                  <a:pt x="221217" y="318731"/>
                </a:lnTo>
                <a:lnTo>
                  <a:pt x="199411" y="314021"/>
                </a:lnTo>
                <a:lnTo>
                  <a:pt x="205670" y="288989"/>
                </a:lnTo>
                <a:cubicBezTo>
                  <a:pt x="172700" y="286289"/>
                  <a:pt x="140085" y="280299"/>
                  <a:pt x="108308" y="271108"/>
                </a:cubicBezTo>
                <a:cubicBezTo>
                  <a:pt x="100044" y="265439"/>
                  <a:pt x="92826" y="253838"/>
                  <a:pt x="92826" y="253838"/>
                </a:cubicBezTo>
                <a:close/>
                <a:moveTo>
                  <a:pt x="821326" y="241793"/>
                </a:moveTo>
                <a:cubicBezTo>
                  <a:pt x="826724" y="241793"/>
                  <a:pt x="827028" y="251296"/>
                  <a:pt x="828928" y="251296"/>
                </a:cubicBezTo>
                <a:cubicBezTo>
                  <a:pt x="831702" y="251071"/>
                  <a:pt x="834423" y="250404"/>
                  <a:pt x="836986" y="249320"/>
                </a:cubicBezTo>
                <a:cubicBezTo>
                  <a:pt x="840100" y="249135"/>
                  <a:pt x="843223" y="249135"/>
                  <a:pt x="846337" y="249320"/>
                </a:cubicBezTo>
                <a:cubicBezTo>
                  <a:pt x="847857" y="249320"/>
                  <a:pt x="849606" y="249624"/>
                  <a:pt x="849606" y="250840"/>
                </a:cubicBezTo>
                <a:cubicBezTo>
                  <a:pt x="849913" y="252649"/>
                  <a:pt x="849647" y="254510"/>
                  <a:pt x="848845" y="256161"/>
                </a:cubicBezTo>
                <a:lnTo>
                  <a:pt x="847946" y="262008"/>
                </a:lnTo>
                <a:lnTo>
                  <a:pt x="843904" y="266424"/>
                </a:lnTo>
                <a:cubicBezTo>
                  <a:pt x="843296" y="267412"/>
                  <a:pt x="840331" y="268096"/>
                  <a:pt x="839723" y="269540"/>
                </a:cubicBezTo>
                <a:cubicBezTo>
                  <a:pt x="838355" y="272961"/>
                  <a:pt x="838355" y="276079"/>
                  <a:pt x="836759" y="277979"/>
                </a:cubicBezTo>
                <a:cubicBezTo>
                  <a:pt x="835162" y="279879"/>
                  <a:pt x="833337" y="280411"/>
                  <a:pt x="830828" y="282008"/>
                </a:cubicBezTo>
                <a:cubicBezTo>
                  <a:pt x="828320" y="283605"/>
                  <a:pt x="825659" y="282160"/>
                  <a:pt x="823987" y="282616"/>
                </a:cubicBezTo>
                <a:cubicBezTo>
                  <a:pt x="821159" y="284290"/>
                  <a:pt x="818115" y="285570"/>
                  <a:pt x="814940" y="286417"/>
                </a:cubicBezTo>
                <a:cubicBezTo>
                  <a:pt x="809391" y="286417"/>
                  <a:pt x="804145" y="283908"/>
                  <a:pt x="804145" y="277523"/>
                </a:cubicBezTo>
                <a:cubicBezTo>
                  <a:pt x="804145" y="276003"/>
                  <a:pt x="805285" y="272353"/>
                  <a:pt x="805285" y="270833"/>
                </a:cubicBezTo>
                <a:cubicBezTo>
                  <a:pt x="805285" y="269312"/>
                  <a:pt x="803689" y="267032"/>
                  <a:pt x="803689" y="265512"/>
                </a:cubicBezTo>
                <a:cubicBezTo>
                  <a:pt x="803689" y="263991"/>
                  <a:pt x="806502" y="261102"/>
                  <a:pt x="806958" y="259278"/>
                </a:cubicBezTo>
                <a:cubicBezTo>
                  <a:pt x="807854" y="253673"/>
                  <a:pt x="810809" y="248604"/>
                  <a:pt x="815244" y="245062"/>
                </a:cubicBezTo>
                <a:cubicBezTo>
                  <a:pt x="817297" y="243998"/>
                  <a:pt x="819806" y="241793"/>
                  <a:pt x="821326" y="241793"/>
                </a:cubicBezTo>
                <a:close/>
                <a:moveTo>
                  <a:pt x="44440" y="233668"/>
                </a:moveTo>
                <a:lnTo>
                  <a:pt x="23071" y="236306"/>
                </a:lnTo>
                <a:lnTo>
                  <a:pt x="24902" y="251308"/>
                </a:lnTo>
                <a:lnTo>
                  <a:pt x="26800" y="251090"/>
                </a:lnTo>
                <a:lnTo>
                  <a:pt x="28697" y="250850"/>
                </a:lnTo>
                <a:lnTo>
                  <a:pt x="27367" y="239948"/>
                </a:lnTo>
                <a:lnTo>
                  <a:pt x="32927" y="239250"/>
                </a:lnTo>
                <a:lnTo>
                  <a:pt x="34104" y="248866"/>
                </a:lnTo>
                <a:lnTo>
                  <a:pt x="35958" y="248648"/>
                </a:lnTo>
                <a:lnTo>
                  <a:pt x="37790" y="248430"/>
                </a:lnTo>
                <a:lnTo>
                  <a:pt x="36612" y="238814"/>
                </a:lnTo>
                <a:lnTo>
                  <a:pt x="41148" y="238247"/>
                </a:lnTo>
                <a:lnTo>
                  <a:pt x="42412" y="248605"/>
                </a:lnTo>
                <a:lnTo>
                  <a:pt x="44331" y="248386"/>
                </a:lnTo>
                <a:lnTo>
                  <a:pt x="46206" y="248147"/>
                </a:lnTo>
                <a:close/>
                <a:moveTo>
                  <a:pt x="404819" y="230026"/>
                </a:moveTo>
                <a:cubicBezTo>
                  <a:pt x="402765" y="229996"/>
                  <a:pt x="400781" y="230781"/>
                  <a:pt x="399302" y="232207"/>
                </a:cubicBezTo>
                <a:cubicBezTo>
                  <a:pt x="396010" y="235946"/>
                  <a:pt x="396010" y="241550"/>
                  <a:pt x="399302" y="245290"/>
                </a:cubicBezTo>
                <a:cubicBezTo>
                  <a:pt x="403938" y="249189"/>
                  <a:pt x="410506" y="249806"/>
                  <a:pt x="415787" y="246838"/>
                </a:cubicBezTo>
                <a:cubicBezTo>
                  <a:pt x="417946" y="245340"/>
                  <a:pt x="419285" y="242922"/>
                  <a:pt x="419407" y="240297"/>
                </a:cubicBezTo>
                <a:cubicBezTo>
                  <a:pt x="419656" y="238020"/>
                  <a:pt x="418696" y="235779"/>
                  <a:pt x="416878" y="234387"/>
                </a:cubicBezTo>
                <a:lnTo>
                  <a:pt x="416551" y="234213"/>
                </a:lnTo>
                <a:lnTo>
                  <a:pt x="419363" y="234038"/>
                </a:lnTo>
                <a:lnTo>
                  <a:pt x="419560" y="231313"/>
                </a:lnTo>
                <a:lnTo>
                  <a:pt x="407981" y="230310"/>
                </a:lnTo>
                <a:lnTo>
                  <a:pt x="407261" y="238574"/>
                </a:lnTo>
                <a:lnTo>
                  <a:pt x="410968" y="238901"/>
                </a:lnTo>
                <a:lnTo>
                  <a:pt x="411361" y="234235"/>
                </a:lnTo>
                <a:cubicBezTo>
                  <a:pt x="412285" y="234509"/>
                  <a:pt x="413149" y="234954"/>
                  <a:pt x="413912" y="235543"/>
                </a:cubicBezTo>
                <a:cubicBezTo>
                  <a:pt x="415103" y="236470"/>
                  <a:pt x="415728" y="237946"/>
                  <a:pt x="415569" y="239446"/>
                </a:cubicBezTo>
                <a:cubicBezTo>
                  <a:pt x="415545" y="241084"/>
                  <a:pt x="414734" y="242610"/>
                  <a:pt x="413389" y="243546"/>
                </a:cubicBezTo>
                <a:cubicBezTo>
                  <a:pt x="411646" y="244472"/>
                  <a:pt x="409649" y="244810"/>
                  <a:pt x="407698" y="244505"/>
                </a:cubicBezTo>
                <a:cubicBezTo>
                  <a:pt x="405705" y="244446"/>
                  <a:pt x="403783" y="243742"/>
                  <a:pt x="402224" y="242499"/>
                </a:cubicBezTo>
                <a:cubicBezTo>
                  <a:pt x="400986" y="241409"/>
                  <a:pt x="400364" y="239776"/>
                  <a:pt x="400567" y="238138"/>
                </a:cubicBezTo>
                <a:cubicBezTo>
                  <a:pt x="400654" y="237087"/>
                  <a:pt x="401119" y="236103"/>
                  <a:pt x="401875" y="235369"/>
                </a:cubicBezTo>
                <a:cubicBezTo>
                  <a:pt x="402543" y="234632"/>
                  <a:pt x="403478" y="234193"/>
                  <a:pt x="404470" y="234147"/>
                </a:cubicBezTo>
                <a:close/>
                <a:moveTo>
                  <a:pt x="106978" y="223332"/>
                </a:moveTo>
                <a:cubicBezTo>
                  <a:pt x="111483" y="224172"/>
                  <a:pt x="116047" y="224667"/>
                  <a:pt x="120629" y="224815"/>
                </a:cubicBezTo>
                <a:cubicBezTo>
                  <a:pt x="123878" y="224946"/>
                  <a:pt x="127890" y="224815"/>
                  <a:pt x="132469" y="224815"/>
                </a:cubicBezTo>
                <a:cubicBezTo>
                  <a:pt x="136547" y="224684"/>
                  <a:pt x="141169" y="224684"/>
                  <a:pt x="146032" y="224684"/>
                </a:cubicBezTo>
                <a:cubicBezTo>
                  <a:pt x="151680" y="224684"/>
                  <a:pt x="158810" y="224750"/>
                  <a:pt x="166507" y="225208"/>
                </a:cubicBezTo>
                <a:cubicBezTo>
                  <a:pt x="173773" y="227377"/>
                  <a:pt x="181163" y="229096"/>
                  <a:pt x="188640" y="230354"/>
                </a:cubicBezTo>
                <a:cubicBezTo>
                  <a:pt x="193819" y="231089"/>
                  <a:pt x="199043" y="231446"/>
                  <a:pt x="204274" y="231422"/>
                </a:cubicBezTo>
                <a:lnTo>
                  <a:pt x="198997" y="253860"/>
                </a:lnTo>
                <a:lnTo>
                  <a:pt x="220803" y="256433"/>
                </a:lnTo>
                <a:lnTo>
                  <a:pt x="221043" y="256433"/>
                </a:lnTo>
                <a:lnTo>
                  <a:pt x="221326" y="256433"/>
                </a:lnTo>
                <a:lnTo>
                  <a:pt x="243284" y="253816"/>
                </a:lnTo>
                <a:lnTo>
                  <a:pt x="238007" y="231379"/>
                </a:lnTo>
                <a:cubicBezTo>
                  <a:pt x="243239" y="231403"/>
                  <a:pt x="248463" y="231045"/>
                  <a:pt x="253642" y="230310"/>
                </a:cubicBezTo>
                <a:cubicBezTo>
                  <a:pt x="261147" y="229078"/>
                  <a:pt x="268568" y="227379"/>
                  <a:pt x="275862" y="225229"/>
                </a:cubicBezTo>
                <a:cubicBezTo>
                  <a:pt x="283559" y="224706"/>
                  <a:pt x="290689" y="224706"/>
                  <a:pt x="296337" y="224706"/>
                </a:cubicBezTo>
                <a:cubicBezTo>
                  <a:pt x="301178" y="224706"/>
                  <a:pt x="305822" y="224837"/>
                  <a:pt x="309900" y="224837"/>
                </a:cubicBezTo>
                <a:cubicBezTo>
                  <a:pt x="314501" y="224837"/>
                  <a:pt x="318513" y="224837"/>
                  <a:pt x="321740" y="224837"/>
                </a:cubicBezTo>
                <a:lnTo>
                  <a:pt x="321740" y="224815"/>
                </a:lnTo>
                <a:cubicBezTo>
                  <a:pt x="326322" y="224667"/>
                  <a:pt x="330886" y="224172"/>
                  <a:pt x="335391" y="223332"/>
                </a:cubicBezTo>
                <a:cubicBezTo>
                  <a:pt x="331692" y="228252"/>
                  <a:pt x="327283" y="232595"/>
                  <a:pt x="322307" y="236219"/>
                </a:cubicBezTo>
                <a:cubicBezTo>
                  <a:pt x="316230" y="239682"/>
                  <a:pt x="309861" y="242600"/>
                  <a:pt x="303271" y="244942"/>
                </a:cubicBezTo>
                <a:cubicBezTo>
                  <a:pt x="288016" y="249348"/>
                  <a:pt x="272495" y="252778"/>
                  <a:pt x="256804" y="255212"/>
                </a:cubicBezTo>
                <a:cubicBezTo>
                  <a:pt x="249651" y="256128"/>
                  <a:pt x="236198" y="257545"/>
                  <a:pt x="236067" y="257545"/>
                </a:cubicBezTo>
                <a:lnTo>
                  <a:pt x="234061" y="257741"/>
                </a:lnTo>
                <a:lnTo>
                  <a:pt x="239883" y="281357"/>
                </a:lnTo>
                <a:lnTo>
                  <a:pt x="221108" y="284540"/>
                </a:lnTo>
                <a:lnTo>
                  <a:pt x="202312" y="281357"/>
                </a:lnTo>
                <a:lnTo>
                  <a:pt x="208156" y="257741"/>
                </a:lnTo>
                <a:lnTo>
                  <a:pt x="206128" y="257545"/>
                </a:lnTo>
                <a:cubicBezTo>
                  <a:pt x="205997" y="257523"/>
                  <a:pt x="192543" y="256128"/>
                  <a:pt x="185391" y="255212"/>
                </a:cubicBezTo>
                <a:cubicBezTo>
                  <a:pt x="169758" y="252768"/>
                  <a:pt x="154296" y="249338"/>
                  <a:pt x="139098" y="244942"/>
                </a:cubicBezTo>
                <a:cubicBezTo>
                  <a:pt x="132508" y="242600"/>
                  <a:pt x="126139" y="239682"/>
                  <a:pt x="120062" y="236219"/>
                </a:cubicBezTo>
                <a:cubicBezTo>
                  <a:pt x="115086" y="232595"/>
                  <a:pt x="110677" y="228252"/>
                  <a:pt x="106978" y="223332"/>
                </a:cubicBezTo>
                <a:close/>
                <a:moveTo>
                  <a:pt x="922737" y="223092"/>
                </a:moveTo>
                <a:cubicBezTo>
                  <a:pt x="924714" y="222788"/>
                  <a:pt x="925702" y="224993"/>
                  <a:pt x="928820" y="224461"/>
                </a:cubicBezTo>
                <a:cubicBezTo>
                  <a:pt x="929808" y="224385"/>
                  <a:pt x="933532" y="227653"/>
                  <a:pt x="934977" y="227653"/>
                </a:cubicBezTo>
                <a:cubicBezTo>
                  <a:pt x="936976" y="228228"/>
                  <a:pt x="939067" y="228409"/>
                  <a:pt x="941135" y="228186"/>
                </a:cubicBezTo>
                <a:cubicBezTo>
                  <a:pt x="942959" y="227957"/>
                  <a:pt x="945772" y="230086"/>
                  <a:pt x="947216" y="230086"/>
                </a:cubicBezTo>
                <a:cubicBezTo>
                  <a:pt x="948985" y="229956"/>
                  <a:pt x="950740" y="229677"/>
                  <a:pt x="952462" y="229250"/>
                </a:cubicBezTo>
                <a:cubicBezTo>
                  <a:pt x="955578" y="228641"/>
                  <a:pt x="962573" y="237080"/>
                  <a:pt x="964929" y="240273"/>
                </a:cubicBezTo>
                <a:lnTo>
                  <a:pt x="964245" y="240425"/>
                </a:lnTo>
                <a:cubicBezTo>
                  <a:pt x="965504" y="241899"/>
                  <a:pt x="966600" y="243505"/>
                  <a:pt x="967514" y="245214"/>
                </a:cubicBezTo>
                <a:cubicBezTo>
                  <a:pt x="967958" y="247269"/>
                  <a:pt x="967958" y="249394"/>
                  <a:pt x="967514" y="251448"/>
                </a:cubicBezTo>
                <a:cubicBezTo>
                  <a:pt x="966449" y="254793"/>
                  <a:pt x="964473" y="255706"/>
                  <a:pt x="963104" y="257226"/>
                </a:cubicBezTo>
                <a:cubicBezTo>
                  <a:pt x="961737" y="258746"/>
                  <a:pt x="961204" y="262395"/>
                  <a:pt x="959684" y="264220"/>
                </a:cubicBezTo>
                <a:cubicBezTo>
                  <a:pt x="958512" y="265929"/>
                  <a:pt x="957162" y="267510"/>
                  <a:pt x="955655" y="268933"/>
                </a:cubicBezTo>
                <a:cubicBezTo>
                  <a:pt x="953558" y="270372"/>
                  <a:pt x="951170" y="271333"/>
                  <a:pt x="948661" y="271745"/>
                </a:cubicBezTo>
                <a:cubicBezTo>
                  <a:pt x="946988" y="271745"/>
                  <a:pt x="944404" y="271290"/>
                  <a:pt x="942731" y="271745"/>
                </a:cubicBezTo>
                <a:cubicBezTo>
                  <a:pt x="939842" y="272506"/>
                  <a:pt x="938550" y="274710"/>
                  <a:pt x="936498" y="274710"/>
                </a:cubicBezTo>
                <a:cubicBezTo>
                  <a:pt x="934445" y="274710"/>
                  <a:pt x="932392" y="272810"/>
                  <a:pt x="931632" y="269541"/>
                </a:cubicBezTo>
                <a:cubicBezTo>
                  <a:pt x="931632" y="267869"/>
                  <a:pt x="932468" y="264751"/>
                  <a:pt x="931632" y="262700"/>
                </a:cubicBezTo>
                <a:cubicBezTo>
                  <a:pt x="929789" y="259730"/>
                  <a:pt x="928113" y="256659"/>
                  <a:pt x="926614" y="253500"/>
                </a:cubicBezTo>
                <a:cubicBezTo>
                  <a:pt x="926463" y="249776"/>
                  <a:pt x="922585" y="247951"/>
                  <a:pt x="922585" y="245518"/>
                </a:cubicBezTo>
                <a:cubicBezTo>
                  <a:pt x="922597" y="242398"/>
                  <a:pt x="921784" y="239330"/>
                  <a:pt x="920229" y="236624"/>
                </a:cubicBezTo>
                <a:cubicBezTo>
                  <a:pt x="919693" y="234806"/>
                  <a:pt x="919856" y="232855"/>
                  <a:pt x="920685" y="231151"/>
                </a:cubicBezTo>
                <a:cubicBezTo>
                  <a:pt x="921901" y="229478"/>
                  <a:pt x="920229" y="224993"/>
                  <a:pt x="922737" y="223092"/>
                </a:cubicBezTo>
                <a:close/>
                <a:moveTo>
                  <a:pt x="35630" y="215351"/>
                </a:moveTo>
                <a:lnTo>
                  <a:pt x="40362" y="215351"/>
                </a:lnTo>
                <a:lnTo>
                  <a:pt x="40362" y="219930"/>
                </a:lnTo>
                <a:cubicBezTo>
                  <a:pt x="40406" y="220777"/>
                  <a:pt x="40201" y="221618"/>
                  <a:pt x="39773" y="222351"/>
                </a:cubicBezTo>
                <a:cubicBezTo>
                  <a:pt x="39401" y="222889"/>
                  <a:pt x="38770" y="223190"/>
                  <a:pt x="38116" y="223136"/>
                </a:cubicBezTo>
                <a:cubicBezTo>
                  <a:pt x="37408" y="223195"/>
                  <a:pt x="36710" y="222931"/>
                  <a:pt x="36219" y="222416"/>
                </a:cubicBezTo>
                <a:cubicBezTo>
                  <a:pt x="35757" y="221732"/>
                  <a:pt x="35550" y="220905"/>
                  <a:pt x="35630" y="220083"/>
                </a:cubicBezTo>
                <a:close/>
                <a:moveTo>
                  <a:pt x="26276" y="215068"/>
                </a:moveTo>
                <a:lnTo>
                  <a:pt x="32011" y="215177"/>
                </a:lnTo>
                <a:lnTo>
                  <a:pt x="32011" y="220105"/>
                </a:lnTo>
                <a:cubicBezTo>
                  <a:pt x="32054" y="220989"/>
                  <a:pt x="31808" y="221861"/>
                  <a:pt x="31313" y="222591"/>
                </a:cubicBezTo>
                <a:cubicBezTo>
                  <a:pt x="30798" y="223158"/>
                  <a:pt x="30046" y="223450"/>
                  <a:pt x="29285" y="223376"/>
                </a:cubicBezTo>
                <a:cubicBezTo>
                  <a:pt x="28437" y="223424"/>
                  <a:pt x="27606" y="223115"/>
                  <a:pt x="26996" y="222526"/>
                </a:cubicBezTo>
                <a:cubicBezTo>
                  <a:pt x="26446" y="221837"/>
                  <a:pt x="26189" y="220960"/>
                  <a:pt x="26276" y="220084"/>
                </a:cubicBezTo>
                <a:close/>
                <a:moveTo>
                  <a:pt x="22678" y="211034"/>
                </a:moveTo>
                <a:lnTo>
                  <a:pt x="22678" y="213018"/>
                </a:lnTo>
                <a:lnTo>
                  <a:pt x="22657" y="220018"/>
                </a:lnTo>
                <a:cubicBezTo>
                  <a:pt x="22473" y="222002"/>
                  <a:pt x="23051" y="223980"/>
                  <a:pt x="24270" y="225556"/>
                </a:cubicBezTo>
                <a:cubicBezTo>
                  <a:pt x="25578" y="226895"/>
                  <a:pt x="27395" y="227608"/>
                  <a:pt x="29264" y="227519"/>
                </a:cubicBezTo>
                <a:cubicBezTo>
                  <a:pt x="30868" y="227634"/>
                  <a:pt x="32430" y="226949"/>
                  <a:pt x="33428" y="225687"/>
                </a:cubicBezTo>
                <a:cubicBezTo>
                  <a:pt x="33723" y="225314"/>
                  <a:pt x="33965" y="224904"/>
                  <a:pt x="34148" y="224466"/>
                </a:cubicBezTo>
                <a:cubicBezTo>
                  <a:pt x="34996" y="226079"/>
                  <a:pt x="36688" y="227067"/>
                  <a:pt x="38509" y="227017"/>
                </a:cubicBezTo>
                <a:cubicBezTo>
                  <a:pt x="40016" y="227124"/>
                  <a:pt x="41494" y="226557"/>
                  <a:pt x="42543" y="225469"/>
                </a:cubicBezTo>
                <a:cubicBezTo>
                  <a:pt x="43583" y="224217"/>
                  <a:pt x="44120" y="222623"/>
                  <a:pt x="44048" y="220999"/>
                </a:cubicBezTo>
                <a:lnTo>
                  <a:pt x="44200" y="213389"/>
                </a:lnTo>
                <a:lnTo>
                  <a:pt x="44200" y="211426"/>
                </a:lnTo>
                <a:close/>
                <a:moveTo>
                  <a:pt x="398365" y="207196"/>
                </a:moveTo>
                <a:lnTo>
                  <a:pt x="398365" y="209551"/>
                </a:lnTo>
                <a:lnTo>
                  <a:pt x="398365" y="211884"/>
                </a:lnTo>
                <a:lnTo>
                  <a:pt x="407807" y="215417"/>
                </a:lnTo>
                <a:lnTo>
                  <a:pt x="398626" y="219778"/>
                </a:lnTo>
                <a:lnTo>
                  <a:pt x="398626" y="222242"/>
                </a:lnTo>
                <a:lnTo>
                  <a:pt x="398626" y="224706"/>
                </a:lnTo>
                <a:lnTo>
                  <a:pt x="411710" y="217314"/>
                </a:lnTo>
                <a:lnTo>
                  <a:pt x="419800" y="217030"/>
                </a:lnTo>
                <a:lnTo>
                  <a:pt x="419800" y="214959"/>
                </a:lnTo>
                <a:lnTo>
                  <a:pt x="419800" y="212909"/>
                </a:lnTo>
                <a:lnTo>
                  <a:pt x="411622" y="213192"/>
                </a:lnTo>
                <a:close/>
                <a:moveTo>
                  <a:pt x="322242" y="189337"/>
                </a:moveTo>
                <a:cubicBezTo>
                  <a:pt x="318664" y="194660"/>
                  <a:pt x="314322" y="199429"/>
                  <a:pt x="309355" y="203489"/>
                </a:cubicBezTo>
                <a:cubicBezTo>
                  <a:pt x="303590" y="208402"/>
                  <a:pt x="297203" y="212536"/>
                  <a:pt x="290362" y="215787"/>
                </a:cubicBezTo>
                <a:cubicBezTo>
                  <a:pt x="278426" y="221106"/>
                  <a:pt x="265836" y="224808"/>
                  <a:pt x="252922" y="226799"/>
                </a:cubicBezTo>
                <a:cubicBezTo>
                  <a:pt x="247569" y="227530"/>
                  <a:pt x="242168" y="227872"/>
                  <a:pt x="236765" y="227824"/>
                </a:cubicBezTo>
                <a:lnTo>
                  <a:pt x="233428" y="227824"/>
                </a:lnTo>
                <a:lnTo>
                  <a:pt x="238836" y="250785"/>
                </a:lnTo>
                <a:lnTo>
                  <a:pt x="221392" y="252966"/>
                </a:lnTo>
                <a:lnTo>
                  <a:pt x="221174" y="252966"/>
                </a:lnTo>
                <a:lnTo>
                  <a:pt x="220934" y="252966"/>
                </a:lnTo>
                <a:lnTo>
                  <a:pt x="203489" y="250785"/>
                </a:lnTo>
                <a:lnTo>
                  <a:pt x="208919" y="227868"/>
                </a:lnTo>
                <a:lnTo>
                  <a:pt x="205583" y="227868"/>
                </a:lnTo>
                <a:cubicBezTo>
                  <a:pt x="200179" y="227918"/>
                  <a:pt x="194778" y="227575"/>
                  <a:pt x="189425" y="226843"/>
                </a:cubicBezTo>
                <a:cubicBezTo>
                  <a:pt x="176510" y="224858"/>
                  <a:pt x="163919" y="221154"/>
                  <a:pt x="151985" y="215831"/>
                </a:cubicBezTo>
                <a:cubicBezTo>
                  <a:pt x="145125" y="212580"/>
                  <a:pt x="138725" y="208437"/>
                  <a:pt x="132949" y="203511"/>
                </a:cubicBezTo>
                <a:cubicBezTo>
                  <a:pt x="127990" y="199464"/>
                  <a:pt x="123662" y="194701"/>
                  <a:pt x="120105" y="189381"/>
                </a:cubicBezTo>
                <a:cubicBezTo>
                  <a:pt x="124859" y="190101"/>
                  <a:pt x="131859" y="190907"/>
                  <a:pt x="133581" y="190907"/>
                </a:cubicBezTo>
                <a:lnTo>
                  <a:pt x="138814" y="191147"/>
                </a:lnTo>
                <a:cubicBezTo>
                  <a:pt x="145160" y="191431"/>
                  <a:pt x="153402" y="191823"/>
                  <a:pt x="163411" y="192434"/>
                </a:cubicBezTo>
                <a:cubicBezTo>
                  <a:pt x="164305" y="192935"/>
                  <a:pt x="165221" y="193415"/>
                  <a:pt x="166158" y="193895"/>
                </a:cubicBezTo>
                <a:cubicBezTo>
                  <a:pt x="174887" y="198315"/>
                  <a:pt x="184266" y="201311"/>
                  <a:pt x="193939" y="202770"/>
                </a:cubicBezTo>
                <a:cubicBezTo>
                  <a:pt x="195585" y="203001"/>
                  <a:pt x="197247" y="203110"/>
                  <a:pt x="198910" y="203097"/>
                </a:cubicBezTo>
                <a:cubicBezTo>
                  <a:pt x="201200" y="203097"/>
                  <a:pt x="203402" y="202922"/>
                  <a:pt x="205016" y="202770"/>
                </a:cubicBezTo>
                <a:lnTo>
                  <a:pt x="200219" y="222721"/>
                </a:lnTo>
                <a:lnTo>
                  <a:pt x="221283" y="224052"/>
                </a:lnTo>
                <a:lnTo>
                  <a:pt x="242325" y="222721"/>
                </a:lnTo>
                <a:lnTo>
                  <a:pt x="237550" y="202770"/>
                </a:lnTo>
                <a:cubicBezTo>
                  <a:pt x="239141" y="202922"/>
                  <a:pt x="241453" y="203097"/>
                  <a:pt x="243633" y="203097"/>
                </a:cubicBezTo>
                <a:cubicBezTo>
                  <a:pt x="245297" y="203112"/>
                  <a:pt x="246959" y="203003"/>
                  <a:pt x="248605" y="202770"/>
                </a:cubicBezTo>
                <a:cubicBezTo>
                  <a:pt x="258284" y="201306"/>
                  <a:pt x="267669" y="198310"/>
                  <a:pt x="276407" y="193895"/>
                </a:cubicBezTo>
                <a:lnTo>
                  <a:pt x="279154" y="192434"/>
                </a:lnTo>
                <a:cubicBezTo>
                  <a:pt x="289163" y="191823"/>
                  <a:pt x="297384" y="191431"/>
                  <a:pt x="303751" y="191147"/>
                </a:cubicBezTo>
                <a:lnTo>
                  <a:pt x="308962" y="190907"/>
                </a:lnTo>
                <a:lnTo>
                  <a:pt x="308744" y="190864"/>
                </a:lnTo>
                <a:cubicBezTo>
                  <a:pt x="310489" y="190776"/>
                  <a:pt x="317467" y="190057"/>
                  <a:pt x="322242" y="189337"/>
                </a:cubicBezTo>
                <a:close/>
                <a:moveTo>
                  <a:pt x="900919" y="179001"/>
                </a:moveTo>
                <a:cubicBezTo>
                  <a:pt x="899012" y="178864"/>
                  <a:pt x="897096" y="179123"/>
                  <a:pt x="895293" y="179761"/>
                </a:cubicBezTo>
                <a:cubicBezTo>
                  <a:pt x="893089" y="181130"/>
                  <a:pt x="890960" y="180369"/>
                  <a:pt x="889517" y="181661"/>
                </a:cubicBezTo>
                <a:cubicBezTo>
                  <a:pt x="888197" y="182758"/>
                  <a:pt x="886740" y="183678"/>
                  <a:pt x="885183" y="184398"/>
                </a:cubicBezTo>
                <a:cubicBezTo>
                  <a:pt x="881325" y="185759"/>
                  <a:pt x="877566" y="187385"/>
                  <a:pt x="873932" y="189263"/>
                </a:cubicBezTo>
                <a:cubicBezTo>
                  <a:pt x="871763" y="190358"/>
                  <a:pt x="870428" y="192613"/>
                  <a:pt x="870511" y="195041"/>
                </a:cubicBezTo>
                <a:cubicBezTo>
                  <a:pt x="870590" y="197694"/>
                  <a:pt x="872723" y="199827"/>
                  <a:pt x="875376" y="199906"/>
                </a:cubicBezTo>
                <a:cubicBezTo>
                  <a:pt x="878365" y="199490"/>
                  <a:pt x="881266" y="198592"/>
                  <a:pt x="883966" y="197246"/>
                </a:cubicBezTo>
                <a:cubicBezTo>
                  <a:pt x="886855" y="195497"/>
                  <a:pt x="888299" y="193293"/>
                  <a:pt x="892025" y="191012"/>
                </a:cubicBezTo>
                <a:cubicBezTo>
                  <a:pt x="894535" y="189376"/>
                  <a:pt x="896789" y="187377"/>
                  <a:pt x="898715" y="185083"/>
                </a:cubicBezTo>
                <a:cubicBezTo>
                  <a:pt x="900159" y="182573"/>
                  <a:pt x="902059" y="179001"/>
                  <a:pt x="900919" y="179001"/>
                </a:cubicBezTo>
                <a:close/>
                <a:moveTo>
                  <a:pt x="1167980" y="166762"/>
                </a:moveTo>
                <a:cubicBezTo>
                  <a:pt x="1164980" y="167036"/>
                  <a:pt x="1162006" y="167545"/>
                  <a:pt x="1159085" y="168282"/>
                </a:cubicBezTo>
                <a:cubicBezTo>
                  <a:pt x="1157846" y="169556"/>
                  <a:pt x="1157093" y="171223"/>
                  <a:pt x="1156956" y="172995"/>
                </a:cubicBezTo>
                <a:cubicBezTo>
                  <a:pt x="1156738" y="174500"/>
                  <a:pt x="1156977" y="176036"/>
                  <a:pt x="1157641" y="177405"/>
                </a:cubicBezTo>
                <a:cubicBezTo>
                  <a:pt x="1160149" y="178240"/>
                  <a:pt x="1163722" y="179077"/>
                  <a:pt x="1165243" y="178240"/>
                </a:cubicBezTo>
                <a:lnTo>
                  <a:pt x="1165319" y="178240"/>
                </a:lnTo>
                <a:cubicBezTo>
                  <a:pt x="1168257" y="176217"/>
                  <a:pt x="1170127" y="172978"/>
                  <a:pt x="1170412" y="169422"/>
                </a:cubicBezTo>
                <a:cubicBezTo>
                  <a:pt x="1170430" y="169288"/>
                  <a:pt x="1170435" y="169154"/>
                  <a:pt x="1170430" y="169020"/>
                </a:cubicBezTo>
                <a:cubicBezTo>
                  <a:pt x="1170376" y="167719"/>
                  <a:pt x="1169280" y="166708"/>
                  <a:pt x="1167980" y="166762"/>
                </a:cubicBezTo>
                <a:close/>
                <a:moveTo>
                  <a:pt x="1194586" y="158855"/>
                </a:moveTo>
                <a:cubicBezTo>
                  <a:pt x="1192458" y="159464"/>
                  <a:pt x="1190937" y="161136"/>
                  <a:pt x="1187669" y="161136"/>
                </a:cubicBezTo>
                <a:cubicBezTo>
                  <a:pt x="1186072" y="162960"/>
                  <a:pt x="1186757" y="166457"/>
                  <a:pt x="1186832" y="168054"/>
                </a:cubicBezTo>
                <a:cubicBezTo>
                  <a:pt x="1186909" y="169650"/>
                  <a:pt x="1190101" y="171930"/>
                  <a:pt x="1191089" y="171930"/>
                </a:cubicBezTo>
                <a:cubicBezTo>
                  <a:pt x="1194388" y="171352"/>
                  <a:pt x="1197213" y="169234"/>
                  <a:pt x="1198691" y="166229"/>
                </a:cubicBezTo>
                <a:lnTo>
                  <a:pt x="1198996" y="166229"/>
                </a:lnTo>
                <a:cubicBezTo>
                  <a:pt x="1199190" y="164308"/>
                  <a:pt x="1199190" y="162372"/>
                  <a:pt x="1198996" y="160452"/>
                </a:cubicBezTo>
                <a:cubicBezTo>
                  <a:pt x="1198691" y="158475"/>
                  <a:pt x="1196715" y="158247"/>
                  <a:pt x="1194586" y="158855"/>
                </a:cubicBezTo>
                <a:close/>
                <a:moveTo>
                  <a:pt x="916580" y="150112"/>
                </a:moveTo>
                <a:cubicBezTo>
                  <a:pt x="918854" y="150676"/>
                  <a:pt x="921050" y="151519"/>
                  <a:pt x="923117" y="152622"/>
                </a:cubicBezTo>
                <a:cubicBezTo>
                  <a:pt x="924638" y="152622"/>
                  <a:pt x="929199" y="151634"/>
                  <a:pt x="930719" y="152622"/>
                </a:cubicBezTo>
                <a:cubicBezTo>
                  <a:pt x="934518" y="154588"/>
                  <a:pt x="938108" y="156931"/>
                  <a:pt x="941438" y="159615"/>
                </a:cubicBezTo>
                <a:cubicBezTo>
                  <a:pt x="942678" y="162490"/>
                  <a:pt x="943670" y="165466"/>
                  <a:pt x="944403" y="168510"/>
                </a:cubicBezTo>
                <a:cubicBezTo>
                  <a:pt x="945179" y="170750"/>
                  <a:pt x="945179" y="173187"/>
                  <a:pt x="944403" y="175428"/>
                </a:cubicBezTo>
                <a:cubicBezTo>
                  <a:pt x="941221" y="178326"/>
                  <a:pt x="938201" y="181396"/>
                  <a:pt x="935356" y="184626"/>
                </a:cubicBezTo>
                <a:lnTo>
                  <a:pt x="935052" y="184626"/>
                </a:lnTo>
                <a:cubicBezTo>
                  <a:pt x="933771" y="187250"/>
                  <a:pt x="932324" y="189789"/>
                  <a:pt x="930719" y="192228"/>
                </a:cubicBezTo>
                <a:cubicBezTo>
                  <a:pt x="925518" y="200215"/>
                  <a:pt x="920772" y="208489"/>
                  <a:pt x="916503" y="217011"/>
                </a:cubicBezTo>
                <a:cubicBezTo>
                  <a:pt x="914590" y="219796"/>
                  <a:pt x="912508" y="222462"/>
                  <a:pt x="910269" y="224993"/>
                </a:cubicBezTo>
                <a:cubicBezTo>
                  <a:pt x="908953" y="226033"/>
                  <a:pt x="907173" y="226267"/>
                  <a:pt x="905632" y="225601"/>
                </a:cubicBezTo>
                <a:cubicBezTo>
                  <a:pt x="904492" y="225145"/>
                  <a:pt x="901223" y="227426"/>
                  <a:pt x="901223" y="230543"/>
                </a:cubicBezTo>
                <a:cubicBezTo>
                  <a:pt x="901088" y="233625"/>
                  <a:pt x="901579" y="236702"/>
                  <a:pt x="902668" y="239589"/>
                </a:cubicBezTo>
                <a:cubicBezTo>
                  <a:pt x="903581" y="252978"/>
                  <a:pt x="903581" y="266415"/>
                  <a:pt x="902668" y="279804"/>
                </a:cubicBezTo>
                <a:cubicBezTo>
                  <a:pt x="902009" y="284567"/>
                  <a:pt x="899209" y="288767"/>
                  <a:pt x="895066" y="291207"/>
                </a:cubicBezTo>
                <a:cubicBezTo>
                  <a:pt x="892861" y="292271"/>
                  <a:pt x="889744" y="298049"/>
                  <a:pt x="886931" y="299341"/>
                </a:cubicBezTo>
                <a:cubicBezTo>
                  <a:pt x="884119" y="300634"/>
                  <a:pt x="880850" y="303218"/>
                  <a:pt x="879329" y="303218"/>
                </a:cubicBezTo>
                <a:cubicBezTo>
                  <a:pt x="877862" y="303066"/>
                  <a:pt x="876574" y="302178"/>
                  <a:pt x="875909" y="300861"/>
                </a:cubicBezTo>
                <a:cubicBezTo>
                  <a:pt x="875224" y="299949"/>
                  <a:pt x="872260" y="299493"/>
                  <a:pt x="870587" y="298505"/>
                </a:cubicBezTo>
                <a:cubicBezTo>
                  <a:pt x="868915" y="297516"/>
                  <a:pt x="868154" y="296148"/>
                  <a:pt x="866406" y="295236"/>
                </a:cubicBezTo>
                <a:cubicBezTo>
                  <a:pt x="863872" y="294569"/>
                  <a:pt x="861494" y="293406"/>
                  <a:pt x="859412" y="291815"/>
                </a:cubicBezTo>
                <a:cubicBezTo>
                  <a:pt x="857663" y="290143"/>
                  <a:pt x="857360" y="287710"/>
                  <a:pt x="855611" y="284669"/>
                </a:cubicBezTo>
                <a:cubicBezTo>
                  <a:pt x="853178" y="280336"/>
                  <a:pt x="845044" y="276155"/>
                  <a:pt x="844892" y="273722"/>
                </a:cubicBezTo>
                <a:cubicBezTo>
                  <a:pt x="844740" y="271290"/>
                  <a:pt x="850973" y="270910"/>
                  <a:pt x="851734" y="270910"/>
                </a:cubicBezTo>
                <a:cubicBezTo>
                  <a:pt x="856903" y="270757"/>
                  <a:pt x="860400" y="274406"/>
                  <a:pt x="861844" y="274406"/>
                </a:cubicBezTo>
                <a:cubicBezTo>
                  <a:pt x="867014" y="274406"/>
                  <a:pt x="869522" y="272506"/>
                  <a:pt x="869979" y="264904"/>
                </a:cubicBezTo>
                <a:cubicBezTo>
                  <a:pt x="869979" y="263383"/>
                  <a:pt x="869979" y="259810"/>
                  <a:pt x="869979" y="258290"/>
                </a:cubicBezTo>
                <a:cubicBezTo>
                  <a:pt x="869670" y="255283"/>
                  <a:pt x="869670" y="252251"/>
                  <a:pt x="869979" y="249244"/>
                </a:cubicBezTo>
                <a:cubicBezTo>
                  <a:pt x="870124" y="245182"/>
                  <a:pt x="870607" y="241138"/>
                  <a:pt x="871423" y="237156"/>
                </a:cubicBezTo>
                <a:cubicBezTo>
                  <a:pt x="871423" y="235940"/>
                  <a:pt x="870283" y="233051"/>
                  <a:pt x="869219" y="233051"/>
                </a:cubicBezTo>
                <a:cubicBezTo>
                  <a:pt x="866710" y="233659"/>
                  <a:pt x="864201" y="231226"/>
                  <a:pt x="862681" y="231226"/>
                </a:cubicBezTo>
                <a:cubicBezTo>
                  <a:pt x="861160" y="231226"/>
                  <a:pt x="859032" y="232139"/>
                  <a:pt x="857511" y="232139"/>
                </a:cubicBezTo>
                <a:cubicBezTo>
                  <a:pt x="854730" y="232198"/>
                  <a:pt x="851950" y="231943"/>
                  <a:pt x="849225" y="231379"/>
                </a:cubicBezTo>
                <a:cubicBezTo>
                  <a:pt x="848070" y="230697"/>
                  <a:pt x="847062" y="229793"/>
                  <a:pt x="846260" y="228718"/>
                </a:cubicBezTo>
                <a:cubicBezTo>
                  <a:pt x="845464" y="226764"/>
                  <a:pt x="844902" y="224723"/>
                  <a:pt x="844587" y="222636"/>
                </a:cubicBezTo>
                <a:cubicBezTo>
                  <a:pt x="844207" y="222104"/>
                  <a:pt x="843752" y="219367"/>
                  <a:pt x="843144" y="219367"/>
                </a:cubicBezTo>
                <a:cubicBezTo>
                  <a:pt x="842991" y="217619"/>
                  <a:pt x="842383" y="214730"/>
                  <a:pt x="842383" y="212982"/>
                </a:cubicBezTo>
                <a:cubicBezTo>
                  <a:pt x="842383" y="211234"/>
                  <a:pt x="840863" y="208040"/>
                  <a:pt x="840330" y="203632"/>
                </a:cubicBezTo>
                <a:cubicBezTo>
                  <a:pt x="839799" y="199222"/>
                  <a:pt x="838354" y="196409"/>
                  <a:pt x="838354" y="191620"/>
                </a:cubicBezTo>
                <a:cubicBezTo>
                  <a:pt x="837746" y="184398"/>
                  <a:pt x="837746" y="180901"/>
                  <a:pt x="837746" y="179457"/>
                </a:cubicBezTo>
                <a:cubicBezTo>
                  <a:pt x="838202" y="170867"/>
                  <a:pt x="843295" y="168966"/>
                  <a:pt x="845348" y="165697"/>
                </a:cubicBezTo>
                <a:cubicBezTo>
                  <a:pt x="847552" y="164481"/>
                  <a:pt x="849681" y="162276"/>
                  <a:pt x="852342" y="162580"/>
                </a:cubicBezTo>
                <a:cubicBezTo>
                  <a:pt x="855003" y="162885"/>
                  <a:pt x="855763" y="163873"/>
                  <a:pt x="858575" y="165849"/>
                </a:cubicBezTo>
                <a:cubicBezTo>
                  <a:pt x="859637" y="167111"/>
                  <a:pt x="860626" y="168430"/>
                  <a:pt x="861540" y="169802"/>
                </a:cubicBezTo>
                <a:cubicBezTo>
                  <a:pt x="866070" y="169471"/>
                  <a:pt x="870477" y="168175"/>
                  <a:pt x="874464" y="166001"/>
                </a:cubicBezTo>
                <a:cubicBezTo>
                  <a:pt x="876440" y="164937"/>
                  <a:pt x="880697" y="164937"/>
                  <a:pt x="884042" y="163416"/>
                </a:cubicBezTo>
                <a:cubicBezTo>
                  <a:pt x="886238" y="162240"/>
                  <a:pt x="888595" y="161395"/>
                  <a:pt x="891036" y="160908"/>
                </a:cubicBezTo>
                <a:cubicBezTo>
                  <a:pt x="892557" y="160908"/>
                  <a:pt x="893013" y="160299"/>
                  <a:pt x="896510" y="159311"/>
                </a:cubicBezTo>
                <a:cubicBezTo>
                  <a:pt x="899233" y="158900"/>
                  <a:pt x="901829" y="157887"/>
                  <a:pt x="904112" y="156346"/>
                </a:cubicBezTo>
                <a:cubicBezTo>
                  <a:pt x="905709" y="155206"/>
                  <a:pt x="907153" y="154294"/>
                  <a:pt x="908446" y="153534"/>
                </a:cubicBezTo>
                <a:cubicBezTo>
                  <a:pt x="909664" y="152786"/>
                  <a:pt x="910934" y="152126"/>
                  <a:pt x="912246" y="151557"/>
                </a:cubicBezTo>
                <a:cubicBezTo>
                  <a:pt x="913411" y="150467"/>
                  <a:pt x="914993" y="149940"/>
                  <a:pt x="916580" y="150112"/>
                </a:cubicBezTo>
                <a:close/>
                <a:moveTo>
                  <a:pt x="1165699" y="137646"/>
                </a:moveTo>
                <a:cubicBezTo>
                  <a:pt x="1163874" y="139470"/>
                  <a:pt x="1158097" y="137646"/>
                  <a:pt x="1158097" y="142891"/>
                </a:cubicBezTo>
                <a:cubicBezTo>
                  <a:pt x="1158172" y="145476"/>
                  <a:pt x="1157109" y="148897"/>
                  <a:pt x="1158933" y="150493"/>
                </a:cubicBezTo>
                <a:cubicBezTo>
                  <a:pt x="1158933" y="150493"/>
                  <a:pt x="1160378" y="153914"/>
                  <a:pt x="1162201" y="152470"/>
                </a:cubicBezTo>
                <a:cubicBezTo>
                  <a:pt x="1165851" y="149733"/>
                  <a:pt x="1170412" y="148593"/>
                  <a:pt x="1170868" y="144260"/>
                </a:cubicBezTo>
                <a:lnTo>
                  <a:pt x="1171248" y="144031"/>
                </a:lnTo>
                <a:cubicBezTo>
                  <a:pt x="1171933" y="138177"/>
                  <a:pt x="1170488" y="136505"/>
                  <a:pt x="1165699" y="137646"/>
                </a:cubicBezTo>
                <a:close/>
                <a:moveTo>
                  <a:pt x="1206750" y="126470"/>
                </a:moveTo>
                <a:cubicBezTo>
                  <a:pt x="1200288" y="128523"/>
                  <a:pt x="1189874" y="128219"/>
                  <a:pt x="1189341" y="133312"/>
                </a:cubicBezTo>
                <a:cubicBezTo>
                  <a:pt x="1189113" y="135973"/>
                  <a:pt x="1189113" y="140534"/>
                  <a:pt x="1191850" y="141522"/>
                </a:cubicBezTo>
                <a:cubicBezTo>
                  <a:pt x="1194905" y="142291"/>
                  <a:pt x="1198078" y="142471"/>
                  <a:pt x="1201200" y="142054"/>
                </a:cubicBezTo>
                <a:cubicBezTo>
                  <a:pt x="1204154" y="139812"/>
                  <a:pt x="1206334" y="136702"/>
                  <a:pt x="1207434" y="133160"/>
                </a:cubicBezTo>
                <a:cubicBezTo>
                  <a:pt x="1207434" y="131564"/>
                  <a:pt x="1207510" y="127154"/>
                  <a:pt x="1206750" y="126470"/>
                </a:cubicBezTo>
                <a:close/>
                <a:moveTo>
                  <a:pt x="1455187" y="124722"/>
                </a:moveTo>
                <a:cubicBezTo>
                  <a:pt x="1457174" y="125098"/>
                  <a:pt x="1458973" y="126144"/>
                  <a:pt x="1460280" y="127687"/>
                </a:cubicBezTo>
                <a:cubicBezTo>
                  <a:pt x="1462941" y="130500"/>
                  <a:pt x="1465829" y="131869"/>
                  <a:pt x="1467882" y="134757"/>
                </a:cubicBezTo>
                <a:cubicBezTo>
                  <a:pt x="1469059" y="136931"/>
                  <a:pt x="1469831" y="139301"/>
                  <a:pt x="1470162" y="141751"/>
                </a:cubicBezTo>
                <a:cubicBezTo>
                  <a:pt x="1470619" y="143424"/>
                  <a:pt x="1473127" y="145476"/>
                  <a:pt x="1473127" y="146388"/>
                </a:cubicBezTo>
                <a:cubicBezTo>
                  <a:pt x="1472595" y="152926"/>
                  <a:pt x="1467806" y="152774"/>
                  <a:pt x="1461344" y="157335"/>
                </a:cubicBezTo>
                <a:cubicBezTo>
                  <a:pt x="1457803" y="159264"/>
                  <a:pt x="1454656" y="161843"/>
                  <a:pt x="1452070" y="164937"/>
                </a:cubicBezTo>
                <a:cubicBezTo>
                  <a:pt x="1450035" y="167000"/>
                  <a:pt x="1447604" y="168629"/>
                  <a:pt x="1444924" y="169727"/>
                </a:cubicBezTo>
                <a:cubicBezTo>
                  <a:pt x="1437701" y="172843"/>
                  <a:pt x="1431240" y="172539"/>
                  <a:pt x="1430708" y="179686"/>
                </a:cubicBezTo>
                <a:cubicBezTo>
                  <a:pt x="1430176" y="186831"/>
                  <a:pt x="1434129" y="183943"/>
                  <a:pt x="1434129" y="191545"/>
                </a:cubicBezTo>
                <a:cubicBezTo>
                  <a:pt x="1433789" y="193530"/>
                  <a:pt x="1432981" y="195406"/>
                  <a:pt x="1431772" y="197018"/>
                </a:cubicBezTo>
                <a:cubicBezTo>
                  <a:pt x="1430646" y="198460"/>
                  <a:pt x="1429984" y="200209"/>
                  <a:pt x="1429872" y="202035"/>
                </a:cubicBezTo>
                <a:cubicBezTo>
                  <a:pt x="1429853" y="203904"/>
                  <a:pt x="1429355" y="205735"/>
                  <a:pt x="1428427" y="207357"/>
                </a:cubicBezTo>
                <a:cubicBezTo>
                  <a:pt x="1427595" y="209108"/>
                  <a:pt x="1427253" y="211052"/>
                  <a:pt x="1427439" y="212982"/>
                </a:cubicBezTo>
                <a:cubicBezTo>
                  <a:pt x="1427287" y="219976"/>
                  <a:pt x="1426147" y="225830"/>
                  <a:pt x="1428199" y="227578"/>
                </a:cubicBezTo>
                <a:cubicBezTo>
                  <a:pt x="1436948" y="226872"/>
                  <a:pt x="1445730" y="226669"/>
                  <a:pt x="1454503" y="226970"/>
                </a:cubicBezTo>
                <a:cubicBezTo>
                  <a:pt x="1457695" y="226970"/>
                  <a:pt x="1458988" y="224841"/>
                  <a:pt x="1461345" y="224310"/>
                </a:cubicBezTo>
                <a:cubicBezTo>
                  <a:pt x="1463490" y="223834"/>
                  <a:pt x="1465684" y="223604"/>
                  <a:pt x="1467882" y="223625"/>
                </a:cubicBezTo>
                <a:cubicBezTo>
                  <a:pt x="1470317" y="224040"/>
                  <a:pt x="1472709" y="224676"/>
                  <a:pt x="1475029" y="225526"/>
                </a:cubicBezTo>
                <a:cubicBezTo>
                  <a:pt x="1477460" y="226628"/>
                  <a:pt x="1479798" y="227925"/>
                  <a:pt x="1482022" y="229403"/>
                </a:cubicBezTo>
                <a:cubicBezTo>
                  <a:pt x="1484607" y="231227"/>
                  <a:pt x="1489244" y="232216"/>
                  <a:pt x="1491144" y="237005"/>
                </a:cubicBezTo>
                <a:cubicBezTo>
                  <a:pt x="1491725" y="239031"/>
                  <a:pt x="1492007" y="241131"/>
                  <a:pt x="1491981" y="243239"/>
                </a:cubicBezTo>
                <a:lnTo>
                  <a:pt x="1490688" y="243390"/>
                </a:lnTo>
                <a:cubicBezTo>
                  <a:pt x="1490692" y="244239"/>
                  <a:pt x="1491018" y="245055"/>
                  <a:pt x="1491600" y="245671"/>
                </a:cubicBezTo>
                <a:cubicBezTo>
                  <a:pt x="1492163" y="246690"/>
                  <a:pt x="1492377" y="247865"/>
                  <a:pt x="1492209" y="249016"/>
                </a:cubicBezTo>
                <a:cubicBezTo>
                  <a:pt x="1491854" y="250961"/>
                  <a:pt x="1491076" y="252803"/>
                  <a:pt x="1489928" y="254414"/>
                </a:cubicBezTo>
                <a:cubicBezTo>
                  <a:pt x="1488712" y="256314"/>
                  <a:pt x="1487191" y="259051"/>
                  <a:pt x="1485367" y="259051"/>
                </a:cubicBezTo>
                <a:cubicBezTo>
                  <a:pt x="1480501" y="259203"/>
                  <a:pt x="1478069" y="259659"/>
                  <a:pt x="1476472" y="259583"/>
                </a:cubicBezTo>
                <a:cubicBezTo>
                  <a:pt x="1474876" y="259507"/>
                  <a:pt x="1470162" y="257911"/>
                  <a:pt x="1466818" y="257911"/>
                </a:cubicBezTo>
                <a:cubicBezTo>
                  <a:pt x="1463473" y="257911"/>
                  <a:pt x="1461117" y="258823"/>
                  <a:pt x="1456935" y="258747"/>
                </a:cubicBezTo>
                <a:cubicBezTo>
                  <a:pt x="1452754" y="258671"/>
                  <a:pt x="1445228" y="257911"/>
                  <a:pt x="1440591" y="257378"/>
                </a:cubicBezTo>
                <a:cubicBezTo>
                  <a:pt x="1437626" y="256998"/>
                  <a:pt x="1428351" y="257759"/>
                  <a:pt x="1425386" y="257378"/>
                </a:cubicBezTo>
                <a:cubicBezTo>
                  <a:pt x="1420286" y="256901"/>
                  <a:pt x="1415142" y="257312"/>
                  <a:pt x="1410182" y="258595"/>
                </a:cubicBezTo>
                <a:lnTo>
                  <a:pt x="1395662" y="260647"/>
                </a:lnTo>
                <a:cubicBezTo>
                  <a:pt x="1390493" y="261408"/>
                  <a:pt x="1383804" y="260267"/>
                  <a:pt x="1379166" y="260267"/>
                </a:cubicBezTo>
                <a:cubicBezTo>
                  <a:pt x="1369220" y="261195"/>
                  <a:pt x="1359405" y="263209"/>
                  <a:pt x="1349898" y="266273"/>
                </a:cubicBezTo>
                <a:cubicBezTo>
                  <a:pt x="1337810" y="270454"/>
                  <a:pt x="1316677" y="280261"/>
                  <a:pt x="1314016" y="279957"/>
                </a:cubicBezTo>
                <a:cubicBezTo>
                  <a:pt x="1311355" y="279653"/>
                  <a:pt x="1305730" y="272127"/>
                  <a:pt x="1300332" y="267033"/>
                </a:cubicBezTo>
                <a:cubicBezTo>
                  <a:pt x="1299876" y="264520"/>
                  <a:pt x="1299876" y="261944"/>
                  <a:pt x="1300332" y="259431"/>
                </a:cubicBezTo>
                <a:cubicBezTo>
                  <a:pt x="1300833" y="256318"/>
                  <a:pt x="1300546" y="253129"/>
                  <a:pt x="1299496" y="250157"/>
                </a:cubicBezTo>
                <a:cubicBezTo>
                  <a:pt x="1301549" y="246584"/>
                  <a:pt x="1313484" y="242174"/>
                  <a:pt x="1314700" y="241870"/>
                </a:cubicBezTo>
                <a:cubicBezTo>
                  <a:pt x="1315916" y="241566"/>
                  <a:pt x="1320630" y="243390"/>
                  <a:pt x="1323519" y="242706"/>
                </a:cubicBezTo>
                <a:cubicBezTo>
                  <a:pt x="1325039" y="242327"/>
                  <a:pt x="1335834" y="237917"/>
                  <a:pt x="1341764" y="235788"/>
                </a:cubicBezTo>
                <a:cubicBezTo>
                  <a:pt x="1344120" y="235029"/>
                  <a:pt x="1347541" y="234876"/>
                  <a:pt x="1349366" y="234345"/>
                </a:cubicBezTo>
                <a:cubicBezTo>
                  <a:pt x="1354991" y="232596"/>
                  <a:pt x="1363278" y="228415"/>
                  <a:pt x="1369359" y="225982"/>
                </a:cubicBezTo>
                <a:cubicBezTo>
                  <a:pt x="1382359" y="220813"/>
                  <a:pt x="1383043" y="205153"/>
                  <a:pt x="1385019" y="199223"/>
                </a:cubicBezTo>
                <a:cubicBezTo>
                  <a:pt x="1386062" y="196346"/>
                  <a:pt x="1386602" y="193312"/>
                  <a:pt x="1386616" y="190253"/>
                </a:cubicBezTo>
                <a:cubicBezTo>
                  <a:pt x="1386692" y="187288"/>
                  <a:pt x="1386464" y="183714"/>
                  <a:pt x="1385019" y="183182"/>
                </a:cubicBezTo>
                <a:cubicBezTo>
                  <a:pt x="1382459" y="183400"/>
                  <a:pt x="1379918" y="183807"/>
                  <a:pt x="1377417" y="184398"/>
                </a:cubicBezTo>
                <a:cubicBezTo>
                  <a:pt x="1374216" y="185499"/>
                  <a:pt x="1370780" y="185735"/>
                  <a:pt x="1367459" y="185083"/>
                </a:cubicBezTo>
                <a:cubicBezTo>
                  <a:pt x="1364418" y="183639"/>
                  <a:pt x="1364874" y="180065"/>
                  <a:pt x="1364418" y="176037"/>
                </a:cubicBezTo>
                <a:cubicBezTo>
                  <a:pt x="1363445" y="171949"/>
                  <a:pt x="1361398" y="168196"/>
                  <a:pt x="1358488" y="165165"/>
                </a:cubicBezTo>
                <a:cubicBezTo>
                  <a:pt x="1357348" y="162398"/>
                  <a:pt x="1356829" y="159413"/>
                  <a:pt x="1356968" y="156423"/>
                </a:cubicBezTo>
                <a:cubicBezTo>
                  <a:pt x="1357043" y="154827"/>
                  <a:pt x="1356208" y="149581"/>
                  <a:pt x="1356208" y="147985"/>
                </a:cubicBezTo>
                <a:cubicBezTo>
                  <a:pt x="1356208" y="143804"/>
                  <a:pt x="1360161" y="143500"/>
                  <a:pt x="1363810" y="141675"/>
                </a:cubicBezTo>
                <a:cubicBezTo>
                  <a:pt x="1368330" y="142465"/>
                  <a:pt x="1372799" y="143531"/>
                  <a:pt x="1377190" y="144868"/>
                </a:cubicBezTo>
                <a:cubicBezTo>
                  <a:pt x="1387925" y="143705"/>
                  <a:pt x="1398586" y="141928"/>
                  <a:pt x="1409118" y="139547"/>
                </a:cubicBezTo>
                <a:cubicBezTo>
                  <a:pt x="1411475" y="139014"/>
                  <a:pt x="1414059" y="138178"/>
                  <a:pt x="1414668" y="138026"/>
                </a:cubicBezTo>
                <a:cubicBezTo>
                  <a:pt x="1415276" y="137874"/>
                  <a:pt x="1417480" y="136886"/>
                  <a:pt x="1418621" y="136506"/>
                </a:cubicBezTo>
                <a:cubicBezTo>
                  <a:pt x="1426962" y="134059"/>
                  <a:pt x="1434997" y="130667"/>
                  <a:pt x="1442567" y="126395"/>
                </a:cubicBezTo>
                <a:cubicBezTo>
                  <a:pt x="1444740" y="125648"/>
                  <a:pt x="1447044" y="125363"/>
                  <a:pt x="1449333" y="125559"/>
                </a:cubicBezTo>
                <a:cubicBezTo>
                  <a:pt x="1451299" y="125390"/>
                  <a:pt x="1453253" y="125111"/>
                  <a:pt x="1455187" y="124722"/>
                </a:cubicBezTo>
                <a:close/>
                <a:moveTo>
                  <a:pt x="1118870" y="115904"/>
                </a:moveTo>
                <a:cubicBezTo>
                  <a:pt x="1122595" y="113699"/>
                  <a:pt x="1124496" y="121909"/>
                  <a:pt x="1125712" y="124874"/>
                </a:cubicBezTo>
                <a:cubicBezTo>
                  <a:pt x="1126396" y="126318"/>
                  <a:pt x="1124344" y="131944"/>
                  <a:pt x="1124115" y="133920"/>
                </a:cubicBezTo>
                <a:cubicBezTo>
                  <a:pt x="1123888" y="135897"/>
                  <a:pt x="1120998" y="138330"/>
                  <a:pt x="1120998" y="144259"/>
                </a:cubicBezTo>
                <a:cubicBezTo>
                  <a:pt x="1121075" y="146920"/>
                  <a:pt x="1118642" y="148897"/>
                  <a:pt x="1115373" y="151861"/>
                </a:cubicBezTo>
                <a:cubicBezTo>
                  <a:pt x="1112029" y="155095"/>
                  <a:pt x="1108906" y="158549"/>
                  <a:pt x="1106023" y="162200"/>
                </a:cubicBezTo>
                <a:cubicBezTo>
                  <a:pt x="1104499" y="165828"/>
                  <a:pt x="1104153" y="169844"/>
                  <a:pt x="1105035" y="173679"/>
                </a:cubicBezTo>
                <a:cubicBezTo>
                  <a:pt x="1105035" y="174971"/>
                  <a:pt x="1103438" y="179077"/>
                  <a:pt x="1105719" y="181281"/>
                </a:cubicBezTo>
                <a:cubicBezTo>
                  <a:pt x="1108000" y="183486"/>
                  <a:pt x="1110508" y="181129"/>
                  <a:pt x="1111800" y="181281"/>
                </a:cubicBezTo>
                <a:cubicBezTo>
                  <a:pt x="1113093" y="181434"/>
                  <a:pt x="1112257" y="184018"/>
                  <a:pt x="1113777" y="186830"/>
                </a:cubicBezTo>
                <a:cubicBezTo>
                  <a:pt x="1116590" y="192228"/>
                  <a:pt x="1117502" y="193064"/>
                  <a:pt x="1117502" y="195725"/>
                </a:cubicBezTo>
                <a:cubicBezTo>
                  <a:pt x="1117425" y="197246"/>
                  <a:pt x="1117425" y="198538"/>
                  <a:pt x="1116210" y="199298"/>
                </a:cubicBezTo>
                <a:cubicBezTo>
                  <a:pt x="1109169" y="203541"/>
                  <a:pt x="1103169" y="209309"/>
                  <a:pt x="1098649" y="216175"/>
                </a:cubicBezTo>
                <a:cubicBezTo>
                  <a:pt x="1098149" y="218509"/>
                  <a:pt x="1098444" y="220944"/>
                  <a:pt x="1099485" y="223093"/>
                </a:cubicBezTo>
                <a:cubicBezTo>
                  <a:pt x="1100929" y="223093"/>
                  <a:pt x="1104578" y="223093"/>
                  <a:pt x="1106175" y="223093"/>
                </a:cubicBezTo>
                <a:lnTo>
                  <a:pt x="1105947" y="223548"/>
                </a:lnTo>
                <a:cubicBezTo>
                  <a:pt x="1108333" y="224208"/>
                  <a:pt x="1110457" y="225588"/>
                  <a:pt x="1112028" y="227502"/>
                </a:cubicBezTo>
                <a:cubicBezTo>
                  <a:pt x="1113122" y="229516"/>
                  <a:pt x="1113745" y="231751"/>
                  <a:pt x="1113853" y="234040"/>
                </a:cubicBezTo>
                <a:cubicBezTo>
                  <a:pt x="1112712" y="243695"/>
                  <a:pt x="1104351" y="249700"/>
                  <a:pt x="1096749" y="254565"/>
                </a:cubicBezTo>
                <a:cubicBezTo>
                  <a:pt x="1089146" y="259430"/>
                  <a:pt x="1075386" y="264752"/>
                  <a:pt x="1068849" y="268477"/>
                </a:cubicBezTo>
                <a:cubicBezTo>
                  <a:pt x="1063451" y="271593"/>
                  <a:pt x="1058358" y="279348"/>
                  <a:pt x="1055241" y="280640"/>
                </a:cubicBezTo>
                <a:cubicBezTo>
                  <a:pt x="1055241" y="280640"/>
                  <a:pt x="1051516" y="281856"/>
                  <a:pt x="1049844" y="280640"/>
                </a:cubicBezTo>
                <a:cubicBezTo>
                  <a:pt x="1047366" y="279745"/>
                  <a:pt x="1044824" y="279033"/>
                  <a:pt x="1042242" y="278511"/>
                </a:cubicBezTo>
                <a:cubicBezTo>
                  <a:pt x="1039657" y="277675"/>
                  <a:pt x="1040873" y="274026"/>
                  <a:pt x="1038973" y="271822"/>
                </a:cubicBezTo>
                <a:cubicBezTo>
                  <a:pt x="1036987" y="269886"/>
                  <a:pt x="1035386" y="267590"/>
                  <a:pt x="1034259" y="265056"/>
                </a:cubicBezTo>
                <a:cubicBezTo>
                  <a:pt x="1032672" y="261152"/>
                  <a:pt x="1031946" y="256951"/>
                  <a:pt x="1032131" y="252740"/>
                </a:cubicBezTo>
                <a:cubicBezTo>
                  <a:pt x="1034398" y="247372"/>
                  <a:pt x="1038767" y="243169"/>
                  <a:pt x="1044218" y="241109"/>
                </a:cubicBezTo>
                <a:cubicBezTo>
                  <a:pt x="1046618" y="239544"/>
                  <a:pt x="1048928" y="237843"/>
                  <a:pt x="1051136" y="236016"/>
                </a:cubicBezTo>
                <a:cubicBezTo>
                  <a:pt x="1053250" y="234843"/>
                  <a:pt x="1054970" y="233071"/>
                  <a:pt x="1056077" y="230922"/>
                </a:cubicBezTo>
                <a:cubicBezTo>
                  <a:pt x="1056738" y="229344"/>
                  <a:pt x="1057173" y="227681"/>
                  <a:pt x="1057370" y="225981"/>
                </a:cubicBezTo>
                <a:cubicBezTo>
                  <a:pt x="1057522" y="223397"/>
                  <a:pt x="1058814" y="221497"/>
                  <a:pt x="1058813" y="219595"/>
                </a:cubicBezTo>
                <a:cubicBezTo>
                  <a:pt x="1058604" y="217702"/>
                  <a:pt x="1057807" y="215920"/>
                  <a:pt x="1056533" y="214503"/>
                </a:cubicBezTo>
                <a:cubicBezTo>
                  <a:pt x="1055305" y="213254"/>
                  <a:pt x="1054370" y="211748"/>
                  <a:pt x="1053796" y="210093"/>
                </a:cubicBezTo>
                <a:cubicBezTo>
                  <a:pt x="1053796" y="210017"/>
                  <a:pt x="1048324" y="203707"/>
                  <a:pt x="1048323" y="200591"/>
                </a:cubicBezTo>
                <a:cubicBezTo>
                  <a:pt x="1048504" y="195787"/>
                  <a:pt x="1052271" y="191890"/>
                  <a:pt x="1057066" y="191544"/>
                </a:cubicBezTo>
                <a:cubicBezTo>
                  <a:pt x="1058586" y="190936"/>
                  <a:pt x="1061398" y="191544"/>
                  <a:pt x="1062919" y="191544"/>
                </a:cubicBezTo>
                <a:cubicBezTo>
                  <a:pt x="1066568" y="191240"/>
                  <a:pt x="1069153" y="187743"/>
                  <a:pt x="1071130" y="184778"/>
                </a:cubicBezTo>
                <a:cubicBezTo>
                  <a:pt x="1072186" y="180700"/>
                  <a:pt x="1072797" y="176520"/>
                  <a:pt x="1072954" y="172311"/>
                </a:cubicBezTo>
                <a:cubicBezTo>
                  <a:pt x="1074170" y="168054"/>
                  <a:pt x="1069077" y="167369"/>
                  <a:pt x="1066568" y="166381"/>
                </a:cubicBezTo>
                <a:cubicBezTo>
                  <a:pt x="1064155" y="165163"/>
                  <a:pt x="1061602" y="164245"/>
                  <a:pt x="1058966" y="163644"/>
                </a:cubicBezTo>
                <a:cubicBezTo>
                  <a:pt x="1056914" y="163493"/>
                  <a:pt x="1055165" y="161060"/>
                  <a:pt x="1054177" y="158399"/>
                </a:cubicBezTo>
                <a:cubicBezTo>
                  <a:pt x="1053189" y="155738"/>
                  <a:pt x="1052352" y="156575"/>
                  <a:pt x="1050224" y="155738"/>
                </a:cubicBezTo>
                <a:cubicBezTo>
                  <a:pt x="1048095" y="154902"/>
                  <a:pt x="1048095" y="147680"/>
                  <a:pt x="1048095" y="146844"/>
                </a:cubicBezTo>
                <a:cubicBezTo>
                  <a:pt x="1048095" y="146008"/>
                  <a:pt x="1050300" y="145095"/>
                  <a:pt x="1052200" y="144259"/>
                </a:cubicBezTo>
                <a:cubicBezTo>
                  <a:pt x="1054101" y="143423"/>
                  <a:pt x="1054101" y="142055"/>
                  <a:pt x="1055317" y="139470"/>
                </a:cubicBezTo>
                <a:cubicBezTo>
                  <a:pt x="1056534" y="136885"/>
                  <a:pt x="1059347" y="136277"/>
                  <a:pt x="1061931" y="135593"/>
                </a:cubicBezTo>
                <a:cubicBezTo>
                  <a:pt x="1064835" y="135422"/>
                  <a:pt x="1067729" y="135092"/>
                  <a:pt x="1070598" y="134605"/>
                </a:cubicBezTo>
                <a:cubicBezTo>
                  <a:pt x="1082760" y="129664"/>
                  <a:pt x="1096520" y="116056"/>
                  <a:pt x="1108151" y="116664"/>
                </a:cubicBezTo>
                <a:cubicBezTo>
                  <a:pt x="1114080" y="117044"/>
                  <a:pt x="1116513" y="117196"/>
                  <a:pt x="1118870" y="115904"/>
                </a:cubicBezTo>
                <a:close/>
                <a:moveTo>
                  <a:pt x="1643566" y="115600"/>
                </a:moveTo>
                <a:cubicBezTo>
                  <a:pt x="1646378" y="116055"/>
                  <a:pt x="1653905" y="114763"/>
                  <a:pt x="1654589" y="116055"/>
                </a:cubicBezTo>
                <a:cubicBezTo>
                  <a:pt x="1656775" y="119258"/>
                  <a:pt x="1659836" y="121765"/>
                  <a:pt x="1663407" y="123278"/>
                </a:cubicBezTo>
                <a:cubicBezTo>
                  <a:pt x="1666372" y="124798"/>
                  <a:pt x="1665080" y="126851"/>
                  <a:pt x="1665460" y="129511"/>
                </a:cubicBezTo>
                <a:cubicBezTo>
                  <a:pt x="1665840" y="132172"/>
                  <a:pt x="1667513" y="133236"/>
                  <a:pt x="1666676" y="135517"/>
                </a:cubicBezTo>
                <a:cubicBezTo>
                  <a:pt x="1665840" y="137798"/>
                  <a:pt x="1663788" y="141827"/>
                  <a:pt x="1662039" y="146692"/>
                </a:cubicBezTo>
                <a:cubicBezTo>
                  <a:pt x="1662039" y="147756"/>
                  <a:pt x="1660670" y="153229"/>
                  <a:pt x="1662039" y="153229"/>
                </a:cubicBezTo>
                <a:cubicBezTo>
                  <a:pt x="1663616" y="153325"/>
                  <a:pt x="1665185" y="152926"/>
                  <a:pt x="1666525" y="152090"/>
                </a:cubicBezTo>
                <a:cubicBezTo>
                  <a:pt x="1667209" y="151786"/>
                  <a:pt x="1670249" y="150265"/>
                  <a:pt x="1672150" y="149580"/>
                </a:cubicBezTo>
                <a:cubicBezTo>
                  <a:pt x="1674433" y="149072"/>
                  <a:pt x="1676652" y="148307"/>
                  <a:pt x="1678764" y="147300"/>
                </a:cubicBezTo>
                <a:cubicBezTo>
                  <a:pt x="1681349" y="145476"/>
                  <a:pt x="1684769" y="141827"/>
                  <a:pt x="1686366" y="141827"/>
                </a:cubicBezTo>
                <a:cubicBezTo>
                  <a:pt x="1686366" y="141827"/>
                  <a:pt x="1696476" y="138862"/>
                  <a:pt x="1698225" y="141827"/>
                </a:cubicBezTo>
                <a:cubicBezTo>
                  <a:pt x="1699973" y="144792"/>
                  <a:pt x="1704230" y="144488"/>
                  <a:pt x="1708564" y="145172"/>
                </a:cubicBezTo>
                <a:cubicBezTo>
                  <a:pt x="1712897" y="145856"/>
                  <a:pt x="1715709" y="152849"/>
                  <a:pt x="1715709" y="158779"/>
                </a:cubicBezTo>
                <a:cubicBezTo>
                  <a:pt x="1715785" y="161212"/>
                  <a:pt x="1715633" y="162200"/>
                  <a:pt x="1712973" y="162200"/>
                </a:cubicBezTo>
                <a:cubicBezTo>
                  <a:pt x="1711529" y="162276"/>
                  <a:pt x="1709932" y="164709"/>
                  <a:pt x="1707272" y="166457"/>
                </a:cubicBezTo>
                <a:cubicBezTo>
                  <a:pt x="1703124" y="168843"/>
                  <a:pt x="1698709" y="170731"/>
                  <a:pt x="1694119" y="172082"/>
                </a:cubicBezTo>
                <a:cubicBezTo>
                  <a:pt x="1691807" y="173627"/>
                  <a:pt x="1689230" y="174735"/>
                  <a:pt x="1686517" y="175352"/>
                </a:cubicBezTo>
                <a:cubicBezTo>
                  <a:pt x="1683172" y="175808"/>
                  <a:pt x="1680208" y="175960"/>
                  <a:pt x="1677700" y="176492"/>
                </a:cubicBezTo>
                <a:cubicBezTo>
                  <a:pt x="1672992" y="177648"/>
                  <a:pt x="1668446" y="179384"/>
                  <a:pt x="1664168" y="181661"/>
                </a:cubicBezTo>
                <a:cubicBezTo>
                  <a:pt x="1662343" y="183595"/>
                  <a:pt x="1660830" y="185801"/>
                  <a:pt x="1659682" y="188199"/>
                </a:cubicBezTo>
                <a:cubicBezTo>
                  <a:pt x="1658626" y="191759"/>
                  <a:pt x="1659211" y="195605"/>
                  <a:pt x="1661279" y="198690"/>
                </a:cubicBezTo>
                <a:cubicBezTo>
                  <a:pt x="1667610" y="207313"/>
                  <a:pt x="1675135" y="214992"/>
                  <a:pt x="1683629" y="221496"/>
                </a:cubicBezTo>
                <a:cubicBezTo>
                  <a:pt x="1687658" y="224917"/>
                  <a:pt x="1693360" y="236701"/>
                  <a:pt x="1700125" y="240121"/>
                </a:cubicBezTo>
                <a:cubicBezTo>
                  <a:pt x="1706161" y="243405"/>
                  <a:pt x="1711842" y="247303"/>
                  <a:pt x="1717078" y="251752"/>
                </a:cubicBezTo>
                <a:cubicBezTo>
                  <a:pt x="1720165" y="253388"/>
                  <a:pt x="1723430" y="254664"/>
                  <a:pt x="1726809" y="255554"/>
                </a:cubicBezTo>
                <a:cubicBezTo>
                  <a:pt x="1729850" y="256846"/>
                  <a:pt x="1732510" y="259658"/>
                  <a:pt x="1734411" y="260343"/>
                </a:cubicBezTo>
                <a:cubicBezTo>
                  <a:pt x="1739352" y="262015"/>
                  <a:pt x="1743609" y="263536"/>
                  <a:pt x="1751211" y="266576"/>
                </a:cubicBezTo>
                <a:cubicBezTo>
                  <a:pt x="1753036" y="267337"/>
                  <a:pt x="1756076" y="267565"/>
                  <a:pt x="1756989" y="269237"/>
                </a:cubicBezTo>
                <a:lnTo>
                  <a:pt x="1756381" y="269997"/>
                </a:lnTo>
                <a:cubicBezTo>
                  <a:pt x="1757141" y="271442"/>
                  <a:pt x="1754708" y="272734"/>
                  <a:pt x="1754556" y="274407"/>
                </a:cubicBezTo>
                <a:cubicBezTo>
                  <a:pt x="1754404" y="276079"/>
                  <a:pt x="1755164" y="278892"/>
                  <a:pt x="1753720" y="280640"/>
                </a:cubicBezTo>
                <a:cubicBezTo>
                  <a:pt x="1751384" y="283636"/>
                  <a:pt x="1747860" y="285467"/>
                  <a:pt x="1744066" y="285658"/>
                </a:cubicBezTo>
                <a:cubicBezTo>
                  <a:pt x="1742469" y="285810"/>
                  <a:pt x="1741252" y="288091"/>
                  <a:pt x="1740113" y="288927"/>
                </a:cubicBezTo>
                <a:cubicBezTo>
                  <a:pt x="1738972" y="289763"/>
                  <a:pt x="1737299" y="289763"/>
                  <a:pt x="1736159" y="289763"/>
                </a:cubicBezTo>
                <a:cubicBezTo>
                  <a:pt x="1733186" y="289775"/>
                  <a:pt x="1730215" y="289597"/>
                  <a:pt x="1727264" y="289231"/>
                </a:cubicBezTo>
                <a:cubicBezTo>
                  <a:pt x="1724200" y="289399"/>
                  <a:pt x="1721130" y="289399"/>
                  <a:pt x="1718066" y="289231"/>
                </a:cubicBezTo>
                <a:cubicBezTo>
                  <a:pt x="1715311" y="289206"/>
                  <a:pt x="1712582" y="288692"/>
                  <a:pt x="1710008" y="287711"/>
                </a:cubicBezTo>
                <a:cubicBezTo>
                  <a:pt x="1704991" y="284821"/>
                  <a:pt x="1701190" y="286950"/>
                  <a:pt x="1697389" y="285962"/>
                </a:cubicBezTo>
                <a:cubicBezTo>
                  <a:pt x="1694404" y="285425"/>
                  <a:pt x="1691799" y="283623"/>
                  <a:pt x="1690243" y="281021"/>
                </a:cubicBezTo>
                <a:cubicBezTo>
                  <a:pt x="1687810" y="274254"/>
                  <a:pt x="1691079" y="272278"/>
                  <a:pt x="1679296" y="261483"/>
                </a:cubicBezTo>
                <a:cubicBezTo>
                  <a:pt x="1674851" y="256494"/>
                  <a:pt x="1670712" y="251238"/>
                  <a:pt x="1666904" y="245747"/>
                </a:cubicBezTo>
                <a:cubicBezTo>
                  <a:pt x="1664586" y="242699"/>
                  <a:pt x="1662046" y="239828"/>
                  <a:pt x="1659302" y="237156"/>
                </a:cubicBezTo>
                <a:cubicBezTo>
                  <a:pt x="1651548" y="231455"/>
                  <a:pt x="1644631" y="223549"/>
                  <a:pt x="1642045" y="221952"/>
                </a:cubicBezTo>
                <a:cubicBezTo>
                  <a:pt x="1641133" y="221421"/>
                  <a:pt x="1635964" y="233736"/>
                  <a:pt x="1630110" y="240045"/>
                </a:cubicBezTo>
                <a:cubicBezTo>
                  <a:pt x="1624257" y="246355"/>
                  <a:pt x="1620000" y="249320"/>
                  <a:pt x="1612854" y="256922"/>
                </a:cubicBezTo>
                <a:cubicBezTo>
                  <a:pt x="1607638" y="261544"/>
                  <a:pt x="1601640" y="265201"/>
                  <a:pt x="1595141" y="267717"/>
                </a:cubicBezTo>
                <a:cubicBezTo>
                  <a:pt x="1592176" y="269693"/>
                  <a:pt x="1585410" y="272734"/>
                  <a:pt x="1581990" y="274863"/>
                </a:cubicBezTo>
                <a:cubicBezTo>
                  <a:pt x="1578568" y="276991"/>
                  <a:pt x="1572563" y="276687"/>
                  <a:pt x="1569902" y="277980"/>
                </a:cubicBezTo>
                <a:cubicBezTo>
                  <a:pt x="1567795" y="278804"/>
                  <a:pt x="1565550" y="279216"/>
                  <a:pt x="1563288" y="279196"/>
                </a:cubicBezTo>
                <a:cubicBezTo>
                  <a:pt x="1561464" y="278892"/>
                  <a:pt x="1560171" y="276307"/>
                  <a:pt x="1558803" y="275319"/>
                </a:cubicBezTo>
                <a:cubicBezTo>
                  <a:pt x="1557435" y="274331"/>
                  <a:pt x="1557435" y="269389"/>
                  <a:pt x="1555382" y="268477"/>
                </a:cubicBezTo>
                <a:cubicBezTo>
                  <a:pt x="1553401" y="267991"/>
                  <a:pt x="1551468" y="267329"/>
                  <a:pt x="1549604" y="266501"/>
                </a:cubicBezTo>
                <a:cubicBezTo>
                  <a:pt x="1548388" y="265360"/>
                  <a:pt x="1549376" y="263460"/>
                  <a:pt x="1553329" y="262168"/>
                </a:cubicBezTo>
                <a:cubicBezTo>
                  <a:pt x="1556482" y="261097"/>
                  <a:pt x="1559380" y="259389"/>
                  <a:pt x="1561844" y="257150"/>
                </a:cubicBezTo>
                <a:cubicBezTo>
                  <a:pt x="1563934" y="255903"/>
                  <a:pt x="1565895" y="254451"/>
                  <a:pt x="1567698" y="252817"/>
                </a:cubicBezTo>
                <a:cubicBezTo>
                  <a:pt x="1568382" y="251980"/>
                  <a:pt x="1570814" y="251601"/>
                  <a:pt x="1571803" y="250992"/>
                </a:cubicBezTo>
                <a:cubicBezTo>
                  <a:pt x="1581451" y="242815"/>
                  <a:pt x="1590590" y="234056"/>
                  <a:pt x="1599170" y="224765"/>
                </a:cubicBezTo>
                <a:cubicBezTo>
                  <a:pt x="1604076" y="219480"/>
                  <a:pt x="1607692" y="213131"/>
                  <a:pt x="1609737" y="206216"/>
                </a:cubicBezTo>
                <a:cubicBezTo>
                  <a:pt x="1611031" y="203879"/>
                  <a:pt x="1611784" y="201281"/>
                  <a:pt x="1611941" y="198614"/>
                </a:cubicBezTo>
                <a:cubicBezTo>
                  <a:pt x="1611713" y="197398"/>
                  <a:pt x="1608064" y="198614"/>
                  <a:pt x="1606468" y="198614"/>
                </a:cubicBezTo>
                <a:cubicBezTo>
                  <a:pt x="1604872" y="198614"/>
                  <a:pt x="1603884" y="198538"/>
                  <a:pt x="1602286" y="198614"/>
                </a:cubicBezTo>
                <a:cubicBezTo>
                  <a:pt x="1600690" y="198690"/>
                  <a:pt x="1598486" y="200135"/>
                  <a:pt x="1596661" y="200135"/>
                </a:cubicBezTo>
                <a:cubicBezTo>
                  <a:pt x="1594913" y="200743"/>
                  <a:pt x="1593012" y="200743"/>
                  <a:pt x="1591264" y="200135"/>
                </a:cubicBezTo>
                <a:cubicBezTo>
                  <a:pt x="1588375" y="199222"/>
                  <a:pt x="1586854" y="196790"/>
                  <a:pt x="1582977" y="196257"/>
                </a:cubicBezTo>
                <a:cubicBezTo>
                  <a:pt x="1577746" y="194402"/>
                  <a:pt x="1574009" y="189754"/>
                  <a:pt x="1573322" y="184246"/>
                </a:cubicBezTo>
                <a:cubicBezTo>
                  <a:pt x="1572666" y="181427"/>
                  <a:pt x="1573668" y="178479"/>
                  <a:pt x="1575907" y="176644"/>
                </a:cubicBezTo>
                <a:cubicBezTo>
                  <a:pt x="1577884" y="175200"/>
                  <a:pt x="1578872" y="173147"/>
                  <a:pt x="1580469" y="171931"/>
                </a:cubicBezTo>
                <a:cubicBezTo>
                  <a:pt x="1582065" y="170715"/>
                  <a:pt x="1584954" y="170562"/>
                  <a:pt x="1586247" y="169726"/>
                </a:cubicBezTo>
                <a:cubicBezTo>
                  <a:pt x="1587539" y="168890"/>
                  <a:pt x="1588907" y="167370"/>
                  <a:pt x="1591111" y="166533"/>
                </a:cubicBezTo>
                <a:cubicBezTo>
                  <a:pt x="1593316" y="165697"/>
                  <a:pt x="1598942" y="166533"/>
                  <a:pt x="1602971" y="166533"/>
                </a:cubicBezTo>
                <a:cubicBezTo>
                  <a:pt x="1609897" y="165623"/>
                  <a:pt x="1616553" y="163266"/>
                  <a:pt x="1622508" y="159615"/>
                </a:cubicBezTo>
                <a:cubicBezTo>
                  <a:pt x="1622302" y="153399"/>
                  <a:pt x="1623579" y="147223"/>
                  <a:pt x="1626233" y="141598"/>
                </a:cubicBezTo>
                <a:cubicBezTo>
                  <a:pt x="1627132" y="137865"/>
                  <a:pt x="1627567" y="134035"/>
                  <a:pt x="1627525" y="130196"/>
                </a:cubicBezTo>
                <a:cubicBezTo>
                  <a:pt x="1627943" y="126921"/>
                  <a:pt x="1627762" y="123598"/>
                  <a:pt x="1626994" y="120388"/>
                </a:cubicBezTo>
                <a:cubicBezTo>
                  <a:pt x="1626917" y="117652"/>
                  <a:pt x="1628438" y="117348"/>
                  <a:pt x="1630035" y="116892"/>
                </a:cubicBezTo>
                <a:cubicBezTo>
                  <a:pt x="1635052" y="115523"/>
                  <a:pt x="1634976" y="117424"/>
                  <a:pt x="1637637" y="117500"/>
                </a:cubicBezTo>
                <a:cubicBezTo>
                  <a:pt x="1640297" y="117576"/>
                  <a:pt x="1640753" y="115143"/>
                  <a:pt x="1643566" y="115600"/>
                </a:cubicBezTo>
                <a:close/>
                <a:moveTo>
                  <a:pt x="591287" y="113167"/>
                </a:moveTo>
                <a:cubicBezTo>
                  <a:pt x="592731" y="113319"/>
                  <a:pt x="594404" y="115752"/>
                  <a:pt x="596912" y="116284"/>
                </a:cubicBezTo>
                <a:cubicBezTo>
                  <a:pt x="599421" y="116816"/>
                  <a:pt x="602994" y="116740"/>
                  <a:pt x="605882" y="117272"/>
                </a:cubicBezTo>
                <a:cubicBezTo>
                  <a:pt x="607403" y="117272"/>
                  <a:pt x="613484" y="117272"/>
                  <a:pt x="615005" y="117272"/>
                </a:cubicBezTo>
                <a:cubicBezTo>
                  <a:pt x="617061" y="117398"/>
                  <a:pt x="619073" y="117913"/>
                  <a:pt x="620935" y="118793"/>
                </a:cubicBezTo>
                <a:cubicBezTo>
                  <a:pt x="621847" y="119325"/>
                  <a:pt x="625040" y="120009"/>
                  <a:pt x="626180" y="121301"/>
                </a:cubicBezTo>
                <a:cubicBezTo>
                  <a:pt x="628762" y="123695"/>
                  <a:pt x="630696" y="126702"/>
                  <a:pt x="631806" y="130044"/>
                </a:cubicBezTo>
                <a:lnTo>
                  <a:pt x="630817" y="130424"/>
                </a:lnTo>
                <a:cubicBezTo>
                  <a:pt x="631198" y="133161"/>
                  <a:pt x="630361" y="134073"/>
                  <a:pt x="630361" y="136201"/>
                </a:cubicBezTo>
                <a:cubicBezTo>
                  <a:pt x="630696" y="139131"/>
                  <a:pt x="630696" y="142090"/>
                  <a:pt x="630361" y="145020"/>
                </a:cubicBezTo>
                <a:cubicBezTo>
                  <a:pt x="629981" y="146540"/>
                  <a:pt x="627700" y="150265"/>
                  <a:pt x="625876" y="154599"/>
                </a:cubicBezTo>
                <a:cubicBezTo>
                  <a:pt x="625227" y="157861"/>
                  <a:pt x="624796" y="161162"/>
                  <a:pt x="624584" y="164481"/>
                </a:cubicBezTo>
                <a:cubicBezTo>
                  <a:pt x="624508" y="169118"/>
                  <a:pt x="624279" y="172540"/>
                  <a:pt x="623595" y="182422"/>
                </a:cubicBezTo>
                <a:cubicBezTo>
                  <a:pt x="623443" y="185767"/>
                  <a:pt x="622531" y="188884"/>
                  <a:pt x="621998" y="193369"/>
                </a:cubicBezTo>
                <a:cubicBezTo>
                  <a:pt x="621771" y="195041"/>
                  <a:pt x="621314" y="199755"/>
                  <a:pt x="621314" y="202643"/>
                </a:cubicBezTo>
                <a:cubicBezTo>
                  <a:pt x="621239" y="206977"/>
                  <a:pt x="623215" y="207813"/>
                  <a:pt x="623443" y="208953"/>
                </a:cubicBezTo>
                <a:cubicBezTo>
                  <a:pt x="623671" y="210094"/>
                  <a:pt x="623747" y="210322"/>
                  <a:pt x="624051" y="212602"/>
                </a:cubicBezTo>
                <a:cubicBezTo>
                  <a:pt x="624355" y="214883"/>
                  <a:pt x="625648" y="215947"/>
                  <a:pt x="625268" y="218304"/>
                </a:cubicBezTo>
                <a:cubicBezTo>
                  <a:pt x="624888" y="220661"/>
                  <a:pt x="622911" y="224614"/>
                  <a:pt x="621847" y="230543"/>
                </a:cubicBezTo>
                <a:cubicBezTo>
                  <a:pt x="621295" y="233238"/>
                  <a:pt x="619748" y="235627"/>
                  <a:pt x="617514" y="237233"/>
                </a:cubicBezTo>
                <a:cubicBezTo>
                  <a:pt x="613655" y="240463"/>
                  <a:pt x="609288" y="243031"/>
                  <a:pt x="604590" y="244835"/>
                </a:cubicBezTo>
                <a:cubicBezTo>
                  <a:pt x="599421" y="246508"/>
                  <a:pt x="596228" y="253653"/>
                  <a:pt x="593263" y="255553"/>
                </a:cubicBezTo>
                <a:cubicBezTo>
                  <a:pt x="589395" y="257586"/>
                  <a:pt x="585409" y="259388"/>
                  <a:pt x="581328" y="260951"/>
                </a:cubicBezTo>
                <a:cubicBezTo>
                  <a:pt x="575890" y="263296"/>
                  <a:pt x="570779" y="266337"/>
                  <a:pt x="566124" y="269998"/>
                </a:cubicBezTo>
                <a:cubicBezTo>
                  <a:pt x="563136" y="271602"/>
                  <a:pt x="560005" y="272925"/>
                  <a:pt x="556773" y="273951"/>
                </a:cubicBezTo>
                <a:cubicBezTo>
                  <a:pt x="552198" y="277835"/>
                  <a:pt x="547316" y="281342"/>
                  <a:pt x="542177" y="284442"/>
                </a:cubicBezTo>
                <a:cubicBezTo>
                  <a:pt x="539212" y="285734"/>
                  <a:pt x="535639" y="278969"/>
                  <a:pt x="532826" y="276004"/>
                </a:cubicBezTo>
                <a:cubicBezTo>
                  <a:pt x="530946" y="274306"/>
                  <a:pt x="528938" y="272756"/>
                  <a:pt x="526821" y="271367"/>
                </a:cubicBezTo>
                <a:cubicBezTo>
                  <a:pt x="525148" y="269998"/>
                  <a:pt x="525756" y="266121"/>
                  <a:pt x="525148" y="263765"/>
                </a:cubicBezTo>
                <a:cubicBezTo>
                  <a:pt x="524540" y="261408"/>
                  <a:pt x="523019" y="258214"/>
                  <a:pt x="523019" y="257151"/>
                </a:cubicBezTo>
                <a:cubicBezTo>
                  <a:pt x="523177" y="254918"/>
                  <a:pt x="524593" y="252971"/>
                  <a:pt x="526668" y="252133"/>
                </a:cubicBezTo>
                <a:cubicBezTo>
                  <a:pt x="528341" y="251600"/>
                  <a:pt x="530697" y="252361"/>
                  <a:pt x="532294" y="251600"/>
                </a:cubicBezTo>
                <a:cubicBezTo>
                  <a:pt x="535346" y="250122"/>
                  <a:pt x="538270" y="248394"/>
                  <a:pt x="541037" y="246431"/>
                </a:cubicBezTo>
                <a:cubicBezTo>
                  <a:pt x="543947" y="244758"/>
                  <a:pt x="547103" y="243553"/>
                  <a:pt x="550387" y="242859"/>
                </a:cubicBezTo>
                <a:cubicBezTo>
                  <a:pt x="555989" y="240254"/>
                  <a:pt x="561401" y="237256"/>
                  <a:pt x="566580" y="233888"/>
                </a:cubicBezTo>
                <a:cubicBezTo>
                  <a:pt x="569241" y="232443"/>
                  <a:pt x="574182" y="230011"/>
                  <a:pt x="574182" y="226286"/>
                </a:cubicBezTo>
                <a:cubicBezTo>
                  <a:pt x="574390" y="220555"/>
                  <a:pt x="574238" y="214817"/>
                  <a:pt x="573726" y="209105"/>
                </a:cubicBezTo>
                <a:cubicBezTo>
                  <a:pt x="572890" y="207357"/>
                  <a:pt x="569696" y="206673"/>
                  <a:pt x="569697" y="206673"/>
                </a:cubicBezTo>
                <a:cubicBezTo>
                  <a:pt x="567228" y="207390"/>
                  <a:pt x="564665" y="207724"/>
                  <a:pt x="562095" y="207661"/>
                </a:cubicBezTo>
                <a:cubicBezTo>
                  <a:pt x="559650" y="208338"/>
                  <a:pt x="557262" y="209203"/>
                  <a:pt x="554949" y="210245"/>
                </a:cubicBezTo>
                <a:cubicBezTo>
                  <a:pt x="553504" y="210930"/>
                  <a:pt x="550920" y="211614"/>
                  <a:pt x="549551" y="210930"/>
                </a:cubicBezTo>
                <a:cubicBezTo>
                  <a:pt x="547998" y="210520"/>
                  <a:pt x="546713" y="209430"/>
                  <a:pt x="546054" y="207965"/>
                </a:cubicBezTo>
                <a:cubicBezTo>
                  <a:pt x="545061" y="205128"/>
                  <a:pt x="544522" y="202151"/>
                  <a:pt x="544458" y="199147"/>
                </a:cubicBezTo>
                <a:cubicBezTo>
                  <a:pt x="543548" y="197215"/>
                  <a:pt x="543031" y="195122"/>
                  <a:pt x="542937" y="192989"/>
                </a:cubicBezTo>
                <a:cubicBezTo>
                  <a:pt x="543634" y="188872"/>
                  <a:pt x="543864" y="184689"/>
                  <a:pt x="543622" y="180522"/>
                </a:cubicBezTo>
                <a:cubicBezTo>
                  <a:pt x="543622" y="175580"/>
                  <a:pt x="547726" y="173908"/>
                  <a:pt x="551224" y="173299"/>
                </a:cubicBezTo>
                <a:cubicBezTo>
                  <a:pt x="554720" y="172691"/>
                  <a:pt x="557837" y="170106"/>
                  <a:pt x="561334" y="170107"/>
                </a:cubicBezTo>
                <a:cubicBezTo>
                  <a:pt x="563880" y="170184"/>
                  <a:pt x="566427" y="170006"/>
                  <a:pt x="568936" y="169575"/>
                </a:cubicBezTo>
                <a:cubicBezTo>
                  <a:pt x="572540" y="168532"/>
                  <a:pt x="575971" y="166970"/>
                  <a:pt x="579124" y="164938"/>
                </a:cubicBezTo>
                <a:cubicBezTo>
                  <a:pt x="581100" y="162048"/>
                  <a:pt x="584065" y="160224"/>
                  <a:pt x="584065" y="155663"/>
                </a:cubicBezTo>
                <a:cubicBezTo>
                  <a:pt x="584520" y="147073"/>
                  <a:pt x="587181" y="143271"/>
                  <a:pt x="587181" y="135669"/>
                </a:cubicBezTo>
                <a:cubicBezTo>
                  <a:pt x="587523" y="130813"/>
                  <a:pt x="585651" y="126063"/>
                  <a:pt x="582088" y="122746"/>
                </a:cubicBezTo>
                <a:cubicBezTo>
                  <a:pt x="581366" y="121637"/>
                  <a:pt x="581366" y="120206"/>
                  <a:pt x="582088" y="119097"/>
                </a:cubicBezTo>
                <a:cubicBezTo>
                  <a:pt x="584200" y="117922"/>
                  <a:pt x="586121" y="116436"/>
                  <a:pt x="587790" y="114687"/>
                </a:cubicBezTo>
                <a:cubicBezTo>
                  <a:pt x="588565" y="113549"/>
                  <a:pt x="589925" y="112958"/>
                  <a:pt x="591287" y="113167"/>
                </a:cubicBezTo>
                <a:close/>
                <a:moveTo>
                  <a:pt x="699236" y="103056"/>
                </a:moveTo>
                <a:cubicBezTo>
                  <a:pt x="702733" y="103208"/>
                  <a:pt x="703189" y="105185"/>
                  <a:pt x="704785" y="106325"/>
                </a:cubicBezTo>
                <a:cubicBezTo>
                  <a:pt x="706243" y="106990"/>
                  <a:pt x="707821" y="107352"/>
                  <a:pt x="709422" y="107389"/>
                </a:cubicBezTo>
                <a:cubicBezTo>
                  <a:pt x="710867" y="107618"/>
                  <a:pt x="712235" y="109670"/>
                  <a:pt x="712996" y="111418"/>
                </a:cubicBezTo>
                <a:cubicBezTo>
                  <a:pt x="714687" y="114916"/>
                  <a:pt x="715668" y="118715"/>
                  <a:pt x="715884" y="122593"/>
                </a:cubicBezTo>
                <a:cubicBezTo>
                  <a:pt x="715580" y="130880"/>
                  <a:pt x="709726" y="132704"/>
                  <a:pt x="707598" y="137798"/>
                </a:cubicBezTo>
                <a:cubicBezTo>
                  <a:pt x="706761" y="140258"/>
                  <a:pt x="706225" y="142811"/>
                  <a:pt x="706002" y="145400"/>
                </a:cubicBezTo>
                <a:cubicBezTo>
                  <a:pt x="706761" y="149581"/>
                  <a:pt x="711019" y="150721"/>
                  <a:pt x="712843" y="147756"/>
                </a:cubicBezTo>
                <a:cubicBezTo>
                  <a:pt x="716265" y="146997"/>
                  <a:pt x="717329" y="145020"/>
                  <a:pt x="719685" y="143879"/>
                </a:cubicBezTo>
                <a:cubicBezTo>
                  <a:pt x="722042" y="142740"/>
                  <a:pt x="725387" y="146540"/>
                  <a:pt x="730708" y="147756"/>
                </a:cubicBezTo>
                <a:cubicBezTo>
                  <a:pt x="733673" y="148440"/>
                  <a:pt x="734890" y="155814"/>
                  <a:pt x="736866" y="159236"/>
                </a:cubicBezTo>
                <a:cubicBezTo>
                  <a:pt x="737759" y="161879"/>
                  <a:pt x="738195" y="164656"/>
                  <a:pt x="738158" y="167446"/>
                </a:cubicBezTo>
                <a:cubicBezTo>
                  <a:pt x="738052" y="169556"/>
                  <a:pt x="736511" y="171318"/>
                  <a:pt x="734433" y="171703"/>
                </a:cubicBezTo>
                <a:cubicBezTo>
                  <a:pt x="731773" y="172311"/>
                  <a:pt x="730176" y="172691"/>
                  <a:pt x="726831" y="173679"/>
                </a:cubicBezTo>
                <a:cubicBezTo>
                  <a:pt x="724333" y="174758"/>
                  <a:pt x="722082" y="176335"/>
                  <a:pt x="720218" y="178316"/>
                </a:cubicBezTo>
                <a:cubicBezTo>
                  <a:pt x="717253" y="180445"/>
                  <a:pt x="714135" y="180901"/>
                  <a:pt x="710943" y="183486"/>
                </a:cubicBezTo>
                <a:cubicBezTo>
                  <a:pt x="706552" y="186826"/>
                  <a:pt x="701538" y="189255"/>
                  <a:pt x="696195" y="190632"/>
                </a:cubicBezTo>
                <a:cubicBezTo>
                  <a:pt x="693466" y="195676"/>
                  <a:pt x="691736" y="201200"/>
                  <a:pt x="691102" y="206900"/>
                </a:cubicBezTo>
                <a:cubicBezTo>
                  <a:pt x="690759" y="209445"/>
                  <a:pt x="690940" y="212031"/>
                  <a:pt x="691634" y="214502"/>
                </a:cubicBezTo>
                <a:cubicBezTo>
                  <a:pt x="692926" y="219063"/>
                  <a:pt x="691786" y="223397"/>
                  <a:pt x="695739" y="227958"/>
                </a:cubicBezTo>
                <a:cubicBezTo>
                  <a:pt x="698811" y="230859"/>
                  <a:pt x="702779" y="232627"/>
                  <a:pt x="706990" y="232975"/>
                </a:cubicBezTo>
                <a:cubicBezTo>
                  <a:pt x="709708" y="233022"/>
                  <a:pt x="712411" y="233380"/>
                  <a:pt x="715048" y="234040"/>
                </a:cubicBezTo>
                <a:cubicBezTo>
                  <a:pt x="716898" y="234654"/>
                  <a:pt x="718810" y="235062"/>
                  <a:pt x="720749" y="235256"/>
                </a:cubicBezTo>
                <a:cubicBezTo>
                  <a:pt x="722438" y="236398"/>
                  <a:pt x="724360" y="237152"/>
                  <a:pt x="726375" y="237461"/>
                </a:cubicBezTo>
                <a:cubicBezTo>
                  <a:pt x="729343" y="237338"/>
                  <a:pt x="732313" y="237645"/>
                  <a:pt x="735194" y="238373"/>
                </a:cubicBezTo>
                <a:lnTo>
                  <a:pt x="735574" y="238525"/>
                </a:lnTo>
                <a:cubicBezTo>
                  <a:pt x="739451" y="240876"/>
                  <a:pt x="741429" y="245412"/>
                  <a:pt x="740515" y="249852"/>
                </a:cubicBezTo>
                <a:cubicBezTo>
                  <a:pt x="739281" y="254137"/>
                  <a:pt x="737808" y="258350"/>
                  <a:pt x="736106" y="262471"/>
                </a:cubicBezTo>
                <a:cubicBezTo>
                  <a:pt x="735041" y="265816"/>
                  <a:pt x="734357" y="269314"/>
                  <a:pt x="732457" y="270758"/>
                </a:cubicBezTo>
                <a:cubicBezTo>
                  <a:pt x="730556" y="272202"/>
                  <a:pt x="725691" y="271138"/>
                  <a:pt x="722954" y="272202"/>
                </a:cubicBezTo>
                <a:cubicBezTo>
                  <a:pt x="719988" y="273472"/>
                  <a:pt x="716824" y="274218"/>
                  <a:pt x="713604" y="274406"/>
                </a:cubicBezTo>
                <a:cubicBezTo>
                  <a:pt x="711323" y="274406"/>
                  <a:pt x="708510" y="272202"/>
                  <a:pt x="707066" y="271594"/>
                </a:cubicBezTo>
                <a:cubicBezTo>
                  <a:pt x="703790" y="270619"/>
                  <a:pt x="700357" y="270283"/>
                  <a:pt x="696955" y="270606"/>
                </a:cubicBezTo>
                <a:cubicBezTo>
                  <a:pt x="694218" y="270606"/>
                  <a:pt x="686996" y="270606"/>
                  <a:pt x="686996" y="270606"/>
                </a:cubicBezTo>
                <a:cubicBezTo>
                  <a:pt x="685476" y="270606"/>
                  <a:pt x="682207" y="268857"/>
                  <a:pt x="678558" y="268173"/>
                </a:cubicBezTo>
                <a:cubicBezTo>
                  <a:pt x="674909" y="267489"/>
                  <a:pt x="668904" y="268325"/>
                  <a:pt x="666243" y="267489"/>
                </a:cubicBezTo>
                <a:cubicBezTo>
                  <a:pt x="663999" y="266681"/>
                  <a:pt x="661895" y="265527"/>
                  <a:pt x="660009" y="264068"/>
                </a:cubicBezTo>
                <a:cubicBezTo>
                  <a:pt x="657647" y="261271"/>
                  <a:pt x="655701" y="258147"/>
                  <a:pt x="654232" y="254793"/>
                </a:cubicBezTo>
                <a:cubicBezTo>
                  <a:pt x="653679" y="251223"/>
                  <a:pt x="653424" y="247612"/>
                  <a:pt x="653471" y="243998"/>
                </a:cubicBezTo>
                <a:cubicBezTo>
                  <a:pt x="653167" y="241946"/>
                  <a:pt x="650810" y="232671"/>
                  <a:pt x="650810" y="231151"/>
                </a:cubicBezTo>
                <a:lnTo>
                  <a:pt x="650279" y="223093"/>
                </a:lnTo>
                <a:cubicBezTo>
                  <a:pt x="650271" y="220527"/>
                  <a:pt x="649939" y="217973"/>
                  <a:pt x="649291" y="215491"/>
                </a:cubicBezTo>
                <a:cubicBezTo>
                  <a:pt x="648346" y="211586"/>
                  <a:pt x="647936" y="207571"/>
                  <a:pt x="648073" y="203556"/>
                </a:cubicBezTo>
                <a:cubicBezTo>
                  <a:pt x="647998" y="197322"/>
                  <a:pt x="649822" y="196334"/>
                  <a:pt x="651267" y="184322"/>
                </a:cubicBezTo>
                <a:cubicBezTo>
                  <a:pt x="651418" y="183106"/>
                  <a:pt x="653928" y="179457"/>
                  <a:pt x="653928" y="178316"/>
                </a:cubicBezTo>
                <a:cubicBezTo>
                  <a:pt x="654383" y="172387"/>
                  <a:pt x="655676" y="172463"/>
                  <a:pt x="656208" y="168434"/>
                </a:cubicBezTo>
                <a:cubicBezTo>
                  <a:pt x="656740" y="164405"/>
                  <a:pt x="658336" y="159540"/>
                  <a:pt x="658336" y="158324"/>
                </a:cubicBezTo>
                <a:cubicBezTo>
                  <a:pt x="659249" y="152165"/>
                  <a:pt x="659249" y="144183"/>
                  <a:pt x="659250" y="142587"/>
                </a:cubicBezTo>
                <a:cubicBezTo>
                  <a:pt x="659554" y="139303"/>
                  <a:pt x="660322" y="136078"/>
                  <a:pt x="661530" y="133008"/>
                </a:cubicBezTo>
                <a:cubicBezTo>
                  <a:pt x="662941" y="128015"/>
                  <a:pt x="664032" y="122937"/>
                  <a:pt x="664799" y="117804"/>
                </a:cubicBezTo>
                <a:cubicBezTo>
                  <a:pt x="664543" y="114329"/>
                  <a:pt x="664670" y="110836"/>
                  <a:pt x="665179" y="107389"/>
                </a:cubicBezTo>
                <a:cubicBezTo>
                  <a:pt x="666243" y="103740"/>
                  <a:pt x="668143" y="103132"/>
                  <a:pt x="671184" y="103132"/>
                </a:cubicBezTo>
                <a:cubicBezTo>
                  <a:pt x="672553" y="103056"/>
                  <a:pt x="676581" y="104653"/>
                  <a:pt x="678786" y="104729"/>
                </a:cubicBezTo>
                <a:cubicBezTo>
                  <a:pt x="680991" y="104805"/>
                  <a:pt x="684032" y="103285"/>
                  <a:pt x="685552" y="103285"/>
                </a:cubicBezTo>
                <a:cubicBezTo>
                  <a:pt x="687603" y="103564"/>
                  <a:pt x="689634" y="103970"/>
                  <a:pt x="691634" y="104501"/>
                </a:cubicBezTo>
                <a:cubicBezTo>
                  <a:pt x="694126" y="103820"/>
                  <a:pt x="696668" y="103337"/>
                  <a:pt x="699236" y="103056"/>
                </a:cubicBezTo>
                <a:close/>
                <a:moveTo>
                  <a:pt x="221064" y="102617"/>
                </a:moveTo>
                <a:cubicBezTo>
                  <a:pt x="218295" y="102617"/>
                  <a:pt x="217292" y="105735"/>
                  <a:pt x="216703" y="108788"/>
                </a:cubicBezTo>
                <a:lnTo>
                  <a:pt x="216703" y="109093"/>
                </a:lnTo>
                <a:cubicBezTo>
                  <a:pt x="216420" y="110685"/>
                  <a:pt x="213018" y="128129"/>
                  <a:pt x="213018" y="128129"/>
                </a:cubicBezTo>
                <a:lnTo>
                  <a:pt x="212735" y="129547"/>
                </a:lnTo>
                <a:lnTo>
                  <a:pt x="210031" y="129547"/>
                </a:lnTo>
                <a:cubicBezTo>
                  <a:pt x="187569" y="129638"/>
                  <a:pt x="165218" y="126413"/>
                  <a:pt x="143699" y="119974"/>
                </a:cubicBezTo>
                <a:cubicBezTo>
                  <a:pt x="144194" y="125184"/>
                  <a:pt x="146202" y="130133"/>
                  <a:pt x="149477" y="134213"/>
                </a:cubicBezTo>
                <a:cubicBezTo>
                  <a:pt x="153559" y="139082"/>
                  <a:pt x="159078" y="142532"/>
                  <a:pt x="165242" y="144069"/>
                </a:cubicBezTo>
                <a:lnTo>
                  <a:pt x="166551" y="144331"/>
                </a:lnTo>
                <a:lnTo>
                  <a:pt x="166551" y="145661"/>
                </a:lnTo>
                <a:lnTo>
                  <a:pt x="166638" y="145661"/>
                </a:lnTo>
                <a:cubicBezTo>
                  <a:pt x="167120" y="150105"/>
                  <a:pt x="169167" y="154233"/>
                  <a:pt x="172416" y="157305"/>
                </a:cubicBezTo>
                <a:cubicBezTo>
                  <a:pt x="175940" y="159907"/>
                  <a:pt x="180227" y="161263"/>
                  <a:pt x="184606" y="161165"/>
                </a:cubicBezTo>
                <a:cubicBezTo>
                  <a:pt x="185609" y="161165"/>
                  <a:pt x="186241" y="161165"/>
                  <a:pt x="186241" y="161165"/>
                </a:cubicBezTo>
                <a:lnTo>
                  <a:pt x="187615" y="160990"/>
                </a:lnTo>
                <a:lnTo>
                  <a:pt x="188095" y="162277"/>
                </a:lnTo>
                <a:cubicBezTo>
                  <a:pt x="189913" y="165979"/>
                  <a:pt x="193232" y="168727"/>
                  <a:pt x="197209" y="169821"/>
                </a:cubicBezTo>
                <a:cubicBezTo>
                  <a:pt x="198720" y="170290"/>
                  <a:pt x="200295" y="170526"/>
                  <a:pt x="201876" y="170519"/>
                </a:cubicBezTo>
                <a:cubicBezTo>
                  <a:pt x="203934" y="170517"/>
                  <a:pt x="205977" y="170162"/>
                  <a:pt x="207916" y="169473"/>
                </a:cubicBezTo>
                <a:lnTo>
                  <a:pt x="211121" y="168142"/>
                </a:lnTo>
                <a:lnTo>
                  <a:pt x="206411" y="187397"/>
                </a:lnTo>
                <a:lnTo>
                  <a:pt x="236067" y="187397"/>
                </a:lnTo>
                <a:lnTo>
                  <a:pt x="231335" y="168121"/>
                </a:lnTo>
                <a:lnTo>
                  <a:pt x="234562" y="169473"/>
                </a:lnTo>
                <a:cubicBezTo>
                  <a:pt x="236494" y="170164"/>
                  <a:pt x="238528" y="170519"/>
                  <a:pt x="240580" y="170519"/>
                </a:cubicBezTo>
                <a:cubicBezTo>
                  <a:pt x="242161" y="170524"/>
                  <a:pt x="243736" y="170290"/>
                  <a:pt x="245247" y="169821"/>
                </a:cubicBezTo>
                <a:cubicBezTo>
                  <a:pt x="249226" y="168729"/>
                  <a:pt x="252545" y="165982"/>
                  <a:pt x="254361" y="162277"/>
                </a:cubicBezTo>
                <a:lnTo>
                  <a:pt x="254841" y="160990"/>
                </a:lnTo>
                <a:lnTo>
                  <a:pt x="256215" y="161165"/>
                </a:lnTo>
                <a:cubicBezTo>
                  <a:pt x="256215" y="161165"/>
                  <a:pt x="256847" y="161165"/>
                  <a:pt x="257850" y="161165"/>
                </a:cubicBezTo>
                <a:cubicBezTo>
                  <a:pt x="262229" y="161263"/>
                  <a:pt x="266516" y="159907"/>
                  <a:pt x="270040" y="157305"/>
                </a:cubicBezTo>
                <a:cubicBezTo>
                  <a:pt x="273310" y="154241"/>
                  <a:pt x="275364" y="150098"/>
                  <a:pt x="275818" y="145639"/>
                </a:cubicBezTo>
                <a:lnTo>
                  <a:pt x="275818" y="144331"/>
                </a:lnTo>
                <a:lnTo>
                  <a:pt x="277126" y="144069"/>
                </a:lnTo>
                <a:cubicBezTo>
                  <a:pt x="283273" y="142508"/>
                  <a:pt x="288779" y="139060"/>
                  <a:pt x="292870" y="134213"/>
                </a:cubicBezTo>
                <a:cubicBezTo>
                  <a:pt x="296145" y="130133"/>
                  <a:pt x="298153" y="125184"/>
                  <a:pt x="298648" y="119974"/>
                </a:cubicBezTo>
                <a:cubicBezTo>
                  <a:pt x="277150" y="126407"/>
                  <a:pt x="254822" y="129632"/>
                  <a:pt x="232381" y="129547"/>
                </a:cubicBezTo>
                <a:lnTo>
                  <a:pt x="229678" y="129547"/>
                </a:lnTo>
                <a:lnTo>
                  <a:pt x="229394" y="128129"/>
                </a:lnTo>
                <a:cubicBezTo>
                  <a:pt x="229394" y="128129"/>
                  <a:pt x="226014" y="110598"/>
                  <a:pt x="225709" y="109093"/>
                </a:cubicBezTo>
                <a:lnTo>
                  <a:pt x="225709" y="108788"/>
                </a:lnTo>
                <a:cubicBezTo>
                  <a:pt x="225142" y="105735"/>
                  <a:pt x="224161" y="102617"/>
                  <a:pt x="221348" y="102617"/>
                </a:cubicBezTo>
                <a:close/>
                <a:moveTo>
                  <a:pt x="255365" y="101854"/>
                </a:moveTo>
                <a:cubicBezTo>
                  <a:pt x="258610" y="102981"/>
                  <a:pt x="261534" y="104874"/>
                  <a:pt x="263891" y="107371"/>
                </a:cubicBezTo>
                <a:cubicBezTo>
                  <a:pt x="260570" y="108090"/>
                  <a:pt x="257153" y="108276"/>
                  <a:pt x="253773" y="107916"/>
                </a:cubicBezTo>
                <a:cubicBezTo>
                  <a:pt x="249586" y="107480"/>
                  <a:pt x="246228" y="102421"/>
                  <a:pt x="246228" y="102421"/>
                </a:cubicBezTo>
                <a:cubicBezTo>
                  <a:pt x="249128" y="101237"/>
                  <a:pt x="252340" y="101036"/>
                  <a:pt x="255365" y="101854"/>
                </a:cubicBezTo>
                <a:close/>
                <a:moveTo>
                  <a:pt x="1217772" y="100927"/>
                </a:moveTo>
                <a:cubicBezTo>
                  <a:pt x="1220585" y="100927"/>
                  <a:pt x="1222866" y="103892"/>
                  <a:pt x="1225375" y="103892"/>
                </a:cubicBezTo>
                <a:cubicBezTo>
                  <a:pt x="1230471" y="103521"/>
                  <a:pt x="1235594" y="103905"/>
                  <a:pt x="1240579" y="105032"/>
                </a:cubicBezTo>
                <a:lnTo>
                  <a:pt x="1241263" y="105413"/>
                </a:lnTo>
                <a:cubicBezTo>
                  <a:pt x="1242176" y="106173"/>
                  <a:pt x="1242784" y="110658"/>
                  <a:pt x="1243848" y="111646"/>
                </a:cubicBezTo>
                <a:cubicBezTo>
                  <a:pt x="1246821" y="114446"/>
                  <a:pt x="1248683" y="118226"/>
                  <a:pt x="1249093" y="122289"/>
                </a:cubicBezTo>
                <a:cubicBezTo>
                  <a:pt x="1248865" y="125330"/>
                  <a:pt x="1244836" y="130195"/>
                  <a:pt x="1244836" y="131336"/>
                </a:cubicBezTo>
                <a:cubicBezTo>
                  <a:pt x="1245061" y="134261"/>
                  <a:pt x="1244370" y="137183"/>
                  <a:pt x="1242860" y="139698"/>
                </a:cubicBezTo>
                <a:cubicBezTo>
                  <a:pt x="1239802" y="143867"/>
                  <a:pt x="1237250" y="148383"/>
                  <a:pt x="1235258" y="153154"/>
                </a:cubicBezTo>
                <a:cubicBezTo>
                  <a:pt x="1234421" y="154750"/>
                  <a:pt x="1229252" y="158855"/>
                  <a:pt x="1228415" y="160756"/>
                </a:cubicBezTo>
                <a:cubicBezTo>
                  <a:pt x="1223246" y="172539"/>
                  <a:pt x="1217468" y="180749"/>
                  <a:pt x="1213211" y="192532"/>
                </a:cubicBezTo>
                <a:cubicBezTo>
                  <a:pt x="1212527" y="194432"/>
                  <a:pt x="1209563" y="198310"/>
                  <a:pt x="1208118" y="197626"/>
                </a:cubicBezTo>
                <a:cubicBezTo>
                  <a:pt x="1206136" y="196734"/>
                  <a:pt x="1203867" y="196734"/>
                  <a:pt x="1201884" y="197626"/>
                </a:cubicBezTo>
                <a:cubicBezTo>
                  <a:pt x="1200896" y="198462"/>
                  <a:pt x="1196715" y="198385"/>
                  <a:pt x="1195346" y="199754"/>
                </a:cubicBezTo>
                <a:cubicBezTo>
                  <a:pt x="1193978" y="201122"/>
                  <a:pt x="1186984" y="200058"/>
                  <a:pt x="1185616" y="202719"/>
                </a:cubicBezTo>
                <a:cubicBezTo>
                  <a:pt x="1184628" y="205157"/>
                  <a:pt x="1184628" y="207884"/>
                  <a:pt x="1185616" y="210321"/>
                </a:cubicBezTo>
                <a:cubicBezTo>
                  <a:pt x="1187821" y="212906"/>
                  <a:pt x="1192306" y="210321"/>
                  <a:pt x="1193218" y="208952"/>
                </a:cubicBezTo>
                <a:cubicBezTo>
                  <a:pt x="1194682" y="207194"/>
                  <a:pt x="1196860" y="206189"/>
                  <a:pt x="1199148" y="206216"/>
                </a:cubicBezTo>
                <a:cubicBezTo>
                  <a:pt x="1201785" y="207367"/>
                  <a:pt x="1204537" y="208234"/>
                  <a:pt x="1207358" y="208801"/>
                </a:cubicBezTo>
                <a:cubicBezTo>
                  <a:pt x="1209230" y="209098"/>
                  <a:pt x="1210613" y="210706"/>
                  <a:pt x="1210627" y="212601"/>
                </a:cubicBezTo>
                <a:cubicBezTo>
                  <a:pt x="1210674" y="216152"/>
                  <a:pt x="1211396" y="219661"/>
                  <a:pt x="1212756" y="222940"/>
                </a:cubicBezTo>
                <a:cubicBezTo>
                  <a:pt x="1212817" y="224465"/>
                  <a:pt x="1212361" y="225964"/>
                  <a:pt x="1211463" y="227197"/>
                </a:cubicBezTo>
                <a:cubicBezTo>
                  <a:pt x="1209161" y="229261"/>
                  <a:pt x="1206607" y="231023"/>
                  <a:pt x="1203861" y="232443"/>
                </a:cubicBezTo>
                <a:cubicBezTo>
                  <a:pt x="1202036" y="233583"/>
                  <a:pt x="1197931" y="233887"/>
                  <a:pt x="1195346" y="235560"/>
                </a:cubicBezTo>
                <a:cubicBezTo>
                  <a:pt x="1193778" y="236737"/>
                  <a:pt x="1192806" y="238543"/>
                  <a:pt x="1192686" y="240501"/>
                </a:cubicBezTo>
                <a:cubicBezTo>
                  <a:pt x="1192686" y="243770"/>
                  <a:pt x="1195195" y="243770"/>
                  <a:pt x="1196791" y="243770"/>
                </a:cubicBezTo>
                <a:cubicBezTo>
                  <a:pt x="1198388" y="243770"/>
                  <a:pt x="1205001" y="241642"/>
                  <a:pt x="1208118" y="241642"/>
                </a:cubicBezTo>
                <a:cubicBezTo>
                  <a:pt x="1210955" y="241785"/>
                  <a:pt x="1213796" y="241785"/>
                  <a:pt x="1216633" y="241642"/>
                </a:cubicBezTo>
                <a:cubicBezTo>
                  <a:pt x="1220026" y="240495"/>
                  <a:pt x="1223551" y="239780"/>
                  <a:pt x="1227123" y="239513"/>
                </a:cubicBezTo>
                <a:cubicBezTo>
                  <a:pt x="1230468" y="240350"/>
                  <a:pt x="1234193" y="237232"/>
                  <a:pt x="1236321" y="239513"/>
                </a:cubicBezTo>
                <a:cubicBezTo>
                  <a:pt x="1236321" y="243466"/>
                  <a:pt x="1243924" y="245291"/>
                  <a:pt x="1243924" y="251448"/>
                </a:cubicBezTo>
                <a:cubicBezTo>
                  <a:pt x="1243924" y="260267"/>
                  <a:pt x="1238070" y="270226"/>
                  <a:pt x="1230468" y="270834"/>
                </a:cubicBezTo>
                <a:cubicBezTo>
                  <a:pt x="1227275" y="271138"/>
                  <a:pt x="1229480" y="268705"/>
                  <a:pt x="1218229" y="268705"/>
                </a:cubicBezTo>
                <a:cubicBezTo>
                  <a:pt x="1208194" y="268857"/>
                  <a:pt x="1199603" y="269541"/>
                  <a:pt x="1198007" y="269541"/>
                </a:cubicBezTo>
                <a:cubicBezTo>
                  <a:pt x="1194321" y="269587"/>
                  <a:pt x="1190637" y="269358"/>
                  <a:pt x="1186984" y="268857"/>
                </a:cubicBezTo>
                <a:cubicBezTo>
                  <a:pt x="1183745" y="268925"/>
                  <a:pt x="1180516" y="269256"/>
                  <a:pt x="1177330" y="269846"/>
                </a:cubicBezTo>
                <a:cubicBezTo>
                  <a:pt x="1173789" y="270756"/>
                  <a:pt x="1170178" y="271367"/>
                  <a:pt x="1166535" y="271670"/>
                </a:cubicBezTo>
                <a:cubicBezTo>
                  <a:pt x="1162019" y="271605"/>
                  <a:pt x="1157539" y="272485"/>
                  <a:pt x="1153384" y="274254"/>
                </a:cubicBezTo>
                <a:cubicBezTo>
                  <a:pt x="1148905" y="275170"/>
                  <a:pt x="1144347" y="275628"/>
                  <a:pt x="1139776" y="275622"/>
                </a:cubicBezTo>
                <a:cubicBezTo>
                  <a:pt x="1135278" y="277537"/>
                  <a:pt x="1130590" y="278965"/>
                  <a:pt x="1125788" y="279880"/>
                </a:cubicBezTo>
                <a:cubicBezTo>
                  <a:pt x="1123203" y="280184"/>
                  <a:pt x="1117198" y="279424"/>
                  <a:pt x="1116970" y="275242"/>
                </a:cubicBezTo>
                <a:cubicBezTo>
                  <a:pt x="1116741" y="271061"/>
                  <a:pt x="1114461" y="268857"/>
                  <a:pt x="1114994" y="263459"/>
                </a:cubicBezTo>
                <a:cubicBezTo>
                  <a:pt x="1115449" y="261863"/>
                  <a:pt x="1115449" y="259279"/>
                  <a:pt x="1115448" y="258062"/>
                </a:cubicBezTo>
                <a:cubicBezTo>
                  <a:pt x="1115463" y="255647"/>
                  <a:pt x="1116549" y="253363"/>
                  <a:pt x="1118413" y="251828"/>
                </a:cubicBezTo>
                <a:cubicBezTo>
                  <a:pt x="1118946" y="251676"/>
                  <a:pt x="1120162" y="249016"/>
                  <a:pt x="1121683" y="249168"/>
                </a:cubicBezTo>
                <a:cubicBezTo>
                  <a:pt x="1123203" y="249320"/>
                  <a:pt x="1123508" y="251144"/>
                  <a:pt x="1125788" y="251144"/>
                </a:cubicBezTo>
                <a:cubicBezTo>
                  <a:pt x="1129937" y="250246"/>
                  <a:pt x="1133968" y="248869"/>
                  <a:pt x="1137800" y="247039"/>
                </a:cubicBezTo>
                <a:cubicBezTo>
                  <a:pt x="1142734" y="244518"/>
                  <a:pt x="1147811" y="242285"/>
                  <a:pt x="1153004" y="240350"/>
                </a:cubicBezTo>
                <a:cubicBezTo>
                  <a:pt x="1154980" y="237536"/>
                  <a:pt x="1151711" y="236092"/>
                  <a:pt x="1150495" y="236092"/>
                </a:cubicBezTo>
                <a:cubicBezTo>
                  <a:pt x="1148388" y="236661"/>
                  <a:pt x="1146142" y="236359"/>
                  <a:pt x="1144261" y="235256"/>
                </a:cubicBezTo>
                <a:cubicBezTo>
                  <a:pt x="1141145" y="234724"/>
                  <a:pt x="1139852" y="233964"/>
                  <a:pt x="1139015" y="232595"/>
                </a:cubicBezTo>
                <a:cubicBezTo>
                  <a:pt x="1138180" y="231227"/>
                  <a:pt x="1138787" y="229630"/>
                  <a:pt x="1139015" y="227502"/>
                </a:cubicBezTo>
                <a:cubicBezTo>
                  <a:pt x="1139243" y="225373"/>
                  <a:pt x="1139395" y="223093"/>
                  <a:pt x="1139700" y="221268"/>
                </a:cubicBezTo>
                <a:cubicBezTo>
                  <a:pt x="1140004" y="219444"/>
                  <a:pt x="1140232" y="216707"/>
                  <a:pt x="1143121" y="216707"/>
                </a:cubicBezTo>
                <a:cubicBezTo>
                  <a:pt x="1144717" y="216707"/>
                  <a:pt x="1145097" y="217847"/>
                  <a:pt x="1146617" y="217847"/>
                </a:cubicBezTo>
                <a:cubicBezTo>
                  <a:pt x="1148138" y="217847"/>
                  <a:pt x="1148822" y="217163"/>
                  <a:pt x="1150343" y="217163"/>
                </a:cubicBezTo>
                <a:cubicBezTo>
                  <a:pt x="1151550" y="217364"/>
                  <a:pt x="1152784" y="217364"/>
                  <a:pt x="1153992" y="217163"/>
                </a:cubicBezTo>
                <a:cubicBezTo>
                  <a:pt x="1155338" y="216501"/>
                  <a:pt x="1156472" y="215474"/>
                  <a:pt x="1157261" y="214198"/>
                </a:cubicBezTo>
                <a:cubicBezTo>
                  <a:pt x="1157944" y="211725"/>
                  <a:pt x="1158227" y="209158"/>
                  <a:pt x="1158097" y="206596"/>
                </a:cubicBezTo>
                <a:cubicBezTo>
                  <a:pt x="1157792" y="204544"/>
                  <a:pt x="1155968" y="204848"/>
                  <a:pt x="1153611" y="205987"/>
                </a:cubicBezTo>
                <a:cubicBezTo>
                  <a:pt x="1151755" y="206664"/>
                  <a:pt x="1149848" y="207198"/>
                  <a:pt x="1147909" y="207585"/>
                </a:cubicBezTo>
                <a:cubicBezTo>
                  <a:pt x="1146182" y="208056"/>
                  <a:pt x="1144432" y="208437"/>
                  <a:pt x="1142664" y="208724"/>
                </a:cubicBezTo>
                <a:cubicBezTo>
                  <a:pt x="1141223" y="208731"/>
                  <a:pt x="1139789" y="208526"/>
                  <a:pt x="1138407" y="208116"/>
                </a:cubicBezTo>
                <a:cubicBezTo>
                  <a:pt x="1136278" y="207585"/>
                  <a:pt x="1136811" y="206292"/>
                  <a:pt x="1136278" y="204771"/>
                </a:cubicBezTo>
                <a:cubicBezTo>
                  <a:pt x="1135419" y="203270"/>
                  <a:pt x="1134851" y="201619"/>
                  <a:pt x="1134606" y="199906"/>
                </a:cubicBezTo>
                <a:cubicBezTo>
                  <a:pt x="1134911" y="195573"/>
                  <a:pt x="1131413" y="193977"/>
                  <a:pt x="1130806" y="192836"/>
                </a:cubicBezTo>
                <a:cubicBezTo>
                  <a:pt x="1129660" y="190445"/>
                  <a:pt x="1128939" y="187873"/>
                  <a:pt x="1128676" y="185234"/>
                </a:cubicBezTo>
                <a:cubicBezTo>
                  <a:pt x="1128676" y="180293"/>
                  <a:pt x="1133314" y="176416"/>
                  <a:pt x="1132782" y="173299"/>
                </a:cubicBezTo>
                <a:cubicBezTo>
                  <a:pt x="1131401" y="166983"/>
                  <a:pt x="1130738" y="160531"/>
                  <a:pt x="1130805" y="154066"/>
                </a:cubicBezTo>
                <a:cubicBezTo>
                  <a:pt x="1131033" y="152317"/>
                  <a:pt x="1128372" y="149352"/>
                  <a:pt x="1128372" y="145856"/>
                </a:cubicBezTo>
                <a:cubicBezTo>
                  <a:pt x="1128485" y="143749"/>
                  <a:pt x="1128816" y="141660"/>
                  <a:pt x="1129360" y="139622"/>
                </a:cubicBezTo>
                <a:cubicBezTo>
                  <a:pt x="1130451" y="136161"/>
                  <a:pt x="1131165" y="132593"/>
                  <a:pt x="1131490" y="128979"/>
                </a:cubicBezTo>
                <a:cubicBezTo>
                  <a:pt x="1131033" y="124190"/>
                  <a:pt x="1133466" y="118184"/>
                  <a:pt x="1136735" y="118184"/>
                </a:cubicBezTo>
                <a:cubicBezTo>
                  <a:pt x="1140004" y="118184"/>
                  <a:pt x="1139927" y="122289"/>
                  <a:pt x="1143501" y="122289"/>
                </a:cubicBezTo>
                <a:cubicBezTo>
                  <a:pt x="1145652" y="122400"/>
                  <a:pt x="1147807" y="122169"/>
                  <a:pt x="1149886" y="121605"/>
                </a:cubicBezTo>
                <a:cubicBezTo>
                  <a:pt x="1150647" y="121073"/>
                  <a:pt x="1156500" y="119628"/>
                  <a:pt x="1158249" y="118944"/>
                </a:cubicBezTo>
                <a:cubicBezTo>
                  <a:pt x="1163342" y="117120"/>
                  <a:pt x="1166991" y="114839"/>
                  <a:pt x="1172540" y="113091"/>
                </a:cubicBezTo>
                <a:cubicBezTo>
                  <a:pt x="1176266" y="111950"/>
                  <a:pt x="1180903" y="112938"/>
                  <a:pt x="1183868" y="111950"/>
                </a:cubicBezTo>
                <a:cubicBezTo>
                  <a:pt x="1192078" y="109138"/>
                  <a:pt x="1214960" y="100927"/>
                  <a:pt x="1217772" y="100927"/>
                </a:cubicBezTo>
                <a:close/>
                <a:moveTo>
                  <a:pt x="72089" y="92216"/>
                </a:moveTo>
                <a:cubicBezTo>
                  <a:pt x="71806" y="92216"/>
                  <a:pt x="71370" y="92565"/>
                  <a:pt x="71195" y="92565"/>
                </a:cubicBezTo>
                <a:cubicBezTo>
                  <a:pt x="70881" y="92695"/>
                  <a:pt x="70594" y="92879"/>
                  <a:pt x="70345" y="93110"/>
                </a:cubicBezTo>
                <a:cubicBezTo>
                  <a:pt x="70171" y="93306"/>
                  <a:pt x="69735" y="93960"/>
                  <a:pt x="69342" y="94244"/>
                </a:cubicBezTo>
                <a:cubicBezTo>
                  <a:pt x="68949" y="94527"/>
                  <a:pt x="68470" y="95007"/>
                  <a:pt x="68208" y="95203"/>
                </a:cubicBezTo>
                <a:cubicBezTo>
                  <a:pt x="67946" y="95399"/>
                  <a:pt x="67379" y="95377"/>
                  <a:pt x="67205" y="95530"/>
                </a:cubicBezTo>
                <a:cubicBezTo>
                  <a:pt x="67028" y="95672"/>
                  <a:pt x="66946" y="95896"/>
                  <a:pt x="66987" y="96119"/>
                </a:cubicBezTo>
                <a:lnTo>
                  <a:pt x="66965" y="96119"/>
                </a:lnTo>
                <a:cubicBezTo>
                  <a:pt x="66985" y="96500"/>
                  <a:pt x="66948" y="96882"/>
                  <a:pt x="66856" y="97253"/>
                </a:cubicBezTo>
                <a:cubicBezTo>
                  <a:pt x="66909" y="97469"/>
                  <a:pt x="67076" y="97637"/>
                  <a:pt x="67292" y="97689"/>
                </a:cubicBezTo>
                <a:cubicBezTo>
                  <a:pt x="68108" y="97608"/>
                  <a:pt x="68917" y="97916"/>
                  <a:pt x="69473" y="98517"/>
                </a:cubicBezTo>
                <a:cubicBezTo>
                  <a:pt x="70323" y="99390"/>
                  <a:pt x="70541" y="100109"/>
                  <a:pt x="71523" y="101134"/>
                </a:cubicBezTo>
                <a:cubicBezTo>
                  <a:pt x="72089" y="101679"/>
                  <a:pt x="71959" y="102224"/>
                  <a:pt x="72089" y="102770"/>
                </a:cubicBezTo>
                <a:cubicBezTo>
                  <a:pt x="71970" y="103380"/>
                  <a:pt x="71771" y="103975"/>
                  <a:pt x="71501" y="104536"/>
                </a:cubicBezTo>
                <a:cubicBezTo>
                  <a:pt x="71267" y="104865"/>
                  <a:pt x="71012" y="105179"/>
                  <a:pt x="70738" y="105473"/>
                </a:cubicBezTo>
                <a:cubicBezTo>
                  <a:pt x="70345" y="105910"/>
                  <a:pt x="70301" y="106564"/>
                  <a:pt x="69974" y="107065"/>
                </a:cubicBezTo>
                <a:cubicBezTo>
                  <a:pt x="69525" y="107543"/>
                  <a:pt x="69525" y="108288"/>
                  <a:pt x="69974" y="108766"/>
                </a:cubicBezTo>
                <a:cubicBezTo>
                  <a:pt x="70504" y="109209"/>
                  <a:pt x="70988" y="109706"/>
                  <a:pt x="71414" y="110249"/>
                </a:cubicBezTo>
                <a:cubicBezTo>
                  <a:pt x="71784" y="110619"/>
                  <a:pt x="71871" y="110489"/>
                  <a:pt x="72308" y="110750"/>
                </a:cubicBezTo>
                <a:cubicBezTo>
                  <a:pt x="72744" y="111012"/>
                  <a:pt x="72984" y="111383"/>
                  <a:pt x="73550" y="111557"/>
                </a:cubicBezTo>
                <a:cubicBezTo>
                  <a:pt x="73793" y="111668"/>
                  <a:pt x="74072" y="111668"/>
                  <a:pt x="74314" y="111557"/>
                </a:cubicBezTo>
                <a:cubicBezTo>
                  <a:pt x="74554" y="111448"/>
                  <a:pt x="74706" y="111034"/>
                  <a:pt x="74837" y="110816"/>
                </a:cubicBezTo>
                <a:cubicBezTo>
                  <a:pt x="74970" y="110419"/>
                  <a:pt x="75129" y="110033"/>
                  <a:pt x="75317" y="109660"/>
                </a:cubicBezTo>
                <a:cubicBezTo>
                  <a:pt x="75622" y="109364"/>
                  <a:pt x="75873" y="109017"/>
                  <a:pt x="76058" y="108635"/>
                </a:cubicBezTo>
                <a:cubicBezTo>
                  <a:pt x="76058" y="108635"/>
                  <a:pt x="76494" y="108417"/>
                  <a:pt x="76799" y="108417"/>
                </a:cubicBezTo>
                <a:cubicBezTo>
                  <a:pt x="77560" y="109002"/>
                  <a:pt x="78289" y="109627"/>
                  <a:pt x="78980" y="110292"/>
                </a:cubicBezTo>
                <a:cubicBezTo>
                  <a:pt x="79351" y="110729"/>
                  <a:pt x="79111" y="111601"/>
                  <a:pt x="78980" y="112037"/>
                </a:cubicBezTo>
                <a:cubicBezTo>
                  <a:pt x="78817" y="113042"/>
                  <a:pt x="78574" y="114034"/>
                  <a:pt x="78260" y="115002"/>
                </a:cubicBezTo>
                <a:cubicBezTo>
                  <a:pt x="77964" y="115471"/>
                  <a:pt x="77750" y="115988"/>
                  <a:pt x="77628" y="116529"/>
                </a:cubicBezTo>
                <a:cubicBezTo>
                  <a:pt x="77552" y="117083"/>
                  <a:pt x="77427" y="117630"/>
                  <a:pt x="77257" y="118164"/>
                </a:cubicBezTo>
                <a:cubicBezTo>
                  <a:pt x="77170" y="118448"/>
                  <a:pt x="76821" y="118622"/>
                  <a:pt x="76690" y="118906"/>
                </a:cubicBezTo>
                <a:cubicBezTo>
                  <a:pt x="76568" y="119254"/>
                  <a:pt x="76653" y="119643"/>
                  <a:pt x="76909" y="119909"/>
                </a:cubicBezTo>
                <a:cubicBezTo>
                  <a:pt x="77018" y="120018"/>
                  <a:pt x="77628" y="120214"/>
                  <a:pt x="77933" y="120388"/>
                </a:cubicBezTo>
                <a:cubicBezTo>
                  <a:pt x="78239" y="120563"/>
                  <a:pt x="78675" y="121043"/>
                  <a:pt x="79024" y="121043"/>
                </a:cubicBezTo>
                <a:cubicBezTo>
                  <a:pt x="79434" y="120944"/>
                  <a:pt x="79848" y="120870"/>
                  <a:pt x="80267" y="120824"/>
                </a:cubicBezTo>
                <a:cubicBezTo>
                  <a:pt x="80942" y="120824"/>
                  <a:pt x="82164" y="121152"/>
                  <a:pt x="82338" y="120672"/>
                </a:cubicBezTo>
                <a:cubicBezTo>
                  <a:pt x="82541" y="119701"/>
                  <a:pt x="82665" y="118718"/>
                  <a:pt x="82709" y="117728"/>
                </a:cubicBezTo>
                <a:cubicBezTo>
                  <a:pt x="82946" y="117216"/>
                  <a:pt x="83136" y="116684"/>
                  <a:pt x="83276" y="116136"/>
                </a:cubicBezTo>
                <a:cubicBezTo>
                  <a:pt x="83372" y="115159"/>
                  <a:pt x="83592" y="114200"/>
                  <a:pt x="83930" y="113280"/>
                </a:cubicBezTo>
                <a:cubicBezTo>
                  <a:pt x="84200" y="112613"/>
                  <a:pt x="84427" y="111928"/>
                  <a:pt x="84606" y="111230"/>
                </a:cubicBezTo>
                <a:cubicBezTo>
                  <a:pt x="84737" y="110663"/>
                  <a:pt x="84235" y="109486"/>
                  <a:pt x="84606" y="108657"/>
                </a:cubicBezTo>
                <a:cubicBezTo>
                  <a:pt x="84913" y="107879"/>
                  <a:pt x="85083" y="107052"/>
                  <a:pt x="85107" y="106215"/>
                </a:cubicBezTo>
                <a:cubicBezTo>
                  <a:pt x="85171" y="105766"/>
                  <a:pt x="85053" y="105312"/>
                  <a:pt x="84780" y="104950"/>
                </a:cubicBezTo>
                <a:cubicBezTo>
                  <a:pt x="84192" y="104143"/>
                  <a:pt x="83843" y="103336"/>
                  <a:pt x="83690" y="103140"/>
                </a:cubicBezTo>
                <a:cubicBezTo>
                  <a:pt x="83537" y="102944"/>
                  <a:pt x="83188" y="102879"/>
                  <a:pt x="82883" y="102661"/>
                </a:cubicBezTo>
                <a:lnTo>
                  <a:pt x="82360" y="102312"/>
                </a:lnTo>
                <a:cubicBezTo>
                  <a:pt x="82207" y="102203"/>
                  <a:pt x="81880" y="102355"/>
                  <a:pt x="81379" y="101854"/>
                </a:cubicBezTo>
                <a:cubicBezTo>
                  <a:pt x="81010" y="101503"/>
                  <a:pt x="80661" y="101130"/>
                  <a:pt x="80332" y="100742"/>
                </a:cubicBezTo>
                <a:cubicBezTo>
                  <a:pt x="79852" y="100175"/>
                  <a:pt x="79547" y="99695"/>
                  <a:pt x="79198" y="99324"/>
                </a:cubicBezTo>
                <a:cubicBezTo>
                  <a:pt x="78064" y="98081"/>
                  <a:pt x="77694" y="97667"/>
                  <a:pt x="77148" y="97144"/>
                </a:cubicBezTo>
                <a:cubicBezTo>
                  <a:pt x="76767" y="96745"/>
                  <a:pt x="76409" y="96322"/>
                  <a:pt x="76080" y="95879"/>
                </a:cubicBezTo>
                <a:cubicBezTo>
                  <a:pt x="75775" y="95159"/>
                  <a:pt x="75578" y="94483"/>
                  <a:pt x="75448" y="94265"/>
                </a:cubicBezTo>
                <a:cubicBezTo>
                  <a:pt x="75140" y="93886"/>
                  <a:pt x="74796" y="93535"/>
                  <a:pt x="74423" y="93219"/>
                </a:cubicBezTo>
                <a:cubicBezTo>
                  <a:pt x="74139" y="93001"/>
                  <a:pt x="74139" y="92783"/>
                  <a:pt x="73769" y="92521"/>
                </a:cubicBezTo>
                <a:cubicBezTo>
                  <a:pt x="73241" y="92288"/>
                  <a:pt x="72665" y="92183"/>
                  <a:pt x="72089" y="92216"/>
                </a:cubicBezTo>
                <a:close/>
                <a:moveTo>
                  <a:pt x="264735" y="92131"/>
                </a:moveTo>
                <a:lnTo>
                  <a:pt x="273442" y="93329"/>
                </a:lnTo>
                <a:cubicBezTo>
                  <a:pt x="271189" y="95653"/>
                  <a:pt x="268311" y="97273"/>
                  <a:pt x="265155" y="97995"/>
                </a:cubicBezTo>
                <a:cubicBezTo>
                  <a:pt x="261274" y="98824"/>
                  <a:pt x="256302" y="95204"/>
                  <a:pt x="256302" y="95204"/>
                </a:cubicBezTo>
                <a:close/>
                <a:moveTo>
                  <a:pt x="264719" y="92129"/>
                </a:moveTo>
                <a:lnTo>
                  <a:pt x="264741" y="92129"/>
                </a:lnTo>
                <a:lnTo>
                  <a:pt x="264735" y="92131"/>
                </a:lnTo>
                <a:close/>
                <a:moveTo>
                  <a:pt x="368818" y="81880"/>
                </a:moveTo>
                <a:cubicBezTo>
                  <a:pt x="368404" y="81596"/>
                  <a:pt x="367597" y="81967"/>
                  <a:pt x="367641" y="82142"/>
                </a:cubicBezTo>
                <a:cubicBezTo>
                  <a:pt x="367684" y="82316"/>
                  <a:pt x="366899" y="83232"/>
                  <a:pt x="366507" y="83581"/>
                </a:cubicBezTo>
                <a:cubicBezTo>
                  <a:pt x="365199" y="84715"/>
                  <a:pt x="364893" y="85478"/>
                  <a:pt x="364326" y="85892"/>
                </a:cubicBezTo>
                <a:cubicBezTo>
                  <a:pt x="363411" y="86612"/>
                  <a:pt x="362190" y="87571"/>
                  <a:pt x="362015" y="87767"/>
                </a:cubicBezTo>
                <a:cubicBezTo>
                  <a:pt x="361664" y="88121"/>
                  <a:pt x="361357" y="88518"/>
                  <a:pt x="361099" y="88945"/>
                </a:cubicBezTo>
                <a:cubicBezTo>
                  <a:pt x="360986" y="89276"/>
                  <a:pt x="360833" y="89590"/>
                  <a:pt x="360641" y="89883"/>
                </a:cubicBezTo>
                <a:cubicBezTo>
                  <a:pt x="360467" y="90101"/>
                  <a:pt x="359943" y="89883"/>
                  <a:pt x="359943" y="89883"/>
                </a:cubicBezTo>
                <a:cubicBezTo>
                  <a:pt x="359444" y="89745"/>
                  <a:pt x="358973" y="89525"/>
                  <a:pt x="358548" y="89228"/>
                </a:cubicBezTo>
                <a:cubicBezTo>
                  <a:pt x="358483" y="89187"/>
                  <a:pt x="358428" y="89130"/>
                  <a:pt x="358387" y="89067"/>
                </a:cubicBezTo>
                <a:cubicBezTo>
                  <a:pt x="358223" y="88814"/>
                  <a:pt x="358295" y="88476"/>
                  <a:pt x="358548" y="88313"/>
                </a:cubicBezTo>
                <a:cubicBezTo>
                  <a:pt x="359065" y="87798"/>
                  <a:pt x="359512" y="87220"/>
                  <a:pt x="359878" y="86590"/>
                </a:cubicBezTo>
                <a:cubicBezTo>
                  <a:pt x="359856" y="86263"/>
                  <a:pt x="359529" y="86263"/>
                  <a:pt x="359529" y="86263"/>
                </a:cubicBezTo>
                <a:cubicBezTo>
                  <a:pt x="358483" y="86551"/>
                  <a:pt x="357418" y="86777"/>
                  <a:pt x="356346" y="86939"/>
                </a:cubicBezTo>
                <a:cubicBezTo>
                  <a:pt x="356073" y="86924"/>
                  <a:pt x="355807" y="86856"/>
                  <a:pt x="355561" y="86743"/>
                </a:cubicBezTo>
                <a:cubicBezTo>
                  <a:pt x="355186" y="86686"/>
                  <a:pt x="354810" y="86836"/>
                  <a:pt x="354579" y="87135"/>
                </a:cubicBezTo>
                <a:cubicBezTo>
                  <a:pt x="353816" y="88443"/>
                  <a:pt x="353358" y="88203"/>
                  <a:pt x="352791" y="88749"/>
                </a:cubicBezTo>
                <a:cubicBezTo>
                  <a:pt x="352220" y="89370"/>
                  <a:pt x="351804" y="90118"/>
                  <a:pt x="351570" y="90929"/>
                </a:cubicBezTo>
                <a:cubicBezTo>
                  <a:pt x="351433" y="91322"/>
                  <a:pt x="351598" y="91753"/>
                  <a:pt x="351963" y="91954"/>
                </a:cubicBezTo>
                <a:cubicBezTo>
                  <a:pt x="352748" y="92499"/>
                  <a:pt x="353903" y="92303"/>
                  <a:pt x="355190" y="92499"/>
                </a:cubicBezTo>
                <a:cubicBezTo>
                  <a:pt x="355502" y="92532"/>
                  <a:pt x="355816" y="92532"/>
                  <a:pt x="356128" y="92499"/>
                </a:cubicBezTo>
                <a:cubicBezTo>
                  <a:pt x="356841" y="92323"/>
                  <a:pt x="357575" y="92257"/>
                  <a:pt x="358308" y="92303"/>
                </a:cubicBezTo>
                <a:cubicBezTo>
                  <a:pt x="358986" y="92551"/>
                  <a:pt x="359625" y="92896"/>
                  <a:pt x="360205" y="93328"/>
                </a:cubicBezTo>
                <a:cubicBezTo>
                  <a:pt x="360641" y="93611"/>
                  <a:pt x="361295" y="94113"/>
                  <a:pt x="361623" y="94353"/>
                </a:cubicBezTo>
                <a:cubicBezTo>
                  <a:pt x="362231" y="94797"/>
                  <a:pt x="362815" y="95277"/>
                  <a:pt x="363367" y="95792"/>
                </a:cubicBezTo>
                <a:cubicBezTo>
                  <a:pt x="363733" y="96104"/>
                  <a:pt x="364128" y="96381"/>
                  <a:pt x="364544" y="96620"/>
                </a:cubicBezTo>
                <a:cubicBezTo>
                  <a:pt x="364983" y="96806"/>
                  <a:pt x="365382" y="97074"/>
                  <a:pt x="365722" y="97405"/>
                </a:cubicBezTo>
                <a:cubicBezTo>
                  <a:pt x="366289" y="98184"/>
                  <a:pt x="367037" y="98814"/>
                  <a:pt x="367903" y="99237"/>
                </a:cubicBezTo>
                <a:cubicBezTo>
                  <a:pt x="368164" y="99324"/>
                  <a:pt x="368906" y="100175"/>
                  <a:pt x="369276" y="100349"/>
                </a:cubicBezTo>
                <a:cubicBezTo>
                  <a:pt x="369758" y="100646"/>
                  <a:pt x="370192" y="101012"/>
                  <a:pt x="370563" y="101439"/>
                </a:cubicBezTo>
                <a:cubicBezTo>
                  <a:pt x="370216" y="101880"/>
                  <a:pt x="369623" y="102039"/>
                  <a:pt x="369102" y="101832"/>
                </a:cubicBezTo>
                <a:cubicBezTo>
                  <a:pt x="368862" y="101679"/>
                  <a:pt x="367968" y="101527"/>
                  <a:pt x="367772" y="101330"/>
                </a:cubicBezTo>
                <a:cubicBezTo>
                  <a:pt x="367534" y="101010"/>
                  <a:pt x="367342" y="100659"/>
                  <a:pt x="367205" y="100284"/>
                </a:cubicBezTo>
                <a:cubicBezTo>
                  <a:pt x="367096" y="100109"/>
                  <a:pt x="366660" y="99848"/>
                  <a:pt x="366398" y="99521"/>
                </a:cubicBezTo>
                <a:cubicBezTo>
                  <a:pt x="366156" y="99132"/>
                  <a:pt x="365846" y="98792"/>
                  <a:pt x="365482" y="98517"/>
                </a:cubicBezTo>
                <a:cubicBezTo>
                  <a:pt x="365220" y="98365"/>
                  <a:pt x="364784" y="98365"/>
                  <a:pt x="364784" y="98365"/>
                </a:cubicBezTo>
                <a:cubicBezTo>
                  <a:pt x="364043" y="97885"/>
                  <a:pt x="364217" y="97972"/>
                  <a:pt x="363868" y="97885"/>
                </a:cubicBezTo>
                <a:cubicBezTo>
                  <a:pt x="363520" y="97798"/>
                  <a:pt x="363083" y="97187"/>
                  <a:pt x="362909" y="97187"/>
                </a:cubicBezTo>
                <a:cubicBezTo>
                  <a:pt x="362445" y="96921"/>
                  <a:pt x="362000" y="96623"/>
                  <a:pt x="361579" y="96293"/>
                </a:cubicBezTo>
                <a:cubicBezTo>
                  <a:pt x="361274" y="96097"/>
                  <a:pt x="360816" y="95552"/>
                  <a:pt x="360554" y="95399"/>
                </a:cubicBezTo>
                <a:cubicBezTo>
                  <a:pt x="360347" y="95334"/>
                  <a:pt x="360135" y="95282"/>
                  <a:pt x="359922" y="95247"/>
                </a:cubicBezTo>
                <a:cubicBezTo>
                  <a:pt x="359551" y="95138"/>
                  <a:pt x="359246" y="94222"/>
                  <a:pt x="358831" y="94222"/>
                </a:cubicBezTo>
                <a:cubicBezTo>
                  <a:pt x="357610" y="94135"/>
                  <a:pt x="356629" y="95159"/>
                  <a:pt x="356302" y="95159"/>
                </a:cubicBezTo>
                <a:cubicBezTo>
                  <a:pt x="355846" y="95277"/>
                  <a:pt x="355436" y="95528"/>
                  <a:pt x="355124" y="95879"/>
                </a:cubicBezTo>
                <a:cubicBezTo>
                  <a:pt x="354710" y="96184"/>
                  <a:pt x="354558" y="96337"/>
                  <a:pt x="354710" y="96773"/>
                </a:cubicBezTo>
                <a:cubicBezTo>
                  <a:pt x="354843" y="97089"/>
                  <a:pt x="355083" y="97351"/>
                  <a:pt x="355386" y="97514"/>
                </a:cubicBezTo>
                <a:cubicBezTo>
                  <a:pt x="355763" y="97770"/>
                  <a:pt x="356197" y="97929"/>
                  <a:pt x="356651" y="97972"/>
                </a:cubicBezTo>
                <a:cubicBezTo>
                  <a:pt x="357076" y="97946"/>
                  <a:pt x="357501" y="98044"/>
                  <a:pt x="357872" y="98256"/>
                </a:cubicBezTo>
                <a:cubicBezTo>
                  <a:pt x="358046" y="98452"/>
                  <a:pt x="358744" y="98823"/>
                  <a:pt x="358439" y="99019"/>
                </a:cubicBezTo>
                <a:cubicBezTo>
                  <a:pt x="358064" y="99220"/>
                  <a:pt x="357669" y="99381"/>
                  <a:pt x="357261" y="99499"/>
                </a:cubicBezTo>
                <a:cubicBezTo>
                  <a:pt x="356978" y="99586"/>
                  <a:pt x="356455" y="100066"/>
                  <a:pt x="356258" y="100196"/>
                </a:cubicBezTo>
                <a:cubicBezTo>
                  <a:pt x="356062" y="100327"/>
                  <a:pt x="355910" y="100327"/>
                  <a:pt x="355604" y="100327"/>
                </a:cubicBezTo>
                <a:cubicBezTo>
                  <a:pt x="355238" y="100264"/>
                  <a:pt x="354882" y="100138"/>
                  <a:pt x="354558" y="99957"/>
                </a:cubicBezTo>
                <a:cubicBezTo>
                  <a:pt x="354104" y="99619"/>
                  <a:pt x="353622" y="99320"/>
                  <a:pt x="353118" y="99063"/>
                </a:cubicBezTo>
                <a:cubicBezTo>
                  <a:pt x="352639" y="98888"/>
                  <a:pt x="351766" y="98845"/>
                  <a:pt x="351592" y="98648"/>
                </a:cubicBezTo>
                <a:cubicBezTo>
                  <a:pt x="351418" y="98452"/>
                  <a:pt x="351112" y="97602"/>
                  <a:pt x="350916" y="97405"/>
                </a:cubicBezTo>
                <a:cubicBezTo>
                  <a:pt x="350303" y="96913"/>
                  <a:pt x="349510" y="96708"/>
                  <a:pt x="348735" y="96838"/>
                </a:cubicBezTo>
                <a:cubicBezTo>
                  <a:pt x="348254" y="97048"/>
                  <a:pt x="347807" y="97327"/>
                  <a:pt x="347405" y="97667"/>
                </a:cubicBezTo>
                <a:cubicBezTo>
                  <a:pt x="347209" y="97841"/>
                  <a:pt x="346642" y="98321"/>
                  <a:pt x="346686" y="98539"/>
                </a:cubicBezTo>
                <a:cubicBezTo>
                  <a:pt x="346729" y="98757"/>
                  <a:pt x="346947" y="99063"/>
                  <a:pt x="346947" y="99281"/>
                </a:cubicBezTo>
                <a:cubicBezTo>
                  <a:pt x="346926" y="100109"/>
                  <a:pt x="347514" y="100458"/>
                  <a:pt x="347711" y="100654"/>
                </a:cubicBezTo>
                <a:cubicBezTo>
                  <a:pt x="347907" y="100851"/>
                  <a:pt x="348997" y="101156"/>
                  <a:pt x="349346" y="101483"/>
                </a:cubicBezTo>
                <a:cubicBezTo>
                  <a:pt x="349863" y="101965"/>
                  <a:pt x="350425" y="102397"/>
                  <a:pt x="351025" y="102770"/>
                </a:cubicBezTo>
                <a:cubicBezTo>
                  <a:pt x="351616" y="103129"/>
                  <a:pt x="352170" y="103546"/>
                  <a:pt x="352682" y="104012"/>
                </a:cubicBezTo>
                <a:cubicBezTo>
                  <a:pt x="353118" y="104579"/>
                  <a:pt x="352813" y="104928"/>
                  <a:pt x="352464" y="105037"/>
                </a:cubicBezTo>
                <a:cubicBezTo>
                  <a:pt x="351308" y="105321"/>
                  <a:pt x="349302" y="106564"/>
                  <a:pt x="348256" y="105975"/>
                </a:cubicBezTo>
                <a:cubicBezTo>
                  <a:pt x="347841" y="105713"/>
                  <a:pt x="347013" y="104994"/>
                  <a:pt x="346075" y="104318"/>
                </a:cubicBezTo>
                <a:cubicBezTo>
                  <a:pt x="345552" y="103860"/>
                  <a:pt x="345028" y="103511"/>
                  <a:pt x="344898" y="103860"/>
                </a:cubicBezTo>
                <a:cubicBezTo>
                  <a:pt x="344767" y="104209"/>
                  <a:pt x="345486" y="106215"/>
                  <a:pt x="344898" y="106804"/>
                </a:cubicBezTo>
                <a:cubicBezTo>
                  <a:pt x="344592" y="107087"/>
                  <a:pt x="344004" y="107567"/>
                  <a:pt x="343720" y="107850"/>
                </a:cubicBezTo>
                <a:cubicBezTo>
                  <a:pt x="344058" y="108526"/>
                  <a:pt x="344579" y="109093"/>
                  <a:pt x="345225" y="109486"/>
                </a:cubicBezTo>
                <a:cubicBezTo>
                  <a:pt x="345694" y="109678"/>
                  <a:pt x="346128" y="109944"/>
                  <a:pt x="346511" y="110271"/>
                </a:cubicBezTo>
                <a:cubicBezTo>
                  <a:pt x="347070" y="110613"/>
                  <a:pt x="347652" y="110912"/>
                  <a:pt x="348256" y="111165"/>
                </a:cubicBezTo>
                <a:cubicBezTo>
                  <a:pt x="349084" y="111644"/>
                  <a:pt x="349957" y="110729"/>
                  <a:pt x="350872" y="110423"/>
                </a:cubicBezTo>
                <a:cubicBezTo>
                  <a:pt x="351003" y="110401"/>
                  <a:pt x="351766" y="110510"/>
                  <a:pt x="352137" y="110140"/>
                </a:cubicBezTo>
                <a:cubicBezTo>
                  <a:pt x="352567" y="109745"/>
                  <a:pt x="353070" y="109442"/>
                  <a:pt x="353620" y="109246"/>
                </a:cubicBezTo>
                <a:cubicBezTo>
                  <a:pt x="354078" y="108984"/>
                  <a:pt x="354405" y="108679"/>
                  <a:pt x="354819" y="108374"/>
                </a:cubicBezTo>
                <a:cubicBezTo>
                  <a:pt x="355234" y="108068"/>
                  <a:pt x="355473" y="107545"/>
                  <a:pt x="355997" y="107109"/>
                </a:cubicBezTo>
                <a:cubicBezTo>
                  <a:pt x="356520" y="106673"/>
                  <a:pt x="358264" y="107959"/>
                  <a:pt x="358526" y="108156"/>
                </a:cubicBezTo>
                <a:cubicBezTo>
                  <a:pt x="358788" y="108352"/>
                  <a:pt x="358962" y="108352"/>
                  <a:pt x="359529" y="108701"/>
                </a:cubicBezTo>
                <a:cubicBezTo>
                  <a:pt x="360096" y="109050"/>
                  <a:pt x="360336" y="109311"/>
                  <a:pt x="360837" y="109660"/>
                </a:cubicBezTo>
                <a:cubicBezTo>
                  <a:pt x="361208" y="109819"/>
                  <a:pt x="361618" y="109865"/>
                  <a:pt x="362015" y="109791"/>
                </a:cubicBezTo>
                <a:cubicBezTo>
                  <a:pt x="362473" y="109769"/>
                  <a:pt x="363062" y="109246"/>
                  <a:pt x="363432" y="109006"/>
                </a:cubicBezTo>
                <a:cubicBezTo>
                  <a:pt x="363803" y="108766"/>
                  <a:pt x="363432" y="108156"/>
                  <a:pt x="363432" y="108156"/>
                </a:cubicBezTo>
                <a:cubicBezTo>
                  <a:pt x="363083" y="107436"/>
                  <a:pt x="362996" y="106891"/>
                  <a:pt x="362844" y="106607"/>
                </a:cubicBezTo>
                <a:cubicBezTo>
                  <a:pt x="362364" y="105866"/>
                  <a:pt x="362538" y="105146"/>
                  <a:pt x="362364" y="104950"/>
                </a:cubicBezTo>
                <a:cubicBezTo>
                  <a:pt x="362190" y="104754"/>
                  <a:pt x="361775" y="104906"/>
                  <a:pt x="361426" y="104623"/>
                </a:cubicBezTo>
                <a:cubicBezTo>
                  <a:pt x="361077" y="104340"/>
                  <a:pt x="360401" y="104187"/>
                  <a:pt x="360096" y="103991"/>
                </a:cubicBezTo>
                <a:cubicBezTo>
                  <a:pt x="359791" y="103794"/>
                  <a:pt x="359682" y="103511"/>
                  <a:pt x="359682" y="103336"/>
                </a:cubicBezTo>
                <a:cubicBezTo>
                  <a:pt x="359991" y="102918"/>
                  <a:pt x="360438" y="102623"/>
                  <a:pt x="360947" y="102508"/>
                </a:cubicBezTo>
                <a:cubicBezTo>
                  <a:pt x="361583" y="102438"/>
                  <a:pt x="362227" y="102438"/>
                  <a:pt x="362865" y="102508"/>
                </a:cubicBezTo>
                <a:cubicBezTo>
                  <a:pt x="363330" y="102628"/>
                  <a:pt x="363818" y="102628"/>
                  <a:pt x="364283" y="102508"/>
                </a:cubicBezTo>
                <a:cubicBezTo>
                  <a:pt x="365412" y="102349"/>
                  <a:pt x="366559" y="102589"/>
                  <a:pt x="367532" y="103184"/>
                </a:cubicBezTo>
                <a:cubicBezTo>
                  <a:pt x="367990" y="103533"/>
                  <a:pt x="368579" y="103947"/>
                  <a:pt x="368622" y="104318"/>
                </a:cubicBezTo>
                <a:cubicBezTo>
                  <a:pt x="368666" y="104688"/>
                  <a:pt x="369211" y="105277"/>
                  <a:pt x="369363" y="105277"/>
                </a:cubicBezTo>
                <a:cubicBezTo>
                  <a:pt x="369734" y="105292"/>
                  <a:pt x="370085" y="105449"/>
                  <a:pt x="370345" y="105713"/>
                </a:cubicBezTo>
                <a:cubicBezTo>
                  <a:pt x="371086" y="106544"/>
                  <a:pt x="372046" y="107148"/>
                  <a:pt x="373114" y="107458"/>
                </a:cubicBezTo>
                <a:cubicBezTo>
                  <a:pt x="373821" y="107268"/>
                  <a:pt x="374475" y="106926"/>
                  <a:pt x="375033" y="106455"/>
                </a:cubicBezTo>
                <a:cubicBezTo>
                  <a:pt x="375667" y="105944"/>
                  <a:pt x="376132" y="105251"/>
                  <a:pt x="376363" y="104470"/>
                </a:cubicBezTo>
                <a:cubicBezTo>
                  <a:pt x="376407" y="104012"/>
                  <a:pt x="375992" y="103991"/>
                  <a:pt x="375927" y="103489"/>
                </a:cubicBezTo>
                <a:cubicBezTo>
                  <a:pt x="375861" y="102988"/>
                  <a:pt x="375513" y="102879"/>
                  <a:pt x="375513" y="102661"/>
                </a:cubicBezTo>
                <a:cubicBezTo>
                  <a:pt x="375513" y="102442"/>
                  <a:pt x="375513" y="101919"/>
                  <a:pt x="375513" y="101679"/>
                </a:cubicBezTo>
                <a:cubicBezTo>
                  <a:pt x="375314" y="101422"/>
                  <a:pt x="375079" y="101195"/>
                  <a:pt x="374815" y="101003"/>
                </a:cubicBezTo>
                <a:cubicBezTo>
                  <a:pt x="374263" y="100977"/>
                  <a:pt x="373729" y="100805"/>
                  <a:pt x="373267" y="100502"/>
                </a:cubicBezTo>
                <a:cubicBezTo>
                  <a:pt x="373092" y="100306"/>
                  <a:pt x="372721" y="100066"/>
                  <a:pt x="372940" y="99804"/>
                </a:cubicBezTo>
                <a:cubicBezTo>
                  <a:pt x="373332" y="99442"/>
                  <a:pt x="373781" y="99148"/>
                  <a:pt x="374270" y="98932"/>
                </a:cubicBezTo>
                <a:lnTo>
                  <a:pt x="375382" y="98321"/>
                </a:lnTo>
                <a:cubicBezTo>
                  <a:pt x="375556" y="98212"/>
                  <a:pt x="376407" y="97863"/>
                  <a:pt x="376407" y="97863"/>
                </a:cubicBezTo>
                <a:cubicBezTo>
                  <a:pt x="377307" y="97209"/>
                  <a:pt x="378371" y="96817"/>
                  <a:pt x="379481" y="96729"/>
                </a:cubicBezTo>
                <a:cubicBezTo>
                  <a:pt x="380223" y="96751"/>
                  <a:pt x="381465" y="97405"/>
                  <a:pt x="381531" y="96991"/>
                </a:cubicBezTo>
                <a:cubicBezTo>
                  <a:pt x="381596" y="96577"/>
                  <a:pt x="382425" y="96272"/>
                  <a:pt x="382730" y="96053"/>
                </a:cubicBezTo>
                <a:cubicBezTo>
                  <a:pt x="383007" y="95879"/>
                  <a:pt x="383171" y="95574"/>
                  <a:pt x="383166" y="95247"/>
                </a:cubicBezTo>
                <a:cubicBezTo>
                  <a:pt x="383123" y="94787"/>
                  <a:pt x="383027" y="94333"/>
                  <a:pt x="382883" y="93895"/>
                </a:cubicBezTo>
                <a:cubicBezTo>
                  <a:pt x="382752" y="93526"/>
                  <a:pt x="382438" y="93251"/>
                  <a:pt x="382054" y="93175"/>
                </a:cubicBezTo>
                <a:cubicBezTo>
                  <a:pt x="381858" y="93066"/>
                  <a:pt x="381858" y="93262"/>
                  <a:pt x="381487" y="93175"/>
                </a:cubicBezTo>
                <a:cubicBezTo>
                  <a:pt x="381117" y="93088"/>
                  <a:pt x="378718" y="91191"/>
                  <a:pt x="377606" y="91823"/>
                </a:cubicBezTo>
                <a:cubicBezTo>
                  <a:pt x="377061" y="92128"/>
                  <a:pt x="377410" y="93023"/>
                  <a:pt x="376821" y="93546"/>
                </a:cubicBezTo>
                <a:cubicBezTo>
                  <a:pt x="376561" y="93751"/>
                  <a:pt x="376265" y="93906"/>
                  <a:pt x="375949" y="94004"/>
                </a:cubicBezTo>
                <a:cubicBezTo>
                  <a:pt x="375643" y="94178"/>
                  <a:pt x="375164" y="94331"/>
                  <a:pt x="374924" y="94178"/>
                </a:cubicBezTo>
                <a:cubicBezTo>
                  <a:pt x="374684" y="94026"/>
                  <a:pt x="374466" y="93764"/>
                  <a:pt x="373855" y="93764"/>
                </a:cubicBezTo>
                <a:cubicBezTo>
                  <a:pt x="372896" y="93917"/>
                  <a:pt x="373310" y="94440"/>
                  <a:pt x="373049" y="94658"/>
                </a:cubicBezTo>
                <a:cubicBezTo>
                  <a:pt x="372787" y="94876"/>
                  <a:pt x="372351" y="94658"/>
                  <a:pt x="372155" y="94658"/>
                </a:cubicBezTo>
                <a:cubicBezTo>
                  <a:pt x="371849" y="94704"/>
                  <a:pt x="371540" y="94658"/>
                  <a:pt x="371261" y="94527"/>
                </a:cubicBezTo>
                <a:cubicBezTo>
                  <a:pt x="371130" y="94418"/>
                  <a:pt x="370497" y="95225"/>
                  <a:pt x="370541" y="95530"/>
                </a:cubicBezTo>
                <a:cubicBezTo>
                  <a:pt x="370585" y="95835"/>
                  <a:pt x="371304" y="95923"/>
                  <a:pt x="371021" y="96577"/>
                </a:cubicBezTo>
                <a:cubicBezTo>
                  <a:pt x="370737" y="97231"/>
                  <a:pt x="369887" y="97231"/>
                  <a:pt x="369276" y="96577"/>
                </a:cubicBezTo>
                <a:cubicBezTo>
                  <a:pt x="368666" y="95923"/>
                  <a:pt x="370301" y="95770"/>
                  <a:pt x="369625" y="95356"/>
                </a:cubicBezTo>
                <a:cubicBezTo>
                  <a:pt x="368949" y="94941"/>
                  <a:pt x="368971" y="93938"/>
                  <a:pt x="369211" y="93895"/>
                </a:cubicBezTo>
                <a:cubicBezTo>
                  <a:pt x="369451" y="93851"/>
                  <a:pt x="371152" y="93611"/>
                  <a:pt x="371152" y="93611"/>
                </a:cubicBezTo>
                <a:cubicBezTo>
                  <a:pt x="373267" y="92957"/>
                  <a:pt x="373964" y="93066"/>
                  <a:pt x="374357" y="92652"/>
                </a:cubicBezTo>
                <a:cubicBezTo>
                  <a:pt x="374595" y="92301"/>
                  <a:pt x="374688" y="91871"/>
                  <a:pt x="374619" y="91453"/>
                </a:cubicBezTo>
                <a:cubicBezTo>
                  <a:pt x="374619" y="91147"/>
                  <a:pt x="375382" y="90580"/>
                  <a:pt x="375556" y="90580"/>
                </a:cubicBezTo>
                <a:cubicBezTo>
                  <a:pt x="376132" y="90391"/>
                  <a:pt x="376742" y="90332"/>
                  <a:pt x="377344" y="90406"/>
                </a:cubicBezTo>
                <a:cubicBezTo>
                  <a:pt x="377933" y="90471"/>
                  <a:pt x="378914" y="90253"/>
                  <a:pt x="378914" y="89708"/>
                </a:cubicBezTo>
                <a:cubicBezTo>
                  <a:pt x="379091" y="89150"/>
                  <a:pt x="379036" y="88546"/>
                  <a:pt x="378762" y="88029"/>
                </a:cubicBezTo>
                <a:cubicBezTo>
                  <a:pt x="378611" y="87846"/>
                  <a:pt x="378415" y="87704"/>
                  <a:pt x="378195" y="87615"/>
                </a:cubicBezTo>
                <a:cubicBezTo>
                  <a:pt x="377998" y="87571"/>
                  <a:pt x="377889" y="87157"/>
                  <a:pt x="377671" y="87157"/>
                </a:cubicBezTo>
                <a:cubicBezTo>
                  <a:pt x="377083" y="86917"/>
                  <a:pt x="376537" y="87418"/>
                  <a:pt x="375905" y="87615"/>
                </a:cubicBezTo>
                <a:cubicBezTo>
                  <a:pt x="375273" y="87811"/>
                  <a:pt x="373986" y="88073"/>
                  <a:pt x="373986" y="87811"/>
                </a:cubicBezTo>
                <a:cubicBezTo>
                  <a:pt x="373986" y="87549"/>
                  <a:pt x="374183" y="86764"/>
                  <a:pt x="373986" y="86568"/>
                </a:cubicBezTo>
                <a:cubicBezTo>
                  <a:pt x="373587" y="86405"/>
                  <a:pt x="373142" y="86405"/>
                  <a:pt x="372743" y="86568"/>
                </a:cubicBezTo>
                <a:cubicBezTo>
                  <a:pt x="372569" y="86743"/>
                  <a:pt x="372438" y="87506"/>
                  <a:pt x="372089" y="87898"/>
                </a:cubicBezTo>
                <a:cubicBezTo>
                  <a:pt x="371719" y="88195"/>
                  <a:pt x="371274" y="88382"/>
                  <a:pt x="370803" y="88443"/>
                </a:cubicBezTo>
                <a:cubicBezTo>
                  <a:pt x="370301" y="88574"/>
                  <a:pt x="369472" y="89185"/>
                  <a:pt x="369647" y="89512"/>
                </a:cubicBezTo>
                <a:cubicBezTo>
                  <a:pt x="369821" y="89839"/>
                  <a:pt x="370083" y="89555"/>
                  <a:pt x="370454" y="89839"/>
                </a:cubicBezTo>
                <a:cubicBezTo>
                  <a:pt x="370824" y="90122"/>
                  <a:pt x="371370" y="90122"/>
                  <a:pt x="371522" y="90362"/>
                </a:cubicBezTo>
                <a:cubicBezTo>
                  <a:pt x="371675" y="90602"/>
                  <a:pt x="371609" y="91823"/>
                  <a:pt x="370824" y="91932"/>
                </a:cubicBezTo>
                <a:cubicBezTo>
                  <a:pt x="370519" y="91976"/>
                  <a:pt x="369451" y="92347"/>
                  <a:pt x="369145" y="91823"/>
                </a:cubicBezTo>
                <a:cubicBezTo>
                  <a:pt x="369036" y="91649"/>
                  <a:pt x="369276" y="91409"/>
                  <a:pt x="369254" y="91016"/>
                </a:cubicBezTo>
                <a:cubicBezTo>
                  <a:pt x="369233" y="90624"/>
                  <a:pt x="368404" y="90210"/>
                  <a:pt x="368382" y="89970"/>
                </a:cubicBezTo>
                <a:cubicBezTo>
                  <a:pt x="368360" y="89730"/>
                  <a:pt x="368230" y="89621"/>
                  <a:pt x="368579" y="89316"/>
                </a:cubicBezTo>
                <a:cubicBezTo>
                  <a:pt x="369237" y="88670"/>
                  <a:pt x="369802" y="87935"/>
                  <a:pt x="370257" y="87135"/>
                </a:cubicBezTo>
                <a:cubicBezTo>
                  <a:pt x="370295" y="86854"/>
                  <a:pt x="370434" y="86599"/>
                  <a:pt x="370650" y="86415"/>
                </a:cubicBezTo>
                <a:cubicBezTo>
                  <a:pt x="371064" y="86045"/>
                  <a:pt x="371566" y="85456"/>
                  <a:pt x="371326" y="85260"/>
                </a:cubicBezTo>
                <a:cubicBezTo>
                  <a:pt x="371086" y="85048"/>
                  <a:pt x="370772" y="84946"/>
                  <a:pt x="370454" y="84976"/>
                </a:cubicBezTo>
                <a:cubicBezTo>
                  <a:pt x="370037" y="85000"/>
                  <a:pt x="369636" y="85144"/>
                  <a:pt x="369298" y="85391"/>
                </a:cubicBezTo>
                <a:cubicBezTo>
                  <a:pt x="369165" y="85628"/>
                  <a:pt x="369012" y="85855"/>
                  <a:pt x="368840" y="86067"/>
                </a:cubicBezTo>
                <a:cubicBezTo>
                  <a:pt x="368302" y="86633"/>
                  <a:pt x="367732" y="87172"/>
                  <a:pt x="367139" y="87680"/>
                </a:cubicBezTo>
                <a:cubicBezTo>
                  <a:pt x="366812" y="87964"/>
                  <a:pt x="366311" y="88858"/>
                  <a:pt x="366114" y="89010"/>
                </a:cubicBezTo>
                <a:cubicBezTo>
                  <a:pt x="365918" y="89163"/>
                  <a:pt x="364457" y="90406"/>
                  <a:pt x="364283" y="90602"/>
                </a:cubicBezTo>
                <a:cubicBezTo>
                  <a:pt x="363895" y="90896"/>
                  <a:pt x="363722" y="91396"/>
                  <a:pt x="363847" y="91867"/>
                </a:cubicBezTo>
                <a:cubicBezTo>
                  <a:pt x="363956" y="92085"/>
                  <a:pt x="364283" y="92063"/>
                  <a:pt x="364501" y="92085"/>
                </a:cubicBezTo>
                <a:cubicBezTo>
                  <a:pt x="364719" y="92107"/>
                  <a:pt x="365046" y="92194"/>
                  <a:pt x="365242" y="91976"/>
                </a:cubicBezTo>
                <a:cubicBezTo>
                  <a:pt x="365439" y="91758"/>
                  <a:pt x="365831" y="91322"/>
                  <a:pt x="366245" y="91540"/>
                </a:cubicBezTo>
                <a:cubicBezTo>
                  <a:pt x="366660" y="91758"/>
                  <a:pt x="366529" y="92194"/>
                  <a:pt x="366114" y="92412"/>
                </a:cubicBezTo>
                <a:cubicBezTo>
                  <a:pt x="365700" y="92630"/>
                  <a:pt x="365722" y="92935"/>
                  <a:pt x="365700" y="93175"/>
                </a:cubicBezTo>
                <a:cubicBezTo>
                  <a:pt x="365678" y="93415"/>
                  <a:pt x="366114" y="93350"/>
                  <a:pt x="366572" y="93589"/>
                </a:cubicBezTo>
                <a:cubicBezTo>
                  <a:pt x="367030" y="93829"/>
                  <a:pt x="367401" y="93982"/>
                  <a:pt x="367205" y="94396"/>
                </a:cubicBezTo>
                <a:cubicBezTo>
                  <a:pt x="367128" y="94593"/>
                  <a:pt x="366934" y="94717"/>
                  <a:pt x="366725" y="94702"/>
                </a:cubicBezTo>
                <a:cubicBezTo>
                  <a:pt x="366439" y="94673"/>
                  <a:pt x="366160" y="94599"/>
                  <a:pt x="365896" y="94483"/>
                </a:cubicBezTo>
                <a:cubicBezTo>
                  <a:pt x="365602" y="94353"/>
                  <a:pt x="365319" y="94200"/>
                  <a:pt x="365046" y="94026"/>
                </a:cubicBezTo>
                <a:cubicBezTo>
                  <a:pt x="364629" y="93646"/>
                  <a:pt x="364178" y="93310"/>
                  <a:pt x="363694" y="93023"/>
                </a:cubicBezTo>
                <a:cubicBezTo>
                  <a:pt x="363426" y="92807"/>
                  <a:pt x="363171" y="92573"/>
                  <a:pt x="362931" y="92325"/>
                </a:cubicBezTo>
                <a:cubicBezTo>
                  <a:pt x="362713" y="92128"/>
                  <a:pt x="362059" y="91954"/>
                  <a:pt x="361884" y="91649"/>
                </a:cubicBezTo>
                <a:cubicBezTo>
                  <a:pt x="361777" y="91376"/>
                  <a:pt x="361777" y="91071"/>
                  <a:pt x="361884" y="90798"/>
                </a:cubicBezTo>
                <a:cubicBezTo>
                  <a:pt x="362015" y="90515"/>
                  <a:pt x="362865" y="90384"/>
                  <a:pt x="363083" y="90253"/>
                </a:cubicBezTo>
                <a:cubicBezTo>
                  <a:pt x="363301" y="90122"/>
                  <a:pt x="363345" y="89948"/>
                  <a:pt x="363868" y="89555"/>
                </a:cubicBezTo>
                <a:cubicBezTo>
                  <a:pt x="364392" y="89163"/>
                  <a:pt x="364501" y="88596"/>
                  <a:pt x="364719" y="88378"/>
                </a:cubicBezTo>
                <a:cubicBezTo>
                  <a:pt x="364937" y="88160"/>
                  <a:pt x="365918" y="87135"/>
                  <a:pt x="366202" y="86830"/>
                </a:cubicBezTo>
                <a:cubicBezTo>
                  <a:pt x="366485" y="86524"/>
                  <a:pt x="366899" y="86263"/>
                  <a:pt x="367030" y="86132"/>
                </a:cubicBezTo>
                <a:cubicBezTo>
                  <a:pt x="367161" y="86001"/>
                  <a:pt x="367554" y="85587"/>
                  <a:pt x="367706" y="85587"/>
                </a:cubicBezTo>
                <a:cubicBezTo>
                  <a:pt x="367957" y="85491"/>
                  <a:pt x="368155" y="85292"/>
                  <a:pt x="368251" y="85042"/>
                </a:cubicBezTo>
                <a:cubicBezTo>
                  <a:pt x="368317" y="84736"/>
                  <a:pt x="368906" y="84475"/>
                  <a:pt x="369124" y="84104"/>
                </a:cubicBezTo>
                <a:cubicBezTo>
                  <a:pt x="369342" y="83733"/>
                  <a:pt x="369603" y="83603"/>
                  <a:pt x="369756" y="83275"/>
                </a:cubicBezTo>
                <a:cubicBezTo>
                  <a:pt x="369909" y="82948"/>
                  <a:pt x="369996" y="82752"/>
                  <a:pt x="369909" y="82621"/>
                </a:cubicBezTo>
                <a:cubicBezTo>
                  <a:pt x="369821" y="82490"/>
                  <a:pt x="369538" y="82643"/>
                  <a:pt x="369407" y="82490"/>
                </a:cubicBezTo>
                <a:cubicBezTo>
                  <a:pt x="369222" y="82277"/>
                  <a:pt x="369025" y="82072"/>
                  <a:pt x="368818" y="81880"/>
                </a:cubicBezTo>
                <a:close/>
                <a:moveTo>
                  <a:pt x="79700" y="80528"/>
                </a:moveTo>
                <a:cubicBezTo>
                  <a:pt x="79516" y="80726"/>
                  <a:pt x="79294" y="80881"/>
                  <a:pt x="79045" y="80986"/>
                </a:cubicBezTo>
                <a:cubicBezTo>
                  <a:pt x="78718" y="81051"/>
                  <a:pt x="78435" y="80877"/>
                  <a:pt x="78021" y="81269"/>
                </a:cubicBezTo>
                <a:cubicBezTo>
                  <a:pt x="77765" y="81625"/>
                  <a:pt x="77532" y="81998"/>
                  <a:pt x="77323" y="82381"/>
                </a:cubicBezTo>
                <a:cubicBezTo>
                  <a:pt x="77148" y="82556"/>
                  <a:pt x="76669" y="82774"/>
                  <a:pt x="76494" y="82970"/>
                </a:cubicBezTo>
                <a:cubicBezTo>
                  <a:pt x="76320" y="83166"/>
                  <a:pt x="76233" y="83668"/>
                  <a:pt x="75927" y="83951"/>
                </a:cubicBezTo>
                <a:cubicBezTo>
                  <a:pt x="75622" y="84235"/>
                  <a:pt x="75011" y="84518"/>
                  <a:pt x="74837" y="84736"/>
                </a:cubicBezTo>
                <a:cubicBezTo>
                  <a:pt x="74488" y="85129"/>
                  <a:pt x="74314" y="85391"/>
                  <a:pt x="74575" y="85870"/>
                </a:cubicBezTo>
                <a:cubicBezTo>
                  <a:pt x="74942" y="86317"/>
                  <a:pt x="75352" y="86725"/>
                  <a:pt x="75796" y="87091"/>
                </a:cubicBezTo>
                <a:cubicBezTo>
                  <a:pt x="76339" y="87783"/>
                  <a:pt x="76837" y="88511"/>
                  <a:pt x="77279" y="89272"/>
                </a:cubicBezTo>
                <a:cubicBezTo>
                  <a:pt x="77521" y="89763"/>
                  <a:pt x="77829" y="90218"/>
                  <a:pt x="78195" y="90624"/>
                </a:cubicBezTo>
                <a:cubicBezTo>
                  <a:pt x="78369" y="90798"/>
                  <a:pt x="79307" y="91736"/>
                  <a:pt x="79983" y="92499"/>
                </a:cubicBezTo>
                <a:cubicBezTo>
                  <a:pt x="80114" y="92652"/>
                  <a:pt x="80485" y="93284"/>
                  <a:pt x="80964" y="93873"/>
                </a:cubicBezTo>
                <a:cubicBezTo>
                  <a:pt x="81444" y="94462"/>
                  <a:pt x="81226" y="94549"/>
                  <a:pt x="81902" y="95268"/>
                </a:cubicBezTo>
                <a:cubicBezTo>
                  <a:pt x="82033" y="95399"/>
                  <a:pt x="82185" y="96097"/>
                  <a:pt x="82316" y="96272"/>
                </a:cubicBezTo>
                <a:cubicBezTo>
                  <a:pt x="83603" y="97798"/>
                  <a:pt x="83516" y="98103"/>
                  <a:pt x="84279" y="98801"/>
                </a:cubicBezTo>
                <a:cubicBezTo>
                  <a:pt x="84743" y="99272"/>
                  <a:pt x="85271" y="99678"/>
                  <a:pt x="85849" y="100000"/>
                </a:cubicBezTo>
                <a:cubicBezTo>
                  <a:pt x="86222" y="100210"/>
                  <a:pt x="86573" y="100458"/>
                  <a:pt x="86895" y="100742"/>
                </a:cubicBezTo>
                <a:lnTo>
                  <a:pt x="87920" y="101592"/>
                </a:lnTo>
                <a:cubicBezTo>
                  <a:pt x="88095" y="101766"/>
                  <a:pt x="89490" y="102508"/>
                  <a:pt x="89774" y="102704"/>
                </a:cubicBezTo>
                <a:cubicBezTo>
                  <a:pt x="90192" y="103127"/>
                  <a:pt x="90652" y="103507"/>
                  <a:pt x="91148" y="103838"/>
                </a:cubicBezTo>
                <a:cubicBezTo>
                  <a:pt x="91717" y="104036"/>
                  <a:pt x="92312" y="104145"/>
                  <a:pt x="92914" y="104165"/>
                </a:cubicBezTo>
                <a:cubicBezTo>
                  <a:pt x="93302" y="104113"/>
                  <a:pt x="93677" y="103995"/>
                  <a:pt x="94026" y="103816"/>
                </a:cubicBezTo>
                <a:cubicBezTo>
                  <a:pt x="94440" y="103576"/>
                  <a:pt x="95094" y="102704"/>
                  <a:pt x="95509" y="102399"/>
                </a:cubicBezTo>
                <a:cubicBezTo>
                  <a:pt x="95923" y="102094"/>
                  <a:pt x="96730" y="101657"/>
                  <a:pt x="96730" y="101657"/>
                </a:cubicBezTo>
                <a:cubicBezTo>
                  <a:pt x="96730" y="101657"/>
                  <a:pt x="97580" y="100829"/>
                  <a:pt x="97885" y="100480"/>
                </a:cubicBezTo>
                <a:cubicBezTo>
                  <a:pt x="98223" y="100033"/>
                  <a:pt x="98646" y="99656"/>
                  <a:pt x="99128" y="99368"/>
                </a:cubicBezTo>
                <a:cubicBezTo>
                  <a:pt x="99368" y="99259"/>
                  <a:pt x="99957" y="99172"/>
                  <a:pt x="100197" y="98910"/>
                </a:cubicBezTo>
                <a:cubicBezTo>
                  <a:pt x="100533" y="98498"/>
                  <a:pt x="100796" y="98033"/>
                  <a:pt x="100982" y="97536"/>
                </a:cubicBezTo>
                <a:cubicBezTo>
                  <a:pt x="101156" y="97078"/>
                  <a:pt x="101832" y="96708"/>
                  <a:pt x="101876" y="96228"/>
                </a:cubicBezTo>
                <a:cubicBezTo>
                  <a:pt x="101919" y="95748"/>
                  <a:pt x="101592" y="95356"/>
                  <a:pt x="101287" y="94854"/>
                </a:cubicBezTo>
                <a:cubicBezTo>
                  <a:pt x="100995" y="94183"/>
                  <a:pt x="100652" y="93533"/>
                  <a:pt x="100262" y="92913"/>
                </a:cubicBezTo>
                <a:cubicBezTo>
                  <a:pt x="99843" y="92288"/>
                  <a:pt x="99063" y="92013"/>
                  <a:pt x="98343" y="92238"/>
                </a:cubicBezTo>
                <a:cubicBezTo>
                  <a:pt x="97931" y="92488"/>
                  <a:pt x="97563" y="92804"/>
                  <a:pt x="97253" y="93175"/>
                </a:cubicBezTo>
                <a:cubicBezTo>
                  <a:pt x="96994" y="93387"/>
                  <a:pt x="96686" y="93537"/>
                  <a:pt x="96359" y="93611"/>
                </a:cubicBezTo>
                <a:cubicBezTo>
                  <a:pt x="96250" y="93633"/>
                  <a:pt x="95879" y="94156"/>
                  <a:pt x="95552" y="94156"/>
                </a:cubicBezTo>
                <a:cubicBezTo>
                  <a:pt x="95186" y="94409"/>
                  <a:pt x="94843" y="94693"/>
                  <a:pt x="94527" y="95007"/>
                </a:cubicBezTo>
                <a:cubicBezTo>
                  <a:pt x="94015" y="95484"/>
                  <a:pt x="93352" y="95770"/>
                  <a:pt x="92652" y="95814"/>
                </a:cubicBezTo>
                <a:cubicBezTo>
                  <a:pt x="91649" y="95770"/>
                  <a:pt x="91278" y="95138"/>
                  <a:pt x="90581" y="94789"/>
                </a:cubicBezTo>
                <a:cubicBezTo>
                  <a:pt x="90192" y="94586"/>
                  <a:pt x="89850" y="94302"/>
                  <a:pt x="89578" y="93960"/>
                </a:cubicBezTo>
                <a:cubicBezTo>
                  <a:pt x="88960" y="93243"/>
                  <a:pt x="88485" y="92414"/>
                  <a:pt x="88182" y="91518"/>
                </a:cubicBezTo>
                <a:cubicBezTo>
                  <a:pt x="88627" y="90726"/>
                  <a:pt x="88902" y="89850"/>
                  <a:pt x="88989" y="88945"/>
                </a:cubicBezTo>
                <a:cubicBezTo>
                  <a:pt x="89096" y="88378"/>
                  <a:pt x="89235" y="87818"/>
                  <a:pt x="89403" y="87266"/>
                </a:cubicBezTo>
                <a:cubicBezTo>
                  <a:pt x="89370" y="86814"/>
                  <a:pt x="89429" y="86363"/>
                  <a:pt x="89578" y="85936"/>
                </a:cubicBezTo>
                <a:cubicBezTo>
                  <a:pt x="89839" y="85434"/>
                  <a:pt x="89970" y="85194"/>
                  <a:pt x="90210" y="84780"/>
                </a:cubicBezTo>
                <a:cubicBezTo>
                  <a:pt x="90441" y="84510"/>
                  <a:pt x="90441" y="84113"/>
                  <a:pt x="90210" y="83842"/>
                </a:cubicBezTo>
                <a:cubicBezTo>
                  <a:pt x="89874" y="83531"/>
                  <a:pt x="89492" y="83273"/>
                  <a:pt x="89076" y="83079"/>
                </a:cubicBezTo>
                <a:cubicBezTo>
                  <a:pt x="88444" y="82948"/>
                  <a:pt x="87746" y="82033"/>
                  <a:pt x="87004" y="82534"/>
                </a:cubicBezTo>
                <a:cubicBezTo>
                  <a:pt x="86263" y="83036"/>
                  <a:pt x="85413" y="83014"/>
                  <a:pt x="85282" y="83428"/>
                </a:cubicBezTo>
                <a:cubicBezTo>
                  <a:pt x="85267" y="83864"/>
                  <a:pt x="85171" y="84292"/>
                  <a:pt x="84998" y="84693"/>
                </a:cubicBezTo>
                <a:cubicBezTo>
                  <a:pt x="85151" y="85238"/>
                  <a:pt x="84519" y="85630"/>
                  <a:pt x="83930" y="85238"/>
                </a:cubicBezTo>
                <a:cubicBezTo>
                  <a:pt x="83631" y="84915"/>
                  <a:pt x="83376" y="84555"/>
                  <a:pt x="83167" y="84169"/>
                </a:cubicBezTo>
                <a:cubicBezTo>
                  <a:pt x="82796" y="83341"/>
                  <a:pt x="83232" y="82447"/>
                  <a:pt x="82251" y="81444"/>
                </a:cubicBezTo>
                <a:cubicBezTo>
                  <a:pt x="81758" y="81040"/>
                  <a:pt x="81198" y="80729"/>
                  <a:pt x="80594" y="80528"/>
                </a:cubicBezTo>
                <a:cubicBezTo>
                  <a:pt x="80288" y="80528"/>
                  <a:pt x="79874" y="80397"/>
                  <a:pt x="79700" y="80528"/>
                </a:cubicBezTo>
                <a:close/>
                <a:moveTo>
                  <a:pt x="270432" y="71501"/>
                </a:moveTo>
                <a:cubicBezTo>
                  <a:pt x="270367" y="74824"/>
                  <a:pt x="269800" y="78117"/>
                  <a:pt x="268753" y="81270"/>
                </a:cubicBezTo>
                <a:cubicBezTo>
                  <a:pt x="267992" y="83765"/>
                  <a:pt x="266089" y="85749"/>
                  <a:pt x="263629" y="86613"/>
                </a:cubicBezTo>
                <a:cubicBezTo>
                  <a:pt x="263163" y="87810"/>
                  <a:pt x="262491" y="88915"/>
                  <a:pt x="261645" y="89883"/>
                </a:cubicBezTo>
                <a:cubicBezTo>
                  <a:pt x="256368" y="96163"/>
                  <a:pt x="246773" y="102988"/>
                  <a:pt x="235871" y="107698"/>
                </a:cubicBezTo>
                <a:cubicBezTo>
                  <a:pt x="238391" y="106940"/>
                  <a:pt x="241102" y="107116"/>
                  <a:pt x="243503" y="108200"/>
                </a:cubicBezTo>
                <a:lnTo>
                  <a:pt x="243590" y="108134"/>
                </a:lnTo>
                <a:cubicBezTo>
                  <a:pt x="246695" y="109654"/>
                  <a:pt x="249519" y="111689"/>
                  <a:pt x="251941" y="114153"/>
                </a:cubicBezTo>
                <a:cubicBezTo>
                  <a:pt x="251941" y="114153"/>
                  <a:pt x="248758" y="115832"/>
                  <a:pt x="242085" y="114327"/>
                </a:cubicBezTo>
                <a:cubicBezTo>
                  <a:pt x="238878" y="113453"/>
                  <a:pt x="236283" y="111094"/>
                  <a:pt x="235108" y="107982"/>
                </a:cubicBezTo>
                <a:lnTo>
                  <a:pt x="229636" y="109992"/>
                </a:lnTo>
                <a:lnTo>
                  <a:pt x="230806" y="115997"/>
                </a:lnTo>
                <a:cubicBezTo>
                  <a:pt x="231531" y="119724"/>
                  <a:pt x="232327" y="123823"/>
                  <a:pt x="232730" y="125927"/>
                </a:cubicBezTo>
                <a:cubicBezTo>
                  <a:pt x="255580" y="126056"/>
                  <a:pt x="278313" y="122628"/>
                  <a:pt x="300109" y="115766"/>
                </a:cubicBezTo>
                <a:lnTo>
                  <a:pt x="302442" y="114981"/>
                </a:lnTo>
                <a:lnTo>
                  <a:pt x="302442" y="117423"/>
                </a:lnTo>
                <a:cubicBezTo>
                  <a:pt x="302427" y="124298"/>
                  <a:pt x="300074" y="130966"/>
                  <a:pt x="295770" y="136328"/>
                </a:cubicBezTo>
                <a:cubicBezTo>
                  <a:pt x="291461" y="141514"/>
                  <a:pt x="285683" y="145277"/>
                  <a:pt x="279198" y="147122"/>
                </a:cubicBezTo>
                <a:cubicBezTo>
                  <a:pt x="278489" y="152081"/>
                  <a:pt x="276040" y="156627"/>
                  <a:pt x="272285" y="159944"/>
                </a:cubicBezTo>
                <a:cubicBezTo>
                  <a:pt x="271300" y="160777"/>
                  <a:pt x="270234" y="161507"/>
                  <a:pt x="269102" y="162124"/>
                </a:cubicBezTo>
                <a:cubicBezTo>
                  <a:pt x="284082" y="160423"/>
                  <a:pt x="295487" y="158286"/>
                  <a:pt x="300938" y="157262"/>
                </a:cubicBezTo>
                <a:lnTo>
                  <a:pt x="303446" y="156782"/>
                </a:lnTo>
                <a:lnTo>
                  <a:pt x="303315" y="156782"/>
                </a:lnTo>
                <a:cubicBezTo>
                  <a:pt x="305779" y="156368"/>
                  <a:pt x="308177" y="155844"/>
                  <a:pt x="310140" y="155364"/>
                </a:cubicBezTo>
                <a:cubicBezTo>
                  <a:pt x="307196" y="160927"/>
                  <a:pt x="303651" y="166147"/>
                  <a:pt x="299564" y="170934"/>
                </a:cubicBezTo>
                <a:cubicBezTo>
                  <a:pt x="292667" y="179135"/>
                  <a:pt x="284200" y="185873"/>
                  <a:pt x="274662" y="190755"/>
                </a:cubicBezTo>
                <a:cubicBezTo>
                  <a:pt x="266269" y="195002"/>
                  <a:pt x="257253" y="197881"/>
                  <a:pt x="247951" y="199281"/>
                </a:cubicBezTo>
                <a:cubicBezTo>
                  <a:pt x="246505" y="199483"/>
                  <a:pt x="245048" y="199577"/>
                  <a:pt x="243590" y="199564"/>
                </a:cubicBezTo>
                <a:cubicBezTo>
                  <a:pt x="240868" y="199553"/>
                  <a:pt x="238151" y="199357"/>
                  <a:pt x="235456" y="198975"/>
                </a:cubicBezTo>
                <a:lnTo>
                  <a:pt x="232883" y="198605"/>
                </a:lnTo>
                <a:lnTo>
                  <a:pt x="237877" y="219473"/>
                </a:lnTo>
                <a:lnTo>
                  <a:pt x="221239" y="220541"/>
                </a:lnTo>
                <a:lnTo>
                  <a:pt x="204580" y="219473"/>
                </a:lnTo>
                <a:lnTo>
                  <a:pt x="209573" y="198605"/>
                </a:lnTo>
                <a:lnTo>
                  <a:pt x="207000" y="198975"/>
                </a:lnTo>
                <a:cubicBezTo>
                  <a:pt x="204305" y="199357"/>
                  <a:pt x="201588" y="199553"/>
                  <a:pt x="198866" y="199564"/>
                </a:cubicBezTo>
                <a:cubicBezTo>
                  <a:pt x="197408" y="199579"/>
                  <a:pt x="195949" y="199483"/>
                  <a:pt x="194505" y="199281"/>
                </a:cubicBezTo>
                <a:cubicBezTo>
                  <a:pt x="185197" y="197885"/>
                  <a:pt x="176171" y="195007"/>
                  <a:pt x="167772" y="190755"/>
                </a:cubicBezTo>
                <a:cubicBezTo>
                  <a:pt x="158232" y="185875"/>
                  <a:pt x="149767" y="179135"/>
                  <a:pt x="142870" y="170934"/>
                </a:cubicBezTo>
                <a:cubicBezTo>
                  <a:pt x="138784" y="166147"/>
                  <a:pt x="135238" y="160927"/>
                  <a:pt x="132294" y="155364"/>
                </a:cubicBezTo>
                <a:cubicBezTo>
                  <a:pt x="134279" y="155844"/>
                  <a:pt x="136721" y="156368"/>
                  <a:pt x="139119" y="156782"/>
                </a:cubicBezTo>
                <a:lnTo>
                  <a:pt x="141649" y="157262"/>
                </a:lnTo>
                <a:cubicBezTo>
                  <a:pt x="147079" y="158286"/>
                  <a:pt x="158461" y="160423"/>
                  <a:pt x="173463" y="162102"/>
                </a:cubicBezTo>
                <a:cubicBezTo>
                  <a:pt x="172331" y="161529"/>
                  <a:pt x="171263" y="160833"/>
                  <a:pt x="170280" y="160031"/>
                </a:cubicBezTo>
                <a:cubicBezTo>
                  <a:pt x="166535" y="156708"/>
                  <a:pt x="164087" y="152166"/>
                  <a:pt x="163367" y="147209"/>
                </a:cubicBezTo>
                <a:cubicBezTo>
                  <a:pt x="156884" y="145358"/>
                  <a:pt x="151108" y="141596"/>
                  <a:pt x="146795" y="136416"/>
                </a:cubicBezTo>
                <a:cubicBezTo>
                  <a:pt x="142506" y="131045"/>
                  <a:pt x="140155" y="124383"/>
                  <a:pt x="140123" y="117510"/>
                </a:cubicBezTo>
                <a:lnTo>
                  <a:pt x="140123" y="115068"/>
                </a:lnTo>
                <a:lnTo>
                  <a:pt x="142434" y="115853"/>
                </a:lnTo>
                <a:cubicBezTo>
                  <a:pt x="164270" y="122698"/>
                  <a:pt x="187039" y="126095"/>
                  <a:pt x="209922" y="125927"/>
                </a:cubicBezTo>
                <a:cubicBezTo>
                  <a:pt x="210729" y="121719"/>
                  <a:pt x="213105" y="109529"/>
                  <a:pt x="213345" y="108308"/>
                </a:cubicBezTo>
                <a:lnTo>
                  <a:pt x="213345" y="108025"/>
                </a:lnTo>
                <a:cubicBezTo>
                  <a:pt x="213781" y="105779"/>
                  <a:pt x="215090" y="98997"/>
                  <a:pt x="221173" y="98997"/>
                </a:cubicBezTo>
                <a:lnTo>
                  <a:pt x="221457" y="98997"/>
                </a:lnTo>
                <a:cubicBezTo>
                  <a:pt x="224499" y="98997"/>
                  <a:pt x="226353" y="100709"/>
                  <a:pt x="227500" y="102693"/>
                </a:cubicBezTo>
                <a:lnTo>
                  <a:pt x="229064" y="107309"/>
                </a:lnTo>
                <a:lnTo>
                  <a:pt x="234323" y="105387"/>
                </a:lnTo>
                <a:cubicBezTo>
                  <a:pt x="232559" y="102613"/>
                  <a:pt x="231791" y="99323"/>
                  <a:pt x="232142" y="96054"/>
                </a:cubicBezTo>
                <a:cubicBezTo>
                  <a:pt x="232938" y="92622"/>
                  <a:pt x="234737" y="89502"/>
                  <a:pt x="237310" y="87092"/>
                </a:cubicBezTo>
                <a:cubicBezTo>
                  <a:pt x="238293" y="90359"/>
                  <a:pt x="238858" y="93736"/>
                  <a:pt x="238989" y="97145"/>
                </a:cubicBezTo>
                <a:cubicBezTo>
                  <a:pt x="239120" y="100939"/>
                  <a:pt x="235217" y="104624"/>
                  <a:pt x="234453" y="105300"/>
                </a:cubicBezTo>
                <a:lnTo>
                  <a:pt x="245024" y="99071"/>
                </a:lnTo>
                <a:lnTo>
                  <a:pt x="243022" y="90406"/>
                </a:lnTo>
                <a:cubicBezTo>
                  <a:pt x="243685" y="86955"/>
                  <a:pt x="245327" y="83769"/>
                  <a:pt x="247754" y="81226"/>
                </a:cubicBezTo>
                <a:cubicBezTo>
                  <a:pt x="248731" y="84534"/>
                  <a:pt x="249315" y="87945"/>
                  <a:pt x="249498" y="91388"/>
                </a:cubicBezTo>
                <a:lnTo>
                  <a:pt x="249564" y="91388"/>
                </a:lnTo>
                <a:lnTo>
                  <a:pt x="245857" y="98580"/>
                </a:lnTo>
                <a:lnTo>
                  <a:pt x="254842" y="93285"/>
                </a:lnTo>
                <a:cubicBezTo>
                  <a:pt x="253232" y="90548"/>
                  <a:pt x="252515" y="87378"/>
                  <a:pt x="252792" y="84214"/>
                </a:cubicBezTo>
                <a:cubicBezTo>
                  <a:pt x="253398" y="80954"/>
                  <a:pt x="254909" y="77932"/>
                  <a:pt x="257153" y="75492"/>
                </a:cubicBezTo>
                <a:cubicBezTo>
                  <a:pt x="258058" y="78669"/>
                  <a:pt x="258592" y="81940"/>
                  <a:pt x="258745" y="85239"/>
                </a:cubicBezTo>
                <a:cubicBezTo>
                  <a:pt x="258941" y="88902"/>
                  <a:pt x="255496" y="92653"/>
                  <a:pt x="254907" y="93263"/>
                </a:cubicBezTo>
                <a:cubicBezTo>
                  <a:pt x="257148" y="91479"/>
                  <a:pt x="259262" y="89543"/>
                  <a:pt x="261231" y="87463"/>
                </a:cubicBezTo>
                <a:cubicBezTo>
                  <a:pt x="261710" y="86940"/>
                  <a:pt x="262255" y="86264"/>
                  <a:pt x="262648" y="85762"/>
                </a:cubicBezTo>
                <a:cubicBezTo>
                  <a:pt x="262122" y="83089"/>
                  <a:pt x="262563" y="80313"/>
                  <a:pt x="263891" y="77934"/>
                </a:cubicBezTo>
                <a:cubicBezTo>
                  <a:pt x="265361" y="75169"/>
                  <a:pt x="267644" y="72923"/>
                  <a:pt x="270432" y="71501"/>
                </a:cubicBezTo>
                <a:close/>
                <a:moveTo>
                  <a:pt x="130114" y="70367"/>
                </a:moveTo>
                <a:cubicBezTo>
                  <a:pt x="130114" y="70367"/>
                  <a:pt x="128806" y="71173"/>
                  <a:pt x="128806" y="71173"/>
                </a:cubicBezTo>
                <a:cubicBezTo>
                  <a:pt x="128535" y="71553"/>
                  <a:pt x="128204" y="71884"/>
                  <a:pt x="127824" y="72155"/>
                </a:cubicBezTo>
                <a:cubicBezTo>
                  <a:pt x="127563" y="72307"/>
                  <a:pt x="126712" y="70999"/>
                  <a:pt x="125949" y="71457"/>
                </a:cubicBezTo>
                <a:cubicBezTo>
                  <a:pt x="125731" y="71588"/>
                  <a:pt x="125557" y="72111"/>
                  <a:pt x="125360" y="72438"/>
                </a:cubicBezTo>
                <a:cubicBezTo>
                  <a:pt x="125022" y="73308"/>
                  <a:pt x="125022" y="74272"/>
                  <a:pt x="125360" y="75142"/>
                </a:cubicBezTo>
                <a:cubicBezTo>
                  <a:pt x="125360" y="75447"/>
                  <a:pt x="125229" y="76080"/>
                  <a:pt x="125360" y="76298"/>
                </a:cubicBezTo>
                <a:cubicBezTo>
                  <a:pt x="125491" y="76516"/>
                  <a:pt x="125927" y="76734"/>
                  <a:pt x="126036" y="76930"/>
                </a:cubicBezTo>
                <a:cubicBezTo>
                  <a:pt x="126145" y="77126"/>
                  <a:pt x="126320" y="77737"/>
                  <a:pt x="126451" y="77955"/>
                </a:cubicBezTo>
                <a:cubicBezTo>
                  <a:pt x="126908" y="78871"/>
                  <a:pt x="127846" y="78762"/>
                  <a:pt x="128631" y="78304"/>
                </a:cubicBezTo>
                <a:cubicBezTo>
                  <a:pt x="129002" y="78064"/>
                  <a:pt x="129394" y="77192"/>
                  <a:pt x="129590" y="76995"/>
                </a:cubicBezTo>
                <a:cubicBezTo>
                  <a:pt x="129787" y="76799"/>
                  <a:pt x="130288" y="76777"/>
                  <a:pt x="130506" y="76341"/>
                </a:cubicBezTo>
                <a:cubicBezTo>
                  <a:pt x="130733" y="76008"/>
                  <a:pt x="130903" y="75639"/>
                  <a:pt x="131008" y="75251"/>
                </a:cubicBezTo>
                <a:lnTo>
                  <a:pt x="131008" y="75164"/>
                </a:lnTo>
                <a:cubicBezTo>
                  <a:pt x="131073" y="74640"/>
                  <a:pt x="130790" y="74335"/>
                  <a:pt x="130899" y="73877"/>
                </a:cubicBezTo>
                <a:cubicBezTo>
                  <a:pt x="130855" y="73637"/>
                  <a:pt x="131226" y="73267"/>
                  <a:pt x="131226" y="73092"/>
                </a:cubicBezTo>
                <a:cubicBezTo>
                  <a:pt x="131265" y="72761"/>
                  <a:pt x="131333" y="72432"/>
                  <a:pt x="131422" y="72111"/>
                </a:cubicBezTo>
                <a:cubicBezTo>
                  <a:pt x="131366" y="71782"/>
                  <a:pt x="131239" y="71470"/>
                  <a:pt x="131052" y="71195"/>
                </a:cubicBezTo>
                <a:cubicBezTo>
                  <a:pt x="131014" y="70892"/>
                  <a:pt x="130895" y="70604"/>
                  <a:pt x="130703" y="70367"/>
                </a:cubicBezTo>
                <a:cubicBezTo>
                  <a:pt x="130550" y="70170"/>
                  <a:pt x="130114" y="70367"/>
                  <a:pt x="130114" y="70367"/>
                </a:cubicBezTo>
                <a:close/>
                <a:moveTo>
                  <a:pt x="896965" y="68466"/>
                </a:moveTo>
                <a:cubicBezTo>
                  <a:pt x="898903" y="68538"/>
                  <a:pt x="900834" y="68741"/>
                  <a:pt x="902743" y="69075"/>
                </a:cubicBezTo>
                <a:cubicBezTo>
                  <a:pt x="905123" y="69228"/>
                  <a:pt x="907510" y="69228"/>
                  <a:pt x="909889" y="69075"/>
                </a:cubicBezTo>
                <a:cubicBezTo>
                  <a:pt x="911713" y="69075"/>
                  <a:pt x="912854" y="71431"/>
                  <a:pt x="913614" y="72040"/>
                </a:cubicBezTo>
                <a:cubicBezTo>
                  <a:pt x="914374" y="72648"/>
                  <a:pt x="919164" y="72876"/>
                  <a:pt x="920304" y="74092"/>
                </a:cubicBezTo>
                <a:cubicBezTo>
                  <a:pt x="921444" y="75308"/>
                  <a:pt x="921292" y="79185"/>
                  <a:pt x="922509" y="81694"/>
                </a:cubicBezTo>
                <a:cubicBezTo>
                  <a:pt x="923725" y="84203"/>
                  <a:pt x="927374" y="85495"/>
                  <a:pt x="927678" y="93097"/>
                </a:cubicBezTo>
                <a:cubicBezTo>
                  <a:pt x="927982" y="100699"/>
                  <a:pt x="925930" y="100851"/>
                  <a:pt x="921292" y="104805"/>
                </a:cubicBezTo>
                <a:cubicBezTo>
                  <a:pt x="920000" y="106477"/>
                  <a:pt x="920152" y="109138"/>
                  <a:pt x="922509" y="108681"/>
                </a:cubicBezTo>
                <a:cubicBezTo>
                  <a:pt x="926690" y="107845"/>
                  <a:pt x="941742" y="104500"/>
                  <a:pt x="945315" y="103360"/>
                </a:cubicBezTo>
                <a:cubicBezTo>
                  <a:pt x="949563" y="102029"/>
                  <a:pt x="953909" y="101037"/>
                  <a:pt x="958315" y="100395"/>
                </a:cubicBezTo>
                <a:cubicBezTo>
                  <a:pt x="959759" y="100243"/>
                  <a:pt x="962115" y="102295"/>
                  <a:pt x="963864" y="102752"/>
                </a:cubicBezTo>
                <a:cubicBezTo>
                  <a:pt x="965612" y="103208"/>
                  <a:pt x="969033" y="103056"/>
                  <a:pt x="969642" y="104652"/>
                </a:cubicBezTo>
                <a:cubicBezTo>
                  <a:pt x="970826" y="107680"/>
                  <a:pt x="973404" y="109947"/>
                  <a:pt x="976559" y="110734"/>
                </a:cubicBezTo>
                <a:lnTo>
                  <a:pt x="976407" y="110734"/>
                </a:lnTo>
                <a:cubicBezTo>
                  <a:pt x="978040" y="111142"/>
                  <a:pt x="979269" y="112491"/>
                  <a:pt x="979524" y="114154"/>
                </a:cubicBezTo>
                <a:cubicBezTo>
                  <a:pt x="979524" y="115599"/>
                  <a:pt x="979144" y="118032"/>
                  <a:pt x="979144" y="121148"/>
                </a:cubicBezTo>
                <a:cubicBezTo>
                  <a:pt x="978688" y="126014"/>
                  <a:pt x="970326" y="129435"/>
                  <a:pt x="966677" y="131715"/>
                </a:cubicBezTo>
                <a:cubicBezTo>
                  <a:pt x="965460" y="132552"/>
                  <a:pt x="964244" y="129739"/>
                  <a:pt x="959987" y="129739"/>
                </a:cubicBezTo>
                <a:cubicBezTo>
                  <a:pt x="958542" y="129815"/>
                  <a:pt x="950104" y="130499"/>
                  <a:pt x="948660" y="130499"/>
                </a:cubicBezTo>
                <a:lnTo>
                  <a:pt x="939613" y="131564"/>
                </a:lnTo>
                <a:cubicBezTo>
                  <a:pt x="937561" y="132019"/>
                  <a:pt x="933303" y="133464"/>
                  <a:pt x="931327" y="134072"/>
                </a:cubicBezTo>
                <a:cubicBezTo>
                  <a:pt x="928500" y="134869"/>
                  <a:pt x="925732" y="135860"/>
                  <a:pt x="923040" y="137037"/>
                </a:cubicBezTo>
                <a:cubicBezTo>
                  <a:pt x="921824" y="137797"/>
                  <a:pt x="918860" y="136429"/>
                  <a:pt x="915438" y="137037"/>
                </a:cubicBezTo>
                <a:cubicBezTo>
                  <a:pt x="913919" y="137341"/>
                  <a:pt x="908521" y="140610"/>
                  <a:pt x="903883" y="141902"/>
                </a:cubicBezTo>
                <a:cubicBezTo>
                  <a:pt x="894743" y="143501"/>
                  <a:pt x="885725" y="145737"/>
                  <a:pt x="876896" y="148591"/>
                </a:cubicBezTo>
                <a:cubicBezTo>
                  <a:pt x="874919" y="150568"/>
                  <a:pt x="870815" y="149732"/>
                  <a:pt x="869294" y="150568"/>
                </a:cubicBezTo>
                <a:cubicBezTo>
                  <a:pt x="867774" y="151405"/>
                  <a:pt x="863745" y="151405"/>
                  <a:pt x="861692" y="152469"/>
                </a:cubicBezTo>
                <a:cubicBezTo>
                  <a:pt x="858272" y="154217"/>
                  <a:pt x="856750" y="153229"/>
                  <a:pt x="854850" y="154217"/>
                </a:cubicBezTo>
                <a:cubicBezTo>
                  <a:pt x="853006" y="154905"/>
                  <a:pt x="851031" y="155165"/>
                  <a:pt x="849072" y="154977"/>
                </a:cubicBezTo>
                <a:cubicBezTo>
                  <a:pt x="846961" y="155399"/>
                  <a:pt x="844878" y="155957"/>
                  <a:pt x="842839" y="156650"/>
                </a:cubicBezTo>
                <a:cubicBezTo>
                  <a:pt x="841039" y="157066"/>
                  <a:pt x="839166" y="157066"/>
                  <a:pt x="837366" y="156650"/>
                </a:cubicBezTo>
                <a:cubicBezTo>
                  <a:pt x="835929" y="156437"/>
                  <a:pt x="834468" y="156437"/>
                  <a:pt x="833032" y="156650"/>
                </a:cubicBezTo>
                <a:cubicBezTo>
                  <a:pt x="831588" y="158550"/>
                  <a:pt x="828851" y="158550"/>
                  <a:pt x="826038" y="158550"/>
                </a:cubicBezTo>
                <a:cubicBezTo>
                  <a:pt x="823975" y="158953"/>
                  <a:pt x="821979" y="159644"/>
                  <a:pt x="820109" y="160603"/>
                </a:cubicBezTo>
                <a:cubicBezTo>
                  <a:pt x="819652" y="161972"/>
                  <a:pt x="817220" y="163187"/>
                  <a:pt x="814939" y="163568"/>
                </a:cubicBezTo>
                <a:cubicBezTo>
                  <a:pt x="812659" y="163948"/>
                  <a:pt x="814027" y="162124"/>
                  <a:pt x="810758" y="160603"/>
                </a:cubicBezTo>
                <a:cubicBezTo>
                  <a:pt x="809238" y="160147"/>
                  <a:pt x="805817" y="161440"/>
                  <a:pt x="803156" y="160147"/>
                </a:cubicBezTo>
                <a:cubicBezTo>
                  <a:pt x="800495" y="158854"/>
                  <a:pt x="800647" y="155130"/>
                  <a:pt x="801180" y="152013"/>
                </a:cubicBezTo>
                <a:cubicBezTo>
                  <a:pt x="801256" y="151328"/>
                  <a:pt x="800800" y="148440"/>
                  <a:pt x="800800" y="145323"/>
                </a:cubicBezTo>
                <a:cubicBezTo>
                  <a:pt x="800473" y="143423"/>
                  <a:pt x="801001" y="141476"/>
                  <a:pt x="802244" y="140001"/>
                </a:cubicBezTo>
                <a:cubicBezTo>
                  <a:pt x="806831" y="136603"/>
                  <a:pt x="811977" y="134031"/>
                  <a:pt x="817448" y="132399"/>
                </a:cubicBezTo>
                <a:cubicBezTo>
                  <a:pt x="818892" y="132095"/>
                  <a:pt x="820337" y="134680"/>
                  <a:pt x="821478" y="134680"/>
                </a:cubicBezTo>
                <a:cubicBezTo>
                  <a:pt x="822617" y="134680"/>
                  <a:pt x="827939" y="131715"/>
                  <a:pt x="830219" y="131715"/>
                </a:cubicBezTo>
                <a:cubicBezTo>
                  <a:pt x="837286" y="130865"/>
                  <a:pt x="844275" y="129467"/>
                  <a:pt x="851125" y="127534"/>
                </a:cubicBezTo>
                <a:cubicBezTo>
                  <a:pt x="854698" y="126318"/>
                  <a:pt x="857967" y="127991"/>
                  <a:pt x="860019" y="126318"/>
                </a:cubicBezTo>
                <a:cubicBezTo>
                  <a:pt x="865369" y="124339"/>
                  <a:pt x="870826" y="122664"/>
                  <a:pt x="876364" y="121301"/>
                </a:cubicBezTo>
                <a:cubicBezTo>
                  <a:pt x="878340" y="120844"/>
                  <a:pt x="881989" y="119856"/>
                  <a:pt x="883054" y="117424"/>
                </a:cubicBezTo>
                <a:cubicBezTo>
                  <a:pt x="883168" y="115864"/>
                  <a:pt x="882907" y="114301"/>
                  <a:pt x="882294" y="112862"/>
                </a:cubicBezTo>
                <a:cubicBezTo>
                  <a:pt x="881381" y="110505"/>
                  <a:pt x="879557" y="111342"/>
                  <a:pt x="877580" y="111342"/>
                </a:cubicBezTo>
                <a:cubicBezTo>
                  <a:pt x="875702" y="110819"/>
                  <a:pt x="874096" y="109594"/>
                  <a:pt x="873095" y="107921"/>
                </a:cubicBezTo>
                <a:cubicBezTo>
                  <a:pt x="873000" y="106281"/>
                  <a:pt x="873369" y="104647"/>
                  <a:pt x="874160" y="103208"/>
                </a:cubicBezTo>
                <a:cubicBezTo>
                  <a:pt x="874768" y="101535"/>
                  <a:pt x="875148" y="100851"/>
                  <a:pt x="875908" y="98722"/>
                </a:cubicBezTo>
                <a:cubicBezTo>
                  <a:pt x="876616" y="96882"/>
                  <a:pt x="877225" y="95004"/>
                  <a:pt x="877732" y="93097"/>
                </a:cubicBezTo>
                <a:cubicBezTo>
                  <a:pt x="878721" y="89980"/>
                  <a:pt x="872791" y="81390"/>
                  <a:pt x="872031" y="79033"/>
                </a:cubicBezTo>
                <a:cubicBezTo>
                  <a:pt x="871664" y="77250"/>
                  <a:pt x="872306" y="75411"/>
                  <a:pt x="873703" y="74244"/>
                </a:cubicBezTo>
                <a:cubicBezTo>
                  <a:pt x="876288" y="71583"/>
                  <a:pt x="879252" y="72799"/>
                  <a:pt x="882294" y="72799"/>
                </a:cubicBezTo>
                <a:cubicBezTo>
                  <a:pt x="884083" y="72488"/>
                  <a:pt x="885790" y="71815"/>
                  <a:pt x="887311" y="70823"/>
                </a:cubicBezTo>
                <a:cubicBezTo>
                  <a:pt x="888299" y="70291"/>
                  <a:pt x="889896" y="71051"/>
                  <a:pt x="892101" y="70291"/>
                </a:cubicBezTo>
                <a:cubicBezTo>
                  <a:pt x="894305" y="69531"/>
                  <a:pt x="894305" y="68466"/>
                  <a:pt x="896965" y="68466"/>
                </a:cubicBezTo>
                <a:close/>
                <a:moveTo>
                  <a:pt x="1900288" y="67098"/>
                </a:moveTo>
                <a:cubicBezTo>
                  <a:pt x="1903784" y="67326"/>
                  <a:pt x="1906294" y="70595"/>
                  <a:pt x="1908347" y="73332"/>
                </a:cubicBezTo>
                <a:cubicBezTo>
                  <a:pt x="1910398" y="76069"/>
                  <a:pt x="1907586" y="80858"/>
                  <a:pt x="1904925" y="83214"/>
                </a:cubicBezTo>
                <a:cubicBezTo>
                  <a:pt x="1902090" y="85562"/>
                  <a:pt x="1899827" y="88526"/>
                  <a:pt x="1898312" y="91881"/>
                </a:cubicBezTo>
                <a:cubicBezTo>
                  <a:pt x="1897855" y="92869"/>
                  <a:pt x="1897855" y="99102"/>
                  <a:pt x="1898312" y="99483"/>
                </a:cubicBezTo>
                <a:cubicBezTo>
                  <a:pt x="1898768" y="99863"/>
                  <a:pt x="1902188" y="102220"/>
                  <a:pt x="1902417" y="105640"/>
                </a:cubicBezTo>
                <a:cubicBezTo>
                  <a:pt x="1902645" y="109061"/>
                  <a:pt x="1899376" y="111722"/>
                  <a:pt x="1893446" y="123810"/>
                </a:cubicBezTo>
                <a:cubicBezTo>
                  <a:pt x="1893674" y="123961"/>
                  <a:pt x="1888125" y="131563"/>
                  <a:pt x="1886680" y="133616"/>
                </a:cubicBezTo>
                <a:cubicBezTo>
                  <a:pt x="1885235" y="135669"/>
                  <a:pt x="1890329" y="139165"/>
                  <a:pt x="1894890" y="137949"/>
                </a:cubicBezTo>
                <a:cubicBezTo>
                  <a:pt x="1897323" y="137265"/>
                  <a:pt x="1893446" y="144411"/>
                  <a:pt x="1898920" y="144411"/>
                </a:cubicBezTo>
                <a:cubicBezTo>
                  <a:pt x="1903100" y="144411"/>
                  <a:pt x="1908118" y="140686"/>
                  <a:pt x="1906522" y="136809"/>
                </a:cubicBezTo>
                <a:cubicBezTo>
                  <a:pt x="1905153" y="135516"/>
                  <a:pt x="1902492" y="136809"/>
                  <a:pt x="1899908" y="134604"/>
                </a:cubicBezTo>
                <a:cubicBezTo>
                  <a:pt x="1897323" y="132400"/>
                  <a:pt x="1897400" y="127002"/>
                  <a:pt x="1898388" y="127002"/>
                </a:cubicBezTo>
                <a:cubicBezTo>
                  <a:pt x="1900141" y="126320"/>
                  <a:pt x="1901650" y="125129"/>
                  <a:pt x="1902721" y="123581"/>
                </a:cubicBezTo>
                <a:cubicBezTo>
                  <a:pt x="1903557" y="122745"/>
                  <a:pt x="1906217" y="120845"/>
                  <a:pt x="1906217" y="119476"/>
                </a:cubicBezTo>
                <a:cubicBezTo>
                  <a:pt x="1906217" y="118108"/>
                  <a:pt x="1902265" y="117120"/>
                  <a:pt x="1905610" y="112255"/>
                </a:cubicBezTo>
                <a:cubicBezTo>
                  <a:pt x="1907738" y="109137"/>
                  <a:pt x="1910398" y="109441"/>
                  <a:pt x="1911767" y="109137"/>
                </a:cubicBezTo>
                <a:cubicBezTo>
                  <a:pt x="1913135" y="108833"/>
                  <a:pt x="1914504" y="105565"/>
                  <a:pt x="1915264" y="103892"/>
                </a:cubicBezTo>
                <a:cubicBezTo>
                  <a:pt x="1916132" y="102075"/>
                  <a:pt x="1916673" y="100119"/>
                  <a:pt x="1916861" y="98114"/>
                </a:cubicBezTo>
                <a:cubicBezTo>
                  <a:pt x="1916937" y="93326"/>
                  <a:pt x="1911539" y="91196"/>
                  <a:pt x="1912451" y="87471"/>
                </a:cubicBezTo>
                <a:cubicBezTo>
                  <a:pt x="1914352" y="79945"/>
                  <a:pt x="1932673" y="77057"/>
                  <a:pt x="1934574" y="75765"/>
                </a:cubicBezTo>
                <a:cubicBezTo>
                  <a:pt x="1935105" y="75385"/>
                  <a:pt x="1935562" y="73712"/>
                  <a:pt x="1936550" y="72952"/>
                </a:cubicBezTo>
                <a:cubicBezTo>
                  <a:pt x="1938451" y="71511"/>
                  <a:pt x="1940986" y="71219"/>
                  <a:pt x="1943164" y="72191"/>
                </a:cubicBezTo>
                <a:cubicBezTo>
                  <a:pt x="1945690" y="73444"/>
                  <a:pt x="1948083" y="74946"/>
                  <a:pt x="1950310" y="76677"/>
                </a:cubicBezTo>
                <a:cubicBezTo>
                  <a:pt x="1951762" y="78007"/>
                  <a:pt x="1952447" y="79978"/>
                  <a:pt x="1952135" y="81922"/>
                </a:cubicBezTo>
                <a:cubicBezTo>
                  <a:pt x="1951830" y="84202"/>
                  <a:pt x="1950614" y="90589"/>
                  <a:pt x="1951298" y="91120"/>
                </a:cubicBezTo>
                <a:cubicBezTo>
                  <a:pt x="1951982" y="91653"/>
                  <a:pt x="1944837" y="95530"/>
                  <a:pt x="1941567" y="98722"/>
                </a:cubicBezTo>
                <a:cubicBezTo>
                  <a:pt x="1937418" y="104055"/>
                  <a:pt x="1934791" y="110413"/>
                  <a:pt x="1933965" y="117120"/>
                </a:cubicBezTo>
                <a:cubicBezTo>
                  <a:pt x="1933813" y="117728"/>
                  <a:pt x="1931913" y="122289"/>
                  <a:pt x="1931684" y="123506"/>
                </a:cubicBezTo>
                <a:cubicBezTo>
                  <a:pt x="1931456" y="124722"/>
                  <a:pt x="1930620" y="128143"/>
                  <a:pt x="1929784" y="131108"/>
                </a:cubicBezTo>
                <a:cubicBezTo>
                  <a:pt x="1928742" y="134192"/>
                  <a:pt x="1928228" y="137430"/>
                  <a:pt x="1928264" y="140686"/>
                </a:cubicBezTo>
                <a:cubicBezTo>
                  <a:pt x="1928492" y="142586"/>
                  <a:pt x="1931076" y="142055"/>
                  <a:pt x="1932672" y="142055"/>
                </a:cubicBezTo>
                <a:cubicBezTo>
                  <a:pt x="1935919" y="141315"/>
                  <a:pt x="1938895" y="139682"/>
                  <a:pt x="1941263" y="137341"/>
                </a:cubicBezTo>
                <a:cubicBezTo>
                  <a:pt x="1943226" y="137011"/>
                  <a:pt x="1945230" y="137011"/>
                  <a:pt x="1947193" y="137341"/>
                </a:cubicBezTo>
                <a:cubicBezTo>
                  <a:pt x="1948713" y="137797"/>
                  <a:pt x="1950309" y="140306"/>
                  <a:pt x="1951982" y="140838"/>
                </a:cubicBezTo>
                <a:cubicBezTo>
                  <a:pt x="1953654" y="141370"/>
                  <a:pt x="1956011" y="141522"/>
                  <a:pt x="1957380" y="142435"/>
                </a:cubicBezTo>
                <a:cubicBezTo>
                  <a:pt x="1958748" y="143347"/>
                  <a:pt x="1961713" y="142435"/>
                  <a:pt x="1963537" y="144639"/>
                </a:cubicBezTo>
                <a:lnTo>
                  <a:pt x="1963994" y="144563"/>
                </a:lnTo>
                <a:cubicBezTo>
                  <a:pt x="1966523" y="148796"/>
                  <a:pt x="1967667" y="153713"/>
                  <a:pt x="1967263" y="158627"/>
                </a:cubicBezTo>
                <a:cubicBezTo>
                  <a:pt x="1967138" y="163079"/>
                  <a:pt x="1965939" y="167435"/>
                  <a:pt x="1963766" y="171322"/>
                </a:cubicBezTo>
                <a:cubicBezTo>
                  <a:pt x="1958005" y="174833"/>
                  <a:pt x="1951352" y="176601"/>
                  <a:pt x="1944608" y="176416"/>
                </a:cubicBezTo>
                <a:cubicBezTo>
                  <a:pt x="1942373" y="176410"/>
                  <a:pt x="1940231" y="177315"/>
                  <a:pt x="1938678" y="178924"/>
                </a:cubicBezTo>
                <a:cubicBezTo>
                  <a:pt x="1936155" y="179723"/>
                  <a:pt x="1933416" y="179478"/>
                  <a:pt x="1931076" y="178241"/>
                </a:cubicBezTo>
                <a:cubicBezTo>
                  <a:pt x="1927956" y="177477"/>
                  <a:pt x="1924695" y="177477"/>
                  <a:pt x="1921574" y="178241"/>
                </a:cubicBezTo>
                <a:cubicBezTo>
                  <a:pt x="1914917" y="180053"/>
                  <a:pt x="1909122" y="184176"/>
                  <a:pt x="1905229" y="189871"/>
                </a:cubicBezTo>
                <a:cubicBezTo>
                  <a:pt x="1903784" y="192462"/>
                  <a:pt x="1901721" y="194655"/>
                  <a:pt x="1899224" y="196257"/>
                </a:cubicBezTo>
                <a:cubicBezTo>
                  <a:pt x="1895601" y="198694"/>
                  <a:pt x="1892372" y="201668"/>
                  <a:pt x="1889645" y="205076"/>
                </a:cubicBezTo>
                <a:cubicBezTo>
                  <a:pt x="1888021" y="207793"/>
                  <a:pt x="1887479" y="211022"/>
                  <a:pt x="1888125" y="214122"/>
                </a:cubicBezTo>
                <a:cubicBezTo>
                  <a:pt x="1888429" y="215035"/>
                  <a:pt x="1890481" y="215566"/>
                  <a:pt x="1892686" y="215035"/>
                </a:cubicBezTo>
                <a:cubicBezTo>
                  <a:pt x="1895363" y="213801"/>
                  <a:pt x="1898103" y="212710"/>
                  <a:pt x="1900896" y="211765"/>
                </a:cubicBezTo>
                <a:cubicBezTo>
                  <a:pt x="1903100" y="211461"/>
                  <a:pt x="1904469" y="208725"/>
                  <a:pt x="1906294" y="208876"/>
                </a:cubicBezTo>
                <a:cubicBezTo>
                  <a:pt x="1908118" y="209029"/>
                  <a:pt x="1910551" y="212449"/>
                  <a:pt x="1915720" y="213666"/>
                </a:cubicBezTo>
                <a:cubicBezTo>
                  <a:pt x="1917317" y="214122"/>
                  <a:pt x="1920282" y="216023"/>
                  <a:pt x="1924919" y="217467"/>
                </a:cubicBezTo>
                <a:cubicBezTo>
                  <a:pt x="1925527" y="217619"/>
                  <a:pt x="1929176" y="218379"/>
                  <a:pt x="1928492" y="221116"/>
                </a:cubicBezTo>
                <a:cubicBezTo>
                  <a:pt x="1928373" y="224437"/>
                  <a:pt x="1927571" y="227697"/>
                  <a:pt x="1926135" y="230694"/>
                </a:cubicBezTo>
                <a:cubicBezTo>
                  <a:pt x="1924539" y="232595"/>
                  <a:pt x="1922638" y="234952"/>
                  <a:pt x="1920662" y="235408"/>
                </a:cubicBezTo>
                <a:cubicBezTo>
                  <a:pt x="1917088" y="236092"/>
                  <a:pt x="1914960" y="236168"/>
                  <a:pt x="1911007" y="237233"/>
                </a:cubicBezTo>
                <a:cubicBezTo>
                  <a:pt x="1909031" y="237765"/>
                  <a:pt x="1907586" y="238905"/>
                  <a:pt x="1904469" y="239437"/>
                </a:cubicBezTo>
                <a:cubicBezTo>
                  <a:pt x="1901353" y="239969"/>
                  <a:pt x="1889265" y="242250"/>
                  <a:pt x="1889265" y="246278"/>
                </a:cubicBezTo>
                <a:cubicBezTo>
                  <a:pt x="1889678" y="249761"/>
                  <a:pt x="1889906" y="253264"/>
                  <a:pt x="1889949" y="256770"/>
                </a:cubicBezTo>
                <a:cubicBezTo>
                  <a:pt x="1889775" y="259783"/>
                  <a:pt x="1889394" y="262780"/>
                  <a:pt x="1888809" y="265740"/>
                </a:cubicBezTo>
                <a:cubicBezTo>
                  <a:pt x="1887511" y="269012"/>
                  <a:pt x="1886790" y="272485"/>
                  <a:pt x="1886680" y="276003"/>
                </a:cubicBezTo>
                <a:cubicBezTo>
                  <a:pt x="1886908" y="279196"/>
                  <a:pt x="1883183" y="282237"/>
                  <a:pt x="1882727" y="282845"/>
                </a:cubicBezTo>
                <a:cubicBezTo>
                  <a:pt x="1880294" y="288090"/>
                  <a:pt x="1880675" y="295845"/>
                  <a:pt x="1875125" y="297593"/>
                </a:cubicBezTo>
                <a:cubicBezTo>
                  <a:pt x="1871515" y="299151"/>
                  <a:pt x="1867808" y="300472"/>
                  <a:pt x="1864026" y="301546"/>
                </a:cubicBezTo>
                <a:cubicBezTo>
                  <a:pt x="1860965" y="301948"/>
                  <a:pt x="1857972" y="302766"/>
                  <a:pt x="1855132" y="303978"/>
                </a:cubicBezTo>
                <a:cubicBezTo>
                  <a:pt x="1850762" y="305250"/>
                  <a:pt x="1846121" y="305250"/>
                  <a:pt x="1841752" y="303978"/>
                </a:cubicBezTo>
                <a:cubicBezTo>
                  <a:pt x="1840155" y="302686"/>
                  <a:pt x="1840916" y="298429"/>
                  <a:pt x="1840916" y="295921"/>
                </a:cubicBezTo>
                <a:cubicBezTo>
                  <a:pt x="1840840" y="291283"/>
                  <a:pt x="1829132" y="286417"/>
                  <a:pt x="1827992" y="283681"/>
                </a:cubicBezTo>
                <a:cubicBezTo>
                  <a:pt x="1826851" y="280944"/>
                  <a:pt x="1830881" y="281021"/>
                  <a:pt x="1834910" y="280260"/>
                </a:cubicBezTo>
                <a:cubicBezTo>
                  <a:pt x="1841828" y="279044"/>
                  <a:pt x="1848365" y="278284"/>
                  <a:pt x="1851635" y="277219"/>
                </a:cubicBezTo>
                <a:cubicBezTo>
                  <a:pt x="1858477" y="274711"/>
                  <a:pt x="1861365" y="260723"/>
                  <a:pt x="1864786" y="254413"/>
                </a:cubicBezTo>
                <a:cubicBezTo>
                  <a:pt x="1865851" y="252437"/>
                  <a:pt x="1865547" y="249243"/>
                  <a:pt x="1861137" y="249243"/>
                </a:cubicBezTo>
                <a:cubicBezTo>
                  <a:pt x="1856973" y="249595"/>
                  <a:pt x="1852850" y="250334"/>
                  <a:pt x="1848822" y="251449"/>
                </a:cubicBezTo>
                <a:cubicBezTo>
                  <a:pt x="1844661" y="252541"/>
                  <a:pt x="1840413" y="253279"/>
                  <a:pt x="1836126" y="253653"/>
                </a:cubicBezTo>
                <a:cubicBezTo>
                  <a:pt x="1833314" y="253805"/>
                  <a:pt x="1827384" y="257378"/>
                  <a:pt x="1825712" y="257378"/>
                </a:cubicBezTo>
                <a:cubicBezTo>
                  <a:pt x="1822671" y="257454"/>
                  <a:pt x="1820010" y="258670"/>
                  <a:pt x="1816361" y="255098"/>
                </a:cubicBezTo>
                <a:cubicBezTo>
                  <a:pt x="1815015" y="254311"/>
                  <a:pt x="1813588" y="253673"/>
                  <a:pt x="1812104" y="253197"/>
                </a:cubicBezTo>
                <a:cubicBezTo>
                  <a:pt x="1810051" y="252133"/>
                  <a:pt x="1811116" y="247951"/>
                  <a:pt x="1811116" y="246355"/>
                </a:cubicBezTo>
                <a:cubicBezTo>
                  <a:pt x="1811338" y="243143"/>
                  <a:pt x="1811977" y="239975"/>
                  <a:pt x="1813016" y="236929"/>
                </a:cubicBezTo>
                <a:cubicBezTo>
                  <a:pt x="1815663" y="233083"/>
                  <a:pt x="1819798" y="230520"/>
                  <a:pt x="1824419" y="229858"/>
                </a:cubicBezTo>
                <a:cubicBezTo>
                  <a:pt x="1826016" y="229858"/>
                  <a:pt x="1831033" y="231987"/>
                  <a:pt x="1832706" y="231987"/>
                </a:cubicBezTo>
                <a:cubicBezTo>
                  <a:pt x="1834378" y="231987"/>
                  <a:pt x="1838103" y="228414"/>
                  <a:pt x="1840763" y="226970"/>
                </a:cubicBezTo>
                <a:cubicBezTo>
                  <a:pt x="1843995" y="225782"/>
                  <a:pt x="1847329" y="224891"/>
                  <a:pt x="1850722" y="224309"/>
                </a:cubicBezTo>
                <a:cubicBezTo>
                  <a:pt x="1852883" y="223645"/>
                  <a:pt x="1854913" y="222616"/>
                  <a:pt x="1856728" y="221268"/>
                </a:cubicBezTo>
                <a:cubicBezTo>
                  <a:pt x="1858400" y="220280"/>
                  <a:pt x="1858249" y="219443"/>
                  <a:pt x="1858857" y="217771"/>
                </a:cubicBezTo>
                <a:cubicBezTo>
                  <a:pt x="1859465" y="216098"/>
                  <a:pt x="1859161" y="211765"/>
                  <a:pt x="1859921" y="210169"/>
                </a:cubicBezTo>
                <a:cubicBezTo>
                  <a:pt x="1861144" y="207750"/>
                  <a:pt x="1862088" y="205199"/>
                  <a:pt x="1862734" y="202567"/>
                </a:cubicBezTo>
                <a:cubicBezTo>
                  <a:pt x="1863114" y="200439"/>
                  <a:pt x="1858553" y="202035"/>
                  <a:pt x="1856956" y="202035"/>
                </a:cubicBezTo>
                <a:cubicBezTo>
                  <a:pt x="1854442" y="202727"/>
                  <a:pt x="1852209" y="204189"/>
                  <a:pt x="1850570" y="206216"/>
                </a:cubicBezTo>
                <a:cubicBezTo>
                  <a:pt x="1848520" y="208054"/>
                  <a:pt x="1846034" y="209337"/>
                  <a:pt x="1843348" y="209941"/>
                </a:cubicBezTo>
                <a:cubicBezTo>
                  <a:pt x="1841379" y="210624"/>
                  <a:pt x="1839236" y="210624"/>
                  <a:pt x="1837267" y="209941"/>
                </a:cubicBezTo>
                <a:cubicBezTo>
                  <a:pt x="1834986" y="208725"/>
                  <a:pt x="1834986" y="207128"/>
                  <a:pt x="1834987" y="204392"/>
                </a:cubicBezTo>
                <a:cubicBezTo>
                  <a:pt x="1834750" y="201526"/>
                  <a:pt x="1835329" y="198654"/>
                  <a:pt x="1836659" y="196105"/>
                </a:cubicBezTo>
                <a:cubicBezTo>
                  <a:pt x="1838027" y="194509"/>
                  <a:pt x="1837495" y="185994"/>
                  <a:pt x="1843044" y="180901"/>
                </a:cubicBezTo>
                <a:cubicBezTo>
                  <a:pt x="1844869" y="179304"/>
                  <a:pt x="1849962" y="181509"/>
                  <a:pt x="1852014" y="180292"/>
                </a:cubicBezTo>
                <a:cubicBezTo>
                  <a:pt x="1853091" y="179502"/>
                  <a:pt x="1854208" y="178766"/>
                  <a:pt x="1855359" y="178088"/>
                </a:cubicBezTo>
                <a:cubicBezTo>
                  <a:pt x="1857184" y="177328"/>
                  <a:pt x="1861442" y="177860"/>
                  <a:pt x="1863646" y="177328"/>
                </a:cubicBezTo>
                <a:cubicBezTo>
                  <a:pt x="1866842" y="176777"/>
                  <a:pt x="1869993" y="175989"/>
                  <a:pt x="1873073" y="174971"/>
                </a:cubicBezTo>
                <a:cubicBezTo>
                  <a:pt x="1874213" y="174592"/>
                  <a:pt x="1878774" y="174592"/>
                  <a:pt x="1880143" y="173755"/>
                </a:cubicBezTo>
                <a:cubicBezTo>
                  <a:pt x="1881511" y="172919"/>
                  <a:pt x="1881055" y="173147"/>
                  <a:pt x="1886072" y="171627"/>
                </a:cubicBezTo>
                <a:cubicBezTo>
                  <a:pt x="1885616" y="171475"/>
                  <a:pt x="1888125" y="169954"/>
                  <a:pt x="1889569" y="169118"/>
                </a:cubicBezTo>
                <a:cubicBezTo>
                  <a:pt x="1892316" y="168700"/>
                  <a:pt x="1895109" y="168700"/>
                  <a:pt x="1897855" y="169118"/>
                </a:cubicBezTo>
                <a:cubicBezTo>
                  <a:pt x="1900365" y="169650"/>
                  <a:pt x="1903405" y="169118"/>
                  <a:pt x="1904622" y="169118"/>
                </a:cubicBezTo>
                <a:cubicBezTo>
                  <a:pt x="1906839" y="170073"/>
                  <a:pt x="1909205" y="170639"/>
                  <a:pt x="1911615" y="170790"/>
                </a:cubicBezTo>
                <a:cubicBezTo>
                  <a:pt x="1913212" y="170714"/>
                  <a:pt x="1917545" y="167065"/>
                  <a:pt x="1919217" y="167065"/>
                </a:cubicBezTo>
                <a:cubicBezTo>
                  <a:pt x="1922298" y="165613"/>
                  <a:pt x="1924038" y="162290"/>
                  <a:pt x="1923474" y="158931"/>
                </a:cubicBezTo>
                <a:cubicBezTo>
                  <a:pt x="1920067" y="158831"/>
                  <a:pt x="1916663" y="159215"/>
                  <a:pt x="1913364" y="160071"/>
                </a:cubicBezTo>
                <a:cubicBezTo>
                  <a:pt x="1911083" y="160984"/>
                  <a:pt x="1904241" y="160831"/>
                  <a:pt x="1902721" y="161592"/>
                </a:cubicBezTo>
                <a:cubicBezTo>
                  <a:pt x="1897353" y="163450"/>
                  <a:pt x="1891631" y="164048"/>
                  <a:pt x="1885996" y="163340"/>
                </a:cubicBezTo>
                <a:cubicBezTo>
                  <a:pt x="1883087" y="163484"/>
                  <a:pt x="1880228" y="164154"/>
                  <a:pt x="1877557" y="165317"/>
                </a:cubicBezTo>
                <a:cubicBezTo>
                  <a:pt x="1874808" y="166172"/>
                  <a:pt x="1871982" y="166758"/>
                  <a:pt x="1869119" y="167065"/>
                </a:cubicBezTo>
                <a:cubicBezTo>
                  <a:pt x="1864531" y="167415"/>
                  <a:pt x="1859965" y="167998"/>
                  <a:pt x="1855435" y="168814"/>
                </a:cubicBezTo>
                <a:cubicBezTo>
                  <a:pt x="1853079" y="169346"/>
                  <a:pt x="1848061" y="170106"/>
                  <a:pt x="1844945" y="170943"/>
                </a:cubicBezTo>
                <a:cubicBezTo>
                  <a:pt x="1840595" y="172013"/>
                  <a:pt x="1836422" y="173702"/>
                  <a:pt x="1832553" y="175959"/>
                </a:cubicBezTo>
                <a:cubicBezTo>
                  <a:pt x="1829536" y="178937"/>
                  <a:pt x="1826974" y="182344"/>
                  <a:pt x="1824951" y="186070"/>
                </a:cubicBezTo>
                <a:cubicBezTo>
                  <a:pt x="1823875" y="187627"/>
                  <a:pt x="1822653" y="189078"/>
                  <a:pt x="1821302" y="190404"/>
                </a:cubicBezTo>
                <a:cubicBezTo>
                  <a:pt x="1815145" y="194889"/>
                  <a:pt x="1811344" y="201427"/>
                  <a:pt x="1805490" y="202491"/>
                </a:cubicBezTo>
                <a:cubicBezTo>
                  <a:pt x="1803102" y="203229"/>
                  <a:pt x="1800525" y="202178"/>
                  <a:pt x="1799332" y="199982"/>
                </a:cubicBezTo>
                <a:cubicBezTo>
                  <a:pt x="1796694" y="195561"/>
                  <a:pt x="1795108" y="190594"/>
                  <a:pt x="1794695" y="185462"/>
                </a:cubicBezTo>
                <a:cubicBezTo>
                  <a:pt x="1794695" y="180825"/>
                  <a:pt x="1797355" y="179685"/>
                  <a:pt x="1794695" y="170866"/>
                </a:cubicBezTo>
                <a:cubicBezTo>
                  <a:pt x="1794298" y="168620"/>
                  <a:pt x="1795176" y="166338"/>
                  <a:pt x="1796975" y="164937"/>
                </a:cubicBezTo>
                <a:cubicBezTo>
                  <a:pt x="1798522" y="164283"/>
                  <a:pt x="1799939" y="163356"/>
                  <a:pt x="1801157" y="162200"/>
                </a:cubicBezTo>
                <a:cubicBezTo>
                  <a:pt x="1804855" y="156763"/>
                  <a:pt x="1808256" y="151129"/>
                  <a:pt x="1811344" y="145323"/>
                </a:cubicBezTo>
                <a:cubicBezTo>
                  <a:pt x="1811344" y="145323"/>
                  <a:pt x="1813016" y="144335"/>
                  <a:pt x="1814232" y="145323"/>
                </a:cubicBezTo>
                <a:cubicBezTo>
                  <a:pt x="1815556" y="149557"/>
                  <a:pt x="1816248" y="153963"/>
                  <a:pt x="1816285" y="158398"/>
                </a:cubicBezTo>
                <a:cubicBezTo>
                  <a:pt x="1816257" y="158857"/>
                  <a:pt x="1816324" y="159316"/>
                  <a:pt x="1816481" y="159748"/>
                </a:cubicBezTo>
                <a:cubicBezTo>
                  <a:pt x="1817114" y="161483"/>
                  <a:pt x="1819035" y="162377"/>
                  <a:pt x="1820770" y="161743"/>
                </a:cubicBezTo>
                <a:cubicBezTo>
                  <a:pt x="1823856" y="161101"/>
                  <a:pt x="1826811" y="159944"/>
                  <a:pt x="1829512" y="158323"/>
                </a:cubicBezTo>
                <a:cubicBezTo>
                  <a:pt x="1830045" y="157943"/>
                  <a:pt x="1832477" y="156879"/>
                  <a:pt x="1832477" y="155358"/>
                </a:cubicBezTo>
                <a:cubicBezTo>
                  <a:pt x="1831953" y="153250"/>
                  <a:pt x="1831188" y="151209"/>
                  <a:pt x="1830196" y="149277"/>
                </a:cubicBezTo>
                <a:cubicBezTo>
                  <a:pt x="1829384" y="146398"/>
                  <a:pt x="1828875" y="143443"/>
                  <a:pt x="1828676" y="140458"/>
                </a:cubicBezTo>
                <a:cubicBezTo>
                  <a:pt x="1828676" y="138861"/>
                  <a:pt x="1829361" y="129435"/>
                  <a:pt x="1830045" y="122365"/>
                </a:cubicBezTo>
                <a:cubicBezTo>
                  <a:pt x="1830501" y="118412"/>
                  <a:pt x="1828752" y="113698"/>
                  <a:pt x="1828752" y="103208"/>
                </a:cubicBezTo>
                <a:cubicBezTo>
                  <a:pt x="1828922" y="99477"/>
                  <a:pt x="1828327" y="95753"/>
                  <a:pt x="1827004" y="92261"/>
                </a:cubicBezTo>
                <a:cubicBezTo>
                  <a:pt x="1825103" y="91120"/>
                  <a:pt x="1827689" y="86635"/>
                  <a:pt x="1830653" y="85951"/>
                </a:cubicBezTo>
                <a:cubicBezTo>
                  <a:pt x="1832397" y="85800"/>
                  <a:pt x="1834153" y="85800"/>
                  <a:pt x="1835898" y="85951"/>
                </a:cubicBezTo>
                <a:cubicBezTo>
                  <a:pt x="1837039" y="85875"/>
                  <a:pt x="1836886" y="83518"/>
                  <a:pt x="1838559" y="84202"/>
                </a:cubicBezTo>
                <a:cubicBezTo>
                  <a:pt x="1840231" y="84887"/>
                  <a:pt x="1839928" y="85191"/>
                  <a:pt x="1840840" y="87624"/>
                </a:cubicBezTo>
                <a:cubicBezTo>
                  <a:pt x="1841752" y="90056"/>
                  <a:pt x="1841067" y="91349"/>
                  <a:pt x="1841752" y="93857"/>
                </a:cubicBezTo>
                <a:cubicBezTo>
                  <a:pt x="1842436" y="96366"/>
                  <a:pt x="1841372" y="100015"/>
                  <a:pt x="1842436" y="101459"/>
                </a:cubicBezTo>
                <a:cubicBezTo>
                  <a:pt x="1843100" y="102987"/>
                  <a:pt x="1843100" y="104721"/>
                  <a:pt x="1842436" y="106249"/>
                </a:cubicBezTo>
                <a:cubicBezTo>
                  <a:pt x="1842119" y="107983"/>
                  <a:pt x="1842119" y="109760"/>
                  <a:pt x="1842436" y="111494"/>
                </a:cubicBezTo>
                <a:cubicBezTo>
                  <a:pt x="1843044" y="113471"/>
                  <a:pt x="1842208" y="115523"/>
                  <a:pt x="1842436" y="118108"/>
                </a:cubicBezTo>
                <a:cubicBezTo>
                  <a:pt x="1842664" y="120692"/>
                  <a:pt x="1843196" y="129207"/>
                  <a:pt x="1843196" y="131031"/>
                </a:cubicBezTo>
                <a:cubicBezTo>
                  <a:pt x="1843196" y="132856"/>
                  <a:pt x="1845325" y="135745"/>
                  <a:pt x="1844869" y="139698"/>
                </a:cubicBezTo>
                <a:cubicBezTo>
                  <a:pt x="1844869" y="141294"/>
                  <a:pt x="1844869" y="144563"/>
                  <a:pt x="1844869" y="146084"/>
                </a:cubicBezTo>
                <a:cubicBezTo>
                  <a:pt x="1844412" y="149353"/>
                  <a:pt x="1841600" y="151861"/>
                  <a:pt x="1842284" y="153686"/>
                </a:cubicBezTo>
                <a:cubicBezTo>
                  <a:pt x="1842946" y="155370"/>
                  <a:pt x="1844263" y="156714"/>
                  <a:pt x="1845933" y="157410"/>
                </a:cubicBezTo>
                <a:cubicBezTo>
                  <a:pt x="1847986" y="157867"/>
                  <a:pt x="1851482" y="155434"/>
                  <a:pt x="1853154" y="155434"/>
                </a:cubicBezTo>
                <a:cubicBezTo>
                  <a:pt x="1855240" y="155488"/>
                  <a:pt x="1857325" y="155361"/>
                  <a:pt x="1859388" y="155054"/>
                </a:cubicBezTo>
                <a:cubicBezTo>
                  <a:pt x="1862706" y="154070"/>
                  <a:pt x="1866123" y="153459"/>
                  <a:pt x="1869575" y="153229"/>
                </a:cubicBezTo>
                <a:cubicBezTo>
                  <a:pt x="1871096" y="153153"/>
                  <a:pt x="1873757" y="151329"/>
                  <a:pt x="1875125" y="151329"/>
                </a:cubicBezTo>
                <a:cubicBezTo>
                  <a:pt x="1876733" y="150638"/>
                  <a:pt x="1878202" y="149659"/>
                  <a:pt x="1879458" y="148440"/>
                </a:cubicBezTo>
                <a:cubicBezTo>
                  <a:pt x="1880376" y="147613"/>
                  <a:pt x="1880625" y="146273"/>
                  <a:pt x="1880066" y="145171"/>
                </a:cubicBezTo>
                <a:cubicBezTo>
                  <a:pt x="1879002" y="142510"/>
                  <a:pt x="1876798" y="143575"/>
                  <a:pt x="1873984" y="144563"/>
                </a:cubicBezTo>
                <a:cubicBezTo>
                  <a:pt x="1872464" y="145171"/>
                  <a:pt x="1869424" y="147832"/>
                  <a:pt x="1868435" y="146843"/>
                </a:cubicBezTo>
                <a:cubicBezTo>
                  <a:pt x="1866693" y="145792"/>
                  <a:pt x="1866009" y="143608"/>
                  <a:pt x="1866839" y="141751"/>
                </a:cubicBezTo>
                <a:cubicBezTo>
                  <a:pt x="1867219" y="140078"/>
                  <a:pt x="1865699" y="136885"/>
                  <a:pt x="1863494" y="137569"/>
                </a:cubicBezTo>
                <a:cubicBezTo>
                  <a:pt x="1861289" y="138253"/>
                  <a:pt x="1861137" y="141446"/>
                  <a:pt x="1861289" y="143803"/>
                </a:cubicBezTo>
                <a:cubicBezTo>
                  <a:pt x="1861442" y="146159"/>
                  <a:pt x="1859692" y="146692"/>
                  <a:pt x="1858628" y="147528"/>
                </a:cubicBezTo>
                <a:cubicBezTo>
                  <a:pt x="1857565" y="148364"/>
                  <a:pt x="1856576" y="150188"/>
                  <a:pt x="1854904" y="149504"/>
                </a:cubicBezTo>
                <a:cubicBezTo>
                  <a:pt x="1852368" y="148051"/>
                  <a:pt x="1850891" y="145273"/>
                  <a:pt x="1851102" y="142359"/>
                </a:cubicBezTo>
                <a:cubicBezTo>
                  <a:pt x="1851026" y="140762"/>
                  <a:pt x="1851635" y="129131"/>
                  <a:pt x="1851635" y="127610"/>
                </a:cubicBezTo>
                <a:cubicBezTo>
                  <a:pt x="1851939" y="124494"/>
                  <a:pt x="1849962" y="120236"/>
                  <a:pt x="1849962" y="117576"/>
                </a:cubicBezTo>
                <a:cubicBezTo>
                  <a:pt x="1850212" y="112840"/>
                  <a:pt x="1850212" y="108096"/>
                  <a:pt x="1849962" y="103360"/>
                </a:cubicBezTo>
                <a:cubicBezTo>
                  <a:pt x="1849701" y="101744"/>
                  <a:pt x="1849346" y="100145"/>
                  <a:pt x="1848898" y="98571"/>
                </a:cubicBezTo>
                <a:cubicBezTo>
                  <a:pt x="1849124" y="96022"/>
                  <a:pt x="1850132" y="93605"/>
                  <a:pt x="1851787" y="91653"/>
                </a:cubicBezTo>
                <a:cubicBezTo>
                  <a:pt x="1853030" y="90190"/>
                  <a:pt x="1854756" y="89219"/>
                  <a:pt x="1856652" y="88916"/>
                </a:cubicBezTo>
                <a:cubicBezTo>
                  <a:pt x="1858477" y="88536"/>
                  <a:pt x="1859009" y="93249"/>
                  <a:pt x="1859008" y="96518"/>
                </a:cubicBezTo>
                <a:cubicBezTo>
                  <a:pt x="1858940" y="98256"/>
                  <a:pt x="1859507" y="99958"/>
                  <a:pt x="1860605" y="101308"/>
                </a:cubicBezTo>
                <a:cubicBezTo>
                  <a:pt x="1862043" y="106535"/>
                  <a:pt x="1862809" y="111926"/>
                  <a:pt x="1862886" y="117347"/>
                </a:cubicBezTo>
                <a:cubicBezTo>
                  <a:pt x="1862810" y="120312"/>
                  <a:pt x="1863266" y="119932"/>
                  <a:pt x="1865014" y="121073"/>
                </a:cubicBezTo>
                <a:cubicBezTo>
                  <a:pt x="1866763" y="122213"/>
                  <a:pt x="1872008" y="120008"/>
                  <a:pt x="1873301" y="121073"/>
                </a:cubicBezTo>
                <a:cubicBezTo>
                  <a:pt x="1874593" y="122137"/>
                  <a:pt x="1875201" y="125026"/>
                  <a:pt x="1876418" y="125026"/>
                </a:cubicBezTo>
                <a:cubicBezTo>
                  <a:pt x="1880294" y="125558"/>
                  <a:pt x="1882955" y="119476"/>
                  <a:pt x="1884020" y="117955"/>
                </a:cubicBezTo>
                <a:cubicBezTo>
                  <a:pt x="1886832" y="114002"/>
                  <a:pt x="1880827" y="108530"/>
                  <a:pt x="1879990" y="108377"/>
                </a:cubicBezTo>
                <a:cubicBezTo>
                  <a:pt x="1879154" y="108225"/>
                  <a:pt x="1876721" y="110430"/>
                  <a:pt x="1873301" y="110962"/>
                </a:cubicBezTo>
                <a:cubicBezTo>
                  <a:pt x="1869880" y="111494"/>
                  <a:pt x="1871324" y="113927"/>
                  <a:pt x="1868587" y="113167"/>
                </a:cubicBezTo>
                <a:cubicBezTo>
                  <a:pt x="1865851" y="112406"/>
                  <a:pt x="1867067" y="106400"/>
                  <a:pt x="1868587" y="103664"/>
                </a:cubicBezTo>
                <a:cubicBezTo>
                  <a:pt x="1870137" y="101394"/>
                  <a:pt x="1871126" y="98789"/>
                  <a:pt x="1871476" y="96062"/>
                </a:cubicBezTo>
                <a:cubicBezTo>
                  <a:pt x="1871172" y="92793"/>
                  <a:pt x="1868283" y="88840"/>
                  <a:pt x="1868283" y="87624"/>
                </a:cubicBezTo>
                <a:cubicBezTo>
                  <a:pt x="1868283" y="86407"/>
                  <a:pt x="1872008" y="82378"/>
                  <a:pt x="1873604" y="82302"/>
                </a:cubicBezTo>
                <a:cubicBezTo>
                  <a:pt x="1875201" y="82226"/>
                  <a:pt x="1877938" y="87091"/>
                  <a:pt x="1879459" y="87091"/>
                </a:cubicBezTo>
                <a:cubicBezTo>
                  <a:pt x="1880978" y="87091"/>
                  <a:pt x="1884780" y="81161"/>
                  <a:pt x="1886528" y="77741"/>
                </a:cubicBezTo>
                <a:cubicBezTo>
                  <a:pt x="1887668" y="75612"/>
                  <a:pt x="1888353" y="69530"/>
                  <a:pt x="1891774" y="68010"/>
                </a:cubicBezTo>
                <a:cubicBezTo>
                  <a:pt x="1893142" y="68010"/>
                  <a:pt x="1895043" y="68694"/>
                  <a:pt x="1896031" y="68010"/>
                </a:cubicBezTo>
                <a:cubicBezTo>
                  <a:pt x="1897352" y="67355"/>
                  <a:pt x="1898815" y="67041"/>
                  <a:pt x="1900288" y="67098"/>
                </a:cubicBezTo>
                <a:close/>
                <a:moveTo>
                  <a:pt x="244237" y="61103"/>
                </a:moveTo>
                <a:cubicBezTo>
                  <a:pt x="203233" y="55214"/>
                  <a:pt x="159983" y="64967"/>
                  <a:pt x="124205" y="91758"/>
                </a:cubicBezTo>
                <a:lnTo>
                  <a:pt x="124183" y="91758"/>
                </a:lnTo>
                <a:cubicBezTo>
                  <a:pt x="83363" y="122312"/>
                  <a:pt x="59359" y="170338"/>
                  <a:pt x="59421" y="221326"/>
                </a:cubicBezTo>
                <a:cubicBezTo>
                  <a:pt x="59416" y="229575"/>
                  <a:pt x="60038" y="237811"/>
                  <a:pt x="61274" y="245966"/>
                </a:cubicBezTo>
                <a:cubicBezTo>
                  <a:pt x="61383" y="246642"/>
                  <a:pt x="61536" y="247296"/>
                  <a:pt x="61645" y="247972"/>
                </a:cubicBezTo>
                <a:cubicBezTo>
                  <a:pt x="62146" y="251003"/>
                  <a:pt x="62735" y="253990"/>
                  <a:pt x="63389" y="256956"/>
                </a:cubicBezTo>
                <a:cubicBezTo>
                  <a:pt x="64349" y="261143"/>
                  <a:pt x="65395" y="265307"/>
                  <a:pt x="66660" y="269363"/>
                </a:cubicBezTo>
                <a:cubicBezTo>
                  <a:pt x="68056" y="273724"/>
                  <a:pt x="69669" y="278086"/>
                  <a:pt x="71414" y="282447"/>
                </a:cubicBezTo>
                <a:cubicBezTo>
                  <a:pt x="71653" y="283014"/>
                  <a:pt x="71871" y="283624"/>
                  <a:pt x="72111" y="284191"/>
                </a:cubicBezTo>
                <a:cubicBezTo>
                  <a:pt x="77157" y="296191"/>
                  <a:pt x="83629" y="307538"/>
                  <a:pt x="91387" y="317990"/>
                </a:cubicBezTo>
                <a:lnTo>
                  <a:pt x="91496" y="318120"/>
                </a:lnTo>
                <a:cubicBezTo>
                  <a:pt x="91551" y="318194"/>
                  <a:pt x="91605" y="318266"/>
                  <a:pt x="91660" y="318341"/>
                </a:cubicBezTo>
                <a:cubicBezTo>
                  <a:pt x="105056" y="336230"/>
                  <a:pt x="121443" y="350557"/>
                  <a:pt x="139607" y="361148"/>
                </a:cubicBezTo>
                <a:lnTo>
                  <a:pt x="173817" y="373050"/>
                </a:lnTo>
                <a:lnTo>
                  <a:pt x="171239" y="368927"/>
                </a:lnTo>
                <a:cubicBezTo>
                  <a:pt x="169324" y="367913"/>
                  <a:pt x="167277" y="367180"/>
                  <a:pt x="165155" y="366747"/>
                </a:cubicBezTo>
                <a:lnTo>
                  <a:pt x="164219" y="365887"/>
                </a:lnTo>
                <a:lnTo>
                  <a:pt x="173550" y="367466"/>
                </a:lnTo>
                <a:cubicBezTo>
                  <a:pt x="175873" y="368437"/>
                  <a:pt x="177399" y="370803"/>
                  <a:pt x="178345" y="372926"/>
                </a:cubicBezTo>
                <a:lnTo>
                  <a:pt x="178973" y="374845"/>
                </a:lnTo>
                <a:lnTo>
                  <a:pt x="188163" y="378042"/>
                </a:lnTo>
                <a:lnTo>
                  <a:pt x="190646" y="378042"/>
                </a:lnTo>
                <a:lnTo>
                  <a:pt x="190600" y="378890"/>
                </a:lnTo>
                <a:lnTo>
                  <a:pt x="198212" y="381538"/>
                </a:lnTo>
                <a:lnTo>
                  <a:pt x="224320" y="380244"/>
                </a:lnTo>
                <a:lnTo>
                  <a:pt x="224706" y="379831"/>
                </a:lnTo>
                <a:cubicBezTo>
                  <a:pt x="224749" y="379482"/>
                  <a:pt x="222787" y="379831"/>
                  <a:pt x="222525" y="379831"/>
                </a:cubicBezTo>
                <a:cubicBezTo>
                  <a:pt x="222263" y="379831"/>
                  <a:pt x="223376" y="379264"/>
                  <a:pt x="223376" y="379264"/>
                </a:cubicBezTo>
                <a:lnTo>
                  <a:pt x="219625" y="379264"/>
                </a:lnTo>
                <a:lnTo>
                  <a:pt x="220388" y="378675"/>
                </a:lnTo>
                <a:lnTo>
                  <a:pt x="212691" y="378675"/>
                </a:lnTo>
                <a:cubicBezTo>
                  <a:pt x="212691" y="378675"/>
                  <a:pt x="213105" y="370607"/>
                  <a:pt x="208330" y="368775"/>
                </a:cubicBezTo>
                <a:cubicBezTo>
                  <a:pt x="204789" y="367332"/>
                  <a:pt x="200855" y="367168"/>
                  <a:pt x="197209" y="368317"/>
                </a:cubicBezTo>
                <a:cubicBezTo>
                  <a:pt x="193240" y="369669"/>
                  <a:pt x="192237" y="376429"/>
                  <a:pt x="191649" y="376821"/>
                </a:cubicBezTo>
                <a:cubicBezTo>
                  <a:pt x="191060" y="377214"/>
                  <a:pt x="190667" y="376516"/>
                  <a:pt x="190667" y="376516"/>
                </a:cubicBezTo>
                <a:cubicBezTo>
                  <a:pt x="190667" y="376516"/>
                  <a:pt x="191518" y="371108"/>
                  <a:pt x="193110" y="369495"/>
                </a:cubicBezTo>
                <a:cubicBezTo>
                  <a:pt x="195567" y="367009"/>
                  <a:pt x="198947" y="365650"/>
                  <a:pt x="202442" y="365744"/>
                </a:cubicBezTo>
                <a:cubicBezTo>
                  <a:pt x="208068" y="365352"/>
                  <a:pt x="213171" y="366791"/>
                  <a:pt x="215526" y="369168"/>
                </a:cubicBezTo>
                <a:cubicBezTo>
                  <a:pt x="217881" y="371544"/>
                  <a:pt x="218033" y="377628"/>
                  <a:pt x="218033" y="377628"/>
                </a:cubicBezTo>
                <a:lnTo>
                  <a:pt x="226755" y="377410"/>
                </a:lnTo>
                <a:cubicBezTo>
                  <a:pt x="226755" y="377410"/>
                  <a:pt x="228434" y="371108"/>
                  <a:pt x="230026" y="369495"/>
                </a:cubicBezTo>
                <a:cubicBezTo>
                  <a:pt x="232482" y="367005"/>
                  <a:pt x="235861" y="365646"/>
                  <a:pt x="239359" y="365744"/>
                </a:cubicBezTo>
                <a:cubicBezTo>
                  <a:pt x="244985" y="365352"/>
                  <a:pt x="250087" y="366791"/>
                  <a:pt x="252442" y="369168"/>
                </a:cubicBezTo>
                <a:cubicBezTo>
                  <a:pt x="254797" y="371544"/>
                  <a:pt x="254950" y="377628"/>
                  <a:pt x="254950" y="377628"/>
                </a:cubicBezTo>
                <a:lnTo>
                  <a:pt x="262340" y="377443"/>
                </a:lnTo>
                <a:lnTo>
                  <a:pt x="263904" y="376700"/>
                </a:lnTo>
                <a:lnTo>
                  <a:pt x="264997" y="373352"/>
                </a:lnTo>
                <a:cubicBezTo>
                  <a:pt x="265859" y="371163"/>
                  <a:pt x="267118" y="368656"/>
                  <a:pt x="268709" y="367380"/>
                </a:cubicBezTo>
                <a:cubicBezTo>
                  <a:pt x="271893" y="364828"/>
                  <a:pt x="277846" y="365308"/>
                  <a:pt x="277846" y="365308"/>
                </a:cubicBezTo>
                <a:lnTo>
                  <a:pt x="277846" y="368535"/>
                </a:lnTo>
                <a:cubicBezTo>
                  <a:pt x="277846" y="368535"/>
                  <a:pt x="271304" y="367990"/>
                  <a:pt x="268775" y="369844"/>
                </a:cubicBezTo>
                <a:lnTo>
                  <a:pt x="266000" y="375704"/>
                </a:lnTo>
                <a:lnTo>
                  <a:pt x="318243" y="350883"/>
                </a:lnTo>
                <a:cubicBezTo>
                  <a:pt x="389800" y="297303"/>
                  <a:pt x="404370" y="195857"/>
                  <a:pt x="350787" y="124302"/>
                </a:cubicBezTo>
                <a:cubicBezTo>
                  <a:pt x="323996" y="88524"/>
                  <a:pt x="285240" y="66992"/>
                  <a:pt x="244237" y="61103"/>
                </a:cubicBezTo>
                <a:close/>
                <a:moveTo>
                  <a:pt x="143263" y="58635"/>
                </a:moveTo>
                <a:cubicBezTo>
                  <a:pt x="143051" y="58840"/>
                  <a:pt x="142826" y="59030"/>
                  <a:pt x="142587" y="59202"/>
                </a:cubicBezTo>
                <a:cubicBezTo>
                  <a:pt x="142390" y="59311"/>
                  <a:pt x="141802" y="59246"/>
                  <a:pt x="141584" y="59442"/>
                </a:cubicBezTo>
                <a:cubicBezTo>
                  <a:pt x="141298" y="59638"/>
                  <a:pt x="140980" y="59787"/>
                  <a:pt x="140646" y="59878"/>
                </a:cubicBezTo>
                <a:cubicBezTo>
                  <a:pt x="140406" y="59878"/>
                  <a:pt x="139905" y="59573"/>
                  <a:pt x="139512" y="59878"/>
                </a:cubicBezTo>
                <a:cubicBezTo>
                  <a:pt x="139119" y="60183"/>
                  <a:pt x="138792" y="59987"/>
                  <a:pt x="138553" y="60183"/>
                </a:cubicBezTo>
                <a:lnTo>
                  <a:pt x="138487" y="60096"/>
                </a:lnTo>
                <a:cubicBezTo>
                  <a:pt x="138291" y="60576"/>
                  <a:pt x="138901" y="61077"/>
                  <a:pt x="138945" y="61579"/>
                </a:cubicBezTo>
                <a:cubicBezTo>
                  <a:pt x="138954" y="61897"/>
                  <a:pt x="139096" y="62198"/>
                  <a:pt x="139338" y="62408"/>
                </a:cubicBezTo>
                <a:cubicBezTo>
                  <a:pt x="139787" y="62654"/>
                  <a:pt x="140164" y="63014"/>
                  <a:pt x="140428" y="63454"/>
                </a:cubicBezTo>
                <a:cubicBezTo>
                  <a:pt x="140646" y="63781"/>
                  <a:pt x="141540" y="64021"/>
                  <a:pt x="141671" y="64239"/>
                </a:cubicBezTo>
                <a:cubicBezTo>
                  <a:pt x="141802" y="64457"/>
                  <a:pt x="142848" y="64893"/>
                  <a:pt x="143154" y="65111"/>
                </a:cubicBezTo>
                <a:cubicBezTo>
                  <a:pt x="143459" y="65330"/>
                  <a:pt x="143590" y="65853"/>
                  <a:pt x="143786" y="66049"/>
                </a:cubicBezTo>
                <a:cubicBezTo>
                  <a:pt x="144032" y="66409"/>
                  <a:pt x="144497" y="66546"/>
                  <a:pt x="144898" y="66376"/>
                </a:cubicBezTo>
                <a:cubicBezTo>
                  <a:pt x="145116" y="66245"/>
                  <a:pt x="145334" y="65613"/>
                  <a:pt x="145530" y="65417"/>
                </a:cubicBezTo>
                <a:cubicBezTo>
                  <a:pt x="145727" y="65221"/>
                  <a:pt x="146141" y="65090"/>
                  <a:pt x="146359" y="64893"/>
                </a:cubicBezTo>
                <a:cubicBezTo>
                  <a:pt x="146677" y="64627"/>
                  <a:pt x="146930" y="64292"/>
                  <a:pt x="147100" y="63912"/>
                </a:cubicBezTo>
                <a:cubicBezTo>
                  <a:pt x="147192" y="63585"/>
                  <a:pt x="147251" y="63249"/>
                  <a:pt x="147275" y="62909"/>
                </a:cubicBezTo>
                <a:cubicBezTo>
                  <a:pt x="147340" y="62517"/>
                  <a:pt x="147166" y="61972"/>
                  <a:pt x="147166" y="61623"/>
                </a:cubicBezTo>
                <a:cubicBezTo>
                  <a:pt x="147316" y="61250"/>
                  <a:pt x="147362" y="60842"/>
                  <a:pt x="147297" y="60445"/>
                </a:cubicBezTo>
                <a:cubicBezTo>
                  <a:pt x="147218" y="60107"/>
                  <a:pt x="147061" y="59793"/>
                  <a:pt x="146839" y="59529"/>
                </a:cubicBezTo>
                <a:cubicBezTo>
                  <a:pt x="146555" y="59361"/>
                  <a:pt x="146256" y="59224"/>
                  <a:pt x="145945" y="59115"/>
                </a:cubicBezTo>
                <a:cubicBezTo>
                  <a:pt x="145443" y="58875"/>
                  <a:pt x="143655" y="58286"/>
                  <a:pt x="143263" y="58635"/>
                </a:cubicBezTo>
                <a:close/>
                <a:moveTo>
                  <a:pt x="131706" y="55692"/>
                </a:moveTo>
                <a:cubicBezTo>
                  <a:pt x="131880" y="55649"/>
                  <a:pt x="131880" y="56281"/>
                  <a:pt x="131902" y="56739"/>
                </a:cubicBezTo>
                <a:cubicBezTo>
                  <a:pt x="131821" y="57230"/>
                  <a:pt x="131675" y="57705"/>
                  <a:pt x="131466" y="58156"/>
                </a:cubicBezTo>
                <a:cubicBezTo>
                  <a:pt x="131139" y="58789"/>
                  <a:pt x="131117" y="59225"/>
                  <a:pt x="130855" y="59726"/>
                </a:cubicBezTo>
                <a:cubicBezTo>
                  <a:pt x="130585" y="60145"/>
                  <a:pt x="130247" y="60514"/>
                  <a:pt x="129852" y="60817"/>
                </a:cubicBezTo>
                <a:cubicBezTo>
                  <a:pt x="129477" y="61037"/>
                  <a:pt x="128995" y="60921"/>
                  <a:pt x="128762" y="60555"/>
                </a:cubicBezTo>
                <a:cubicBezTo>
                  <a:pt x="128544" y="60217"/>
                  <a:pt x="128544" y="59781"/>
                  <a:pt x="128762" y="59443"/>
                </a:cubicBezTo>
                <a:cubicBezTo>
                  <a:pt x="129113" y="58870"/>
                  <a:pt x="129508" y="58322"/>
                  <a:pt x="129939" y="57808"/>
                </a:cubicBezTo>
                <a:cubicBezTo>
                  <a:pt x="130101" y="57574"/>
                  <a:pt x="130227" y="57317"/>
                  <a:pt x="130310" y="57044"/>
                </a:cubicBezTo>
                <a:cubicBezTo>
                  <a:pt x="130397" y="56739"/>
                  <a:pt x="130768" y="56652"/>
                  <a:pt x="130964" y="56281"/>
                </a:cubicBezTo>
                <a:cubicBezTo>
                  <a:pt x="131169" y="56037"/>
                  <a:pt x="131422" y="55839"/>
                  <a:pt x="131706" y="55692"/>
                </a:cubicBezTo>
                <a:close/>
                <a:moveTo>
                  <a:pt x="133581" y="49651"/>
                </a:moveTo>
                <a:cubicBezTo>
                  <a:pt x="133276" y="49651"/>
                  <a:pt x="132730" y="50240"/>
                  <a:pt x="132512" y="50240"/>
                </a:cubicBezTo>
                <a:cubicBezTo>
                  <a:pt x="132129" y="50264"/>
                  <a:pt x="131749" y="50332"/>
                  <a:pt x="131379" y="50436"/>
                </a:cubicBezTo>
                <a:cubicBezTo>
                  <a:pt x="131141" y="50548"/>
                  <a:pt x="130960" y="50753"/>
                  <a:pt x="130877" y="51003"/>
                </a:cubicBezTo>
                <a:cubicBezTo>
                  <a:pt x="130746" y="51200"/>
                  <a:pt x="130631" y="51402"/>
                  <a:pt x="130528" y="51614"/>
                </a:cubicBezTo>
                <a:cubicBezTo>
                  <a:pt x="130382" y="51858"/>
                  <a:pt x="130260" y="52113"/>
                  <a:pt x="130157" y="52377"/>
                </a:cubicBezTo>
                <a:cubicBezTo>
                  <a:pt x="129966" y="52774"/>
                  <a:pt x="129699" y="53129"/>
                  <a:pt x="129372" y="53424"/>
                </a:cubicBezTo>
                <a:cubicBezTo>
                  <a:pt x="128958" y="53838"/>
                  <a:pt x="128936" y="53969"/>
                  <a:pt x="128718" y="54100"/>
                </a:cubicBezTo>
                <a:cubicBezTo>
                  <a:pt x="128424" y="54385"/>
                  <a:pt x="128167" y="54708"/>
                  <a:pt x="127955" y="55059"/>
                </a:cubicBezTo>
                <a:cubicBezTo>
                  <a:pt x="127606" y="55561"/>
                  <a:pt x="127039" y="55910"/>
                  <a:pt x="126821" y="56237"/>
                </a:cubicBezTo>
                <a:cubicBezTo>
                  <a:pt x="126448" y="56880"/>
                  <a:pt x="125934" y="57432"/>
                  <a:pt x="125317" y="57850"/>
                </a:cubicBezTo>
                <a:cubicBezTo>
                  <a:pt x="125077" y="57739"/>
                  <a:pt x="124828" y="57643"/>
                  <a:pt x="124575" y="57567"/>
                </a:cubicBezTo>
                <a:cubicBezTo>
                  <a:pt x="124008" y="57458"/>
                  <a:pt x="123812" y="57371"/>
                  <a:pt x="123420" y="57567"/>
                </a:cubicBezTo>
                <a:cubicBezTo>
                  <a:pt x="123154" y="57894"/>
                  <a:pt x="122907" y="58236"/>
                  <a:pt x="122678" y="58592"/>
                </a:cubicBezTo>
                <a:cubicBezTo>
                  <a:pt x="122678" y="59224"/>
                  <a:pt x="122111" y="59922"/>
                  <a:pt x="122809" y="61143"/>
                </a:cubicBezTo>
                <a:cubicBezTo>
                  <a:pt x="122940" y="61361"/>
                  <a:pt x="123289" y="61819"/>
                  <a:pt x="123943" y="62822"/>
                </a:cubicBezTo>
                <a:cubicBezTo>
                  <a:pt x="124351" y="63354"/>
                  <a:pt x="124789" y="63862"/>
                  <a:pt x="125251" y="64348"/>
                </a:cubicBezTo>
                <a:cubicBezTo>
                  <a:pt x="125622" y="64806"/>
                  <a:pt x="126189" y="65264"/>
                  <a:pt x="126320" y="65482"/>
                </a:cubicBezTo>
                <a:cubicBezTo>
                  <a:pt x="126451" y="65700"/>
                  <a:pt x="126865" y="66333"/>
                  <a:pt x="126974" y="66333"/>
                </a:cubicBezTo>
                <a:cubicBezTo>
                  <a:pt x="127083" y="66333"/>
                  <a:pt x="127148" y="66398"/>
                  <a:pt x="127454" y="66660"/>
                </a:cubicBezTo>
                <a:cubicBezTo>
                  <a:pt x="127759" y="66921"/>
                  <a:pt x="127846" y="67183"/>
                  <a:pt x="128217" y="67379"/>
                </a:cubicBezTo>
                <a:cubicBezTo>
                  <a:pt x="128415" y="67469"/>
                  <a:pt x="128631" y="67514"/>
                  <a:pt x="128849" y="67510"/>
                </a:cubicBezTo>
                <a:cubicBezTo>
                  <a:pt x="129281" y="67353"/>
                  <a:pt x="129697" y="67155"/>
                  <a:pt x="130092" y="66921"/>
                </a:cubicBezTo>
                <a:cubicBezTo>
                  <a:pt x="130288" y="66791"/>
                  <a:pt x="130419" y="66551"/>
                  <a:pt x="130724" y="66354"/>
                </a:cubicBezTo>
                <a:cubicBezTo>
                  <a:pt x="131030" y="66158"/>
                  <a:pt x="131640" y="66093"/>
                  <a:pt x="131815" y="66049"/>
                </a:cubicBezTo>
                <a:cubicBezTo>
                  <a:pt x="131989" y="66006"/>
                  <a:pt x="132469" y="66267"/>
                  <a:pt x="132469" y="66442"/>
                </a:cubicBezTo>
                <a:cubicBezTo>
                  <a:pt x="132707" y="67070"/>
                  <a:pt x="132983" y="67680"/>
                  <a:pt x="133297" y="68273"/>
                </a:cubicBezTo>
                <a:cubicBezTo>
                  <a:pt x="133509" y="68727"/>
                  <a:pt x="133764" y="69156"/>
                  <a:pt x="134061" y="69560"/>
                </a:cubicBezTo>
                <a:cubicBezTo>
                  <a:pt x="134191" y="69756"/>
                  <a:pt x="134606" y="70279"/>
                  <a:pt x="134606" y="70497"/>
                </a:cubicBezTo>
                <a:cubicBezTo>
                  <a:pt x="135173" y="71501"/>
                  <a:pt x="134998" y="72002"/>
                  <a:pt x="134235" y="72482"/>
                </a:cubicBezTo>
                <a:cubicBezTo>
                  <a:pt x="134017" y="72613"/>
                  <a:pt x="133232" y="72395"/>
                  <a:pt x="132512" y="72852"/>
                </a:cubicBezTo>
                <a:cubicBezTo>
                  <a:pt x="132403" y="72918"/>
                  <a:pt x="131531" y="73616"/>
                  <a:pt x="131793" y="73834"/>
                </a:cubicBezTo>
                <a:cubicBezTo>
                  <a:pt x="132055" y="74052"/>
                  <a:pt x="133734" y="74183"/>
                  <a:pt x="134235" y="74466"/>
                </a:cubicBezTo>
                <a:cubicBezTo>
                  <a:pt x="134737" y="74750"/>
                  <a:pt x="134977" y="75055"/>
                  <a:pt x="135369" y="75164"/>
                </a:cubicBezTo>
                <a:cubicBezTo>
                  <a:pt x="135803" y="75201"/>
                  <a:pt x="136239" y="75157"/>
                  <a:pt x="136655" y="75033"/>
                </a:cubicBezTo>
                <a:cubicBezTo>
                  <a:pt x="136983" y="75011"/>
                  <a:pt x="137310" y="75142"/>
                  <a:pt x="137528" y="75142"/>
                </a:cubicBezTo>
                <a:cubicBezTo>
                  <a:pt x="137746" y="75142"/>
                  <a:pt x="138291" y="75033"/>
                  <a:pt x="138465" y="75033"/>
                </a:cubicBezTo>
                <a:cubicBezTo>
                  <a:pt x="138681" y="75129"/>
                  <a:pt x="138925" y="75129"/>
                  <a:pt x="139141" y="75033"/>
                </a:cubicBezTo>
                <a:cubicBezTo>
                  <a:pt x="139359" y="74902"/>
                  <a:pt x="139425" y="74401"/>
                  <a:pt x="139883" y="73834"/>
                </a:cubicBezTo>
                <a:cubicBezTo>
                  <a:pt x="140341" y="73267"/>
                  <a:pt x="140101" y="72329"/>
                  <a:pt x="140341" y="72002"/>
                </a:cubicBezTo>
                <a:cubicBezTo>
                  <a:pt x="140690" y="71326"/>
                  <a:pt x="140731" y="70530"/>
                  <a:pt x="140450" y="69821"/>
                </a:cubicBezTo>
                <a:cubicBezTo>
                  <a:pt x="139447" y="67844"/>
                  <a:pt x="138302" y="65942"/>
                  <a:pt x="137026" y="64130"/>
                </a:cubicBezTo>
                <a:cubicBezTo>
                  <a:pt x="136631" y="63814"/>
                  <a:pt x="136304" y="63422"/>
                  <a:pt x="136067" y="62975"/>
                </a:cubicBezTo>
                <a:cubicBezTo>
                  <a:pt x="135805" y="62538"/>
                  <a:pt x="136067" y="61906"/>
                  <a:pt x="136263" y="61906"/>
                </a:cubicBezTo>
                <a:cubicBezTo>
                  <a:pt x="136536" y="61860"/>
                  <a:pt x="136765" y="61679"/>
                  <a:pt x="136874" y="61426"/>
                </a:cubicBezTo>
                <a:cubicBezTo>
                  <a:pt x="136976" y="60879"/>
                  <a:pt x="137041" y="60325"/>
                  <a:pt x="137070" y="59769"/>
                </a:cubicBezTo>
                <a:cubicBezTo>
                  <a:pt x="136983" y="58201"/>
                  <a:pt x="136983" y="56627"/>
                  <a:pt x="137070" y="55059"/>
                </a:cubicBezTo>
                <a:cubicBezTo>
                  <a:pt x="137094" y="54595"/>
                  <a:pt x="137094" y="54128"/>
                  <a:pt x="137070" y="53664"/>
                </a:cubicBezTo>
                <a:cubicBezTo>
                  <a:pt x="137179" y="52961"/>
                  <a:pt x="137340" y="52270"/>
                  <a:pt x="137550" y="51592"/>
                </a:cubicBezTo>
                <a:cubicBezTo>
                  <a:pt x="137460" y="51219"/>
                  <a:pt x="137244" y="50888"/>
                  <a:pt x="136939" y="50654"/>
                </a:cubicBezTo>
                <a:cubicBezTo>
                  <a:pt x="136721" y="50524"/>
                  <a:pt x="136198" y="49848"/>
                  <a:pt x="135761" y="49651"/>
                </a:cubicBezTo>
                <a:cubicBezTo>
                  <a:pt x="135035" y="49579"/>
                  <a:pt x="134307" y="49579"/>
                  <a:pt x="133581" y="49651"/>
                </a:cubicBezTo>
                <a:close/>
                <a:moveTo>
                  <a:pt x="320236" y="46751"/>
                </a:moveTo>
                <a:cubicBezTo>
                  <a:pt x="319974" y="46686"/>
                  <a:pt x="319712" y="46620"/>
                  <a:pt x="319516" y="46991"/>
                </a:cubicBezTo>
                <a:cubicBezTo>
                  <a:pt x="319355" y="47517"/>
                  <a:pt x="319104" y="48012"/>
                  <a:pt x="318775" y="48452"/>
                </a:cubicBezTo>
                <a:cubicBezTo>
                  <a:pt x="318467" y="49004"/>
                  <a:pt x="318092" y="49516"/>
                  <a:pt x="317663" y="49978"/>
                </a:cubicBezTo>
                <a:cubicBezTo>
                  <a:pt x="316817" y="50526"/>
                  <a:pt x="316121" y="51276"/>
                  <a:pt x="315635" y="52159"/>
                </a:cubicBezTo>
                <a:cubicBezTo>
                  <a:pt x="314490" y="52183"/>
                  <a:pt x="313354" y="51967"/>
                  <a:pt x="312299" y="51527"/>
                </a:cubicBezTo>
                <a:cubicBezTo>
                  <a:pt x="311688" y="51221"/>
                  <a:pt x="310968" y="50502"/>
                  <a:pt x="310620" y="50502"/>
                </a:cubicBezTo>
                <a:cubicBezTo>
                  <a:pt x="310303" y="50430"/>
                  <a:pt x="309976" y="50430"/>
                  <a:pt x="309660" y="50502"/>
                </a:cubicBezTo>
                <a:cubicBezTo>
                  <a:pt x="309289" y="50524"/>
                  <a:pt x="308984" y="50327"/>
                  <a:pt x="308657" y="50327"/>
                </a:cubicBezTo>
                <a:cubicBezTo>
                  <a:pt x="308321" y="50447"/>
                  <a:pt x="307979" y="50550"/>
                  <a:pt x="307632" y="50633"/>
                </a:cubicBezTo>
                <a:cubicBezTo>
                  <a:pt x="307159" y="50683"/>
                  <a:pt x="306766" y="51021"/>
                  <a:pt x="306651" y="51483"/>
                </a:cubicBezTo>
                <a:cubicBezTo>
                  <a:pt x="306280" y="52320"/>
                  <a:pt x="306426" y="53295"/>
                  <a:pt x="307022" y="53991"/>
                </a:cubicBezTo>
                <a:cubicBezTo>
                  <a:pt x="307523" y="54383"/>
                  <a:pt x="307545" y="54841"/>
                  <a:pt x="307894" y="55234"/>
                </a:cubicBezTo>
                <a:cubicBezTo>
                  <a:pt x="308094" y="55458"/>
                  <a:pt x="308363" y="55611"/>
                  <a:pt x="308657" y="55670"/>
                </a:cubicBezTo>
                <a:cubicBezTo>
                  <a:pt x="308967" y="55731"/>
                  <a:pt x="309272" y="55811"/>
                  <a:pt x="309573" y="55910"/>
                </a:cubicBezTo>
                <a:lnTo>
                  <a:pt x="310183" y="56258"/>
                </a:lnTo>
                <a:cubicBezTo>
                  <a:pt x="310402" y="56389"/>
                  <a:pt x="311078" y="56389"/>
                  <a:pt x="310990" y="56673"/>
                </a:cubicBezTo>
                <a:cubicBezTo>
                  <a:pt x="310903" y="56956"/>
                  <a:pt x="310314" y="57392"/>
                  <a:pt x="310031" y="57589"/>
                </a:cubicBezTo>
                <a:cubicBezTo>
                  <a:pt x="309172" y="58411"/>
                  <a:pt x="308136" y="59023"/>
                  <a:pt x="307000" y="59377"/>
                </a:cubicBezTo>
                <a:cubicBezTo>
                  <a:pt x="305007" y="59978"/>
                  <a:pt x="302983" y="60473"/>
                  <a:pt x="300938" y="60859"/>
                </a:cubicBezTo>
                <a:cubicBezTo>
                  <a:pt x="300742" y="60859"/>
                  <a:pt x="300371" y="60859"/>
                  <a:pt x="300196" y="60859"/>
                </a:cubicBezTo>
                <a:cubicBezTo>
                  <a:pt x="299800" y="60934"/>
                  <a:pt x="299398" y="60984"/>
                  <a:pt x="298997" y="61012"/>
                </a:cubicBezTo>
                <a:cubicBezTo>
                  <a:pt x="298465" y="61121"/>
                  <a:pt x="297916" y="61121"/>
                  <a:pt x="297384" y="61012"/>
                </a:cubicBezTo>
                <a:lnTo>
                  <a:pt x="297384" y="60925"/>
                </a:lnTo>
                <a:cubicBezTo>
                  <a:pt x="296708" y="60794"/>
                  <a:pt x="296250" y="60990"/>
                  <a:pt x="296315" y="61187"/>
                </a:cubicBezTo>
                <a:cubicBezTo>
                  <a:pt x="296381" y="61383"/>
                  <a:pt x="296686" y="61644"/>
                  <a:pt x="296969" y="61950"/>
                </a:cubicBezTo>
                <a:cubicBezTo>
                  <a:pt x="297253" y="62255"/>
                  <a:pt x="296838" y="62887"/>
                  <a:pt x="296969" y="63214"/>
                </a:cubicBezTo>
                <a:cubicBezTo>
                  <a:pt x="297100" y="63542"/>
                  <a:pt x="297056" y="63934"/>
                  <a:pt x="297275" y="64130"/>
                </a:cubicBezTo>
                <a:cubicBezTo>
                  <a:pt x="297604" y="64318"/>
                  <a:pt x="297968" y="64444"/>
                  <a:pt x="298343" y="64501"/>
                </a:cubicBezTo>
                <a:cubicBezTo>
                  <a:pt x="298984" y="64734"/>
                  <a:pt x="299640" y="64924"/>
                  <a:pt x="300306" y="65068"/>
                </a:cubicBezTo>
                <a:cubicBezTo>
                  <a:pt x="300829" y="65068"/>
                  <a:pt x="302203" y="65068"/>
                  <a:pt x="302770" y="65068"/>
                </a:cubicBezTo>
                <a:cubicBezTo>
                  <a:pt x="303901" y="65282"/>
                  <a:pt x="305061" y="65282"/>
                  <a:pt x="306193" y="65068"/>
                </a:cubicBezTo>
                <a:cubicBezTo>
                  <a:pt x="307872" y="64545"/>
                  <a:pt x="308853" y="64479"/>
                  <a:pt x="310053" y="64108"/>
                </a:cubicBezTo>
                <a:cubicBezTo>
                  <a:pt x="311252" y="63738"/>
                  <a:pt x="312996" y="62059"/>
                  <a:pt x="313236" y="62495"/>
                </a:cubicBezTo>
                <a:cubicBezTo>
                  <a:pt x="313476" y="62931"/>
                  <a:pt x="313803" y="64632"/>
                  <a:pt x="314457" y="66071"/>
                </a:cubicBezTo>
                <a:cubicBezTo>
                  <a:pt x="314640" y="66686"/>
                  <a:pt x="314787" y="67314"/>
                  <a:pt x="314893" y="67946"/>
                </a:cubicBezTo>
                <a:cubicBezTo>
                  <a:pt x="314976" y="69052"/>
                  <a:pt x="315129" y="70153"/>
                  <a:pt x="315351" y="71239"/>
                </a:cubicBezTo>
                <a:cubicBezTo>
                  <a:pt x="315890" y="72401"/>
                  <a:pt x="315890" y="73740"/>
                  <a:pt x="315351" y="74902"/>
                </a:cubicBezTo>
                <a:cubicBezTo>
                  <a:pt x="315360" y="75406"/>
                  <a:pt x="315580" y="75881"/>
                  <a:pt x="315962" y="76210"/>
                </a:cubicBezTo>
                <a:cubicBezTo>
                  <a:pt x="316420" y="76668"/>
                  <a:pt x="317183" y="76690"/>
                  <a:pt x="317619" y="77497"/>
                </a:cubicBezTo>
                <a:cubicBezTo>
                  <a:pt x="317905" y="77848"/>
                  <a:pt x="318251" y="78142"/>
                  <a:pt x="318644" y="78369"/>
                </a:cubicBezTo>
                <a:cubicBezTo>
                  <a:pt x="319124" y="78740"/>
                  <a:pt x="319691" y="78893"/>
                  <a:pt x="319974" y="79111"/>
                </a:cubicBezTo>
                <a:cubicBezTo>
                  <a:pt x="320364" y="79405"/>
                  <a:pt x="320772" y="79675"/>
                  <a:pt x="321195" y="79917"/>
                </a:cubicBezTo>
                <a:cubicBezTo>
                  <a:pt x="321370" y="79983"/>
                  <a:pt x="321588" y="80179"/>
                  <a:pt x="321828" y="80135"/>
                </a:cubicBezTo>
                <a:cubicBezTo>
                  <a:pt x="322067" y="80092"/>
                  <a:pt x="322416" y="79983"/>
                  <a:pt x="322656" y="79983"/>
                </a:cubicBezTo>
                <a:cubicBezTo>
                  <a:pt x="323225" y="80238"/>
                  <a:pt x="323875" y="80238"/>
                  <a:pt x="324444" y="79983"/>
                </a:cubicBezTo>
                <a:cubicBezTo>
                  <a:pt x="324793" y="79852"/>
                  <a:pt x="324946" y="79350"/>
                  <a:pt x="325077" y="79154"/>
                </a:cubicBezTo>
                <a:cubicBezTo>
                  <a:pt x="325207" y="78958"/>
                  <a:pt x="325709" y="78980"/>
                  <a:pt x="325709" y="78675"/>
                </a:cubicBezTo>
                <a:cubicBezTo>
                  <a:pt x="325709" y="78369"/>
                  <a:pt x="325295" y="78086"/>
                  <a:pt x="325098" y="77824"/>
                </a:cubicBezTo>
                <a:cubicBezTo>
                  <a:pt x="324292" y="76865"/>
                  <a:pt x="323790" y="76276"/>
                  <a:pt x="323223" y="75644"/>
                </a:cubicBezTo>
                <a:cubicBezTo>
                  <a:pt x="323005" y="75382"/>
                  <a:pt x="322852" y="74750"/>
                  <a:pt x="322569" y="74357"/>
                </a:cubicBezTo>
                <a:cubicBezTo>
                  <a:pt x="322168" y="73943"/>
                  <a:pt x="321810" y="73491"/>
                  <a:pt x="321500" y="73005"/>
                </a:cubicBezTo>
                <a:cubicBezTo>
                  <a:pt x="321110" y="71943"/>
                  <a:pt x="320622" y="70920"/>
                  <a:pt x="320040" y="69952"/>
                </a:cubicBezTo>
                <a:cubicBezTo>
                  <a:pt x="319342" y="68906"/>
                  <a:pt x="319516" y="66725"/>
                  <a:pt x="319211" y="65940"/>
                </a:cubicBezTo>
                <a:cubicBezTo>
                  <a:pt x="318537" y="64309"/>
                  <a:pt x="318097" y="62591"/>
                  <a:pt x="317902" y="60838"/>
                </a:cubicBezTo>
                <a:cubicBezTo>
                  <a:pt x="317868" y="60229"/>
                  <a:pt x="318108" y="59636"/>
                  <a:pt x="318557" y="59224"/>
                </a:cubicBezTo>
                <a:cubicBezTo>
                  <a:pt x="318906" y="58969"/>
                  <a:pt x="319298" y="58777"/>
                  <a:pt x="319712" y="58657"/>
                </a:cubicBezTo>
                <a:cubicBezTo>
                  <a:pt x="320511" y="58679"/>
                  <a:pt x="321302" y="58803"/>
                  <a:pt x="322067" y="59028"/>
                </a:cubicBezTo>
                <a:cubicBezTo>
                  <a:pt x="322482" y="59159"/>
                  <a:pt x="322918" y="59377"/>
                  <a:pt x="323419" y="59595"/>
                </a:cubicBezTo>
                <a:cubicBezTo>
                  <a:pt x="323906" y="59815"/>
                  <a:pt x="324433" y="59926"/>
                  <a:pt x="324968" y="59922"/>
                </a:cubicBezTo>
                <a:cubicBezTo>
                  <a:pt x="325739" y="60098"/>
                  <a:pt x="326529" y="60194"/>
                  <a:pt x="327322" y="60205"/>
                </a:cubicBezTo>
                <a:cubicBezTo>
                  <a:pt x="327846" y="60074"/>
                  <a:pt x="328086" y="59878"/>
                  <a:pt x="328478" y="60074"/>
                </a:cubicBezTo>
                <a:cubicBezTo>
                  <a:pt x="328871" y="60271"/>
                  <a:pt x="328958" y="60140"/>
                  <a:pt x="329154" y="59791"/>
                </a:cubicBezTo>
                <a:cubicBezTo>
                  <a:pt x="329503" y="58941"/>
                  <a:pt x="329786" y="57763"/>
                  <a:pt x="329154" y="57262"/>
                </a:cubicBezTo>
                <a:cubicBezTo>
                  <a:pt x="328522" y="56760"/>
                  <a:pt x="327977" y="56389"/>
                  <a:pt x="327955" y="55953"/>
                </a:cubicBezTo>
                <a:cubicBezTo>
                  <a:pt x="327933" y="55517"/>
                  <a:pt x="326494" y="55103"/>
                  <a:pt x="326254" y="54972"/>
                </a:cubicBezTo>
                <a:cubicBezTo>
                  <a:pt x="326014" y="54841"/>
                  <a:pt x="325229" y="55103"/>
                  <a:pt x="324684" y="55103"/>
                </a:cubicBezTo>
                <a:cubicBezTo>
                  <a:pt x="324298" y="55077"/>
                  <a:pt x="323919" y="55002"/>
                  <a:pt x="323550" y="54885"/>
                </a:cubicBezTo>
                <a:cubicBezTo>
                  <a:pt x="323223" y="54776"/>
                  <a:pt x="322547" y="54776"/>
                  <a:pt x="322547" y="54776"/>
                </a:cubicBezTo>
                <a:cubicBezTo>
                  <a:pt x="322285" y="54791"/>
                  <a:pt x="322026" y="54721"/>
                  <a:pt x="321806" y="54579"/>
                </a:cubicBezTo>
                <a:cubicBezTo>
                  <a:pt x="321631" y="54427"/>
                  <a:pt x="322373" y="53794"/>
                  <a:pt x="322373" y="53664"/>
                </a:cubicBezTo>
                <a:cubicBezTo>
                  <a:pt x="323027" y="53118"/>
                  <a:pt x="323616" y="52682"/>
                  <a:pt x="323943" y="52443"/>
                </a:cubicBezTo>
                <a:cubicBezTo>
                  <a:pt x="324270" y="52203"/>
                  <a:pt x="324052" y="51941"/>
                  <a:pt x="324270" y="51483"/>
                </a:cubicBezTo>
                <a:cubicBezTo>
                  <a:pt x="324488" y="51025"/>
                  <a:pt x="324793" y="50894"/>
                  <a:pt x="324488" y="50436"/>
                </a:cubicBezTo>
                <a:cubicBezTo>
                  <a:pt x="324102" y="49924"/>
                  <a:pt x="323873" y="49311"/>
                  <a:pt x="323834" y="48670"/>
                </a:cubicBezTo>
                <a:cubicBezTo>
                  <a:pt x="323834" y="48430"/>
                  <a:pt x="322504" y="47907"/>
                  <a:pt x="322285" y="47689"/>
                </a:cubicBezTo>
                <a:cubicBezTo>
                  <a:pt x="322067" y="47471"/>
                  <a:pt x="321544" y="47624"/>
                  <a:pt x="321282" y="47471"/>
                </a:cubicBezTo>
                <a:cubicBezTo>
                  <a:pt x="321021" y="47318"/>
                  <a:pt x="321086" y="46991"/>
                  <a:pt x="320236" y="46751"/>
                </a:cubicBezTo>
                <a:close/>
                <a:moveTo>
                  <a:pt x="177541" y="43371"/>
                </a:moveTo>
                <a:lnTo>
                  <a:pt x="177606" y="43459"/>
                </a:lnTo>
                <a:lnTo>
                  <a:pt x="177559" y="43404"/>
                </a:lnTo>
                <a:close/>
                <a:moveTo>
                  <a:pt x="125513" y="39228"/>
                </a:moveTo>
                <a:cubicBezTo>
                  <a:pt x="125229" y="39119"/>
                  <a:pt x="124793" y="39512"/>
                  <a:pt x="124401" y="39512"/>
                </a:cubicBezTo>
                <a:cubicBezTo>
                  <a:pt x="124008" y="39512"/>
                  <a:pt x="123877" y="39359"/>
                  <a:pt x="123616" y="39512"/>
                </a:cubicBezTo>
                <a:cubicBezTo>
                  <a:pt x="123291" y="39741"/>
                  <a:pt x="122949" y="39946"/>
                  <a:pt x="122591" y="40122"/>
                </a:cubicBezTo>
                <a:cubicBezTo>
                  <a:pt x="122297" y="40238"/>
                  <a:pt x="122013" y="40378"/>
                  <a:pt x="121741" y="40537"/>
                </a:cubicBezTo>
                <a:cubicBezTo>
                  <a:pt x="121370" y="40777"/>
                  <a:pt x="121370" y="41016"/>
                  <a:pt x="121217" y="41191"/>
                </a:cubicBezTo>
                <a:cubicBezTo>
                  <a:pt x="121065" y="41365"/>
                  <a:pt x="120672" y="41540"/>
                  <a:pt x="120563" y="41671"/>
                </a:cubicBezTo>
                <a:cubicBezTo>
                  <a:pt x="120454" y="41801"/>
                  <a:pt x="120454" y="42129"/>
                  <a:pt x="120040" y="42390"/>
                </a:cubicBezTo>
                <a:cubicBezTo>
                  <a:pt x="119625" y="42652"/>
                  <a:pt x="119080" y="42717"/>
                  <a:pt x="118949" y="43306"/>
                </a:cubicBezTo>
                <a:cubicBezTo>
                  <a:pt x="118856" y="43590"/>
                  <a:pt x="118912" y="43904"/>
                  <a:pt x="119102" y="44135"/>
                </a:cubicBezTo>
                <a:cubicBezTo>
                  <a:pt x="119429" y="44396"/>
                  <a:pt x="120977" y="45116"/>
                  <a:pt x="121108" y="45639"/>
                </a:cubicBezTo>
                <a:cubicBezTo>
                  <a:pt x="121206" y="45945"/>
                  <a:pt x="121278" y="46258"/>
                  <a:pt x="121326" y="46577"/>
                </a:cubicBezTo>
                <a:cubicBezTo>
                  <a:pt x="121479" y="46948"/>
                  <a:pt x="121479" y="47078"/>
                  <a:pt x="121479" y="47362"/>
                </a:cubicBezTo>
                <a:cubicBezTo>
                  <a:pt x="121468" y="47637"/>
                  <a:pt x="121553" y="47907"/>
                  <a:pt x="121719" y="48125"/>
                </a:cubicBezTo>
                <a:cubicBezTo>
                  <a:pt x="122009" y="48262"/>
                  <a:pt x="122345" y="48262"/>
                  <a:pt x="122635" y="48125"/>
                </a:cubicBezTo>
                <a:cubicBezTo>
                  <a:pt x="122940" y="47951"/>
                  <a:pt x="123311" y="47842"/>
                  <a:pt x="123441" y="47951"/>
                </a:cubicBezTo>
                <a:cubicBezTo>
                  <a:pt x="123572" y="48060"/>
                  <a:pt x="123856" y="48060"/>
                  <a:pt x="123921" y="48518"/>
                </a:cubicBezTo>
                <a:cubicBezTo>
                  <a:pt x="123987" y="48975"/>
                  <a:pt x="123703" y="49172"/>
                  <a:pt x="123311" y="49651"/>
                </a:cubicBezTo>
                <a:cubicBezTo>
                  <a:pt x="122918" y="50131"/>
                  <a:pt x="121544" y="51418"/>
                  <a:pt x="121413" y="51832"/>
                </a:cubicBezTo>
                <a:cubicBezTo>
                  <a:pt x="121283" y="52246"/>
                  <a:pt x="120694" y="52312"/>
                  <a:pt x="120280" y="52748"/>
                </a:cubicBezTo>
                <a:cubicBezTo>
                  <a:pt x="119473" y="53603"/>
                  <a:pt x="118607" y="54396"/>
                  <a:pt x="117685" y="55125"/>
                </a:cubicBezTo>
                <a:cubicBezTo>
                  <a:pt x="117379" y="55343"/>
                  <a:pt x="116922" y="56171"/>
                  <a:pt x="116704" y="56280"/>
                </a:cubicBezTo>
                <a:cubicBezTo>
                  <a:pt x="116485" y="56389"/>
                  <a:pt x="116115" y="56106"/>
                  <a:pt x="115940" y="56280"/>
                </a:cubicBezTo>
                <a:lnTo>
                  <a:pt x="115940" y="56193"/>
                </a:lnTo>
                <a:cubicBezTo>
                  <a:pt x="115260" y="56900"/>
                  <a:pt x="114719" y="57728"/>
                  <a:pt x="114348" y="58635"/>
                </a:cubicBezTo>
                <a:cubicBezTo>
                  <a:pt x="114303" y="58941"/>
                  <a:pt x="114390" y="59250"/>
                  <a:pt x="114588" y="59486"/>
                </a:cubicBezTo>
                <a:cubicBezTo>
                  <a:pt x="114894" y="59922"/>
                  <a:pt x="115221" y="60314"/>
                  <a:pt x="115221" y="60423"/>
                </a:cubicBezTo>
                <a:cubicBezTo>
                  <a:pt x="115417" y="60903"/>
                  <a:pt x="115788" y="61426"/>
                  <a:pt x="116180" y="61383"/>
                </a:cubicBezTo>
                <a:cubicBezTo>
                  <a:pt x="116573" y="61339"/>
                  <a:pt x="116725" y="60925"/>
                  <a:pt x="117314" y="60816"/>
                </a:cubicBezTo>
                <a:cubicBezTo>
                  <a:pt x="117903" y="60707"/>
                  <a:pt x="117816" y="61077"/>
                  <a:pt x="118143" y="60816"/>
                </a:cubicBezTo>
                <a:cubicBezTo>
                  <a:pt x="118470" y="60554"/>
                  <a:pt x="118622" y="60205"/>
                  <a:pt x="118622" y="59965"/>
                </a:cubicBezTo>
                <a:cubicBezTo>
                  <a:pt x="118808" y="59671"/>
                  <a:pt x="119035" y="59407"/>
                  <a:pt x="119298" y="59180"/>
                </a:cubicBezTo>
                <a:cubicBezTo>
                  <a:pt x="119669" y="58919"/>
                  <a:pt x="120127" y="58679"/>
                  <a:pt x="120127" y="58330"/>
                </a:cubicBezTo>
                <a:cubicBezTo>
                  <a:pt x="120301" y="58169"/>
                  <a:pt x="120500" y="58036"/>
                  <a:pt x="120716" y="57938"/>
                </a:cubicBezTo>
                <a:cubicBezTo>
                  <a:pt x="121004" y="57826"/>
                  <a:pt x="121263" y="57656"/>
                  <a:pt x="121479" y="57436"/>
                </a:cubicBezTo>
                <a:cubicBezTo>
                  <a:pt x="121710" y="57166"/>
                  <a:pt x="121956" y="56910"/>
                  <a:pt x="122220" y="56673"/>
                </a:cubicBezTo>
                <a:cubicBezTo>
                  <a:pt x="122515" y="56533"/>
                  <a:pt x="122770" y="56324"/>
                  <a:pt x="122962" y="56062"/>
                </a:cubicBezTo>
                <a:cubicBezTo>
                  <a:pt x="123158" y="55779"/>
                  <a:pt x="123594" y="55583"/>
                  <a:pt x="123790" y="55255"/>
                </a:cubicBezTo>
                <a:cubicBezTo>
                  <a:pt x="123987" y="54928"/>
                  <a:pt x="124444" y="54776"/>
                  <a:pt x="124663" y="54361"/>
                </a:cubicBezTo>
                <a:cubicBezTo>
                  <a:pt x="124881" y="53947"/>
                  <a:pt x="125557" y="53903"/>
                  <a:pt x="125557" y="53446"/>
                </a:cubicBezTo>
                <a:cubicBezTo>
                  <a:pt x="126557" y="52290"/>
                  <a:pt x="127637" y="51206"/>
                  <a:pt x="128784" y="50197"/>
                </a:cubicBezTo>
                <a:cubicBezTo>
                  <a:pt x="129224" y="49671"/>
                  <a:pt x="129634" y="49117"/>
                  <a:pt x="130005" y="48539"/>
                </a:cubicBezTo>
                <a:cubicBezTo>
                  <a:pt x="130441" y="48169"/>
                  <a:pt x="130964" y="48103"/>
                  <a:pt x="131161" y="47907"/>
                </a:cubicBezTo>
                <a:cubicBezTo>
                  <a:pt x="131431" y="47508"/>
                  <a:pt x="131738" y="47137"/>
                  <a:pt x="132076" y="46795"/>
                </a:cubicBezTo>
                <a:cubicBezTo>
                  <a:pt x="132294" y="46533"/>
                  <a:pt x="132774" y="45988"/>
                  <a:pt x="133036" y="45748"/>
                </a:cubicBezTo>
                <a:lnTo>
                  <a:pt x="134213" y="44832"/>
                </a:lnTo>
                <a:cubicBezTo>
                  <a:pt x="134431" y="44702"/>
                  <a:pt x="135543" y="43895"/>
                  <a:pt x="135740" y="43742"/>
                </a:cubicBezTo>
                <a:cubicBezTo>
                  <a:pt x="136328" y="43459"/>
                  <a:pt x="136874" y="43677"/>
                  <a:pt x="136874" y="43459"/>
                </a:cubicBezTo>
                <a:cubicBezTo>
                  <a:pt x="137179" y="42826"/>
                  <a:pt x="137942" y="41365"/>
                  <a:pt x="137724" y="40907"/>
                </a:cubicBezTo>
                <a:cubicBezTo>
                  <a:pt x="137506" y="40450"/>
                  <a:pt x="137310" y="40101"/>
                  <a:pt x="137179" y="39883"/>
                </a:cubicBezTo>
                <a:cubicBezTo>
                  <a:pt x="136993" y="39689"/>
                  <a:pt x="136721" y="39606"/>
                  <a:pt x="136459" y="39665"/>
                </a:cubicBezTo>
                <a:cubicBezTo>
                  <a:pt x="135945" y="39830"/>
                  <a:pt x="135382" y="39734"/>
                  <a:pt x="134955" y="39403"/>
                </a:cubicBezTo>
                <a:cubicBezTo>
                  <a:pt x="134737" y="39228"/>
                  <a:pt x="134366" y="39468"/>
                  <a:pt x="133995" y="39621"/>
                </a:cubicBezTo>
                <a:cubicBezTo>
                  <a:pt x="133625" y="39774"/>
                  <a:pt x="133188" y="39621"/>
                  <a:pt x="132992" y="39774"/>
                </a:cubicBezTo>
                <a:cubicBezTo>
                  <a:pt x="132430" y="40234"/>
                  <a:pt x="131904" y="40735"/>
                  <a:pt x="131422" y="41278"/>
                </a:cubicBezTo>
                <a:cubicBezTo>
                  <a:pt x="131008" y="41758"/>
                  <a:pt x="128958" y="43655"/>
                  <a:pt x="128675" y="43938"/>
                </a:cubicBezTo>
                <a:cubicBezTo>
                  <a:pt x="128391" y="44222"/>
                  <a:pt x="128173" y="43851"/>
                  <a:pt x="128173" y="43502"/>
                </a:cubicBezTo>
                <a:cubicBezTo>
                  <a:pt x="128588" y="42565"/>
                  <a:pt x="128871" y="42499"/>
                  <a:pt x="128173" y="41322"/>
                </a:cubicBezTo>
                <a:cubicBezTo>
                  <a:pt x="127475" y="40144"/>
                  <a:pt x="126712" y="40297"/>
                  <a:pt x="126472" y="40144"/>
                </a:cubicBezTo>
                <a:cubicBezTo>
                  <a:pt x="126232" y="39992"/>
                  <a:pt x="125796" y="39337"/>
                  <a:pt x="125513" y="39228"/>
                </a:cubicBezTo>
                <a:close/>
                <a:moveTo>
                  <a:pt x="194516" y="33069"/>
                </a:moveTo>
                <a:cubicBezTo>
                  <a:pt x="194721" y="33076"/>
                  <a:pt x="194882" y="33246"/>
                  <a:pt x="194876" y="33451"/>
                </a:cubicBezTo>
                <a:cubicBezTo>
                  <a:pt x="194921" y="34033"/>
                  <a:pt x="194697" y="34604"/>
                  <a:pt x="194265" y="34999"/>
                </a:cubicBezTo>
                <a:cubicBezTo>
                  <a:pt x="193847" y="35128"/>
                  <a:pt x="193397" y="35128"/>
                  <a:pt x="192979" y="34999"/>
                </a:cubicBezTo>
                <a:cubicBezTo>
                  <a:pt x="192835" y="34796"/>
                  <a:pt x="192767" y="34550"/>
                  <a:pt x="192782" y="34301"/>
                </a:cubicBezTo>
                <a:cubicBezTo>
                  <a:pt x="192769" y="34020"/>
                  <a:pt x="192854" y="33743"/>
                  <a:pt x="193022" y="33516"/>
                </a:cubicBezTo>
                <a:cubicBezTo>
                  <a:pt x="193478" y="33340"/>
                  <a:pt x="193942" y="33194"/>
                  <a:pt x="194418" y="33080"/>
                </a:cubicBezTo>
                <a:cubicBezTo>
                  <a:pt x="194450" y="33071"/>
                  <a:pt x="194483" y="33069"/>
                  <a:pt x="194516" y="33069"/>
                </a:cubicBezTo>
                <a:close/>
                <a:moveTo>
                  <a:pt x="198496" y="31248"/>
                </a:moveTo>
                <a:cubicBezTo>
                  <a:pt x="198692" y="31096"/>
                  <a:pt x="199129" y="31008"/>
                  <a:pt x="199238" y="31401"/>
                </a:cubicBezTo>
                <a:cubicBezTo>
                  <a:pt x="199310" y="31708"/>
                  <a:pt x="199347" y="32022"/>
                  <a:pt x="199347" y="32338"/>
                </a:cubicBezTo>
                <a:cubicBezTo>
                  <a:pt x="199170" y="32871"/>
                  <a:pt x="198747" y="33283"/>
                  <a:pt x="198213" y="33451"/>
                </a:cubicBezTo>
                <a:cubicBezTo>
                  <a:pt x="198060" y="33516"/>
                  <a:pt x="197428" y="33145"/>
                  <a:pt x="197428" y="32905"/>
                </a:cubicBezTo>
                <a:cubicBezTo>
                  <a:pt x="197428" y="32666"/>
                  <a:pt x="196882" y="31793"/>
                  <a:pt x="197428" y="31772"/>
                </a:cubicBezTo>
                <a:cubicBezTo>
                  <a:pt x="197973" y="31750"/>
                  <a:pt x="198169" y="31401"/>
                  <a:pt x="198496" y="31248"/>
                </a:cubicBezTo>
                <a:close/>
                <a:moveTo>
                  <a:pt x="193328" y="28370"/>
                </a:moveTo>
                <a:cubicBezTo>
                  <a:pt x="194091" y="28087"/>
                  <a:pt x="194374" y="28566"/>
                  <a:pt x="194396" y="29286"/>
                </a:cubicBezTo>
                <a:cubicBezTo>
                  <a:pt x="194418" y="30005"/>
                  <a:pt x="193677" y="30289"/>
                  <a:pt x="193153" y="30834"/>
                </a:cubicBezTo>
                <a:cubicBezTo>
                  <a:pt x="192892" y="31096"/>
                  <a:pt x="192892" y="30834"/>
                  <a:pt x="192586" y="30594"/>
                </a:cubicBezTo>
                <a:cubicBezTo>
                  <a:pt x="192281" y="30354"/>
                  <a:pt x="192281" y="29766"/>
                  <a:pt x="192281" y="29395"/>
                </a:cubicBezTo>
                <a:cubicBezTo>
                  <a:pt x="192128" y="28544"/>
                  <a:pt x="193132" y="28719"/>
                  <a:pt x="193328" y="28370"/>
                </a:cubicBezTo>
                <a:close/>
                <a:moveTo>
                  <a:pt x="254601" y="27475"/>
                </a:moveTo>
                <a:cubicBezTo>
                  <a:pt x="253947" y="27628"/>
                  <a:pt x="253358" y="27519"/>
                  <a:pt x="253162" y="28195"/>
                </a:cubicBezTo>
                <a:cubicBezTo>
                  <a:pt x="253097" y="28435"/>
                  <a:pt x="252944" y="29307"/>
                  <a:pt x="252944" y="29569"/>
                </a:cubicBezTo>
                <a:cubicBezTo>
                  <a:pt x="252846" y="30050"/>
                  <a:pt x="252846" y="30548"/>
                  <a:pt x="252944" y="31030"/>
                </a:cubicBezTo>
                <a:cubicBezTo>
                  <a:pt x="253286" y="31627"/>
                  <a:pt x="253465" y="32303"/>
                  <a:pt x="253467" y="32992"/>
                </a:cubicBezTo>
                <a:cubicBezTo>
                  <a:pt x="253380" y="33668"/>
                  <a:pt x="253140" y="34257"/>
                  <a:pt x="253576" y="34562"/>
                </a:cubicBezTo>
                <a:cubicBezTo>
                  <a:pt x="254080" y="34798"/>
                  <a:pt x="254636" y="34896"/>
                  <a:pt x="255190" y="34845"/>
                </a:cubicBezTo>
                <a:cubicBezTo>
                  <a:pt x="255617" y="34819"/>
                  <a:pt x="256049" y="34819"/>
                  <a:pt x="256477" y="34845"/>
                </a:cubicBezTo>
                <a:cubicBezTo>
                  <a:pt x="256716" y="34998"/>
                  <a:pt x="256607" y="35565"/>
                  <a:pt x="256477" y="36045"/>
                </a:cubicBezTo>
                <a:cubicBezTo>
                  <a:pt x="256361" y="36538"/>
                  <a:pt x="256154" y="37004"/>
                  <a:pt x="255866" y="37419"/>
                </a:cubicBezTo>
                <a:cubicBezTo>
                  <a:pt x="255321" y="38291"/>
                  <a:pt x="254492" y="40777"/>
                  <a:pt x="252312" y="41082"/>
                </a:cubicBezTo>
                <a:cubicBezTo>
                  <a:pt x="251221" y="41213"/>
                  <a:pt x="249739" y="41605"/>
                  <a:pt x="248779" y="41605"/>
                </a:cubicBezTo>
                <a:cubicBezTo>
                  <a:pt x="248452" y="41605"/>
                  <a:pt x="247907" y="41605"/>
                  <a:pt x="247558" y="41605"/>
                </a:cubicBezTo>
                <a:cubicBezTo>
                  <a:pt x="246533" y="41692"/>
                  <a:pt x="244832" y="41976"/>
                  <a:pt x="244353" y="41976"/>
                </a:cubicBezTo>
                <a:cubicBezTo>
                  <a:pt x="243873" y="41976"/>
                  <a:pt x="243241" y="41496"/>
                  <a:pt x="242979" y="41496"/>
                </a:cubicBezTo>
                <a:cubicBezTo>
                  <a:pt x="242030" y="41494"/>
                  <a:pt x="241097" y="41743"/>
                  <a:pt x="240275" y="42216"/>
                </a:cubicBezTo>
                <a:cubicBezTo>
                  <a:pt x="240325" y="42737"/>
                  <a:pt x="240242" y="43262"/>
                  <a:pt x="240035" y="43742"/>
                </a:cubicBezTo>
                <a:lnTo>
                  <a:pt x="240035" y="43655"/>
                </a:lnTo>
                <a:cubicBezTo>
                  <a:pt x="239795" y="44069"/>
                  <a:pt x="239647" y="44529"/>
                  <a:pt x="239599" y="45007"/>
                </a:cubicBezTo>
                <a:cubicBezTo>
                  <a:pt x="240253" y="46054"/>
                  <a:pt x="241038" y="47515"/>
                  <a:pt x="241278" y="47624"/>
                </a:cubicBezTo>
                <a:cubicBezTo>
                  <a:pt x="241518" y="47733"/>
                  <a:pt x="245356" y="47057"/>
                  <a:pt x="247536" y="46882"/>
                </a:cubicBezTo>
                <a:cubicBezTo>
                  <a:pt x="249180" y="46764"/>
                  <a:pt x="250833" y="46830"/>
                  <a:pt x="252464" y="47078"/>
                </a:cubicBezTo>
                <a:cubicBezTo>
                  <a:pt x="253228" y="47209"/>
                  <a:pt x="254383" y="47711"/>
                  <a:pt x="255103" y="47798"/>
                </a:cubicBezTo>
                <a:cubicBezTo>
                  <a:pt x="255822" y="47885"/>
                  <a:pt x="257043" y="48038"/>
                  <a:pt x="257501" y="48038"/>
                </a:cubicBezTo>
                <a:cubicBezTo>
                  <a:pt x="258339" y="48044"/>
                  <a:pt x="259172" y="48184"/>
                  <a:pt x="259965" y="48452"/>
                </a:cubicBezTo>
                <a:cubicBezTo>
                  <a:pt x="260423" y="48627"/>
                  <a:pt x="261623" y="48757"/>
                  <a:pt x="262342" y="49041"/>
                </a:cubicBezTo>
                <a:cubicBezTo>
                  <a:pt x="263062" y="49324"/>
                  <a:pt x="264305" y="49760"/>
                  <a:pt x="264893" y="49913"/>
                </a:cubicBezTo>
                <a:cubicBezTo>
                  <a:pt x="265482" y="50066"/>
                  <a:pt x="265984" y="50044"/>
                  <a:pt x="266507" y="50175"/>
                </a:cubicBezTo>
                <a:cubicBezTo>
                  <a:pt x="267013" y="50364"/>
                  <a:pt x="267508" y="50585"/>
                  <a:pt x="267990" y="50829"/>
                </a:cubicBezTo>
                <a:cubicBezTo>
                  <a:pt x="268230" y="50894"/>
                  <a:pt x="268644" y="50916"/>
                  <a:pt x="269429" y="51091"/>
                </a:cubicBezTo>
                <a:cubicBezTo>
                  <a:pt x="269734" y="51156"/>
                  <a:pt x="270083" y="50785"/>
                  <a:pt x="270345" y="50524"/>
                </a:cubicBezTo>
                <a:cubicBezTo>
                  <a:pt x="270596" y="50316"/>
                  <a:pt x="270796" y="50055"/>
                  <a:pt x="270934" y="49760"/>
                </a:cubicBezTo>
                <a:cubicBezTo>
                  <a:pt x="270986" y="49575"/>
                  <a:pt x="270986" y="49379"/>
                  <a:pt x="270934" y="49193"/>
                </a:cubicBezTo>
                <a:cubicBezTo>
                  <a:pt x="270934" y="49150"/>
                  <a:pt x="270934" y="48910"/>
                  <a:pt x="270934" y="48801"/>
                </a:cubicBezTo>
                <a:cubicBezTo>
                  <a:pt x="270988" y="48461"/>
                  <a:pt x="270988" y="48116"/>
                  <a:pt x="270934" y="47776"/>
                </a:cubicBezTo>
                <a:cubicBezTo>
                  <a:pt x="270825" y="46926"/>
                  <a:pt x="270127" y="46577"/>
                  <a:pt x="269756" y="46228"/>
                </a:cubicBezTo>
                <a:cubicBezTo>
                  <a:pt x="269457" y="45907"/>
                  <a:pt x="269137" y="45609"/>
                  <a:pt x="268797" y="45334"/>
                </a:cubicBezTo>
                <a:cubicBezTo>
                  <a:pt x="268459" y="45107"/>
                  <a:pt x="268101" y="44909"/>
                  <a:pt x="267728" y="44745"/>
                </a:cubicBezTo>
                <a:cubicBezTo>
                  <a:pt x="267377" y="44667"/>
                  <a:pt x="267020" y="44617"/>
                  <a:pt x="266660" y="44593"/>
                </a:cubicBezTo>
                <a:cubicBezTo>
                  <a:pt x="266267" y="44593"/>
                  <a:pt x="265984" y="44876"/>
                  <a:pt x="265460" y="44745"/>
                </a:cubicBezTo>
                <a:cubicBezTo>
                  <a:pt x="264069" y="44348"/>
                  <a:pt x="262658" y="44037"/>
                  <a:pt x="261230" y="43808"/>
                </a:cubicBezTo>
                <a:cubicBezTo>
                  <a:pt x="260968" y="43437"/>
                  <a:pt x="261405" y="42521"/>
                  <a:pt x="261688" y="41431"/>
                </a:cubicBezTo>
                <a:cubicBezTo>
                  <a:pt x="261797" y="41125"/>
                  <a:pt x="261863" y="40733"/>
                  <a:pt x="262081" y="40580"/>
                </a:cubicBezTo>
                <a:cubicBezTo>
                  <a:pt x="262296" y="40364"/>
                  <a:pt x="262447" y="40092"/>
                  <a:pt x="262517" y="39795"/>
                </a:cubicBezTo>
                <a:cubicBezTo>
                  <a:pt x="262617" y="39503"/>
                  <a:pt x="262798" y="39246"/>
                  <a:pt x="263040" y="39054"/>
                </a:cubicBezTo>
                <a:cubicBezTo>
                  <a:pt x="263293" y="38856"/>
                  <a:pt x="263489" y="38592"/>
                  <a:pt x="263607" y="38291"/>
                </a:cubicBezTo>
                <a:cubicBezTo>
                  <a:pt x="263934" y="37070"/>
                  <a:pt x="263258" y="37266"/>
                  <a:pt x="263607" y="36241"/>
                </a:cubicBezTo>
                <a:cubicBezTo>
                  <a:pt x="263956" y="35216"/>
                  <a:pt x="265003" y="35434"/>
                  <a:pt x="266289" y="35216"/>
                </a:cubicBezTo>
                <a:cubicBezTo>
                  <a:pt x="266762" y="35157"/>
                  <a:pt x="267216" y="34994"/>
                  <a:pt x="267619" y="34736"/>
                </a:cubicBezTo>
                <a:cubicBezTo>
                  <a:pt x="268153" y="34329"/>
                  <a:pt x="268760" y="34023"/>
                  <a:pt x="269407" y="33842"/>
                </a:cubicBezTo>
                <a:cubicBezTo>
                  <a:pt x="270628" y="33385"/>
                  <a:pt x="271392" y="33581"/>
                  <a:pt x="271719" y="32578"/>
                </a:cubicBezTo>
                <a:cubicBezTo>
                  <a:pt x="271784" y="32425"/>
                  <a:pt x="271457" y="31989"/>
                  <a:pt x="271457" y="31706"/>
                </a:cubicBezTo>
                <a:cubicBezTo>
                  <a:pt x="271529" y="31309"/>
                  <a:pt x="271529" y="30903"/>
                  <a:pt x="271457" y="30506"/>
                </a:cubicBezTo>
                <a:cubicBezTo>
                  <a:pt x="271261" y="29961"/>
                  <a:pt x="270846" y="29612"/>
                  <a:pt x="270585" y="29067"/>
                </a:cubicBezTo>
                <a:cubicBezTo>
                  <a:pt x="270439" y="28771"/>
                  <a:pt x="270192" y="28539"/>
                  <a:pt x="269887" y="28413"/>
                </a:cubicBezTo>
                <a:cubicBezTo>
                  <a:pt x="269625" y="28413"/>
                  <a:pt x="269407" y="28566"/>
                  <a:pt x="268906" y="28413"/>
                </a:cubicBezTo>
                <a:cubicBezTo>
                  <a:pt x="268550" y="28280"/>
                  <a:pt x="268169" y="28234"/>
                  <a:pt x="267794" y="28282"/>
                </a:cubicBezTo>
                <a:cubicBezTo>
                  <a:pt x="266413" y="28659"/>
                  <a:pt x="264994" y="28880"/>
                  <a:pt x="263563" y="28936"/>
                </a:cubicBezTo>
                <a:lnTo>
                  <a:pt x="262887" y="28936"/>
                </a:lnTo>
                <a:lnTo>
                  <a:pt x="261928" y="28936"/>
                </a:lnTo>
                <a:cubicBezTo>
                  <a:pt x="260096" y="28893"/>
                  <a:pt x="256847" y="28522"/>
                  <a:pt x="256607" y="28522"/>
                </a:cubicBezTo>
                <a:cubicBezTo>
                  <a:pt x="255975" y="28260"/>
                  <a:pt x="254863" y="27475"/>
                  <a:pt x="254601" y="27475"/>
                </a:cubicBezTo>
                <a:close/>
                <a:moveTo>
                  <a:pt x="185522" y="25971"/>
                </a:moveTo>
                <a:cubicBezTo>
                  <a:pt x="185173" y="26232"/>
                  <a:pt x="184780" y="26341"/>
                  <a:pt x="183799" y="26341"/>
                </a:cubicBezTo>
                <a:cubicBezTo>
                  <a:pt x="181880" y="26516"/>
                  <a:pt x="179961" y="29045"/>
                  <a:pt x="178086" y="30136"/>
                </a:cubicBezTo>
                <a:cubicBezTo>
                  <a:pt x="177630" y="30286"/>
                  <a:pt x="177164" y="30402"/>
                  <a:pt x="176690" y="30484"/>
                </a:cubicBezTo>
                <a:cubicBezTo>
                  <a:pt x="176298" y="30659"/>
                  <a:pt x="175796" y="30986"/>
                  <a:pt x="175709" y="31291"/>
                </a:cubicBezTo>
                <a:cubicBezTo>
                  <a:pt x="175622" y="31597"/>
                  <a:pt x="175665" y="31945"/>
                  <a:pt x="175317" y="32142"/>
                </a:cubicBezTo>
                <a:cubicBezTo>
                  <a:pt x="174968" y="32338"/>
                  <a:pt x="174684" y="32382"/>
                  <a:pt x="174706" y="32643"/>
                </a:cubicBezTo>
                <a:cubicBezTo>
                  <a:pt x="174728" y="32905"/>
                  <a:pt x="174924" y="33995"/>
                  <a:pt x="175251" y="34060"/>
                </a:cubicBezTo>
                <a:cubicBezTo>
                  <a:pt x="175578" y="34126"/>
                  <a:pt x="175818" y="34060"/>
                  <a:pt x="175949" y="34388"/>
                </a:cubicBezTo>
                <a:cubicBezTo>
                  <a:pt x="176080" y="34715"/>
                  <a:pt x="176516" y="35129"/>
                  <a:pt x="176843" y="35129"/>
                </a:cubicBezTo>
                <a:cubicBezTo>
                  <a:pt x="177281" y="35168"/>
                  <a:pt x="177715" y="35264"/>
                  <a:pt x="178129" y="35412"/>
                </a:cubicBezTo>
                <a:cubicBezTo>
                  <a:pt x="178544" y="35521"/>
                  <a:pt x="179307" y="35565"/>
                  <a:pt x="179307" y="36241"/>
                </a:cubicBezTo>
                <a:cubicBezTo>
                  <a:pt x="179307" y="36917"/>
                  <a:pt x="179547" y="37898"/>
                  <a:pt x="179307" y="38422"/>
                </a:cubicBezTo>
                <a:cubicBezTo>
                  <a:pt x="179067" y="38945"/>
                  <a:pt x="178391" y="39708"/>
                  <a:pt x="178129" y="39708"/>
                </a:cubicBezTo>
                <a:cubicBezTo>
                  <a:pt x="177868" y="39708"/>
                  <a:pt x="177410" y="39708"/>
                  <a:pt x="177148" y="39708"/>
                </a:cubicBezTo>
                <a:cubicBezTo>
                  <a:pt x="176383" y="39872"/>
                  <a:pt x="175864" y="40587"/>
                  <a:pt x="175949" y="41365"/>
                </a:cubicBezTo>
                <a:cubicBezTo>
                  <a:pt x="176014" y="41889"/>
                  <a:pt x="177039" y="42805"/>
                  <a:pt x="177039" y="42805"/>
                </a:cubicBezTo>
                <a:lnTo>
                  <a:pt x="177559" y="43404"/>
                </a:lnTo>
                <a:lnTo>
                  <a:pt x="177933" y="44113"/>
                </a:lnTo>
                <a:cubicBezTo>
                  <a:pt x="178064" y="44418"/>
                  <a:pt x="177933" y="44745"/>
                  <a:pt x="177933" y="45181"/>
                </a:cubicBezTo>
                <a:cubicBezTo>
                  <a:pt x="177977" y="45456"/>
                  <a:pt x="177977" y="45735"/>
                  <a:pt x="177933" y="46010"/>
                </a:cubicBezTo>
                <a:cubicBezTo>
                  <a:pt x="177809" y="46392"/>
                  <a:pt x="177573" y="46725"/>
                  <a:pt x="177257" y="46969"/>
                </a:cubicBezTo>
                <a:cubicBezTo>
                  <a:pt x="177039" y="47144"/>
                  <a:pt x="176472" y="47842"/>
                  <a:pt x="176254" y="47951"/>
                </a:cubicBezTo>
                <a:cubicBezTo>
                  <a:pt x="175410" y="48415"/>
                  <a:pt x="174789" y="49202"/>
                  <a:pt x="174532" y="50131"/>
                </a:cubicBezTo>
                <a:cubicBezTo>
                  <a:pt x="174612" y="50820"/>
                  <a:pt x="174826" y="51487"/>
                  <a:pt x="175164" y="52094"/>
                </a:cubicBezTo>
                <a:cubicBezTo>
                  <a:pt x="175413" y="52477"/>
                  <a:pt x="175731" y="52809"/>
                  <a:pt x="176102" y="53075"/>
                </a:cubicBezTo>
                <a:cubicBezTo>
                  <a:pt x="176450" y="53380"/>
                  <a:pt x="176341" y="54100"/>
                  <a:pt x="176778" y="54100"/>
                </a:cubicBezTo>
                <a:cubicBezTo>
                  <a:pt x="177218" y="54119"/>
                  <a:pt x="177656" y="54178"/>
                  <a:pt x="178086" y="54274"/>
                </a:cubicBezTo>
                <a:cubicBezTo>
                  <a:pt x="178391" y="54427"/>
                  <a:pt x="178980" y="54122"/>
                  <a:pt x="178980" y="54122"/>
                </a:cubicBezTo>
                <a:cubicBezTo>
                  <a:pt x="179460" y="53947"/>
                  <a:pt x="179961" y="52682"/>
                  <a:pt x="180921" y="51941"/>
                </a:cubicBezTo>
                <a:cubicBezTo>
                  <a:pt x="181880" y="51200"/>
                  <a:pt x="184017" y="49978"/>
                  <a:pt x="185151" y="49019"/>
                </a:cubicBezTo>
                <a:cubicBezTo>
                  <a:pt x="186446" y="48190"/>
                  <a:pt x="187296" y="46819"/>
                  <a:pt x="187462" y="45290"/>
                </a:cubicBezTo>
                <a:cubicBezTo>
                  <a:pt x="187397" y="44909"/>
                  <a:pt x="187240" y="44551"/>
                  <a:pt x="187004" y="44244"/>
                </a:cubicBezTo>
                <a:cubicBezTo>
                  <a:pt x="186701" y="43982"/>
                  <a:pt x="186330" y="43808"/>
                  <a:pt x="185936" y="43742"/>
                </a:cubicBezTo>
                <a:lnTo>
                  <a:pt x="184846" y="43895"/>
                </a:lnTo>
                <a:cubicBezTo>
                  <a:pt x="184693" y="43851"/>
                  <a:pt x="184540" y="43044"/>
                  <a:pt x="184540" y="42805"/>
                </a:cubicBezTo>
                <a:cubicBezTo>
                  <a:pt x="185144" y="41572"/>
                  <a:pt x="186006" y="40487"/>
                  <a:pt x="187070" y="39621"/>
                </a:cubicBezTo>
                <a:cubicBezTo>
                  <a:pt x="187201" y="39490"/>
                  <a:pt x="187222" y="39446"/>
                  <a:pt x="187201" y="39010"/>
                </a:cubicBezTo>
                <a:cubicBezTo>
                  <a:pt x="187179" y="38574"/>
                  <a:pt x="186983" y="38465"/>
                  <a:pt x="186394" y="37658"/>
                </a:cubicBezTo>
                <a:cubicBezTo>
                  <a:pt x="186089" y="37222"/>
                  <a:pt x="186263" y="36786"/>
                  <a:pt x="185936" y="36786"/>
                </a:cubicBezTo>
                <a:cubicBezTo>
                  <a:pt x="185609" y="36786"/>
                  <a:pt x="185238" y="37222"/>
                  <a:pt x="184955" y="36961"/>
                </a:cubicBezTo>
                <a:cubicBezTo>
                  <a:pt x="184671" y="36699"/>
                  <a:pt x="184671" y="35936"/>
                  <a:pt x="184671" y="35674"/>
                </a:cubicBezTo>
                <a:cubicBezTo>
                  <a:pt x="184423" y="35072"/>
                  <a:pt x="184383" y="34403"/>
                  <a:pt x="184562" y="33777"/>
                </a:cubicBezTo>
                <a:cubicBezTo>
                  <a:pt x="184944" y="33114"/>
                  <a:pt x="185373" y="32480"/>
                  <a:pt x="185849" y="31880"/>
                </a:cubicBezTo>
                <a:cubicBezTo>
                  <a:pt x="186307" y="31335"/>
                  <a:pt x="186590" y="30964"/>
                  <a:pt x="186590" y="30550"/>
                </a:cubicBezTo>
                <a:cubicBezTo>
                  <a:pt x="186437" y="29590"/>
                  <a:pt x="186852" y="29242"/>
                  <a:pt x="186852" y="28805"/>
                </a:cubicBezTo>
                <a:cubicBezTo>
                  <a:pt x="186852" y="28369"/>
                  <a:pt x="187113" y="27737"/>
                  <a:pt x="186852" y="27279"/>
                </a:cubicBezTo>
                <a:cubicBezTo>
                  <a:pt x="186590" y="26821"/>
                  <a:pt x="185870" y="25709"/>
                  <a:pt x="185522" y="25971"/>
                </a:cubicBezTo>
                <a:close/>
                <a:moveTo>
                  <a:pt x="200022" y="25622"/>
                </a:moveTo>
                <a:cubicBezTo>
                  <a:pt x="200153" y="25710"/>
                  <a:pt x="200284" y="26429"/>
                  <a:pt x="200284" y="26691"/>
                </a:cubicBezTo>
                <a:cubicBezTo>
                  <a:pt x="200188" y="27297"/>
                  <a:pt x="199896" y="27855"/>
                  <a:pt x="199455" y="28283"/>
                </a:cubicBezTo>
                <a:cubicBezTo>
                  <a:pt x="198960" y="28424"/>
                  <a:pt x="198441" y="28468"/>
                  <a:pt x="197929" y="28413"/>
                </a:cubicBezTo>
                <a:cubicBezTo>
                  <a:pt x="197471" y="28304"/>
                  <a:pt x="197362" y="27563"/>
                  <a:pt x="197340" y="27127"/>
                </a:cubicBezTo>
                <a:cubicBezTo>
                  <a:pt x="197297" y="26298"/>
                  <a:pt x="198997" y="26102"/>
                  <a:pt x="200022" y="25622"/>
                </a:cubicBezTo>
                <a:close/>
                <a:moveTo>
                  <a:pt x="201134" y="21282"/>
                </a:moveTo>
                <a:cubicBezTo>
                  <a:pt x="199327" y="22050"/>
                  <a:pt x="197558" y="22909"/>
                  <a:pt x="195836" y="23856"/>
                </a:cubicBezTo>
                <a:cubicBezTo>
                  <a:pt x="195378" y="24074"/>
                  <a:pt x="194876" y="23877"/>
                  <a:pt x="194026" y="24292"/>
                </a:cubicBezTo>
                <a:cubicBezTo>
                  <a:pt x="193175" y="24706"/>
                  <a:pt x="192630" y="25164"/>
                  <a:pt x="191845" y="25578"/>
                </a:cubicBezTo>
                <a:cubicBezTo>
                  <a:pt x="191583" y="25731"/>
                  <a:pt x="190711" y="26102"/>
                  <a:pt x="190537" y="26211"/>
                </a:cubicBezTo>
                <a:cubicBezTo>
                  <a:pt x="190212" y="26354"/>
                  <a:pt x="189865" y="26442"/>
                  <a:pt x="189512" y="26472"/>
                </a:cubicBezTo>
                <a:cubicBezTo>
                  <a:pt x="188923" y="26538"/>
                  <a:pt x="188727" y="25883"/>
                  <a:pt x="188313" y="25949"/>
                </a:cubicBezTo>
                <a:cubicBezTo>
                  <a:pt x="187898" y="26014"/>
                  <a:pt x="187528" y="27061"/>
                  <a:pt x="187702" y="27824"/>
                </a:cubicBezTo>
                <a:cubicBezTo>
                  <a:pt x="187761" y="28426"/>
                  <a:pt x="187761" y="29032"/>
                  <a:pt x="187702" y="29634"/>
                </a:cubicBezTo>
                <a:lnTo>
                  <a:pt x="187637" y="29547"/>
                </a:lnTo>
                <a:cubicBezTo>
                  <a:pt x="187611" y="29948"/>
                  <a:pt x="187632" y="30351"/>
                  <a:pt x="187702" y="30746"/>
                </a:cubicBezTo>
                <a:cubicBezTo>
                  <a:pt x="187811" y="31313"/>
                  <a:pt x="188291" y="31727"/>
                  <a:pt x="188291" y="32033"/>
                </a:cubicBezTo>
                <a:cubicBezTo>
                  <a:pt x="188419" y="33092"/>
                  <a:pt x="188675" y="34132"/>
                  <a:pt x="189054" y="35129"/>
                </a:cubicBezTo>
                <a:cubicBezTo>
                  <a:pt x="189207" y="35609"/>
                  <a:pt x="188662" y="36350"/>
                  <a:pt x="188662" y="37157"/>
                </a:cubicBezTo>
                <a:cubicBezTo>
                  <a:pt x="188749" y="37602"/>
                  <a:pt x="188928" y="38025"/>
                  <a:pt x="189185" y="38400"/>
                </a:cubicBezTo>
                <a:cubicBezTo>
                  <a:pt x="189294" y="38574"/>
                  <a:pt x="189970" y="38749"/>
                  <a:pt x="189970" y="39468"/>
                </a:cubicBezTo>
                <a:cubicBezTo>
                  <a:pt x="189970" y="39730"/>
                  <a:pt x="190210" y="40013"/>
                  <a:pt x="190340" y="40231"/>
                </a:cubicBezTo>
                <a:cubicBezTo>
                  <a:pt x="190471" y="40450"/>
                  <a:pt x="190450" y="40711"/>
                  <a:pt x="190755" y="40711"/>
                </a:cubicBezTo>
                <a:cubicBezTo>
                  <a:pt x="190995" y="40744"/>
                  <a:pt x="191235" y="40744"/>
                  <a:pt x="191474" y="40711"/>
                </a:cubicBezTo>
                <a:cubicBezTo>
                  <a:pt x="191736" y="40668"/>
                  <a:pt x="192129" y="40406"/>
                  <a:pt x="192303" y="40406"/>
                </a:cubicBezTo>
                <a:cubicBezTo>
                  <a:pt x="192610" y="40288"/>
                  <a:pt x="192909" y="40151"/>
                  <a:pt x="193197" y="39992"/>
                </a:cubicBezTo>
                <a:cubicBezTo>
                  <a:pt x="193546" y="39730"/>
                  <a:pt x="193938" y="39665"/>
                  <a:pt x="193938" y="39992"/>
                </a:cubicBezTo>
                <a:cubicBezTo>
                  <a:pt x="194000" y="40397"/>
                  <a:pt x="194000" y="40807"/>
                  <a:pt x="193938" y="41213"/>
                </a:cubicBezTo>
                <a:cubicBezTo>
                  <a:pt x="193834" y="41435"/>
                  <a:pt x="193666" y="41625"/>
                  <a:pt x="193459" y="41758"/>
                </a:cubicBezTo>
                <a:cubicBezTo>
                  <a:pt x="193280" y="41834"/>
                  <a:pt x="193086" y="41871"/>
                  <a:pt x="192892" y="41867"/>
                </a:cubicBezTo>
                <a:cubicBezTo>
                  <a:pt x="192630" y="41910"/>
                  <a:pt x="192543" y="42020"/>
                  <a:pt x="192281" y="42063"/>
                </a:cubicBezTo>
                <a:cubicBezTo>
                  <a:pt x="192020" y="42107"/>
                  <a:pt x="192150" y="41889"/>
                  <a:pt x="191693" y="41954"/>
                </a:cubicBezTo>
                <a:cubicBezTo>
                  <a:pt x="191235" y="42020"/>
                  <a:pt x="191235" y="42281"/>
                  <a:pt x="191235" y="42783"/>
                </a:cubicBezTo>
                <a:cubicBezTo>
                  <a:pt x="191235" y="43284"/>
                  <a:pt x="191235" y="43611"/>
                  <a:pt x="191235" y="43808"/>
                </a:cubicBezTo>
                <a:cubicBezTo>
                  <a:pt x="191235" y="44004"/>
                  <a:pt x="191104" y="44353"/>
                  <a:pt x="191235" y="44658"/>
                </a:cubicBezTo>
                <a:cubicBezTo>
                  <a:pt x="191365" y="44963"/>
                  <a:pt x="191627" y="44963"/>
                  <a:pt x="192150" y="44963"/>
                </a:cubicBezTo>
                <a:cubicBezTo>
                  <a:pt x="192478" y="45105"/>
                  <a:pt x="192848" y="45105"/>
                  <a:pt x="193175" y="44963"/>
                </a:cubicBezTo>
                <a:cubicBezTo>
                  <a:pt x="193371" y="44920"/>
                  <a:pt x="193938" y="45116"/>
                  <a:pt x="193677" y="45617"/>
                </a:cubicBezTo>
                <a:cubicBezTo>
                  <a:pt x="192868" y="46047"/>
                  <a:pt x="192089" y="46527"/>
                  <a:pt x="191344" y="47057"/>
                </a:cubicBezTo>
                <a:cubicBezTo>
                  <a:pt x="190766" y="47443"/>
                  <a:pt x="190142" y="47757"/>
                  <a:pt x="189490" y="47994"/>
                </a:cubicBezTo>
                <a:cubicBezTo>
                  <a:pt x="189119" y="48103"/>
                  <a:pt x="189032" y="47776"/>
                  <a:pt x="188771" y="47776"/>
                </a:cubicBezTo>
                <a:cubicBezTo>
                  <a:pt x="188509" y="47776"/>
                  <a:pt x="188291" y="48278"/>
                  <a:pt x="188291" y="48278"/>
                </a:cubicBezTo>
                <a:cubicBezTo>
                  <a:pt x="188034" y="48579"/>
                  <a:pt x="187916" y="48975"/>
                  <a:pt x="187964" y="49368"/>
                </a:cubicBezTo>
                <a:cubicBezTo>
                  <a:pt x="187964" y="49564"/>
                  <a:pt x="187964" y="50000"/>
                  <a:pt x="187964" y="50262"/>
                </a:cubicBezTo>
                <a:cubicBezTo>
                  <a:pt x="188007" y="51156"/>
                  <a:pt x="188465" y="51592"/>
                  <a:pt x="188553" y="52137"/>
                </a:cubicBezTo>
                <a:cubicBezTo>
                  <a:pt x="188640" y="52682"/>
                  <a:pt x="189686" y="52791"/>
                  <a:pt x="190101" y="52682"/>
                </a:cubicBezTo>
                <a:cubicBezTo>
                  <a:pt x="190857" y="52416"/>
                  <a:pt x="191588" y="52081"/>
                  <a:pt x="192281" y="51679"/>
                </a:cubicBezTo>
                <a:cubicBezTo>
                  <a:pt x="193025" y="51570"/>
                  <a:pt x="193755" y="51387"/>
                  <a:pt x="194462" y="51134"/>
                </a:cubicBezTo>
                <a:cubicBezTo>
                  <a:pt x="195127" y="50737"/>
                  <a:pt x="195873" y="50493"/>
                  <a:pt x="196642" y="50415"/>
                </a:cubicBezTo>
                <a:cubicBezTo>
                  <a:pt x="197233" y="50288"/>
                  <a:pt x="197809" y="50105"/>
                  <a:pt x="198365" y="49869"/>
                </a:cubicBezTo>
                <a:cubicBezTo>
                  <a:pt x="198867" y="49695"/>
                  <a:pt x="199385" y="49571"/>
                  <a:pt x="199913" y="49499"/>
                </a:cubicBezTo>
                <a:cubicBezTo>
                  <a:pt x="200519" y="49499"/>
                  <a:pt x="201126" y="49449"/>
                  <a:pt x="201723" y="49346"/>
                </a:cubicBezTo>
                <a:cubicBezTo>
                  <a:pt x="201985" y="49259"/>
                  <a:pt x="203140" y="49128"/>
                  <a:pt x="204994" y="48757"/>
                </a:cubicBezTo>
                <a:cubicBezTo>
                  <a:pt x="206847" y="48387"/>
                  <a:pt x="206542" y="48757"/>
                  <a:pt x="207065" y="48757"/>
                </a:cubicBezTo>
                <a:cubicBezTo>
                  <a:pt x="208308" y="48474"/>
                  <a:pt x="209006" y="46730"/>
                  <a:pt x="208810" y="45290"/>
                </a:cubicBezTo>
                <a:cubicBezTo>
                  <a:pt x="208657" y="44265"/>
                  <a:pt x="207720" y="43829"/>
                  <a:pt x="207327" y="43502"/>
                </a:cubicBezTo>
                <a:cubicBezTo>
                  <a:pt x="206935" y="43175"/>
                  <a:pt x="206324" y="43786"/>
                  <a:pt x="205844" y="43742"/>
                </a:cubicBezTo>
                <a:cubicBezTo>
                  <a:pt x="205364" y="43699"/>
                  <a:pt x="204492" y="44331"/>
                  <a:pt x="204165" y="44331"/>
                </a:cubicBezTo>
                <a:cubicBezTo>
                  <a:pt x="203703" y="44401"/>
                  <a:pt x="203236" y="44444"/>
                  <a:pt x="202770" y="44462"/>
                </a:cubicBezTo>
                <a:cubicBezTo>
                  <a:pt x="202164" y="44634"/>
                  <a:pt x="201566" y="44839"/>
                  <a:pt x="200982" y="45072"/>
                </a:cubicBezTo>
                <a:cubicBezTo>
                  <a:pt x="200720" y="45116"/>
                  <a:pt x="200240" y="45116"/>
                  <a:pt x="200240" y="44636"/>
                </a:cubicBezTo>
                <a:cubicBezTo>
                  <a:pt x="200214" y="44316"/>
                  <a:pt x="200325" y="43997"/>
                  <a:pt x="200546" y="43764"/>
                </a:cubicBezTo>
                <a:cubicBezTo>
                  <a:pt x="200938" y="43437"/>
                  <a:pt x="201592" y="43284"/>
                  <a:pt x="201876" y="43066"/>
                </a:cubicBezTo>
                <a:cubicBezTo>
                  <a:pt x="202273" y="42770"/>
                  <a:pt x="202630" y="42425"/>
                  <a:pt x="202944" y="42041"/>
                </a:cubicBezTo>
                <a:cubicBezTo>
                  <a:pt x="203064" y="41821"/>
                  <a:pt x="203110" y="41570"/>
                  <a:pt x="203075" y="41322"/>
                </a:cubicBezTo>
                <a:cubicBezTo>
                  <a:pt x="202768" y="40816"/>
                  <a:pt x="202567" y="40251"/>
                  <a:pt x="202486" y="39665"/>
                </a:cubicBezTo>
                <a:cubicBezTo>
                  <a:pt x="202432" y="39359"/>
                  <a:pt x="202166" y="39137"/>
                  <a:pt x="201854" y="39141"/>
                </a:cubicBezTo>
                <a:cubicBezTo>
                  <a:pt x="201381" y="39111"/>
                  <a:pt x="200914" y="39030"/>
                  <a:pt x="200458" y="38901"/>
                </a:cubicBezTo>
                <a:cubicBezTo>
                  <a:pt x="200109" y="38858"/>
                  <a:pt x="199695" y="39250"/>
                  <a:pt x="199564" y="39490"/>
                </a:cubicBezTo>
                <a:cubicBezTo>
                  <a:pt x="199433" y="39730"/>
                  <a:pt x="198779" y="40253"/>
                  <a:pt x="198387" y="39861"/>
                </a:cubicBezTo>
                <a:cubicBezTo>
                  <a:pt x="198167" y="39494"/>
                  <a:pt x="198103" y="39054"/>
                  <a:pt x="198212" y="38640"/>
                </a:cubicBezTo>
                <a:cubicBezTo>
                  <a:pt x="198365" y="38160"/>
                  <a:pt x="199455" y="38291"/>
                  <a:pt x="199717" y="37942"/>
                </a:cubicBezTo>
                <a:cubicBezTo>
                  <a:pt x="199979" y="37593"/>
                  <a:pt x="200611" y="37593"/>
                  <a:pt x="200742" y="37440"/>
                </a:cubicBezTo>
                <a:cubicBezTo>
                  <a:pt x="201036" y="37222"/>
                  <a:pt x="201416" y="37159"/>
                  <a:pt x="201767" y="37266"/>
                </a:cubicBezTo>
                <a:cubicBezTo>
                  <a:pt x="202007" y="37353"/>
                  <a:pt x="202464" y="36634"/>
                  <a:pt x="202464" y="36328"/>
                </a:cubicBezTo>
                <a:cubicBezTo>
                  <a:pt x="202900" y="34300"/>
                  <a:pt x="203642" y="32818"/>
                  <a:pt x="204231" y="30768"/>
                </a:cubicBezTo>
                <a:cubicBezTo>
                  <a:pt x="204318" y="30463"/>
                  <a:pt x="205168" y="29656"/>
                  <a:pt x="205168" y="29329"/>
                </a:cubicBezTo>
                <a:cubicBezTo>
                  <a:pt x="205367" y="28513"/>
                  <a:pt x="205659" y="27722"/>
                  <a:pt x="206040" y="26974"/>
                </a:cubicBezTo>
                <a:cubicBezTo>
                  <a:pt x="206241" y="26529"/>
                  <a:pt x="206287" y="26030"/>
                  <a:pt x="206171" y="25556"/>
                </a:cubicBezTo>
                <a:cubicBezTo>
                  <a:pt x="206149" y="25382"/>
                  <a:pt x="206673" y="24488"/>
                  <a:pt x="206673" y="23986"/>
                </a:cubicBezTo>
                <a:cubicBezTo>
                  <a:pt x="206498" y="23337"/>
                  <a:pt x="206106" y="22767"/>
                  <a:pt x="205561" y="22373"/>
                </a:cubicBezTo>
                <a:cubicBezTo>
                  <a:pt x="205364" y="22242"/>
                  <a:pt x="205168" y="21522"/>
                  <a:pt x="204994" y="21413"/>
                </a:cubicBezTo>
                <a:cubicBezTo>
                  <a:pt x="204154" y="21341"/>
                  <a:pt x="203308" y="21400"/>
                  <a:pt x="202486" y="21588"/>
                </a:cubicBezTo>
                <a:cubicBezTo>
                  <a:pt x="202072" y="21631"/>
                  <a:pt x="201636" y="21282"/>
                  <a:pt x="201134" y="21282"/>
                </a:cubicBezTo>
                <a:close/>
                <a:moveTo>
                  <a:pt x="221282" y="7850"/>
                </a:moveTo>
                <a:cubicBezTo>
                  <a:pt x="339124" y="7898"/>
                  <a:pt x="434627" y="103441"/>
                  <a:pt x="434627" y="221282"/>
                </a:cubicBezTo>
                <a:cubicBezTo>
                  <a:pt x="434627" y="221311"/>
                  <a:pt x="434627" y="221341"/>
                  <a:pt x="434627" y="221369"/>
                </a:cubicBezTo>
                <a:cubicBezTo>
                  <a:pt x="434579" y="339245"/>
                  <a:pt x="338984" y="434762"/>
                  <a:pt x="221108" y="434714"/>
                </a:cubicBezTo>
                <a:cubicBezTo>
                  <a:pt x="103232" y="434666"/>
                  <a:pt x="7715" y="339071"/>
                  <a:pt x="7763" y="221195"/>
                </a:cubicBezTo>
                <a:cubicBezTo>
                  <a:pt x="7811" y="103319"/>
                  <a:pt x="103406" y="7802"/>
                  <a:pt x="221282" y="7850"/>
                </a:cubicBezTo>
                <a:close/>
                <a:moveTo>
                  <a:pt x="221282" y="4950"/>
                </a:moveTo>
                <a:cubicBezTo>
                  <a:pt x="101806" y="4950"/>
                  <a:pt x="4950" y="101806"/>
                  <a:pt x="4950" y="221282"/>
                </a:cubicBezTo>
                <a:cubicBezTo>
                  <a:pt x="4950" y="340759"/>
                  <a:pt x="101806" y="437614"/>
                  <a:pt x="221282" y="437614"/>
                </a:cubicBezTo>
                <a:cubicBezTo>
                  <a:pt x="340700" y="437470"/>
                  <a:pt x="437470" y="340700"/>
                  <a:pt x="437614" y="221282"/>
                </a:cubicBezTo>
                <a:cubicBezTo>
                  <a:pt x="437614" y="101806"/>
                  <a:pt x="340759" y="4950"/>
                  <a:pt x="221282" y="4950"/>
                </a:cubicBezTo>
                <a:close/>
                <a:moveTo>
                  <a:pt x="221282" y="0"/>
                </a:moveTo>
                <a:cubicBezTo>
                  <a:pt x="343432" y="144"/>
                  <a:pt x="442420" y="99132"/>
                  <a:pt x="442564" y="221282"/>
                </a:cubicBezTo>
                <a:cubicBezTo>
                  <a:pt x="442564" y="343493"/>
                  <a:pt x="343493" y="442564"/>
                  <a:pt x="221282" y="442564"/>
                </a:cubicBezTo>
                <a:cubicBezTo>
                  <a:pt x="99071" y="442564"/>
                  <a:pt x="0" y="343493"/>
                  <a:pt x="0" y="221282"/>
                </a:cubicBezTo>
                <a:cubicBezTo>
                  <a:pt x="0" y="99071"/>
                  <a:pt x="99071" y="0"/>
                  <a:pt x="221282" y="0"/>
                </a:cubicBezTo>
                <a:close/>
              </a:path>
            </a:pathLst>
          </a:custGeom>
          <a:solidFill>
            <a:schemeClr val="bg1"/>
          </a:solidFill>
          <a:ln w="21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39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 userDrawn="1"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A85F3802-8B2D-4B9F-8F11-F56846F9E3C6}"/>
              </a:ext>
            </a:extLst>
          </p:cNvPr>
          <p:cNvGrpSpPr/>
          <p:nvPr userDrawn="1"/>
        </p:nvGrpSpPr>
        <p:grpSpPr>
          <a:xfrm>
            <a:off x="571944" y="6385053"/>
            <a:ext cx="2494917" cy="307427"/>
            <a:chOff x="650975" y="5882279"/>
            <a:chExt cx="3328166" cy="410101"/>
          </a:xfrm>
          <a:solidFill>
            <a:schemeClr val="bg1">
              <a:lumMod val="65000"/>
            </a:schemeClr>
          </a:solidFill>
        </p:grpSpPr>
        <p:grpSp>
          <p:nvGrpSpPr>
            <p:cNvPr id="216" name="组合 215">
              <a:extLst>
                <a:ext uri="{FF2B5EF4-FFF2-40B4-BE49-F238E27FC236}">
                  <a16:creationId xmlns:a16="http://schemas.microsoft.com/office/drawing/2014/main" id="{0A3C2CFD-B236-427F-8C45-5C118E8E8E39}"/>
                </a:ext>
              </a:extLst>
            </p:cNvPr>
            <p:cNvGrpSpPr/>
            <p:nvPr/>
          </p:nvGrpSpPr>
          <p:grpSpPr>
            <a:xfrm>
              <a:off x="2581367" y="5885220"/>
              <a:ext cx="322098" cy="404221"/>
              <a:chOff x="2450389" y="5885095"/>
              <a:chExt cx="371863" cy="466673"/>
            </a:xfrm>
            <a:grpFill/>
          </p:grpSpPr>
          <p:sp>
            <p:nvSpPr>
              <p:cNvPr id="237" name="任意多边形: 形状 236">
                <a:extLst>
                  <a:ext uri="{FF2B5EF4-FFF2-40B4-BE49-F238E27FC236}">
                    <a16:creationId xmlns:a16="http://schemas.microsoft.com/office/drawing/2014/main" id="{5B6B4A3E-5BBD-44F3-AC13-21EB1214247F}"/>
                  </a:ext>
                </a:extLst>
              </p:cNvPr>
              <p:cNvSpPr/>
              <p:nvPr/>
            </p:nvSpPr>
            <p:spPr>
              <a:xfrm>
                <a:off x="2450389" y="5885095"/>
                <a:ext cx="371863" cy="306919"/>
              </a:xfrm>
              <a:custGeom>
                <a:avLst/>
                <a:gdLst>
                  <a:gd name="connsiteX0" fmla="*/ 97477 w 371863"/>
                  <a:gd name="connsiteY0" fmla="*/ 42876 h 306919"/>
                  <a:gd name="connsiteX1" fmla="*/ 100327 w 371863"/>
                  <a:gd name="connsiteY1" fmla="*/ 31744 h 306919"/>
                  <a:gd name="connsiteX2" fmla="*/ 115644 w 371863"/>
                  <a:gd name="connsiteY2" fmla="*/ 30052 h 306919"/>
                  <a:gd name="connsiteX3" fmla="*/ 130962 w 371863"/>
                  <a:gd name="connsiteY3" fmla="*/ 47863 h 306919"/>
                  <a:gd name="connsiteX4" fmla="*/ 145478 w 371863"/>
                  <a:gd name="connsiteY4" fmla="*/ 37889 h 306919"/>
                  <a:gd name="connsiteX5" fmla="*/ 176915 w 371863"/>
                  <a:gd name="connsiteY5" fmla="*/ 41808 h 306919"/>
                  <a:gd name="connsiteX6" fmla="*/ 203632 w 371863"/>
                  <a:gd name="connsiteY6" fmla="*/ 16783 h 306919"/>
                  <a:gd name="connsiteX7" fmla="*/ 231862 w 371863"/>
                  <a:gd name="connsiteY7" fmla="*/ 664 h 306919"/>
                  <a:gd name="connsiteX8" fmla="*/ 260805 w 371863"/>
                  <a:gd name="connsiteY8" fmla="*/ 664 h 306919"/>
                  <a:gd name="connsiteX9" fmla="*/ 278617 w 371863"/>
                  <a:gd name="connsiteY9" fmla="*/ 10994 h 306919"/>
                  <a:gd name="connsiteX10" fmla="*/ 289303 w 371863"/>
                  <a:gd name="connsiteY10" fmla="*/ 30854 h 306919"/>
                  <a:gd name="connsiteX11" fmla="*/ 288146 w 371863"/>
                  <a:gd name="connsiteY11" fmla="*/ 49110 h 306919"/>
                  <a:gd name="connsiteX12" fmla="*/ 262853 w 371863"/>
                  <a:gd name="connsiteY12" fmla="*/ 84287 h 306919"/>
                  <a:gd name="connsiteX13" fmla="*/ 250029 w 371863"/>
                  <a:gd name="connsiteY13" fmla="*/ 118217 h 306919"/>
                  <a:gd name="connsiteX14" fmla="*/ 257866 w 371863"/>
                  <a:gd name="connsiteY14" fmla="*/ 126054 h 306919"/>
                  <a:gd name="connsiteX15" fmla="*/ 293489 w 371863"/>
                  <a:gd name="connsiteY15" fmla="*/ 131843 h 306919"/>
                  <a:gd name="connsiteX16" fmla="*/ 341490 w 371863"/>
                  <a:gd name="connsiteY16" fmla="*/ 154285 h 306919"/>
                  <a:gd name="connsiteX17" fmla="*/ 368207 w 371863"/>
                  <a:gd name="connsiteY17" fmla="*/ 186167 h 306919"/>
                  <a:gd name="connsiteX18" fmla="*/ 368207 w 371863"/>
                  <a:gd name="connsiteY18" fmla="*/ 201484 h 306919"/>
                  <a:gd name="connsiteX19" fmla="*/ 338017 w 371863"/>
                  <a:gd name="connsiteY19" fmla="*/ 220453 h 306919"/>
                  <a:gd name="connsiteX20" fmla="*/ 303641 w 371863"/>
                  <a:gd name="connsiteY20" fmla="*/ 221700 h 306919"/>
                  <a:gd name="connsiteX21" fmla="*/ 292420 w 371863"/>
                  <a:gd name="connsiteY21" fmla="*/ 215911 h 306919"/>
                  <a:gd name="connsiteX22" fmla="*/ 279596 w 371863"/>
                  <a:gd name="connsiteY22" fmla="*/ 205136 h 306919"/>
                  <a:gd name="connsiteX23" fmla="*/ 294557 w 371863"/>
                  <a:gd name="connsiteY23" fmla="*/ 177439 h 306919"/>
                  <a:gd name="connsiteX24" fmla="*/ 290372 w 371863"/>
                  <a:gd name="connsiteY24" fmla="*/ 163725 h 306919"/>
                  <a:gd name="connsiteX25" fmla="*/ 232842 w 371863"/>
                  <a:gd name="connsiteY25" fmla="*/ 157135 h 306919"/>
                  <a:gd name="connsiteX26" fmla="*/ 207995 w 371863"/>
                  <a:gd name="connsiteY26" fmla="*/ 170404 h 306919"/>
                  <a:gd name="connsiteX27" fmla="*/ 178963 w 371863"/>
                  <a:gd name="connsiteY27" fmla="*/ 167287 h 306919"/>
                  <a:gd name="connsiteX28" fmla="*/ 148773 w 371863"/>
                  <a:gd name="connsiteY28" fmla="*/ 174411 h 306919"/>
                  <a:gd name="connsiteX29" fmla="*/ 99525 w 371863"/>
                  <a:gd name="connsiteY29" fmla="*/ 194004 h 306919"/>
                  <a:gd name="connsiteX30" fmla="*/ 87325 w 371863"/>
                  <a:gd name="connsiteY30" fmla="*/ 201662 h 306919"/>
                  <a:gd name="connsiteX31" fmla="*/ 77974 w 371863"/>
                  <a:gd name="connsiteY31" fmla="*/ 220097 h 306919"/>
                  <a:gd name="connsiteX32" fmla="*/ 72185 w 371863"/>
                  <a:gd name="connsiteY32" fmla="*/ 235771 h 306919"/>
                  <a:gd name="connsiteX33" fmla="*/ 64704 w 371863"/>
                  <a:gd name="connsiteY33" fmla="*/ 249842 h 306919"/>
                  <a:gd name="connsiteX34" fmla="*/ 59450 w 371863"/>
                  <a:gd name="connsiteY34" fmla="*/ 263378 h 306919"/>
                  <a:gd name="connsiteX35" fmla="*/ 55176 w 371863"/>
                  <a:gd name="connsiteY35" fmla="*/ 277182 h 306919"/>
                  <a:gd name="connsiteX36" fmla="*/ 50990 w 371863"/>
                  <a:gd name="connsiteY36" fmla="*/ 289560 h 306919"/>
                  <a:gd name="connsiteX37" fmla="*/ 49387 w 371863"/>
                  <a:gd name="connsiteY37" fmla="*/ 302295 h 306919"/>
                  <a:gd name="connsiteX38" fmla="*/ 43420 w 371863"/>
                  <a:gd name="connsiteY38" fmla="*/ 306481 h 306919"/>
                  <a:gd name="connsiteX39" fmla="*/ 29172 w 371863"/>
                  <a:gd name="connsiteY39" fmla="*/ 303988 h 306919"/>
                  <a:gd name="connsiteX40" fmla="*/ 18841 w 371863"/>
                  <a:gd name="connsiteY40" fmla="*/ 299446 h 306919"/>
                  <a:gd name="connsiteX41" fmla="*/ 8778 w 371863"/>
                  <a:gd name="connsiteY41" fmla="*/ 293835 h 306919"/>
                  <a:gd name="connsiteX42" fmla="*/ 3612 w 371863"/>
                  <a:gd name="connsiteY42" fmla="*/ 288937 h 306919"/>
                  <a:gd name="connsiteX43" fmla="*/ -306 w 371863"/>
                  <a:gd name="connsiteY43" fmla="*/ 280477 h 306919"/>
                  <a:gd name="connsiteX44" fmla="*/ 5393 w 371863"/>
                  <a:gd name="connsiteY44" fmla="*/ 266406 h 306919"/>
                  <a:gd name="connsiteX45" fmla="*/ 10559 w 371863"/>
                  <a:gd name="connsiteY45" fmla="*/ 251801 h 306919"/>
                  <a:gd name="connsiteX46" fmla="*/ 17861 w 371863"/>
                  <a:gd name="connsiteY46" fmla="*/ 235325 h 306919"/>
                  <a:gd name="connsiteX47" fmla="*/ 34693 w 371863"/>
                  <a:gd name="connsiteY47" fmla="*/ 198991 h 306919"/>
                  <a:gd name="connsiteX48" fmla="*/ 44043 w 371863"/>
                  <a:gd name="connsiteY48" fmla="*/ 179399 h 306919"/>
                  <a:gd name="connsiteX49" fmla="*/ 49565 w 371863"/>
                  <a:gd name="connsiteY49" fmla="*/ 168890 h 306919"/>
                  <a:gd name="connsiteX50" fmla="*/ 51257 w 371863"/>
                  <a:gd name="connsiteY50" fmla="*/ 157313 h 306919"/>
                  <a:gd name="connsiteX51" fmla="*/ 60163 w 371863"/>
                  <a:gd name="connsiteY51" fmla="*/ 150545 h 306919"/>
                  <a:gd name="connsiteX52" fmla="*/ 83941 w 371863"/>
                  <a:gd name="connsiteY52" fmla="*/ 150545 h 306919"/>
                  <a:gd name="connsiteX53" fmla="*/ 93647 w 371863"/>
                  <a:gd name="connsiteY53" fmla="*/ 156155 h 306919"/>
                  <a:gd name="connsiteX54" fmla="*/ 100861 w 371863"/>
                  <a:gd name="connsiteY54" fmla="*/ 163547 h 306919"/>
                  <a:gd name="connsiteX55" fmla="*/ 117959 w 371863"/>
                  <a:gd name="connsiteY55" fmla="*/ 159183 h 306919"/>
                  <a:gd name="connsiteX56" fmla="*/ 150554 w 371863"/>
                  <a:gd name="connsiteY56" fmla="*/ 147250 h 306919"/>
                  <a:gd name="connsiteX57" fmla="*/ 167652 w 371863"/>
                  <a:gd name="connsiteY57" fmla="*/ 133624 h 306919"/>
                  <a:gd name="connsiteX58" fmla="*/ 184128 w 371863"/>
                  <a:gd name="connsiteY58" fmla="*/ 115813 h 306919"/>
                  <a:gd name="connsiteX59" fmla="*/ 195706 w 371863"/>
                  <a:gd name="connsiteY59" fmla="*/ 96577 h 306919"/>
                  <a:gd name="connsiteX60" fmla="*/ 204611 w 371863"/>
                  <a:gd name="connsiteY60" fmla="*/ 80458 h 306919"/>
                  <a:gd name="connsiteX61" fmla="*/ 212092 w 371863"/>
                  <a:gd name="connsiteY61" fmla="*/ 59352 h 306919"/>
                  <a:gd name="connsiteX62" fmla="*/ 221621 w 371863"/>
                  <a:gd name="connsiteY62" fmla="*/ 35752 h 306919"/>
                  <a:gd name="connsiteX63" fmla="*/ 216087 w 371863"/>
                  <a:gd name="connsiteY63" fmla="*/ 31179 h 306919"/>
                  <a:gd name="connsiteX64" fmla="*/ 215833 w 371863"/>
                  <a:gd name="connsiteY64" fmla="*/ 31210 h 306919"/>
                  <a:gd name="connsiteX65" fmla="*/ 200069 w 371863"/>
                  <a:gd name="connsiteY65" fmla="*/ 39492 h 306919"/>
                  <a:gd name="connsiteX66" fmla="*/ 200693 w 371863"/>
                  <a:gd name="connsiteY66" fmla="*/ 58639 h 306919"/>
                  <a:gd name="connsiteX67" fmla="*/ 200693 w 371863"/>
                  <a:gd name="connsiteY67" fmla="*/ 76450 h 306919"/>
                  <a:gd name="connsiteX68" fmla="*/ 193479 w 371863"/>
                  <a:gd name="connsiteY68" fmla="*/ 84643 h 306919"/>
                  <a:gd name="connsiteX69" fmla="*/ 172373 w 371863"/>
                  <a:gd name="connsiteY69" fmla="*/ 86336 h 306919"/>
                  <a:gd name="connsiteX70" fmla="*/ 151534 w 371863"/>
                  <a:gd name="connsiteY70" fmla="*/ 77430 h 306919"/>
                  <a:gd name="connsiteX71" fmla="*/ 140402 w 371863"/>
                  <a:gd name="connsiteY71" fmla="*/ 68524 h 306919"/>
                  <a:gd name="connsiteX72" fmla="*/ 138354 w 371863"/>
                  <a:gd name="connsiteY72" fmla="*/ 77964 h 306919"/>
                  <a:gd name="connsiteX73" fmla="*/ 138354 w 371863"/>
                  <a:gd name="connsiteY73" fmla="*/ 115724 h 306919"/>
                  <a:gd name="connsiteX74" fmla="*/ 125174 w 371863"/>
                  <a:gd name="connsiteY74" fmla="*/ 130596 h 306919"/>
                  <a:gd name="connsiteX75" fmla="*/ 102197 w 371863"/>
                  <a:gd name="connsiteY75" fmla="*/ 126589 h 306919"/>
                  <a:gd name="connsiteX76" fmla="*/ 81180 w 371863"/>
                  <a:gd name="connsiteY76" fmla="*/ 90966 h 306919"/>
                  <a:gd name="connsiteX77" fmla="*/ 81180 w 371863"/>
                  <a:gd name="connsiteY77" fmla="*/ 74669 h 306919"/>
                  <a:gd name="connsiteX78" fmla="*/ 88571 w 371863"/>
                  <a:gd name="connsiteY78" fmla="*/ 66387 h 306919"/>
                  <a:gd name="connsiteX79" fmla="*/ 91510 w 371863"/>
                  <a:gd name="connsiteY79" fmla="*/ 56056 h 306919"/>
                  <a:gd name="connsiteX80" fmla="*/ 97477 w 371863"/>
                  <a:gd name="connsiteY80" fmla="*/ 42876 h 306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371863" h="306919">
                    <a:moveTo>
                      <a:pt x="97477" y="42876"/>
                    </a:moveTo>
                    <a:cubicBezTo>
                      <a:pt x="97523" y="38991"/>
                      <a:pt x="98501" y="35174"/>
                      <a:pt x="100327" y="31744"/>
                    </a:cubicBezTo>
                    <a:cubicBezTo>
                      <a:pt x="103266" y="27202"/>
                      <a:pt x="104067" y="23818"/>
                      <a:pt x="115644" y="30052"/>
                    </a:cubicBezTo>
                    <a:cubicBezTo>
                      <a:pt x="127222" y="36286"/>
                      <a:pt x="127667" y="47863"/>
                      <a:pt x="130962" y="47863"/>
                    </a:cubicBezTo>
                    <a:cubicBezTo>
                      <a:pt x="134257" y="47863"/>
                      <a:pt x="138443" y="38958"/>
                      <a:pt x="145478" y="37889"/>
                    </a:cubicBezTo>
                    <a:cubicBezTo>
                      <a:pt x="158925" y="33169"/>
                      <a:pt x="170681" y="45548"/>
                      <a:pt x="176915" y="41808"/>
                    </a:cubicBezTo>
                    <a:cubicBezTo>
                      <a:pt x="183149" y="38067"/>
                      <a:pt x="195973" y="20880"/>
                      <a:pt x="203632" y="16783"/>
                    </a:cubicBezTo>
                    <a:cubicBezTo>
                      <a:pt x="211290" y="12686"/>
                      <a:pt x="221888" y="1020"/>
                      <a:pt x="231862" y="664"/>
                    </a:cubicBezTo>
                    <a:cubicBezTo>
                      <a:pt x="241454" y="-806"/>
                      <a:pt x="251214" y="-806"/>
                      <a:pt x="260805" y="664"/>
                    </a:cubicBezTo>
                    <a:cubicBezTo>
                      <a:pt x="271136" y="3158"/>
                      <a:pt x="276568" y="6453"/>
                      <a:pt x="278617" y="10994"/>
                    </a:cubicBezTo>
                    <a:cubicBezTo>
                      <a:pt x="282652" y="17348"/>
                      <a:pt x="286224" y="23985"/>
                      <a:pt x="289303" y="30854"/>
                    </a:cubicBezTo>
                    <a:cubicBezTo>
                      <a:pt x="291408" y="36845"/>
                      <a:pt x="290990" y="43433"/>
                      <a:pt x="288146" y="49110"/>
                    </a:cubicBezTo>
                    <a:cubicBezTo>
                      <a:pt x="279107" y="60387"/>
                      <a:pt x="270665" y="72128"/>
                      <a:pt x="262853" y="84287"/>
                    </a:cubicBezTo>
                    <a:cubicBezTo>
                      <a:pt x="258312" y="94172"/>
                      <a:pt x="254571" y="111983"/>
                      <a:pt x="250029" y="118217"/>
                    </a:cubicBezTo>
                    <a:cubicBezTo>
                      <a:pt x="245488" y="124451"/>
                      <a:pt x="249139" y="126054"/>
                      <a:pt x="257866" y="126054"/>
                    </a:cubicBezTo>
                    <a:cubicBezTo>
                      <a:pt x="266594" y="126054"/>
                      <a:pt x="286899" y="131843"/>
                      <a:pt x="293489" y="131843"/>
                    </a:cubicBezTo>
                    <a:cubicBezTo>
                      <a:pt x="310932" y="135739"/>
                      <a:pt x="327315" y="143398"/>
                      <a:pt x="341490" y="154285"/>
                    </a:cubicBezTo>
                    <a:cubicBezTo>
                      <a:pt x="351464" y="164170"/>
                      <a:pt x="365980" y="177796"/>
                      <a:pt x="368207" y="186167"/>
                    </a:cubicBezTo>
                    <a:cubicBezTo>
                      <a:pt x="370433" y="194538"/>
                      <a:pt x="374441" y="194004"/>
                      <a:pt x="368207" y="201484"/>
                    </a:cubicBezTo>
                    <a:cubicBezTo>
                      <a:pt x="360204" y="210612"/>
                      <a:pt x="349712" y="217205"/>
                      <a:pt x="338017" y="220453"/>
                    </a:cubicBezTo>
                    <a:cubicBezTo>
                      <a:pt x="328488" y="222145"/>
                      <a:pt x="310231" y="224639"/>
                      <a:pt x="303641" y="221700"/>
                    </a:cubicBezTo>
                    <a:cubicBezTo>
                      <a:pt x="297051" y="218761"/>
                      <a:pt x="295359" y="219652"/>
                      <a:pt x="292420" y="215911"/>
                    </a:cubicBezTo>
                    <a:cubicBezTo>
                      <a:pt x="289482" y="212171"/>
                      <a:pt x="280041" y="210123"/>
                      <a:pt x="279596" y="205136"/>
                    </a:cubicBezTo>
                    <a:cubicBezTo>
                      <a:pt x="279151" y="200149"/>
                      <a:pt x="293311" y="185722"/>
                      <a:pt x="294557" y="177439"/>
                    </a:cubicBezTo>
                    <a:cubicBezTo>
                      <a:pt x="295804" y="169157"/>
                      <a:pt x="299456" y="166664"/>
                      <a:pt x="290372" y="163725"/>
                    </a:cubicBezTo>
                    <a:cubicBezTo>
                      <a:pt x="281288" y="160786"/>
                      <a:pt x="258490" y="148407"/>
                      <a:pt x="232842" y="157135"/>
                    </a:cubicBezTo>
                    <a:cubicBezTo>
                      <a:pt x="207194" y="165862"/>
                      <a:pt x="218326" y="171651"/>
                      <a:pt x="207995" y="170404"/>
                    </a:cubicBezTo>
                    <a:cubicBezTo>
                      <a:pt x="198465" y="168280"/>
                      <a:pt x="188727" y="167234"/>
                      <a:pt x="178963" y="167287"/>
                    </a:cubicBezTo>
                    <a:cubicBezTo>
                      <a:pt x="171571" y="168534"/>
                      <a:pt x="159282" y="171384"/>
                      <a:pt x="148773" y="174411"/>
                    </a:cubicBezTo>
                    <a:cubicBezTo>
                      <a:pt x="132037" y="180107"/>
                      <a:pt x="115600" y="186646"/>
                      <a:pt x="99525" y="194004"/>
                    </a:cubicBezTo>
                    <a:cubicBezTo>
                      <a:pt x="95607" y="196497"/>
                      <a:pt x="91421" y="194449"/>
                      <a:pt x="87325" y="201662"/>
                    </a:cubicBezTo>
                    <a:cubicBezTo>
                      <a:pt x="83228" y="208876"/>
                      <a:pt x="81714" y="212616"/>
                      <a:pt x="77974" y="220097"/>
                    </a:cubicBezTo>
                    <a:cubicBezTo>
                      <a:pt x="74233" y="227578"/>
                      <a:pt x="75480" y="230873"/>
                      <a:pt x="72185" y="235771"/>
                    </a:cubicBezTo>
                    <a:cubicBezTo>
                      <a:pt x="68708" y="239868"/>
                      <a:pt x="66156" y="244668"/>
                      <a:pt x="64704" y="249842"/>
                    </a:cubicBezTo>
                    <a:cubicBezTo>
                      <a:pt x="61854" y="258747"/>
                      <a:pt x="60697" y="258747"/>
                      <a:pt x="59450" y="263378"/>
                    </a:cubicBezTo>
                    <a:cubicBezTo>
                      <a:pt x="58314" y="268064"/>
                      <a:pt x="56886" y="272674"/>
                      <a:pt x="55176" y="277182"/>
                    </a:cubicBezTo>
                    <a:cubicBezTo>
                      <a:pt x="53489" y="281203"/>
                      <a:pt x="52090" y="285340"/>
                      <a:pt x="50990" y="289560"/>
                    </a:cubicBezTo>
                    <a:cubicBezTo>
                      <a:pt x="50166" y="293764"/>
                      <a:pt x="49631" y="298019"/>
                      <a:pt x="49387" y="302295"/>
                    </a:cubicBezTo>
                    <a:cubicBezTo>
                      <a:pt x="49387" y="305234"/>
                      <a:pt x="48585" y="306214"/>
                      <a:pt x="43420" y="306481"/>
                    </a:cubicBezTo>
                    <a:cubicBezTo>
                      <a:pt x="38590" y="306206"/>
                      <a:pt x="33808" y="305369"/>
                      <a:pt x="29172" y="303988"/>
                    </a:cubicBezTo>
                    <a:cubicBezTo>
                      <a:pt x="25876" y="303364"/>
                      <a:pt x="22314" y="300514"/>
                      <a:pt x="18841" y="299446"/>
                    </a:cubicBezTo>
                    <a:cubicBezTo>
                      <a:pt x="15305" y="297921"/>
                      <a:pt x="11933" y="296041"/>
                      <a:pt x="8778" y="293835"/>
                    </a:cubicBezTo>
                    <a:cubicBezTo>
                      <a:pt x="6771" y="292531"/>
                      <a:pt x="5020" y="290871"/>
                      <a:pt x="3612" y="288937"/>
                    </a:cubicBezTo>
                    <a:cubicBezTo>
                      <a:pt x="974" y="286949"/>
                      <a:pt x="-496" y="283775"/>
                      <a:pt x="-306" y="280477"/>
                    </a:cubicBezTo>
                    <a:cubicBezTo>
                      <a:pt x="157" y="275325"/>
                      <a:pt x="2141" y="270428"/>
                      <a:pt x="5393" y="266406"/>
                    </a:cubicBezTo>
                    <a:cubicBezTo>
                      <a:pt x="7895" y="261850"/>
                      <a:pt x="9639" y="256917"/>
                      <a:pt x="10559" y="251801"/>
                    </a:cubicBezTo>
                    <a:cubicBezTo>
                      <a:pt x="12605" y="246145"/>
                      <a:pt x="15046" y="240640"/>
                      <a:pt x="17861" y="235325"/>
                    </a:cubicBezTo>
                    <a:cubicBezTo>
                      <a:pt x="19909" y="231763"/>
                      <a:pt x="31665" y="204779"/>
                      <a:pt x="34693" y="198991"/>
                    </a:cubicBezTo>
                    <a:cubicBezTo>
                      <a:pt x="37721" y="193202"/>
                      <a:pt x="42173" y="182872"/>
                      <a:pt x="44043" y="179399"/>
                    </a:cubicBezTo>
                    <a:cubicBezTo>
                      <a:pt x="45914" y="175926"/>
                      <a:pt x="49565" y="171740"/>
                      <a:pt x="49565" y="168890"/>
                    </a:cubicBezTo>
                    <a:cubicBezTo>
                      <a:pt x="49320" y="164955"/>
                      <a:pt x="49896" y="161013"/>
                      <a:pt x="51257" y="157313"/>
                    </a:cubicBezTo>
                    <a:cubicBezTo>
                      <a:pt x="52956" y="153749"/>
                      <a:pt x="56274" y="151227"/>
                      <a:pt x="60163" y="150545"/>
                    </a:cubicBezTo>
                    <a:cubicBezTo>
                      <a:pt x="68076" y="149924"/>
                      <a:pt x="76027" y="149924"/>
                      <a:pt x="83941" y="150545"/>
                    </a:cubicBezTo>
                    <a:cubicBezTo>
                      <a:pt x="88660" y="151346"/>
                      <a:pt x="92134" y="155532"/>
                      <a:pt x="93647" y="156155"/>
                    </a:cubicBezTo>
                    <a:cubicBezTo>
                      <a:pt x="95162" y="156779"/>
                      <a:pt x="97299" y="163101"/>
                      <a:pt x="100861" y="163547"/>
                    </a:cubicBezTo>
                    <a:cubicBezTo>
                      <a:pt x="106737" y="162901"/>
                      <a:pt x="112493" y="161432"/>
                      <a:pt x="117959" y="159183"/>
                    </a:cubicBezTo>
                    <a:cubicBezTo>
                      <a:pt x="129072" y="155917"/>
                      <a:pt x="139960" y="151931"/>
                      <a:pt x="150554" y="147250"/>
                    </a:cubicBezTo>
                    <a:cubicBezTo>
                      <a:pt x="156517" y="143049"/>
                      <a:pt x="162226" y="138499"/>
                      <a:pt x="167652" y="133624"/>
                    </a:cubicBezTo>
                    <a:cubicBezTo>
                      <a:pt x="170948" y="130774"/>
                      <a:pt x="180655" y="119642"/>
                      <a:pt x="184128" y="115813"/>
                    </a:cubicBezTo>
                    <a:cubicBezTo>
                      <a:pt x="187602" y="111983"/>
                      <a:pt x="192232" y="101742"/>
                      <a:pt x="195706" y="96577"/>
                    </a:cubicBezTo>
                    <a:cubicBezTo>
                      <a:pt x="199179" y="91412"/>
                      <a:pt x="201405" y="85445"/>
                      <a:pt x="204611" y="80458"/>
                    </a:cubicBezTo>
                    <a:cubicBezTo>
                      <a:pt x="207817" y="75471"/>
                      <a:pt x="208708" y="65140"/>
                      <a:pt x="212092" y="59352"/>
                    </a:cubicBezTo>
                    <a:cubicBezTo>
                      <a:pt x="215694" y="51664"/>
                      <a:pt x="218875" y="43785"/>
                      <a:pt x="221621" y="35752"/>
                    </a:cubicBezTo>
                    <a:cubicBezTo>
                      <a:pt x="221355" y="32961"/>
                      <a:pt x="218878" y="30914"/>
                      <a:pt x="216087" y="31179"/>
                    </a:cubicBezTo>
                    <a:cubicBezTo>
                      <a:pt x="216002" y="31188"/>
                      <a:pt x="215917" y="31198"/>
                      <a:pt x="215833" y="31210"/>
                    </a:cubicBezTo>
                    <a:cubicBezTo>
                      <a:pt x="210400" y="31210"/>
                      <a:pt x="201672" y="31210"/>
                      <a:pt x="200069" y="39492"/>
                    </a:cubicBezTo>
                    <a:cubicBezTo>
                      <a:pt x="198993" y="45852"/>
                      <a:pt x="199205" y="52363"/>
                      <a:pt x="200693" y="58639"/>
                    </a:cubicBezTo>
                    <a:cubicBezTo>
                      <a:pt x="201821" y="64523"/>
                      <a:pt x="201821" y="70567"/>
                      <a:pt x="200693" y="76450"/>
                    </a:cubicBezTo>
                    <a:cubicBezTo>
                      <a:pt x="199179" y="79924"/>
                      <a:pt x="199624" y="83397"/>
                      <a:pt x="193479" y="84643"/>
                    </a:cubicBezTo>
                    <a:cubicBezTo>
                      <a:pt x="186712" y="87039"/>
                      <a:pt x="179435" y="87622"/>
                      <a:pt x="172373" y="86336"/>
                    </a:cubicBezTo>
                    <a:cubicBezTo>
                      <a:pt x="165051" y="84337"/>
                      <a:pt x="158039" y="81340"/>
                      <a:pt x="151534" y="77430"/>
                    </a:cubicBezTo>
                    <a:cubicBezTo>
                      <a:pt x="146369" y="72888"/>
                      <a:pt x="143341" y="67901"/>
                      <a:pt x="140402" y="68524"/>
                    </a:cubicBezTo>
                    <a:cubicBezTo>
                      <a:pt x="137463" y="69148"/>
                      <a:pt x="137908" y="73690"/>
                      <a:pt x="138354" y="77964"/>
                    </a:cubicBezTo>
                    <a:cubicBezTo>
                      <a:pt x="139111" y="90539"/>
                      <a:pt x="139111" y="103149"/>
                      <a:pt x="138354" y="115724"/>
                    </a:cubicBezTo>
                    <a:cubicBezTo>
                      <a:pt x="137391" y="122899"/>
                      <a:pt x="132181" y="128778"/>
                      <a:pt x="125174" y="130596"/>
                    </a:cubicBezTo>
                    <a:cubicBezTo>
                      <a:pt x="117324" y="133145"/>
                      <a:pt x="108721" y="131645"/>
                      <a:pt x="102197" y="126589"/>
                    </a:cubicBezTo>
                    <a:cubicBezTo>
                      <a:pt x="96408" y="120978"/>
                      <a:pt x="88126" y="117060"/>
                      <a:pt x="81180" y="90966"/>
                    </a:cubicBezTo>
                    <a:cubicBezTo>
                      <a:pt x="79826" y="85618"/>
                      <a:pt x="79826" y="80017"/>
                      <a:pt x="81180" y="74669"/>
                    </a:cubicBezTo>
                    <a:cubicBezTo>
                      <a:pt x="82159" y="72621"/>
                      <a:pt x="88126" y="69237"/>
                      <a:pt x="88571" y="66387"/>
                    </a:cubicBezTo>
                    <a:cubicBezTo>
                      <a:pt x="88643" y="62748"/>
                      <a:pt x="89656" y="59189"/>
                      <a:pt x="91510" y="56056"/>
                    </a:cubicBezTo>
                    <a:cubicBezTo>
                      <a:pt x="93930" y="51871"/>
                      <a:pt x="95928" y="47456"/>
                      <a:pt x="97477" y="42876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8" name="任意多边形: 形状 237">
                <a:extLst>
                  <a:ext uri="{FF2B5EF4-FFF2-40B4-BE49-F238E27FC236}">
                    <a16:creationId xmlns:a16="http://schemas.microsoft.com/office/drawing/2014/main" id="{6ADD1CA9-0407-459F-9BF5-FECA94A0D7DA}"/>
                  </a:ext>
                </a:extLst>
              </p:cNvPr>
              <p:cNvSpPr/>
              <p:nvPr/>
            </p:nvSpPr>
            <p:spPr>
              <a:xfrm>
                <a:off x="2536547" y="6071524"/>
                <a:ext cx="228254" cy="280244"/>
              </a:xfrm>
              <a:custGeom>
                <a:avLst/>
                <a:gdLst>
                  <a:gd name="connsiteX0" fmla="*/ 1612 w 228254"/>
                  <a:gd name="connsiteY0" fmla="*/ 55932 h 280244"/>
                  <a:gd name="connsiteX1" fmla="*/ 1064 w 228254"/>
                  <a:gd name="connsiteY1" fmla="*/ 51178 h 280244"/>
                  <a:gd name="connsiteX2" fmla="*/ 3037 w 228254"/>
                  <a:gd name="connsiteY2" fmla="*/ 49965 h 280244"/>
                  <a:gd name="connsiteX3" fmla="*/ 15861 w 228254"/>
                  <a:gd name="connsiteY3" fmla="*/ 45869 h 280244"/>
                  <a:gd name="connsiteX4" fmla="*/ 105719 w 228254"/>
                  <a:gd name="connsiteY4" fmla="*/ 5170 h 280244"/>
                  <a:gd name="connsiteX5" fmla="*/ 162002 w 228254"/>
                  <a:gd name="connsiteY5" fmla="*/ 985 h 280244"/>
                  <a:gd name="connsiteX6" fmla="*/ 176340 w 228254"/>
                  <a:gd name="connsiteY6" fmla="*/ 20310 h 280244"/>
                  <a:gd name="connsiteX7" fmla="*/ 175538 w 228254"/>
                  <a:gd name="connsiteY7" fmla="*/ 35182 h 280244"/>
                  <a:gd name="connsiteX8" fmla="*/ 142766 w 228254"/>
                  <a:gd name="connsiteY8" fmla="*/ 69201 h 280244"/>
                  <a:gd name="connsiteX9" fmla="*/ 139115 w 228254"/>
                  <a:gd name="connsiteY9" fmla="*/ 78107 h 280244"/>
                  <a:gd name="connsiteX10" fmla="*/ 133504 w 228254"/>
                  <a:gd name="connsiteY10" fmla="*/ 82204 h 280244"/>
                  <a:gd name="connsiteX11" fmla="*/ 138759 w 228254"/>
                  <a:gd name="connsiteY11" fmla="*/ 87814 h 280244"/>
                  <a:gd name="connsiteX12" fmla="*/ 182218 w 228254"/>
                  <a:gd name="connsiteY12" fmla="*/ 88972 h 280244"/>
                  <a:gd name="connsiteX13" fmla="*/ 192459 w 228254"/>
                  <a:gd name="connsiteY13" fmla="*/ 84519 h 280244"/>
                  <a:gd name="connsiteX14" fmla="*/ 221758 w 228254"/>
                  <a:gd name="connsiteY14" fmla="*/ 99213 h 280244"/>
                  <a:gd name="connsiteX15" fmla="*/ 225231 w 228254"/>
                  <a:gd name="connsiteY15" fmla="*/ 112482 h 280244"/>
                  <a:gd name="connsiteX16" fmla="*/ 227903 w 228254"/>
                  <a:gd name="connsiteY16" fmla="*/ 117024 h 280244"/>
                  <a:gd name="connsiteX17" fmla="*/ 223984 w 228254"/>
                  <a:gd name="connsiteY17" fmla="*/ 126909 h 280244"/>
                  <a:gd name="connsiteX18" fmla="*/ 161645 w 228254"/>
                  <a:gd name="connsiteY18" fmla="*/ 126909 h 280244"/>
                  <a:gd name="connsiteX19" fmla="*/ 147218 w 228254"/>
                  <a:gd name="connsiteY19" fmla="*/ 134568 h 280244"/>
                  <a:gd name="connsiteX20" fmla="*/ 141697 w 228254"/>
                  <a:gd name="connsiteY20" fmla="*/ 236003 h 280244"/>
                  <a:gd name="connsiteX21" fmla="*/ 130120 w 228254"/>
                  <a:gd name="connsiteY21" fmla="*/ 276523 h 280244"/>
                  <a:gd name="connsiteX22" fmla="*/ 94497 w 228254"/>
                  <a:gd name="connsiteY22" fmla="*/ 276523 h 280244"/>
                  <a:gd name="connsiteX23" fmla="*/ 57183 w 228254"/>
                  <a:gd name="connsiteY23" fmla="*/ 248292 h 280244"/>
                  <a:gd name="connsiteX24" fmla="*/ 53086 w 228254"/>
                  <a:gd name="connsiteY24" fmla="*/ 212670 h 280244"/>
                  <a:gd name="connsiteX25" fmla="*/ 58697 w 228254"/>
                  <a:gd name="connsiteY25" fmla="*/ 194859 h 280244"/>
                  <a:gd name="connsiteX26" fmla="*/ 59499 w 228254"/>
                  <a:gd name="connsiteY26" fmla="*/ 181679 h 280244"/>
                  <a:gd name="connsiteX27" fmla="*/ 65287 w 228254"/>
                  <a:gd name="connsiteY27" fmla="*/ 191564 h 280244"/>
                  <a:gd name="connsiteX28" fmla="*/ 86127 w 228254"/>
                  <a:gd name="connsiteY28" fmla="*/ 217568 h 280244"/>
                  <a:gd name="connsiteX29" fmla="*/ 108390 w 228254"/>
                  <a:gd name="connsiteY29" fmla="*/ 218191 h 280244"/>
                  <a:gd name="connsiteX30" fmla="*/ 118097 w 228254"/>
                  <a:gd name="connsiteY30" fmla="*/ 188269 h 280244"/>
                  <a:gd name="connsiteX31" fmla="*/ 119967 w 228254"/>
                  <a:gd name="connsiteY31" fmla="*/ 137774 h 280244"/>
                  <a:gd name="connsiteX32" fmla="*/ 114001 w 228254"/>
                  <a:gd name="connsiteY32" fmla="*/ 134034 h 280244"/>
                  <a:gd name="connsiteX33" fmla="*/ 94231 w 228254"/>
                  <a:gd name="connsiteY33" fmla="*/ 139199 h 280244"/>
                  <a:gd name="connsiteX34" fmla="*/ 73124 w 228254"/>
                  <a:gd name="connsiteY34" fmla="*/ 148906 h 280244"/>
                  <a:gd name="connsiteX35" fmla="*/ 52107 w 228254"/>
                  <a:gd name="connsiteY35" fmla="*/ 162532 h 280244"/>
                  <a:gd name="connsiteX36" fmla="*/ 28418 w 228254"/>
                  <a:gd name="connsiteY36" fmla="*/ 167697 h 280244"/>
                  <a:gd name="connsiteX37" fmla="*/ 8826 w 228254"/>
                  <a:gd name="connsiteY37" fmla="*/ 154695 h 280244"/>
                  <a:gd name="connsiteX38" fmla="*/ 2592 w 228254"/>
                  <a:gd name="connsiteY38" fmla="*/ 139823 h 280244"/>
                  <a:gd name="connsiteX39" fmla="*/ -258 w 228254"/>
                  <a:gd name="connsiteY39" fmla="*/ 128067 h 280244"/>
                  <a:gd name="connsiteX40" fmla="*/ 4640 w 228254"/>
                  <a:gd name="connsiteY40" fmla="*/ 112571 h 280244"/>
                  <a:gd name="connsiteX41" fmla="*/ 21204 w 228254"/>
                  <a:gd name="connsiteY41" fmla="*/ 111770 h 280244"/>
                  <a:gd name="connsiteX42" fmla="*/ 50058 w 228254"/>
                  <a:gd name="connsiteY42" fmla="*/ 107673 h 280244"/>
                  <a:gd name="connsiteX43" fmla="*/ 86305 w 228254"/>
                  <a:gd name="connsiteY43" fmla="*/ 98144 h 280244"/>
                  <a:gd name="connsiteX44" fmla="*/ 92093 w 228254"/>
                  <a:gd name="connsiteY44" fmla="*/ 92534 h 280244"/>
                  <a:gd name="connsiteX45" fmla="*/ 87551 w 228254"/>
                  <a:gd name="connsiteY45" fmla="*/ 79175 h 280244"/>
                  <a:gd name="connsiteX46" fmla="*/ 92539 w 228254"/>
                  <a:gd name="connsiteY46" fmla="*/ 69468 h 280244"/>
                  <a:gd name="connsiteX47" fmla="*/ 128161 w 228254"/>
                  <a:gd name="connsiteY47" fmla="*/ 36696 h 280244"/>
                  <a:gd name="connsiteX48" fmla="*/ 125934 w 228254"/>
                  <a:gd name="connsiteY48" fmla="*/ 32956 h 280244"/>
                  <a:gd name="connsiteX49" fmla="*/ 94765 w 228254"/>
                  <a:gd name="connsiteY49" fmla="*/ 43286 h 280244"/>
                  <a:gd name="connsiteX50" fmla="*/ 73302 w 228254"/>
                  <a:gd name="connsiteY50" fmla="*/ 52192 h 280244"/>
                  <a:gd name="connsiteX51" fmla="*/ 47120 w 228254"/>
                  <a:gd name="connsiteY51" fmla="*/ 66619 h 280244"/>
                  <a:gd name="connsiteX52" fmla="*/ 29309 w 228254"/>
                  <a:gd name="connsiteY52" fmla="*/ 75524 h 280244"/>
                  <a:gd name="connsiteX53" fmla="*/ 20403 w 228254"/>
                  <a:gd name="connsiteY53" fmla="*/ 77840 h 280244"/>
                  <a:gd name="connsiteX54" fmla="*/ 11497 w 228254"/>
                  <a:gd name="connsiteY54" fmla="*/ 68489 h 280244"/>
                  <a:gd name="connsiteX55" fmla="*/ 6689 w 228254"/>
                  <a:gd name="connsiteY55" fmla="*/ 63769 h 280244"/>
                  <a:gd name="connsiteX56" fmla="*/ 1791 w 228254"/>
                  <a:gd name="connsiteY56" fmla="*/ 56734 h 280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28254" h="280244">
                    <a:moveTo>
                      <a:pt x="1612" y="55932"/>
                    </a:moveTo>
                    <a:cubicBezTo>
                      <a:pt x="148" y="54770"/>
                      <a:pt x="-97" y="52642"/>
                      <a:pt x="1064" y="51178"/>
                    </a:cubicBezTo>
                    <a:cubicBezTo>
                      <a:pt x="1559" y="50554"/>
                      <a:pt x="2257" y="50125"/>
                      <a:pt x="3037" y="49965"/>
                    </a:cubicBezTo>
                    <a:cubicBezTo>
                      <a:pt x="8381" y="47917"/>
                      <a:pt x="9182" y="49965"/>
                      <a:pt x="15861" y="45869"/>
                    </a:cubicBezTo>
                    <a:cubicBezTo>
                      <a:pt x="22540" y="41772"/>
                      <a:pt x="72946" y="8911"/>
                      <a:pt x="105719" y="5170"/>
                    </a:cubicBezTo>
                    <a:cubicBezTo>
                      <a:pt x="138491" y="1430"/>
                      <a:pt x="152028" y="-2666"/>
                      <a:pt x="162002" y="985"/>
                    </a:cubicBezTo>
                    <a:cubicBezTo>
                      <a:pt x="169790" y="4528"/>
                      <a:pt x="175206" y="11829"/>
                      <a:pt x="176340" y="20310"/>
                    </a:cubicBezTo>
                    <a:cubicBezTo>
                      <a:pt x="177825" y="25208"/>
                      <a:pt x="177542" y="30472"/>
                      <a:pt x="175538" y="35182"/>
                    </a:cubicBezTo>
                    <a:cubicBezTo>
                      <a:pt x="173490" y="37676"/>
                      <a:pt x="146061" y="61899"/>
                      <a:pt x="142766" y="69201"/>
                    </a:cubicBezTo>
                    <a:cubicBezTo>
                      <a:pt x="139471" y="76504"/>
                      <a:pt x="140807" y="76771"/>
                      <a:pt x="139115" y="78107"/>
                    </a:cubicBezTo>
                    <a:cubicBezTo>
                      <a:pt x="137422" y="79443"/>
                      <a:pt x="133237" y="79710"/>
                      <a:pt x="133504" y="82204"/>
                    </a:cubicBezTo>
                    <a:cubicBezTo>
                      <a:pt x="133771" y="84697"/>
                      <a:pt x="134483" y="86478"/>
                      <a:pt x="138759" y="87814"/>
                    </a:cubicBezTo>
                    <a:cubicBezTo>
                      <a:pt x="153182" y="89481"/>
                      <a:pt x="167726" y="89869"/>
                      <a:pt x="182218" y="88972"/>
                    </a:cubicBezTo>
                    <a:cubicBezTo>
                      <a:pt x="185869" y="87636"/>
                      <a:pt x="189075" y="83361"/>
                      <a:pt x="192459" y="84519"/>
                    </a:cubicBezTo>
                    <a:cubicBezTo>
                      <a:pt x="195843" y="85677"/>
                      <a:pt x="219176" y="94938"/>
                      <a:pt x="221758" y="99213"/>
                    </a:cubicBezTo>
                    <a:cubicBezTo>
                      <a:pt x="224180" y="103205"/>
                      <a:pt x="225386" y="107816"/>
                      <a:pt x="225231" y="112482"/>
                    </a:cubicBezTo>
                    <a:cubicBezTo>
                      <a:pt x="225231" y="117826"/>
                      <a:pt x="227903" y="115154"/>
                      <a:pt x="227903" y="117024"/>
                    </a:cubicBezTo>
                    <a:cubicBezTo>
                      <a:pt x="227903" y="118894"/>
                      <a:pt x="228526" y="125217"/>
                      <a:pt x="223984" y="126909"/>
                    </a:cubicBezTo>
                    <a:cubicBezTo>
                      <a:pt x="219443" y="128601"/>
                      <a:pt x="163961" y="126909"/>
                      <a:pt x="161645" y="126909"/>
                    </a:cubicBezTo>
                    <a:cubicBezTo>
                      <a:pt x="159330" y="126909"/>
                      <a:pt x="147486" y="128780"/>
                      <a:pt x="147218" y="134568"/>
                    </a:cubicBezTo>
                    <a:cubicBezTo>
                      <a:pt x="146951" y="140357"/>
                      <a:pt x="142944" y="228077"/>
                      <a:pt x="141697" y="236003"/>
                    </a:cubicBezTo>
                    <a:cubicBezTo>
                      <a:pt x="140450" y="243928"/>
                      <a:pt x="141697" y="271180"/>
                      <a:pt x="130120" y="276523"/>
                    </a:cubicBezTo>
                    <a:cubicBezTo>
                      <a:pt x="118543" y="281866"/>
                      <a:pt x="109459" y="279818"/>
                      <a:pt x="94497" y="276523"/>
                    </a:cubicBezTo>
                    <a:cubicBezTo>
                      <a:pt x="78923" y="272197"/>
                      <a:pt x="65581" y="262103"/>
                      <a:pt x="57183" y="248292"/>
                    </a:cubicBezTo>
                    <a:cubicBezTo>
                      <a:pt x="52169" y="237127"/>
                      <a:pt x="50738" y="224682"/>
                      <a:pt x="53086" y="212670"/>
                    </a:cubicBezTo>
                    <a:cubicBezTo>
                      <a:pt x="55936" y="205189"/>
                      <a:pt x="59143" y="201004"/>
                      <a:pt x="58697" y="194859"/>
                    </a:cubicBezTo>
                    <a:cubicBezTo>
                      <a:pt x="58252" y="188714"/>
                      <a:pt x="56649" y="179987"/>
                      <a:pt x="59499" y="181679"/>
                    </a:cubicBezTo>
                    <a:cubicBezTo>
                      <a:pt x="62348" y="183371"/>
                      <a:pt x="63417" y="185597"/>
                      <a:pt x="65287" y="191564"/>
                    </a:cubicBezTo>
                    <a:cubicBezTo>
                      <a:pt x="68905" y="202442"/>
                      <a:pt x="76298" y="211667"/>
                      <a:pt x="86127" y="217568"/>
                    </a:cubicBezTo>
                    <a:cubicBezTo>
                      <a:pt x="97080" y="222288"/>
                      <a:pt x="106164" y="221308"/>
                      <a:pt x="108390" y="218191"/>
                    </a:cubicBezTo>
                    <a:cubicBezTo>
                      <a:pt x="110617" y="215074"/>
                      <a:pt x="116495" y="209731"/>
                      <a:pt x="118097" y="188269"/>
                    </a:cubicBezTo>
                    <a:cubicBezTo>
                      <a:pt x="119700" y="166806"/>
                      <a:pt x="122016" y="140446"/>
                      <a:pt x="119967" y="137774"/>
                    </a:cubicBezTo>
                    <a:cubicBezTo>
                      <a:pt x="117919" y="135103"/>
                      <a:pt x="117919" y="133411"/>
                      <a:pt x="114001" y="134034"/>
                    </a:cubicBezTo>
                    <a:cubicBezTo>
                      <a:pt x="107294" y="135275"/>
                      <a:pt x="100687" y="137001"/>
                      <a:pt x="94231" y="139199"/>
                    </a:cubicBezTo>
                    <a:cubicBezTo>
                      <a:pt x="87036" y="142077"/>
                      <a:pt x="79992" y="145317"/>
                      <a:pt x="73124" y="148906"/>
                    </a:cubicBezTo>
                    <a:cubicBezTo>
                      <a:pt x="67602" y="151934"/>
                      <a:pt x="58875" y="158791"/>
                      <a:pt x="52107" y="162532"/>
                    </a:cubicBezTo>
                    <a:cubicBezTo>
                      <a:pt x="45140" y="167168"/>
                      <a:pt x="36683" y="169012"/>
                      <a:pt x="28418" y="167697"/>
                    </a:cubicBezTo>
                    <a:cubicBezTo>
                      <a:pt x="20649" y="165605"/>
                      <a:pt x="13772" y="161041"/>
                      <a:pt x="8826" y="154695"/>
                    </a:cubicBezTo>
                    <a:cubicBezTo>
                      <a:pt x="5263" y="150331"/>
                      <a:pt x="5531" y="144543"/>
                      <a:pt x="2592" y="139823"/>
                    </a:cubicBezTo>
                    <a:cubicBezTo>
                      <a:pt x="402" y="136313"/>
                      <a:pt x="-597" y="132190"/>
                      <a:pt x="-258" y="128067"/>
                    </a:cubicBezTo>
                    <a:cubicBezTo>
                      <a:pt x="-258" y="124149"/>
                      <a:pt x="365" y="114887"/>
                      <a:pt x="4640" y="112571"/>
                    </a:cubicBezTo>
                    <a:cubicBezTo>
                      <a:pt x="9810" y="110013"/>
                      <a:pt x="15812" y="109723"/>
                      <a:pt x="21204" y="111770"/>
                    </a:cubicBezTo>
                    <a:cubicBezTo>
                      <a:pt x="31015" y="113319"/>
                      <a:pt x="41066" y="111892"/>
                      <a:pt x="50058" y="107673"/>
                    </a:cubicBezTo>
                    <a:cubicBezTo>
                      <a:pt x="61191" y="103310"/>
                      <a:pt x="82475" y="99748"/>
                      <a:pt x="86305" y="98144"/>
                    </a:cubicBezTo>
                    <a:cubicBezTo>
                      <a:pt x="90134" y="96541"/>
                      <a:pt x="94587" y="95028"/>
                      <a:pt x="92093" y="92534"/>
                    </a:cubicBezTo>
                    <a:cubicBezTo>
                      <a:pt x="89600" y="90040"/>
                      <a:pt x="86126" y="82025"/>
                      <a:pt x="87551" y="79175"/>
                    </a:cubicBezTo>
                    <a:cubicBezTo>
                      <a:pt x="88976" y="76326"/>
                      <a:pt x="89065" y="70715"/>
                      <a:pt x="92539" y="69468"/>
                    </a:cubicBezTo>
                    <a:cubicBezTo>
                      <a:pt x="96011" y="68222"/>
                      <a:pt x="125934" y="44533"/>
                      <a:pt x="128161" y="36696"/>
                    </a:cubicBezTo>
                    <a:cubicBezTo>
                      <a:pt x="131278" y="32154"/>
                      <a:pt x="127537" y="32956"/>
                      <a:pt x="125934" y="32956"/>
                    </a:cubicBezTo>
                    <a:cubicBezTo>
                      <a:pt x="115302" y="35618"/>
                      <a:pt x="104883" y="39071"/>
                      <a:pt x="94765" y="43286"/>
                    </a:cubicBezTo>
                    <a:cubicBezTo>
                      <a:pt x="88798" y="46403"/>
                      <a:pt x="81763" y="48006"/>
                      <a:pt x="73302" y="52192"/>
                    </a:cubicBezTo>
                    <a:cubicBezTo>
                      <a:pt x="64842" y="56377"/>
                      <a:pt x="53532" y="62878"/>
                      <a:pt x="47120" y="66619"/>
                    </a:cubicBezTo>
                    <a:cubicBezTo>
                      <a:pt x="40708" y="70359"/>
                      <a:pt x="33049" y="72407"/>
                      <a:pt x="29309" y="75524"/>
                    </a:cubicBezTo>
                    <a:cubicBezTo>
                      <a:pt x="25568" y="78641"/>
                      <a:pt x="24500" y="80066"/>
                      <a:pt x="20403" y="77840"/>
                    </a:cubicBezTo>
                    <a:cubicBezTo>
                      <a:pt x="16726" y="75484"/>
                      <a:pt x="13671" y="72276"/>
                      <a:pt x="11497" y="68489"/>
                    </a:cubicBezTo>
                    <a:cubicBezTo>
                      <a:pt x="10298" y="66551"/>
                      <a:pt x="8648" y="64932"/>
                      <a:pt x="6689" y="63769"/>
                    </a:cubicBezTo>
                    <a:cubicBezTo>
                      <a:pt x="4695" y="61697"/>
                      <a:pt x="3042" y="59322"/>
                      <a:pt x="1791" y="56734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28FC674D-2B56-45C1-8E03-C9A2012B7EA1}"/>
                </a:ext>
              </a:extLst>
            </p:cNvPr>
            <p:cNvGrpSpPr/>
            <p:nvPr/>
          </p:nvGrpSpPr>
          <p:grpSpPr>
            <a:xfrm>
              <a:off x="3002748" y="5975592"/>
              <a:ext cx="220072" cy="223475"/>
              <a:chOff x="2902072" y="6015506"/>
              <a:chExt cx="254073" cy="258002"/>
            </a:xfrm>
            <a:grpFill/>
          </p:grpSpPr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42374142-DA05-426B-8ED7-975EB62BA5F9}"/>
                  </a:ext>
                </a:extLst>
              </p:cNvPr>
              <p:cNvSpPr/>
              <p:nvPr/>
            </p:nvSpPr>
            <p:spPr>
              <a:xfrm>
                <a:off x="2970314" y="6015506"/>
                <a:ext cx="70364" cy="55672"/>
              </a:xfrm>
              <a:custGeom>
                <a:avLst/>
                <a:gdLst>
                  <a:gd name="connsiteX0" fmla="*/ -323 w 70364"/>
                  <a:gd name="connsiteY0" fmla="*/ 96 h 55672"/>
                  <a:gd name="connsiteX1" fmla="*/ 27730 w 70364"/>
                  <a:gd name="connsiteY1" fmla="*/ 5261 h 55672"/>
                  <a:gd name="connsiteX2" fmla="*/ 56852 w 70364"/>
                  <a:gd name="connsiteY2" fmla="*/ 5261 h 55672"/>
                  <a:gd name="connsiteX3" fmla="*/ 69408 w 70364"/>
                  <a:gd name="connsiteY3" fmla="*/ 11940 h 55672"/>
                  <a:gd name="connsiteX4" fmla="*/ 69408 w 70364"/>
                  <a:gd name="connsiteY4" fmla="*/ 22627 h 55672"/>
                  <a:gd name="connsiteX5" fmla="*/ 69408 w 70364"/>
                  <a:gd name="connsiteY5" fmla="*/ 31533 h 55672"/>
                  <a:gd name="connsiteX6" fmla="*/ 54447 w 70364"/>
                  <a:gd name="connsiteY6" fmla="*/ 49344 h 55672"/>
                  <a:gd name="connsiteX7" fmla="*/ 31114 w 70364"/>
                  <a:gd name="connsiteY7" fmla="*/ 54509 h 55672"/>
                  <a:gd name="connsiteX8" fmla="*/ -144 w 70364"/>
                  <a:gd name="connsiteY8" fmla="*/ -438 h 55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364" h="55672">
                    <a:moveTo>
                      <a:pt x="-323" y="96"/>
                    </a:moveTo>
                    <a:cubicBezTo>
                      <a:pt x="-323" y="96"/>
                      <a:pt x="22387" y="4104"/>
                      <a:pt x="27730" y="5261"/>
                    </a:cubicBezTo>
                    <a:cubicBezTo>
                      <a:pt x="37408" y="6333"/>
                      <a:pt x="47174" y="6333"/>
                      <a:pt x="56852" y="5261"/>
                    </a:cubicBezTo>
                    <a:cubicBezTo>
                      <a:pt x="62083" y="4283"/>
                      <a:pt x="67295" y="7055"/>
                      <a:pt x="69408" y="11940"/>
                    </a:cubicBezTo>
                    <a:cubicBezTo>
                      <a:pt x="69988" y="15479"/>
                      <a:pt x="69988" y="19088"/>
                      <a:pt x="69408" y="22627"/>
                    </a:cubicBezTo>
                    <a:cubicBezTo>
                      <a:pt x="69408" y="25299"/>
                      <a:pt x="70833" y="27347"/>
                      <a:pt x="69408" y="31533"/>
                    </a:cubicBezTo>
                    <a:cubicBezTo>
                      <a:pt x="66156" y="38734"/>
                      <a:pt x="60978" y="44897"/>
                      <a:pt x="54447" y="49344"/>
                    </a:cubicBezTo>
                    <a:cubicBezTo>
                      <a:pt x="47856" y="54517"/>
                      <a:pt x="39273" y="56417"/>
                      <a:pt x="31114" y="54509"/>
                    </a:cubicBezTo>
                    <a:cubicBezTo>
                      <a:pt x="19091" y="51214"/>
                      <a:pt x="2349" y="37767"/>
                      <a:pt x="-144" y="-438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5" name="任意多边形: 形状 234">
                <a:extLst>
                  <a:ext uri="{FF2B5EF4-FFF2-40B4-BE49-F238E27FC236}">
                    <a16:creationId xmlns:a16="http://schemas.microsoft.com/office/drawing/2014/main" id="{6468C3EB-F254-4F24-9907-A10B691AFEEB}"/>
                  </a:ext>
                </a:extLst>
              </p:cNvPr>
              <p:cNvSpPr/>
              <p:nvPr/>
            </p:nvSpPr>
            <p:spPr>
              <a:xfrm>
                <a:off x="2902072" y="6084961"/>
                <a:ext cx="108227" cy="171886"/>
              </a:xfrm>
              <a:custGeom>
                <a:avLst/>
                <a:gdLst>
                  <a:gd name="connsiteX0" fmla="*/ 11012 w 108227"/>
                  <a:gd name="connsiteY0" fmla="*/ 10079 h 171886"/>
                  <a:gd name="connsiteX1" fmla="*/ 18048 w 108227"/>
                  <a:gd name="connsiteY1" fmla="*/ -430 h 171886"/>
                  <a:gd name="connsiteX2" fmla="*/ 35859 w 108227"/>
                  <a:gd name="connsiteY2" fmla="*/ 1886 h 171886"/>
                  <a:gd name="connsiteX3" fmla="*/ 42894 w 108227"/>
                  <a:gd name="connsiteY3" fmla="*/ 10079 h 171886"/>
                  <a:gd name="connsiteX4" fmla="*/ 43339 w 108227"/>
                  <a:gd name="connsiteY4" fmla="*/ 42673 h 171886"/>
                  <a:gd name="connsiteX5" fmla="*/ 40222 w 108227"/>
                  <a:gd name="connsiteY5" fmla="*/ 83461 h 171886"/>
                  <a:gd name="connsiteX6" fmla="*/ 51978 w 108227"/>
                  <a:gd name="connsiteY6" fmla="*/ 70369 h 171886"/>
                  <a:gd name="connsiteX7" fmla="*/ 66049 w 108227"/>
                  <a:gd name="connsiteY7" fmla="*/ 45167 h 171886"/>
                  <a:gd name="connsiteX8" fmla="*/ 73440 w 108227"/>
                  <a:gd name="connsiteY8" fmla="*/ 29493 h 171886"/>
                  <a:gd name="connsiteX9" fmla="*/ 77804 w 108227"/>
                  <a:gd name="connsiteY9" fmla="*/ 21211 h 171886"/>
                  <a:gd name="connsiteX10" fmla="*/ 80030 w 108227"/>
                  <a:gd name="connsiteY10" fmla="*/ 10079 h 171886"/>
                  <a:gd name="connsiteX11" fmla="*/ 83503 w 108227"/>
                  <a:gd name="connsiteY11" fmla="*/ 5181 h 171886"/>
                  <a:gd name="connsiteX12" fmla="*/ 84127 w 108227"/>
                  <a:gd name="connsiteY12" fmla="*/ 9455 h 171886"/>
                  <a:gd name="connsiteX13" fmla="*/ 88045 w 108227"/>
                  <a:gd name="connsiteY13" fmla="*/ 4290 h 171886"/>
                  <a:gd name="connsiteX14" fmla="*/ 92409 w 108227"/>
                  <a:gd name="connsiteY14" fmla="*/ 2242 h 171886"/>
                  <a:gd name="connsiteX15" fmla="*/ 93834 w 108227"/>
                  <a:gd name="connsiteY15" fmla="*/ 11147 h 171886"/>
                  <a:gd name="connsiteX16" fmla="*/ 102739 w 108227"/>
                  <a:gd name="connsiteY16" fmla="*/ 26198 h 171886"/>
                  <a:gd name="connsiteX17" fmla="*/ 107905 w 108227"/>
                  <a:gd name="connsiteY17" fmla="*/ 44811 h 171886"/>
                  <a:gd name="connsiteX18" fmla="*/ 107905 w 108227"/>
                  <a:gd name="connsiteY18" fmla="*/ 60930 h 171886"/>
                  <a:gd name="connsiteX19" fmla="*/ 97218 w 108227"/>
                  <a:gd name="connsiteY19" fmla="*/ 82926 h 171886"/>
                  <a:gd name="connsiteX20" fmla="*/ 90183 w 108227"/>
                  <a:gd name="connsiteY20" fmla="*/ 98600 h 171886"/>
                  <a:gd name="connsiteX21" fmla="*/ 80208 w 108227"/>
                  <a:gd name="connsiteY21" fmla="*/ 113116 h 171886"/>
                  <a:gd name="connsiteX22" fmla="*/ 72728 w 108227"/>
                  <a:gd name="connsiteY22" fmla="*/ 125139 h 171886"/>
                  <a:gd name="connsiteX23" fmla="*/ 62842 w 108227"/>
                  <a:gd name="connsiteY23" fmla="*/ 144197 h 171886"/>
                  <a:gd name="connsiteX24" fmla="*/ 50375 w 108227"/>
                  <a:gd name="connsiteY24" fmla="*/ 157466 h 171886"/>
                  <a:gd name="connsiteX25" fmla="*/ 38352 w 108227"/>
                  <a:gd name="connsiteY25" fmla="*/ 168598 h 171886"/>
                  <a:gd name="connsiteX26" fmla="*/ 24281 w 108227"/>
                  <a:gd name="connsiteY26" fmla="*/ 165659 h 171886"/>
                  <a:gd name="connsiteX27" fmla="*/ 1127 w 108227"/>
                  <a:gd name="connsiteY27" fmla="*/ 145800 h 171886"/>
                  <a:gd name="connsiteX28" fmla="*/ 1929 w 108227"/>
                  <a:gd name="connsiteY28" fmla="*/ 126386 h 171886"/>
                  <a:gd name="connsiteX29" fmla="*/ 10834 w 108227"/>
                  <a:gd name="connsiteY29" fmla="*/ 9901 h 171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08227" h="171886">
                    <a:moveTo>
                      <a:pt x="11012" y="10079"/>
                    </a:moveTo>
                    <a:cubicBezTo>
                      <a:pt x="11012" y="10079"/>
                      <a:pt x="11012" y="-430"/>
                      <a:pt x="18048" y="-430"/>
                    </a:cubicBezTo>
                    <a:cubicBezTo>
                      <a:pt x="24066" y="-529"/>
                      <a:pt x="30066" y="251"/>
                      <a:pt x="35859" y="1886"/>
                    </a:cubicBezTo>
                    <a:cubicBezTo>
                      <a:pt x="39595" y="3021"/>
                      <a:pt x="42337" y="6214"/>
                      <a:pt x="42894" y="10079"/>
                    </a:cubicBezTo>
                    <a:cubicBezTo>
                      <a:pt x="44306" y="20890"/>
                      <a:pt x="44455" y="31828"/>
                      <a:pt x="43339" y="42673"/>
                    </a:cubicBezTo>
                    <a:cubicBezTo>
                      <a:pt x="41291" y="50688"/>
                      <a:pt x="36927" y="82214"/>
                      <a:pt x="40222" y="83461"/>
                    </a:cubicBezTo>
                    <a:cubicBezTo>
                      <a:pt x="43517" y="84707"/>
                      <a:pt x="49128" y="73842"/>
                      <a:pt x="51978" y="70369"/>
                    </a:cubicBezTo>
                    <a:cubicBezTo>
                      <a:pt x="57209" y="62282"/>
                      <a:pt x="61909" y="53863"/>
                      <a:pt x="66049" y="45167"/>
                    </a:cubicBezTo>
                    <a:cubicBezTo>
                      <a:pt x="68097" y="40001"/>
                      <a:pt x="72371" y="33411"/>
                      <a:pt x="73440" y="29493"/>
                    </a:cubicBezTo>
                    <a:cubicBezTo>
                      <a:pt x="74509" y="25574"/>
                      <a:pt x="76913" y="23882"/>
                      <a:pt x="77804" y="21211"/>
                    </a:cubicBezTo>
                    <a:cubicBezTo>
                      <a:pt x="78695" y="18539"/>
                      <a:pt x="78784" y="13196"/>
                      <a:pt x="80030" y="10079"/>
                    </a:cubicBezTo>
                    <a:cubicBezTo>
                      <a:pt x="80787" y="8196"/>
                      <a:pt x="81977" y="6518"/>
                      <a:pt x="83503" y="5181"/>
                    </a:cubicBezTo>
                    <a:lnTo>
                      <a:pt x="84127" y="9455"/>
                    </a:lnTo>
                    <a:cubicBezTo>
                      <a:pt x="85692" y="7947"/>
                      <a:pt x="87014" y="6204"/>
                      <a:pt x="88045" y="4290"/>
                    </a:cubicBezTo>
                    <a:cubicBezTo>
                      <a:pt x="89114" y="2064"/>
                      <a:pt x="92409" y="-430"/>
                      <a:pt x="92409" y="2242"/>
                    </a:cubicBezTo>
                    <a:cubicBezTo>
                      <a:pt x="92037" y="5285"/>
                      <a:pt x="92531" y="8372"/>
                      <a:pt x="93834" y="11147"/>
                    </a:cubicBezTo>
                    <a:cubicBezTo>
                      <a:pt x="97178" y="15933"/>
                      <a:pt x="100155" y="20964"/>
                      <a:pt x="102739" y="26198"/>
                    </a:cubicBezTo>
                    <a:cubicBezTo>
                      <a:pt x="105096" y="32209"/>
                      <a:pt x="106826" y="38446"/>
                      <a:pt x="107905" y="44811"/>
                    </a:cubicBezTo>
                    <a:cubicBezTo>
                      <a:pt x="107905" y="48907"/>
                      <a:pt x="107905" y="58080"/>
                      <a:pt x="107905" y="60930"/>
                    </a:cubicBezTo>
                    <a:cubicBezTo>
                      <a:pt x="107905" y="63779"/>
                      <a:pt x="98999" y="77138"/>
                      <a:pt x="97218" y="82926"/>
                    </a:cubicBezTo>
                    <a:cubicBezTo>
                      <a:pt x="95155" y="88273"/>
                      <a:pt x="92806" y="93505"/>
                      <a:pt x="90183" y="98600"/>
                    </a:cubicBezTo>
                    <a:cubicBezTo>
                      <a:pt x="88045" y="102786"/>
                      <a:pt x="81277" y="109821"/>
                      <a:pt x="80208" y="113116"/>
                    </a:cubicBezTo>
                    <a:cubicBezTo>
                      <a:pt x="79140" y="116411"/>
                      <a:pt x="73529" y="120597"/>
                      <a:pt x="72728" y="125139"/>
                    </a:cubicBezTo>
                    <a:cubicBezTo>
                      <a:pt x="69991" y="131766"/>
                      <a:pt x="66683" y="138142"/>
                      <a:pt x="62842" y="144197"/>
                    </a:cubicBezTo>
                    <a:cubicBezTo>
                      <a:pt x="59458" y="150787"/>
                      <a:pt x="54560" y="152479"/>
                      <a:pt x="50375" y="157466"/>
                    </a:cubicBezTo>
                    <a:cubicBezTo>
                      <a:pt x="46189" y="162453"/>
                      <a:pt x="42538" y="163254"/>
                      <a:pt x="38352" y="168598"/>
                    </a:cubicBezTo>
                    <a:cubicBezTo>
                      <a:pt x="34167" y="173941"/>
                      <a:pt x="32118" y="171091"/>
                      <a:pt x="24281" y="165659"/>
                    </a:cubicBezTo>
                    <a:cubicBezTo>
                      <a:pt x="16445" y="160227"/>
                      <a:pt x="3175" y="152835"/>
                      <a:pt x="1127" y="145800"/>
                    </a:cubicBezTo>
                    <a:cubicBezTo>
                      <a:pt x="-1052" y="139457"/>
                      <a:pt x="-766" y="132527"/>
                      <a:pt x="1929" y="126386"/>
                    </a:cubicBezTo>
                    <a:cubicBezTo>
                      <a:pt x="4867" y="119706"/>
                      <a:pt x="10834" y="9901"/>
                      <a:pt x="10834" y="9901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6" name="任意多边形: 形状 235">
                <a:extLst>
                  <a:ext uri="{FF2B5EF4-FFF2-40B4-BE49-F238E27FC236}">
                    <a16:creationId xmlns:a16="http://schemas.microsoft.com/office/drawing/2014/main" id="{8F3BA0F8-3459-4DD5-812D-86AE1CB16A62}"/>
                  </a:ext>
                </a:extLst>
              </p:cNvPr>
              <p:cNvSpPr/>
              <p:nvPr/>
            </p:nvSpPr>
            <p:spPr>
              <a:xfrm>
                <a:off x="3024281" y="6019252"/>
                <a:ext cx="131864" cy="254256"/>
              </a:xfrm>
              <a:custGeom>
                <a:avLst/>
                <a:gdLst>
                  <a:gd name="connsiteX0" fmla="*/ 93186 w 131864"/>
                  <a:gd name="connsiteY0" fmla="*/ 8550 h 254256"/>
                  <a:gd name="connsiteX1" fmla="*/ 90693 w 131864"/>
                  <a:gd name="connsiteY1" fmla="*/ 1515 h 254256"/>
                  <a:gd name="connsiteX2" fmla="*/ 98797 w 131864"/>
                  <a:gd name="connsiteY2" fmla="*/ 357 h 254256"/>
                  <a:gd name="connsiteX3" fmla="*/ 114826 w 131864"/>
                  <a:gd name="connsiteY3" fmla="*/ 11044 h 254256"/>
                  <a:gd name="connsiteX4" fmla="*/ 128274 w 131864"/>
                  <a:gd name="connsiteY4" fmla="*/ 34377 h 254256"/>
                  <a:gd name="connsiteX5" fmla="*/ 131302 w 131864"/>
                  <a:gd name="connsiteY5" fmla="*/ 59134 h 254256"/>
                  <a:gd name="connsiteX6" fmla="*/ 124979 w 131864"/>
                  <a:gd name="connsiteY6" fmla="*/ 72582 h 254256"/>
                  <a:gd name="connsiteX7" fmla="*/ 117765 w 131864"/>
                  <a:gd name="connsiteY7" fmla="*/ 85138 h 254256"/>
                  <a:gd name="connsiteX8" fmla="*/ 111621 w 131864"/>
                  <a:gd name="connsiteY8" fmla="*/ 98586 h 254256"/>
                  <a:gd name="connsiteX9" fmla="*/ 101468 w 131864"/>
                  <a:gd name="connsiteY9" fmla="*/ 114081 h 254256"/>
                  <a:gd name="connsiteX10" fmla="*/ 92563 w 131864"/>
                  <a:gd name="connsiteY10" fmla="*/ 127083 h 254256"/>
                  <a:gd name="connsiteX11" fmla="*/ 79026 w 131864"/>
                  <a:gd name="connsiteY11" fmla="*/ 142935 h 254256"/>
                  <a:gd name="connsiteX12" fmla="*/ 84103 w 131864"/>
                  <a:gd name="connsiteY12" fmla="*/ 151841 h 254256"/>
                  <a:gd name="connsiteX13" fmla="*/ 97995 w 131864"/>
                  <a:gd name="connsiteY13" fmla="*/ 162349 h 254256"/>
                  <a:gd name="connsiteX14" fmla="*/ 106900 w 131864"/>
                  <a:gd name="connsiteY14" fmla="*/ 180873 h 254256"/>
                  <a:gd name="connsiteX15" fmla="*/ 114114 w 131864"/>
                  <a:gd name="connsiteY15" fmla="*/ 210795 h 254256"/>
                  <a:gd name="connsiteX16" fmla="*/ 116786 w 131864"/>
                  <a:gd name="connsiteY16" fmla="*/ 249179 h 254256"/>
                  <a:gd name="connsiteX17" fmla="*/ 109394 w 131864"/>
                  <a:gd name="connsiteY17" fmla="*/ 252919 h 254256"/>
                  <a:gd name="connsiteX18" fmla="*/ 90870 w 131864"/>
                  <a:gd name="connsiteY18" fmla="*/ 236622 h 254256"/>
                  <a:gd name="connsiteX19" fmla="*/ 88377 w 131864"/>
                  <a:gd name="connsiteY19" fmla="*/ 212488 h 254256"/>
                  <a:gd name="connsiteX20" fmla="*/ 83835 w 131864"/>
                  <a:gd name="connsiteY20" fmla="*/ 182565 h 254256"/>
                  <a:gd name="connsiteX21" fmla="*/ 71635 w 131864"/>
                  <a:gd name="connsiteY21" fmla="*/ 162171 h 254256"/>
                  <a:gd name="connsiteX22" fmla="*/ 63619 w 131864"/>
                  <a:gd name="connsiteY22" fmla="*/ 167960 h 254256"/>
                  <a:gd name="connsiteX23" fmla="*/ 26483 w 131864"/>
                  <a:gd name="connsiteY23" fmla="*/ 208569 h 254256"/>
                  <a:gd name="connsiteX24" fmla="*/ 18468 w 131864"/>
                  <a:gd name="connsiteY24" fmla="*/ 208569 h 254256"/>
                  <a:gd name="connsiteX25" fmla="*/ 8138 w 131864"/>
                  <a:gd name="connsiteY25" fmla="*/ 196636 h 254256"/>
                  <a:gd name="connsiteX26" fmla="*/ -323 w 131864"/>
                  <a:gd name="connsiteY26" fmla="*/ 180517 h 254256"/>
                  <a:gd name="connsiteX27" fmla="*/ 7336 w 131864"/>
                  <a:gd name="connsiteY27" fmla="*/ 165645 h 254256"/>
                  <a:gd name="connsiteX28" fmla="*/ 29778 w 131864"/>
                  <a:gd name="connsiteY28" fmla="*/ 142401 h 254256"/>
                  <a:gd name="connsiteX29" fmla="*/ 49638 w 131864"/>
                  <a:gd name="connsiteY29" fmla="*/ 116397 h 254256"/>
                  <a:gd name="connsiteX30" fmla="*/ 68696 w 131864"/>
                  <a:gd name="connsiteY30" fmla="*/ 93687 h 254256"/>
                  <a:gd name="connsiteX31" fmla="*/ 80273 w 131864"/>
                  <a:gd name="connsiteY31" fmla="*/ 77479 h 254256"/>
                  <a:gd name="connsiteX32" fmla="*/ 96838 w 131864"/>
                  <a:gd name="connsiteY32" fmla="*/ 46488 h 254256"/>
                  <a:gd name="connsiteX33" fmla="*/ 93097 w 131864"/>
                  <a:gd name="connsiteY33" fmla="*/ 8907 h 25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31864" h="254256">
                    <a:moveTo>
                      <a:pt x="93186" y="8550"/>
                    </a:moveTo>
                    <a:cubicBezTo>
                      <a:pt x="93186" y="8550"/>
                      <a:pt x="89267" y="4276"/>
                      <a:pt x="90693" y="1515"/>
                    </a:cubicBezTo>
                    <a:cubicBezTo>
                      <a:pt x="92117" y="-1246"/>
                      <a:pt x="96036" y="-533"/>
                      <a:pt x="98797" y="357"/>
                    </a:cubicBezTo>
                    <a:cubicBezTo>
                      <a:pt x="104727" y="2949"/>
                      <a:pt x="110153" y="6567"/>
                      <a:pt x="114826" y="11044"/>
                    </a:cubicBezTo>
                    <a:cubicBezTo>
                      <a:pt x="120752" y="17896"/>
                      <a:pt x="125315" y="25815"/>
                      <a:pt x="128274" y="34377"/>
                    </a:cubicBezTo>
                    <a:cubicBezTo>
                      <a:pt x="131024" y="42322"/>
                      <a:pt x="132056" y="50760"/>
                      <a:pt x="131302" y="59134"/>
                    </a:cubicBezTo>
                    <a:cubicBezTo>
                      <a:pt x="129963" y="63939"/>
                      <a:pt x="127825" y="68485"/>
                      <a:pt x="124979" y="72582"/>
                    </a:cubicBezTo>
                    <a:cubicBezTo>
                      <a:pt x="122337" y="76626"/>
                      <a:pt x="119929" y="80819"/>
                      <a:pt x="117765" y="85138"/>
                    </a:cubicBezTo>
                    <a:cubicBezTo>
                      <a:pt x="116086" y="89781"/>
                      <a:pt x="114031" y="94278"/>
                      <a:pt x="111621" y="98586"/>
                    </a:cubicBezTo>
                    <a:cubicBezTo>
                      <a:pt x="108682" y="103573"/>
                      <a:pt x="104763" y="109272"/>
                      <a:pt x="101468" y="114081"/>
                    </a:cubicBezTo>
                    <a:cubicBezTo>
                      <a:pt x="98173" y="118890"/>
                      <a:pt x="98173" y="119425"/>
                      <a:pt x="92563" y="127083"/>
                    </a:cubicBezTo>
                    <a:cubicBezTo>
                      <a:pt x="86952" y="134742"/>
                      <a:pt x="79382" y="138572"/>
                      <a:pt x="79026" y="142935"/>
                    </a:cubicBezTo>
                    <a:cubicBezTo>
                      <a:pt x="78927" y="146618"/>
                      <a:pt x="80883" y="150050"/>
                      <a:pt x="84103" y="151841"/>
                    </a:cubicBezTo>
                    <a:cubicBezTo>
                      <a:pt x="86863" y="153711"/>
                      <a:pt x="95056" y="157006"/>
                      <a:pt x="97995" y="162349"/>
                    </a:cubicBezTo>
                    <a:cubicBezTo>
                      <a:pt x="101921" y="168016"/>
                      <a:pt x="104927" y="174267"/>
                      <a:pt x="106900" y="180873"/>
                    </a:cubicBezTo>
                    <a:cubicBezTo>
                      <a:pt x="109915" y="190690"/>
                      <a:pt x="112324" y="200683"/>
                      <a:pt x="114114" y="210795"/>
                    </a:cubicBezTo>
                    <a:cubicBezTo>
                      <a:pt x="115005" y="218455"/>
                      <a:pt x="118923" y="243657"/>
                      <a:pt x="116786" y="249179"/>
                    </a:cubicBezTo>
                    <a:cubicBezTo>
                      <a:pt x="114649" y="254700"/>
                      <a:pt x="112868" y="254344"/>
                      <a:pt x="109394" y="252919"/>
                    </a:cubicBezTo>
                    <a:cubicBezTo>
                      <a:pt x="102493" y="248373"/>
                      <a:pt x="96259" y="242888"/>
                      <a:pt x="90870" y="236622"/>
                    </a:cubicBezTo>
                    <a:cubicBezTo>
                      <a:pt x="87932" y="232704"/>
                      <a:pt x="88377" y="227716"/>
                      <a:pt x="88377" y="212488"/>
                    </a:cubicBezTo>
                    <a:cubicBezTo>
                      <a:pt x="88191" y="202357"/>
                      <a:pt x="86664" y="192295"/>
                      <a:pt x="83835" y="182565"/>
                    </a:cubicBezTo>
                    <a:cubicBezTo>
                      <a:pt x="83033" y="178469"/>
                      <a:pt x="74930" y="161548"/>
                      <a:pt x="71635" y="162171"/>
                    </a:cubicBezTo>
                    <a:cubicBezTo>
                      <a:pt x="68340" y="162795"/>
                      <a:pt x="65045" y="162171"/>
                      <a:pt x="63619" y="167960"/>
                    </a:cubicBezTo>
                    <a:cubicBezTo>
                      <a:pt x="62195" y="173748"/>
                      <a:pt x="31649" y="205274"/>
                      <a:pt x="26483" y="208569"/>
                    </a:cubicBezTo>
                    <a:cubicBezTo>
                      <a:pt x="21318" y="211865"/>
                      <a:pt x="21496" y="213735"/>
                      <a:pt x="18468" y="208569"/>
                    </a:cubicBezTo>
                    <a:cubicBezTo>
                      <a:pt x="15440" y="203404"/>
                      <a:pt x="11611" y="197616"/>
                      <a:pt x="8138" y="196636"/>
                    </a:cubicBezTo>
                    <a:cubicBezTo>
                      <a:pt x="4664" y="195656"/>
                      <a:pt x="-323" y="185237"/>
                      <a:pt x="-323" y="180517"/>
                    </a:cubicBezTo>
                    <a:cubicBezTo>
                      <a:pt x="-323" y="175797"/>
                      <a:pt x="5021" y="170186"/>
                      <a:pt x="7336" y="165645"/>
                    </a:cubicBezTo>
                    <a:cubicBezTo>
                      <a:pt x="9652" y="161103"/>
                      <a:pt x="27908" y="145073"/>
                      <a:pt x="29778" y="142401"/>
                    </a:cubicBezTo>
                    <a:cubicBezTo>
                      <a:pt x="31649" y="139729"/>
                      <a:pt x="46343" y="121829"/>
                      <a:pt x="49638" y="116397"/>
                    </a:cubicBezTo>
                    <a:cubicBezTo>
                      <a:pt x="52933" y="110964"/>
                      <a:pt x="65757" y="99476"/>
                      <a:pt x="68696" y="93687"/>
                    </a:cubicBezTo>
                    <a:cubicBezTo>
                      <a:pt x="71635" y="87899"/>
                      <a:pt x="77601" y="84158"/>
                      <a:pt x="80273" y="77479"/>
                    </a:cubicBezTo>
                    <a:cubicBezTo>
                      <a:pt x="82945" y="70800"/>
                      <a:pt x="94789" y="57264"/>
                      <a:pt x="96838" y="46488"/>
                    </a:cubicBezTo>
                    <a:cubicBezTo>
                      <a:pt x="98886" y="35712"/>
                      <a:pt x="105743" y="33842"/>
                      <a:pt x="93097" y="8907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18" name="任意多边形: 形状 217">
              <a:extLst>
                <a:ext uri="{FF2B5EF4-FFF2-40B4-BE49-F238E27FC236}">
                  <a16:creationId xmlns:a16="http://schemas.microsoft.com/office/drawing/2014/main" id="{992BB8DA-5951-4391-BA8F-16400FB72932}"/>
                </a:ext>
              </a:extLst>
            </p:cNvPr>
            <p:cNvSpPr/>
            <p:nvPr/>
          </p:nvSpPr>
          <p:spPr>
            <a:xfrm>
              <a:off x="3357179" y="5904858"/>
              <a:ext cx="311430" cy="364943"/>
            </a:xfrm>
            <a:custGeom>
              <a:avLst/>
              <a:gdLst>
                <a:gd name="connsiteX0" fmla="*/ 70502 w 359546"/>
                <a:gd name="connsiteY0" fmla="*/ 61296 h 421327"/>
                <a:gd name="connsiteX1" fmla="*/ 85908 w 359546"/>
                <a:gd name="connsiteY1" fmla="*/ 62543 h 421327"/>
                <a:gd name="connsiteX2" fmla="*/ 92766 w 359546"/>
                <a:gd name="connsiteY2" fmla="*/ 71448 h 421327"/>
                <a:gd name="connsiteX3" fmla="*/ 90272 w 359546"/>
                <a:gd name="connsiteY3" fmla="*/ 78662 h 421327"/>
                <a:gd name="connsiteX4" fmla="*/ 83058 w 359546"/>
                <a:gd name="connsiteY4" fmla="*/ 86054 h 421327"/>
                <a:gd name="connsiteX5" fmla="*/ 79497 w 359546"/>
                <a:gd name="connsiteY5" fmla="*/ 100748 h 421327"/>
                <a:gd name="connsiteX6" fmla="*/ 111111 w 359546"/>
                <a:gd name="connsiteY6" fmla="*/ 77860 h 421327"/>
                <a:gd name="connsiteX7" fmla="*/ 117701 w 359546"/>
                <a:gd name="connsiteY7" fmla="*/ 49986 h 421327"/>
                <a:gd name="connsiteX8" fmla="*/ 125538 w 359546"/>
                <a:gd name="connsiteY8" fmla="*/ 28168 h 421327"/>
                <a:gd name="connsiteX9" fmla="*/ 132573 w 359546"/>
                <a:gd name="connsiteY9" fmla="*/ 12494 h 421327"/>
                <a:gd name="connsiteX10" fmla="*/ 153769 w 359546"/>
                <a:gd name="connsiteY10" fmla="*/ 18193 h 421327"/>
                <a:gd name="connsiteX11" fmla="*/ 168196 w 359546"/>
                <a:gd name="connsiteY11" fmla="*/ 36004 h 421327"/>
                <a:gd name="connsiteX12" fmla="*/ 170066 w 359546"/>
                <a:gd name="connsiteY12" fmla="*/ 56042 h 421327"/>
                <a:gd name="connsiteX13" fmla="*/ 190549 w 359546"/>
                <a:gd name="connsiteY13" fmla="*/ 68153 h 421327"/>
                <a:gd name="connsiteX14" fmla="*/ 200167 w 359546"/>
                <a:gd name="connsiteY14" fmla="*/ 85965 h 421327"/>
                <a:gd name="connsiteX15" fmla="*/ 193220 w 359546"/>
                <a:gd name="connsiteY15" fmla="*/ 100748 h 421327"/>
                <a:gd name="connsiteX16" fmla="*/ 167395 w 359546"/>
                <a:gd name="connsiteY16" fmla="*/ 91842 h 421327"/>
                <a:gd name="connsiteX17" fmla="*/ 143884 w 359546"/>
                <a:gd name="connsiteY17" fmla="*/ 96384 h 421327"/>
                <a:gd name="connsiteX18" fmla="*/ 136136 w 359546"/>
                <a:gd name="connsiteY18" fmla="*/ 152578 h 421327"/>
                <a:gd name="connsiteX19" fmla="*/ 137472 w 359546"/>
                <a:gd name="connsiteY19" fmla="*/ 168608 h 421327"/>
                <a:gd name="connsiteX20" fmla="*/ 145308 w 359546"/>
                <a:gd name="connsiteY20" fmla="*/ 187399 h 421327"/>
                <a:gd name="connsiteX21" fmla="*/ 146555 w 359546"/>
                <a:gd name="connsiteY21" fmla="*/ 197462 h 421327"/>
                <a:gd name="connsiteX22" fmla="*/ 155461 w 359546"/>
                <a:gd name="connsiteY22" fmla="*/ 189626 h 421327"/>
                <a:gd name="connsiteX23" fmla="*/ 160181 w 359546"/>
                <a:gd name="connsiteY23" fmla="*/ 181789 h 421327"/>
                <a:gd name="connsiteX24" fmla="*/ 166860 w 359546"/>
                <a:gd name="connsiteY24" fmla="*/ 175020 h 421327"/>
                <a:gd name="connsiteX25" fmla="*/ 173450 w 359546"/>
                <a:gd name="connsiteY25" fmla="*/ 187132 h 421327"/>
                <a:gd name="connsiteX26" fmla="*/ 177101 w 359546"/>
                <a:gd name="connsiteY26" fmla="*/ 181789 h 421327"/>
                <a:gd name="connsiteX27" fmla="*/ 182890 w 359546"/>
                <a:gd name="connsiteY27" fmla="*/ 201025 h 421327"/>
                <a:gd name="connsiteX28" fmla="*/ 188056 w 359546"/>
                <a:gd name="connsiteY28" fmla="*/ 202628 h 421327"/>
                <a:gd name="connsiteX29" fmla="*/ 200880 w 359546"/>
                <a:gd name="connsiteY29" fmla="*/ 189447 h 421327"/>
                <a:gd name="connsiteX30" fmla="*/ 218691 w 359546"/>
                <a:gd name="connsiteY30" fmla="*/ 174397 h 421327"/>
                <a:gd name="connsiteX31" fmla="*/ 220115 w 359546"/>
                <a:gd name="connsiteY31" fmla="*/ 166560 h 421327"/>
                <a:gd name="connsiteX32" fmla="*/ 203373 w 359546"/>
                <a:gd name="connsiteY32" fmla="*/ 154538 h 421327"/>
                <a:gd name="connsiteX33" fmla="*/ 206935 w 359546"/>
                <a:gd name="connsiteY33" fmla="*/ 145632 h 421327"/>
                <a:gd name="connsiteX34" fmla="*/ 217622 w 359546"/>
                <a:gd name="connsiteY34" fmla="*/ 139220 h 421327"/>
                <a:gd name="connsiteX35" fmla="*/ 231069 w 359546"/>
                <a:gd name="connsiteY35" fmla="*/ 140645 h 421327"/>
                <a:gd name="connsiteX36" fmla="*/ 238016 w 359546"/>
                <a:gd name="connsiteY36" fmla="*/ 110722 h 421327"/>
                <a:gd name="connsiteX37" fmla="*/ 221540 w 359546"/>
                <a:gd name="connsiteY37" fmla="*/ 112860 h 421327"/>
                <a:gd name="connsiteX38" fmla="*/ 182534 w 359546"/>
                <a:gd name="connsiteY38" fmla="*/ 130671 h 421327"/>
                <a:gd name="connsiteX39" fmla="*/ 170155 w 359546"/>
                <a:gd name="connsiteY39" fmla="*/ 129068 h 421327"/>
                <a:gd name="connsiteX40" fmla="*/ 162942 w 359546"/>
                <a:gd name="connsiteY40" fmla="*/ 121587 h 421327"/>
                <a:gd name="connsiteX41" fmla="*/ 184404 w 359546"/>
                <a:gd name="connsiteY41" fmla="*/ 109030 h 421327"/>
                <a:gd name="connsiteX42" fmla="*/ 205243 w 359546"/>
                <a:gd name="connsiteY42" fmla="*/ 103063 h 421327"/>
                <a:gd name="connsiteX43" fmla="*/ 235968 w 359546"/>
                <a:gd name="connsiteY43" fmla="*/ 91753 h 421327"/>
                <a:gd name="connsiteX44" fmla="*/ 244873 w 359546"/>
                <a:gd name="connsiteY44" fmla="*/ 84540 h 421327"/>
                <a:gd name="connsiteX45" fmla="*/ 248703 w 359546"/>
                <a:gd name="connsiteY45" fmla="*/ 57823 h 421327"/>
                <a:gd name="connsiteX46" fmla="*/ 259478 w 359546"/>
                <a:gd name="connsiteY46" fmla="*/ 20153 h 421327"/>
                <a:gd name="connsiteX47" fmla="*/ 269809 w 359546"/>
                <a:gd name="connsiteY47" fmla="*/ 6438 h 421327"/>
                <a:gd name="connsiteX48" fmla="*/ 283879 w 359546"/>
                <a:gd name="connsiteY48" fmla="*/ 649 h 421327"/>
                <a:gd name="connsiteX49" fmla="*/ 286996 w 359546"/>
                <a:gd name="connsiteY49" fmla="*/ 15165 h 421327"/>
                <a:gd name="connsiteX50" fmla="*/ 275864 w 359546"/>
                <a:gd name="connsiteY50" fmla="*/ 32977 h 421327"/>
                <a:gd name="connsiteX51" fmla="*/ 270699 w 359546"/>
                <a:gd name="connsiteY51" fmla="*/ 59159 h 421327"/>
                <a:gd name="connsiteX52" fmla="*/ 265534 w 359546"/>
                <a:gd name="connsiteY52" fmla="*/ 81512 h 421327"/>
                <a:gd name="connsiteX53" fmla="*/ 273371 w 359546"/>
                <a:gd name="connsiteY53" fmla="*/ 87657 h 421327"/>
                <a:gd name="connsiteX54" fmla="*/ 299108 w 359546"/>
                <a:gd name="connsiteY54" fmla="*/ 84184 h 421327"/>
                <a:gd name="connsiteX55" fmla="*/ 316296 w 359546"/>
                <a:gd name="connsiteY55" fmla="*/ 85609 h 421327"/>
                <a:gd name="connsiteX56" fmla="*/ 318344 w 359546"/>
                <a:gd name="connsiteY56" fmla="*/ 94514 h 421327"/>
                <a:gd name="connsiteX57" fmla="*/ 310863 w 359546"/>
                <a:gd name="connsiteY57" fmla="*/ 104399 h 421327"/>
                <a:gd name="connsiteX58" fmla="*/ 297505 w 359546"/>
                <a:gd name="connsiteY58" fmla="*/ 104399 h 421327"/>
                <a:gd name="connsiteX59" fmla="*/ 270254 w 359546"/>
                <a:gd name="connsiteY59" fmla="*/ 105468 h 421327"/>
                <a:gd name="connsiteX60" fmla="*/ 263486 w 359546"/>
                <a:gd name="connsiteY60" fmla="*/ 109832 h 421327"/>
                <a:gd name="connsiteX61" fmla="*/ 259923 w 359546"/>
                <a:gd name="connsiteY61" fmla="*/ 147948 h 421327"/>
                <a:gd name="connsiteX62" fmla="*/ 269452 w 359546"/>
                <a:gd name="connsiteY62" fmla="*/ 160326 h 421327"/>
                <a:gd name="connsiteX63" fmla="*/ 270521 w 359546"/>
                <a:gd name="connsiteY63" fmla="*/ 177425 h 421327"/>
                <a:gd name="connsiteX64" fmla="*/ 313980 w 359546"/>
                <a:gd name="connsiteY64" fmla="*/ 169855 h 421327"/>
                <a:gd name="connsiteX65" fmla="*/ 325558 w 359546"/>
                <a:gd name="connsiteY65" fmla="*/ 167183 h 421327"/>
                <a:gd name="connsiteX66" fmla="*/ 348445 w 359546"/>
                <a:gd name="connsiteY66" fmla="*/ 175198 h 421327"/>
                <a:gd name="connsiteX67" fmla="*/ 358954 w 359546"/>
                <a:gd name="connsiteY67" fmla="*/ 187132 h 421327"/>
                <a:gd name="connsiteX68" fmla="*/ 357351 w 359546"/>
                <a:gd name="connsiteY68" fmla="*/ 196037 h 421327"/>
                <a:gd name="connsiteX69" fmla="*/ 335265 w 359546"/>
                <a:gd name="connsiteY69" fmla="*/ 207614 h 421327"/>
                <a:gd name="connsiteX70" fmla="*/ 326359 w 359546"/>
                <a:gd name="connsiteY70" fmla="*/ 210910 h 421327"/>
                <a:gd name="connsiteX71" fmla="*/ 315227 w 359546"/>
                <a:gd name="connsiteY71" fmla="*/ 210108 h 421327"/>
                <a:gd name="connsiteX72" fmla="*/ 299464 w 359546"/>
                <a:gd name="connsiteY72" fmla="*/ 210108 h 421327"/>
                <a:gd name="connsiteX73" fmla="*/ 287086 w 359546"/>
                <a:gd name="connsiteY73" fmla="*/ 221686 h 421327"/>
                <a:gd name="connsiteX74" fmla="*/ 274974 w 359546"/>
                <a:gd name="connsiteY74" fmla="*/ 236113 h 421327"/>
                <a:gd name="connsiteX75" fmla="*/ 289579 w 359546"/>
                <a:gd name="connsiteY75" fmla="*/ 237537 h 421327"/>
                <a:gd name="connsiteX76" fmla="*/ 305074 w 359546"/>
                <a:gd name="connsiteY76" fmla="*/ 243950 h 421327"/>
                <a:gd name="connsiteX77" fmla="*/ 314693 w 359546"/>
                <a:gd name="connsiteY77" fmla="*/ 258287 h 421327"/>
                <a:gd name="connsiteX78" fmla="*/ 319680 w 359546"/>
                <a:gd name="connsiteY78" fmla="*/ 299698 h 421327"/>
                <a:gd name="connsiteX79" fmla="*/ 320125 w 359546"/>
                <a:gd name="connsiteY79" fmla="*/ 362037 h 421327"/>
                <a:gd name="connsiteX80" fmla="*/ 322530 w 359546"/>
                <a:gd name="connsiteY80" fmla="*/ 380650 h 421327"/>
                <a:gd name="connsiteX81" fmla="*/ 321372 w 359546"/>
                <a:gd name="connsiteY81" fmla="*/ 411285 h 421327"/>
                <a:gd name="connsiteX82" fmla="*/ 314693 w 359546"/>
                <a:gd name="connsiteY82" fmla="*/ 420814 h 421327"/>
                <a:gd name="connsiteX83" fmla="*/ 301779 w 359546"/>
                <a:gd name="connsiteY83" fmla="*/ 417430 h 421327"/>
                <a:gd name="connsiteX84" fmla="*/ 289223 w 359546"/>
                <a:gd name="connsiteY84" fmla="*/ 410483 h 421327"/>
                <a:gd name="connsiteX85" fmla="*/ 276220 w 359546"/>
                <a:gd name="connsiteY85" fmla="*/ 396056 h 421327"/>
                <a:gd name="connsiteX86" fmla="*/ 261793 w 359546"/>
                <a:gd name="connsiteY86" fmla="*/ 380294 h 421327"/>
                <a:gd name="connsiteX87" fmla="*/ 254580 w 359546"/>
                <a:gd name="connsiteY87" fmla="*/ 365867 h 421327"/>
                <a:gd name="connsiteX88" fmla="*/ 255203 w 359546"/>
                <a:gd name="connsiteY88" fmla="*/ 356961 h 421327"/>
                <a:gd name="connsiteX89" fmla="*/ 260547 w 359546"/>
                <a:gd name="connsiteY89" fmla="*/ 363818 h 421327"/>
                <a:gd name="connsiteX90" fmla="*/ 271679 w 359546"/>
                <a:gd name="connsiteY90" fmla="*/ 373882 h 421327"/>
                <a:gd name="connsiteX91" fmla="*/ 288154 w 359546"/>
                <a:gd name="connsiteY91" fmla="*/ 380917 h 421327"/>
                <a:gd name="connsiteX92" fmla="*/ 292874 w 359546"/>
                <a:gd name="connsiteY92" fmla="*/ 376375 h 421327"/>
                <a:gd name="connsiteX93" fmla="*/ 292250 w 359546"/>
                <a:gd name="connsiteY93" fmla="*/ 353666 h 421327"/>
                <a:gd name="connsiteX94" fmla="*/ 292250 w 359546"/>
                <a:gd name="connsiteY94" fmla="*/ 294889 h 421327"/>
                <a:gd name="connsiteX95" fmla="*/ 286907 w 359546"/>
                <a:gd name="connsiteY95" fmla="*/ 261404 h 421327"/>
                <a:gd name="connsiteX96" fmla="*/ 278002 w 359546"/>
                <a:gd name="connsiteY96" fmla="*/ 255259 h 421327"/>
                <a:gd name="connsiteX97" fmla="*/ 269096 w 359546"/>
                <a:gd name="connsiteY97" fmla="*/ 260247 h 421327"/>
                <a:gd name="connsiteX98" fmla="*/ 262239 w 359546"/>
                <a:gd name="connsiteY98" fmla="*/ 260247 h 421327"/>
                <a:gd name="connsiteX99" fmla="*/ 258766 w 359546"/>
                <a:gd name="connsiteY99" fmla="*/ 267549 h 421327"/>
                <a:gd name="connsiteX100" fmla="*/ 272569 w 359546"/>
                <a:gd name="connsiteY100" fmla="*/ 276455 h 421327"/>
                <a:gd name="connsiteX101" fmla="*/ 281475 w 359546"/>
                <a:gd name="connsiteY101" fmla="*/ 286162 h 421327"/>
                <a:gd name="connsiteX102" fmla="*/ 275686 w 359546"/>
                <a:gd name="connsiteY102" fmla="*/ 292930 h 421327"/>
                <a:gd name="connsiteX103" fmla="*/ 268117 w 359546"/>
                <a:gd name="connsiteY103" fmla="*/ 292930 h 421327"/>
                <a:gd name="connsiteX104" fmla="*/ 254313 w 359546"/>
                <a:gd name="connsiteY104" fmla="*/ 281353 h 421327"/>
                <a:gd name="connsiteX105" fmla="*/ 247901 w 359546"/>
                <a:gd name="connsiteY105" fmla="*/ 290882 h 421327"/>
                <a:gd name="connsiteX106" fmla="*/ 248703 w 359546"/>
                <a:gd name="connsiteY106" fmla="*/ 301569 h 421327"/>
                <a:gd name="connsiteX107" fmla="*/ 260458 w 359546"/>
                <a:gd name="connsiteY107" fmla="*/ 307001 h 421327"/>
                <a:gd name="connsiteX108" fmla="*/ 275330 w 359546"/>
                <a:gd name="connsiteY108" fmla="*/ 318756 h 421327"/>
                <a:gd name="connsiteX109" fmla="*/ 279426 w 359546"/>
                <a:gd name="connsiteY109" fmla="*/ 333985 h 421327"/>
                <a:gd name="connsiteX110" fmla="*/ 265445 w 359546"/>
                <a:gd name="connsiteY110" fmla="*/ 335232 h 421327"/>
                <a:gd name="connsiteX111" fmla="*/ 244160 w 359546"/>
                <a:gd name="connsiteY111" fmla="*/ 322853 h 421327"/>
                <a:gd name="connsiteX112" fmla="*/ 238995 w 359546"/>
                <a:gd name="connsiteY112" fmla="*/ 323654 h 421327"/>
                <a:gd name="connsiteX113" fmla="*/ 234276 w 359546"/>
                <a:gd name="connsiteY113" fmla="*/ 351529 h 421327"/>
                <a:gd name="connsiteX114" fmla="*/ 228932 w 359546"/>
                <a:gd name="connsiteY114" fmla="*/ 355892 h 421327"/>
                <a:gd name="connsiteX115" fmla="*/ 211121 w 359546"/>
                <a:gd name="connsiteY115" fmla="*/ 340218 h 421327"/>
                <a:gd name="connsiteX116" fmla="*/ 209874 w 359546"/>
                <a:gd name="connsiteY116" fmla="*/ 324723 h 421327"/>
                <a:gd name="connsiteX117" fmla="*/ 220828 w 359546"/>
                <a:gd name="connsiteY117" fmla="*/ 287141 h 421327"/>
                <a:gd name="connsiteX118" fmla="*/ 232405 w 359546"/>
                <a:gd name="connsiteY118" fmla="*/ 253211 h 421327"/>
                <a:gd name="connsiteX119" fmla="*/ 245764 w 359546"/>
                <a:gd name="connsiteY119" fmla="*/ 230680 h 421327"/>
                <a:gd name="connsiteX120" fmla="*/ 257341 w 359546"/>
                <a:gd name="connsiteY120" fmla="*/ 214561 h 421327"/>
                <a:gd name="connsiteX121" fmla="*/ 255470 w 359546"/>
                <a:gd name="connsiteY121" fmla="*/ 211889 h 421327"/>
                <a:gd name="connsiteX122" fmla="*/ 221273 w 359546"/>
                <a:gd name="connsiteY122" fmla="*/ 229701 h 421327"/>
                <a:gd name="connsiteX123" fmla="*/ 204709 w 359546"/>
                <a:gd name="connsiteY123" fmla="*/ 239586 h 421327"/>
                <a:gd name="connsiteX124" fmla="*/ 194022 w 359546"/>
                <a:gd name="connsiteY124" fmla="*/ 246799 h 421327"/>
                <a:gd name="connsiteX125" fmla="*/ 180396 w 359546"/>
                <a:gd name="connsiteY125" fmla="*/ 252142 h 421327"/>
                <a:gd name="connsiteX126" fmla="*/ 168997 w 359546"/>
                <a:gd name="connsiteY126" fmla="*/ 259712 h 421327"/>
                <a:gd name="connsiteX127" fmla="*/ 158132 w 359546"/>
                <a:gd name="connsiteY127" fmla="*/ 259712 h 421327"/>
                <a:gd name="connsiteX128" fmla="*/ 147179 w 359546"/>
                <a:gd name="connsiteY128" fmla="*/ 270221 h 421327"/>
                <a:gd name="connsiteX129" fmla="*/ 140767 w 359546"/>
                <a:gd name="connsiteY129" fmla="*/ 287141 h 421327"/>
                <a:gd name="connsiteX130" fmla="*/ 145932 w 359546"/>
                <a:gd name="connsiteY130" fmla="*/ 382253 h 421327"/>
                <a:gd name="connsiteX131" fmla="*/ 143260 w 359546"/>
                <a:gd name="connsiteY131" fmla="*/ 404784 h 421327"/>
                <a:gd name="connsiteX132" fmla="*/ 132752 w 359546"/>
                <a:gd name="connsiteY132" fmla="*/ 403537 h 421327"/>
                <a:gd name="connsiteX133" fmla="*/ 122421 w 359546"/>
                <a:gd name="connsiteY133" fmla="*/ 397927 h 421327"/>
                <a:gd name="connsiteX134" fmla="*/ 114585 w 359546"/>
                <a:gd name="connsiteY134" fmla="*/ 392405 h 421327"/>
                <a:gd name="connsiteX135" fmla="*/ 107193 w 359546"/>
                <a:gd name="connsiteY135" fmla="*/ 382431 h 421327"/>
                <a:gd name="connsiteX136" fmla="*/ 109419 w 359546"/>
                <a:gd name="connsiteY136" fmla="*/ 372368 h 421327"/>
                <a:gd name="connsiteX137" fmla="*/ 107816 w 359546"/>
                <a:gd name="connsiteY137" fmla="*/ 315817 h 421327"/>
                <a:gd name="connsiteX138" fmla="*/ 102651 w 359546"/>
                <a:gd name="connsiteY138" fmla="*/ 318934 h 421327"/>
                <a:gd name="connsiteX139" fmla="*/ 92943 w 359546"/>
                <a:gd name="connsiteY139" fmla="*/ 334608 h 421327"/>
                <a:gd name="connsiteX140" fmla="*/ 86175 w 359546"/>
                <a:gd name="connsiteY140" fmla="*/ 349481 h 421327"/>
                <a:gd name="connsiteX141" fmla="*/ 72728 w 359546"/>
                <a:gd name="connsiteY141" fmla="*/ 357941 h 421327"/>
                <a:gd name="connsiteX142" fmla="*/ 56074 w 359546"/>
                <a:gd name="connsiteY142" fmla="*/ 356872 h 421327"/>
                <a:gd name="connsiteX143" fmla="*/ 43874 w 359546"/>
                <a:gd name="connsiteY143" fmla="*/ 344137 h 421327"/>
                <a:gd name="connsiteX144" fmla="*/ 42004 w 359546"/>
                <a:gd name="connsiteY144" fmla="*/ 329443 h 421327"/>
                <a:gd name="connsiteX145" fmla="*/ 49039 w 359546"/>
                <a:gd name="connsiteY145" fmla="*/ 317064 h 421327"/>
                <a:gd name="connsiteX146" fmla="*/ 53581 w 359546"/>
                <a:gd name="connsiteY146" fmla="*/ 298540 h 421327"/>
                <a:gd name="connsiteX147" fmla="*/ 59904 w 359546"/>
                <a:gd name="connsiteY147" fmla="*/ 278681 h 421327"/>
                <a:gd name="connsiteX148" fmla="*/ 68810 w 359546"/>
                <a:gd name="connsiteY148" fmla="*/ 259089 h 421327"/>
                <a:gd name="connsiteX149" fmla="*/ 72906 w 359546"/>
                <a:gd name="connsiteY149" fmla="*/ 246087 h 421327"/>
                <a:gd name="connsiteX150" fmla="*/ 71036 w 359546"/>
                <a:gd name="connsiteY150" fmla="*/ 243682 h 421327"/>
                <a:gd name="connsiteX151" fmla="*/ 56609 w 359546"/>
                <a:gd name="connsiteY151" fmla="*/ 255170 h 421327"/>
                <a:gd name="connsiteX152" fmla="*/ 41737 w 359546"/>
                <a:gd name="connsiteY152" fmla="*/ 257308 h 421327"/>
                <a:gd name="connsiteX153" fmla="*/ 27755 w 359546"/>
                <a:gd name="connsiteY153" fmla="*/ 250094 h 421327"/>
                <a:gd name="connsiteX154" fmla="*/ 13951 w 359546"/>
                <a:gd name="connsiteY154" fmla="*/ 243237 h 421327"/>
                <a:gd name="connsiteX155" fmla="*/ 1750 w 359546"/>
                <a:gd name="connsiteY155" fmla="*/ 234331 h 421327"/>
                <a:gd name="connsiteX156" fmla="*/ 2819 w 359546"/>
                <a:gd name="connsiteY156" fmla="*/ 225426 h 421327"/>
                <a:gd name="connsiteX157" fmla="*/ 28378 w 359546"/>
                <a:gd name="connsiteY157" fmla="*/ 210732 h 421327"/>
                <a:gd name="connsiteX158" fmla="*/ 68008 w 359546"/>
                <a:gd name="connsiteY158" fmla="*/ 184015 h 421327"/>
                <a:gd name="connsiteX159" fmla="*/ 103630 w 359546"/>
                <a:gd name="connsiteY159" fmla="*/ 162642 h 421327"/>
                <a:gd name="connsiteX160" fmla="*/ 104877 w 359546"/>
                <a:gd name="connsiteY160" fmla="*/ 135123 h 421327"/>
                <a:gd name="connsiteX161" fmla="*/ 109241 w 359546"/>
                <a:gd name="connsiteY161" fmla="*/ 99056 h 421327"/>
                <a:gd name="connsiteX162" fmla="*/ 103274 w 359546"/>
                <a:gd name="connsiteY162" fmla="*/ 102173 h 421327"/>
                <a:gd name="connsiteX163" fmla="*/ 87957 w 359546"/>
                <a:gd name="connsiteY163" fmla="*/ 122745 h 421327"/>
                <a:gd name="connsiteX164" fmla="*/ 74420 w 359546"/>
                <a:gd name="connsiteY164" fmla="*/ 142960 h 421327"/>
                <a:gd name="connsiteX165" fmla="*/ 64713 w 359546"/>
                <a:gd name="connsiteY165" fmla="*/ 157031 h 421327"/>
                <a:gd name="connsiteX166" fmla="*/ 63288 w 359546"/>
                <a:gd name="connsiteY166" fmla="*/ 168965 h 421327"/>
                <a:gd name="connsiteX167" fmla="*/ 46546 w 359546"/>
                <a:gd name="connsiteY167" fmla="*/ 166916 h 421327"/>
                <a:gd name="connsiteX168" fmla="*/ 28735 w 359546"/>
                <a:gd name="connsiteY168" fmla="*/ 159525 h 421327"/>
                <a:gd name="connsiteX169" fmla="*/ 20898 w 359546"/>
                <a:gd name="connsiteY169" fmla="*/ 140912 h 421327"/>
                <a:gd name="connsiteX170" fmla="*/ 27309 w 359546"/>
                <a:gd name="connsiteY170" fmla="*/ 112860 h 421327"/>
                <a:gd name="connsiteX171" fmla="*/ 36749 w 359546"/>
                <a:gd name="connsiteY171" fmla="*/ 89349 h 421327"/>
                <a:gd name="connsiteX172" fmla="*/ 70234 w 359546"/>
                <a:gd name="connsiteY172" fmla="*/ 62632 h 42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359546" h="421327">
                  <a:moveTo>
                    <a:pt x="70502" y="61296"/>
                  </a:moveTo>
                  <a:cubicBezTo>
                    <a:pt x="75441" y="58671"/>
                    <a:pt x="81455" y="59158"/>
                    <a:pt x="85908" y="62543"/>
                  </a:cubicBezTo>
                  <a:cubicBezTo>
                    <a:pt x="93745" y="68332"/>
                    <a:pt x="92766" y="69757"/>
                    <a:pt x="92766" y="71448"/>
                  </a:cubicBezTo>
                  <a:cubicBezTo>
                    <a:pt x="93277" y="74125"/>
                    <a:pt x="92328" y="76872"/>
                    <a:pt x="90272" y="78662"/>
                  </a:cubicBezTo>
                  <a:cubicBezTo>
                    <a:pt x="87422" y="80710"/>
                    <a:pt x="84305" y="80889"/>
                    <a:pt x="83058" y="86054"/>
                  </a:cubicBezTo>
                  <a:cubicBezTo>
                    <a:pt x="81812" y="91219"/>
                    <a:pt x="77270" y="100748"/>
                    <a:pt x="79497" y="100748"/>
                  </a:cubicBezTo>
                  <a:cubicBezTo>
                    <a:pt x="91099" y="94708"/>
                    <a:pt x="101751" y="86996"/>
                    <a:pt x="111111" y="77860"/>
                  </a:cubicBezTo>
                  <a:cubicBezTo>
                    <a:pt x="116009" y="71270"/>
                    <a:pt x="115030" y="57378"/>
                    <a:pt x="117701" y="49986"/>
                  </a:cubicBezTo>
                  <a:cubicBezTo>
                    <a:pt x="120756" y="42880"/>
                    <a:pt x="123373" y="35594"/>
                    <a:pt x="125538" y="28168"/>
                  </a:cubicBezTo>
                  <a:cubicBezTo>
                    <a:pt x="127230" y="20954"/>
                    <a:pt x="125538" y="14720"/>
                    <a:pt x="132573" y="12494"/>
                  </a:cubicBezTo>
                  <a:cubicBezTo>
                    <a:pt x="140139" y="11029"/>
                    <a:pt x="147958" y="13131"/>
                    <a:pt x="153769" y="18193"/>
                  </a:cubicBezTo>
                  <a:cubicBezTo>
                    <a:pt x="159717" y="23110"/>
                    <a:pt x="164622" y="29165"/>
                    <a:pt x="168196" y="36004"/>
                  </a:cubicBezTo>
                  <a:cubicBezTo>
                    <a:pt x="168819" y="40101"/>
                    <a:pt x="167216" y="54528"/>
                    <a:pt x="170066" y="56042"/>
                  </a:cubicBezTo>
                  <a:cubicBezTo>
                    <a:pt x="177541" y="58869"/>
                    <a:pt x="184470" y="62967"/>
                    <a:pt x="190549" y="68153"/>
                  </a:cubicBezTo>
                  <a:cubicBezTo>
                    <a:pt x="195207" y="73183"/>
                    <a:pt x="198516" y="79311"/>
                    <a:pt x="200167" y="85965"/>
                  </a:cubicBezTo>
                  <a:cubicBezTo>
                    <a:pt x="200167" y="91130"/>
                    <a:pt x="202304" y="97720"/>
                    <a:pt x="193220" y="100748"/>
                  </a:cubicBezTo>
                  <a:cubicBezTo>
                    <a:pt x="184137" y="103776"/>
                    <a:pt x="184315" y="96028"/>
                    <a:pt x="167395" y="91842"/>
                  </a:cubicBezTo>
                  <a:cubicBezTo>
                    <a:pt x="150474" y="87657"/>
                    <a:pt x="146823" y="86321"/>
                    <a:pt x="143884" y="96384"/>
                  </a:cubicBezTo>
                  <a:cubicBezTo>
                    <a:pt x="140945" y="106448"/>
                    <a:pt x="136581" y="146790"/>
                    <a:pt x="136136" y="152578"/>
                  </a:cubicBezTo>
                  <a:cubicBezTo>
                    <a:pt x="135708" y="157959"/>
                    <a:pt x="136159" y="163373"/>
                    <a:pt x="137472" y="168608"/>
                  </a:cubicBezTo>
                  <a:cubicBezTo>
                    <a:pt x="138718" y="172705"/>
                    <a:pt x="144685" y="183481"/>
                    <a:pt x="145308" y="187399"/>
                  </a:cubicBezTo>
                  <a:cubicBezTo>
                    <a:pt x="145932" y="191318"/>
                    <a:pt x="144329" y="197462"/>
                    <a:pt x="146555" y="197462"/>
                  </a:cubicBezTo>
                  <a:cubicBezTo>
                    <a:pt x="148782" y="197462"/>
                    <a:pt x="153591" y="193099"/>
                    <a:pt x="155461" y="189626"/>
                  </a:cubicBezTo>
                  <a:cubicBezTo>
                    <a:pt x="157331" y="186152"/>
                    <a:pt x="158400" y="184282"/>
                    <a:pt x="160181" y="181789"/>
                  </a:cubicBezTo>
                  <a:cubicBezTo>
                    <a:pt x="161962" y="179295"/>
                    <a:pt x="165969" y="177425"/>
                    <a:pt x="166860" y="175020"/>
                  </a:cubicBezTo>
                  <a:cubicBezTo>
                    <a:pt x="167751" y="172616"/>
                    <a:pt x="171402" y="187132"/>
                    <a:pt x="173450" y="187132"/>
                  </a:cubicBezTo>
                  <a:cubicBezTo>
                    <a:pt x="175498" y="187132"/>
                    <a:pt x="176122" y="180186"/>
                    <a:pt x="177101" y="181789"/>
                  </a:cubicBezTo>
                  <a:cubicBezTo>
                    <a:pt x="178081" y="183392"/>
                    <a:pt x="180842" y="196839"/>
                    <a:pt x="182890" y="201025"/>
                  </a:cubicBezTo>
                  <a:cubicBezTo>
                    <a:pt x="184938" y="205210"/>
                    <a:pt x="184582" y="205745"/>
                    <a:pt x="188056" y="202628"/>
                  </a:cubicBezTo>
                  <a:cubicBezTo>
                    <a:pt x="191528" y="199511"/>
                    <a:pt x="197762" y="191496"/>
                    <a:pt x="200880" y="189447"/>
                  </a:cubicBezTo>
                  <a:cubicBezTo>
                    <a:pt x="207395" y="185158"/>
                    <a:pt x="213374" y="180105"/>
                    <a:pt x="218691" y="174397"/>
                  </a:cubicBezTo>
                  <a:cubicBezTo>
                    <a:pt x="220471" y="170835"/>
                    <a:pt x="223589" y="169232"/>
                    <a:pt x="220115" y="166560"/>
                  </a:cubicBezTo>
                  <a:cubicBezTo>
                    <a:pt x="216642" y="163888"/>
                    <a:pt x="204442" y="158278"/>
                    <a:pt x="203373" y="154538"/>
                  </a:cubicBezTo>
                  <a:cubicBezTo>
                    <a:pt x="202304" y="150797"/>
                    <a:pt x="201948" y="149818"/>
                    <a:pt x="206935" y="145632"/>
                  </a:cubicBezTo>
                  <a:cubicBezTo>
                    <a:pt x="211922" y="141446"/>
                    <a:pt x="213525" y="139042"/>
                    <a:pt x="217622" y="139220"/>
                  </a:cubicBezTo>
                  <a:cubicBezTo>
                    <a:pt x="221718" y="139398"/>
                    <a:pt x="228131" y="142337"/>
                    <a:pt x="231069" y="140645"/>
                  </a:cubicBezTo>
                  <a:cubicBezTo>
                    <a:pt x="234008" y="138953"/>
                    <a:pt x="237837" y="135302"/>
                    <a:pt x="238016" y="110722"/>
                  </a:cubicBezTo>
                  <a:cubicBezTo>
                    <a:pt x="232049" y="109475"/>
                    <a:pt x="238016" y="108674"/>
                    <a:pt x="221540" y="112860"/>
                  </a:cubicBezTo>
                  <a:cubicBezTo>
                    <a:pt x="205065" y="117045"/>
                    <a:pt x="187076" y="129513"/>
                    <a:pt x="182534" y="130671"/>
                  </a:cubicBezTo>
                  <a:cubicBezTo>
                    <a:pt x="178372" y="131965"/>
                    <a:pt x="173851" y="131380"/>
                    <a:pt x="170155" y="129068"/>
                  </a:cubicBezTo>
                  <a:cubicBezTo>
                    <a:pt x="164990" y="126129"/>
                    <a:pt x="161250" y="125149"/>
                    <a:pt x="162942" y="121587"/>
                  </a:cubicBezTo>
                  <a:cubicBezTo>
                    <a:pt x="169093" y="115884"/>
                    <a:pt x="176419" y="111598"/>
                    <a:pt x="184404" y="109030"/>
                  </a:cubicBezTo>
                  <a:cubicBezTo>
                    <a:pt x="191452" y="107414"/>
                    <a:pt x="198408" y="105422"/>
                    <a:pt x="205243" y="103063"/>
                  </a:cubicBezTo>
                  <a:cubicBezTo>
                    <a:pt x="215016" y="98125"/>
                    <a:pt x="225325" y="94330"/>
                    <a:pt x="235968" y="91753"/>
                  </a:cubicBezTo>
                  <a:cubicBezTo>
                    <a:pt x="243448" y="91308"/>
                    <a:pt x="244873" y="87835"/>
                    <a:pt x="244873" y="84540"/>
                  </a:cubicBezTo>
                  <a:cubicBezTo>
                    <a:pt x="245414" y="75544"/>
                    <a:pt x="246695" y="66608"/>
                    <a:pt x="248703" y="57823"/>
                  </a:cubicBezTo>
                  <a:cubicBezTo>
                    <a:pt x="251196" y="51589"/>
                    <a:pt x="258677" y="23893"/>
                    <a:pt x="259478" y="20153"/>
                  </a:cubicBezTo>
                  <a:cubicBezTo>
                    <a:pt x="260280" y="16412"/>
                    <a:pt x="266514" y="11247"/>
                    <a:pt x="269809" y="6438"/>
                  </a:cubicBezTo>
                  <a:cubicBezTo>
                    <a:pt x="273104" y="1629"/>
                    <a:pt x="279783" y="-2468"/>
                    <a:pt x="283879" y="649"/>
                  </a:cubicBezTo>
                  <a:cubicBezTo>
                    <a:pt x="287923" y="4319"/>
                    <a:pt x="289177" y="10159"/>
                    <a:pt x="286996" y="15165"/>
                  </a:cubicBezTo>
                  <a:cubicBezTo>
                    <a:pt x="282741" y="20745"/>
                    <a:pt x="279014" y="26707"/>
                    <a:pt x="275864" y="32977"/>
                  </a:cubicBezTo>
                  <a:cubicBezTo>
                    <a:pt x="273527" y="41572"/>
                    <a:pt x="271801" y="50321"/>
                    <a:pt x="270699" y="59159"/>
                  </a:cubicBezTo>
                  <a:cubicBezTo>
                    <a:pt x="269898" y="64769"/>
                    <a:pt x="265356" y="76970"/>
                    <a:pt x="265534" y="81512"/>
                  </a:cubicBezTo>
                  <a:cubicBezTo>
                    <a:pt x="265712" y="86054"/>
                    <a:pt x="263486" y="88458"/>
                    <a:pt x="273371" y="87657"/>
                  </a:cubicBezTo>
                  <a:cubicBezTo>
                    <a:pt x="283256" y="86855"/>
                    <a:pt x="293408" y="84362"/>
                    <a:pt x="299108" y="84184"/>
                  </a:cubicBezTo>
                  <a:cubicBezTo>
                    <a:pt x="304808" y="84005"/>
                    <a:pt x="312734" y="82313"/>
                    <a:pt x="316296" y="85609"/>
                  </a:cubicBezTo>
                  <a:cubicBezTo>
                    <a:pt x="319858" y="88904"/>
                    <a:pt x="321639" y="89527"/>
                    <a:pt x="318344" y="94514"/>
                  </a:cubicBezTo>
                  <a:cubicBezTo>
                    <a:pt x="315049" y="99501"/>
                    <a:pt x="314247" y="103420"/>
                    <a:pt x="310863" y="104399"/>
                  </a:cubicBezTo>
                  <a:cubicBezTo>
                    <a:pt x="306431" y="104994"/>
                    <a:pt x="301938" y="104994"/>
                    <a:pt x="297505" y="104399"/>
                  </a:cubicBezTo>
                  <a:cubicBezTo>
                    <a:pt x="288413" y="103599"/>
                    <a:pt x="279256" y="103958"/>
                    <a:pt x="270254" y="105468"/>
                  </a:cubicBezTo>
                  <a:cubicBezTo>
                    <a:pt x="266157" y="107516"/>
                    <a:pt x="264465" y="105468"/>
                    <a:pt x="263486" y="109832"/>
                  </a:cubicBezTo>
                  <a:cubicBezTo>
                    <a:pt x="261233" y="122415"/>
                    <a:pt x="260042" y="135165"/>
                    <a:pt x="259923" y="147948"/>
                  </a:cubicBezTo>
                  <a:cubicBezTo>
                    <a:pt x="261170" y="150441"/>
                    <a:pt x="267404" y="154805"/>
                    <a:pt x="269452" y="160326"/>
                  </a:cubicBezTo>
                  <a:cubicBezTo>
                    <a:pt x="271501" y="165848"/>
                    <a:pt x="268384" y="177247"/>
                    <a:pt x="270521" y="177425"/>
                  </a:cubicBezTo>
                  <a:cubicBezTo>
                    <a:pt x="272659" y="177603"/>
                    <a:pt x="307835" y="168519"/>
                    <a:pt x="313980" y="169855"/>
                  </a:cubicBezTo>
                  <a:cubicBezTo>
                    <a:pt x="320125" y="171191"/>
                    <a:pt x="317721" y="165937"/>
                    <a:pt x="325558" y="167183"/>
                  </a:cubicBezTo>
                  <a:cubicBezTo>
                    <a:pt x="333400" y="169203"/>
                    <a:pt x="341056" y="171885"/>
                    <a:pt x="348445" y="175198"/>
                  </a:cubicBezTo>
                  <a:cubicBezTo>
                    <a:pt x="353187" y="177886"/>
                    <a:pt x="356888" y="182089"/>
                    <a:pt x="358954" y="187132"/>
                  </a:cubicBezTo>
                  <a:cubicBezTo>
                    <a:pt x="359619" y="190195"/>
                    <a:pt x="359043" y="193398"/>
                    <a:pt x="357351" y="196037"/>
                  </a:cubicBezTo>
                  <a:cubicBezTo>
                    <a:pt x="350260" y="200392"/>
                    <a:pt x="342881" y="204260"/>
                    <a:pt x="335265" y="207614"/>
                  </a:cubicBezTo>
                  <a:cubicBezTo>
                    <a:pt x="329298" y="209841"/>
                    <a:pt x="329921" y="210910"/>
                    <a:pt x="326359" y="210910"/>
                  </a:cubicBezTo>
                  <a:cubicBezTo>
                    <a:pt x="322797" y="210910"/>
                    <a:pt x="320748" y="210286"/>
                    <a:pt x="315227" y="210108"/>
                  </a:cubicBezTo>
                  <a:cubicBezTo>
                    <a:pt x="309706" y="209930"/>
                    <a:pt x="303026" y="206991"/>
                    <a:pt x="299464" y="210108"/>
                  </a:cubicBezTo>
                  <a:cubicBezTo>
                    <a:pt x="295902" y="213225"/>
                    <a:pt x="289579" y="219637"/>
                    <a:pt x="287086" y="221686"/>
                  </a:cubicBezTo>
                  <a:cubicBezTo>
                    <a:pt x="284592" y="223734"/>
                    <a:pt x="274974" y="233441"/>
                    <a:pt x="274974" y="236113"/>
                  </a:cubicBezTo>
                  <a:cubicBezTo>
                    <a:pt x="274974" y="238784"/>
                    <a:pt x="282811" y="236736"/>
                    <a:pt x="289579" y="237537"/>
                  </a:cubicBezTo>
                  <a:cubicBezTo>
                    <a:pt x="295261" y="238109"/>
                    <a:pt x="300650" y="240339"/>
                    <a:pt x="305074" y="243950"/>
                  </a:cubicBezTo>
                  <a:cubicBezTo>
                    <a:pt x="308192" y="246888"/>
                    <a:pt x="315138" y="252855"/>
                    <a:pt x="314693" y="258287"/>
                  </a:cubicBezTo>
                  <a:cubicBezTo>
                    <a:pt x="314247" y="263720"/>
                    <a:pt x="319680" y="292663"/>
                    <a:pt x="319680" y="299698"/>
                  </a:cubicBezTo>
                  <a:cubicBezTo>
                    <a:pt x="319680" y="306734"/>
                    <a:pt x="320125" y="362037"/>
                    <a:pt x="320125" y="362037"/>
                  </a:cubicBezTo>
                  <a:cubicBezTo>
                    <a:pt x="321340" y="368181"/>
                    <a:pt x="322144" y="374399"/>
                    <a:pt x="322530" y="380650"/>
                  </a:cubicBezTo>
                  <a:cubicBezTo>
                    <a:pt x="322755" y="390875"/>
                    <a:pt x="322368" y="401105"/>
                    <a:pt x="321372" y="411285"/>
                  </a:cubicBezTo>
                  <a:cubicBezTo>
                    <a:pt x="320125" y="415827"/>
                    <a:pt x="318879" y="421615"/>
                    <a:pt x="314693" y="420814"/>
                  </a:cubicBezTo>
                  <a:cubicBezTo>
                    <a:pt x="310257" y="420262"/>
                    <a:pt x="305915" y="419124"/>
                    <a:pt x="301779" y="417430"/>
                  </a:cubicBezTo>
                  <a:cubicBezTo>
                    <a:pt x="297211" y="415885"/>
                    <a:pt x="292958" y="413532"/>
                    <a:pt x="289223" y="410483"/>
                  </a:cubicBezTo>
                  <a:cubicBezTo>
                    <a:pt x="284619" y="405924"/>
                    <a:pt x="280278" y="401107"/>
                    <a:pt x="276220" y="396056"/>
                  </a:cubicBezTo>
                  <a:cubicBezTo>
                    <a:pt x="272925" y="391693"/>
                    <a:pt x="263842" y="383232"/>
                    <a:pt x="261793" y="380294"/>
                  </a:cubicBezTo>
                  <a:cubicBezTo>
                    <a:pt x="258231" y="376156"/>
                    <a:pt x="255752" y="371199"/>
                    <a:pt x="254580" y="365867"/>
                  </a:cubicBezTo>
                  <a:cubicBezTo>
                    <a:pt x="254580" y="361325"/>
                    <a:pt x="253690" y="356961"/>
                    <a:pt x="255203" y="356961"/>
                  </a:cubicBezTo>
                  <a:cubicBezTo>
                    <a:pt x="256717" y="356961"/>
                    <a:pt x="259033" y="360523"/>
                    <a:pt x="260547" y="363818"/>
                  </a:cubicBezTo>
                  <a:cubicBezTo>
                    <a:pt x="263089" y="368274"/>
                    <a:pt x="266989" y="371801"/>
                    <a:pt x="271679" y="373882"/>
                  </a:cubicBezTo>
                  <a:cubicBezTo>
                    <a:pt x="277200" y="376731"/>
                    <a:pt x="286551" y="381897"/>
                    <a:pt x="288154" y="380917"/>
                  </a:cubicBezTo>
                  <a:cubicBezTo>
                    <a:pt x="289757" y="379937"/>
                    <a:pt x="292874" y="379225"/>
                    <a:pt x="292874" y="376375"/>
                  </a:cubicBezTo>
                  <a:cubicBezTo>
                    <a:pt x="292874" y="373525"/>
                    <a:pt x="292250" y="357763"/>
                    <a:pt x="292250" y="353666"/>
                  </a:cubicBezTo>
                  <a:cubicBezTo>
                    <a:pt x="292250" y="349569"/>
                    <a:pt x="292250" y="294889"/>
                    <a:pt x="292250" y="294889"/>
                  </a:cubicBezTo>
                  <a:cubicBezTo>
                    <a:pt x="292250" y="294889"/>
                    <a:pt x="292250" y="268173"/>
                    <a:pt x="286907" y="261404"/>
                  </a:cubicBezTo>
                  <a:cubicBezTo>
                    <a:pt x="281564" y="254636"/>
                    <a:pt x="280852" y="254458"/>
                    <a:pt x="278002" y="255259"/>
                  </a:cubicBezTo>
                  <a:cubicBezTo>
                    <a:pt x="275152" y="256061"/>
                    <a:pt x="272213" y="260247"/>
                    <a:pt x="269096" y="260247"/>
                  </a:cubicBezTo>
                  <a:cubicBezTo>
                    <a:pt x="265979" y="260247"/>
                    <a:pt x="264287" y="258822"/>
                    <a:pt x="262239" y="260247"/>
                  </a:cubicBezTo>
                  <a:cubicBezTo>
                    <a:pt x="260191" y="261672"/>
                    <a:pt x="256450" y="266302"/>
                    <a:pt x="258766" y="267549"/>
                  </a:cubicBezTo>
                  <a:cubicBezTo>
                    <a:pt x="261081" y="268796"/>
                    <a:pt x="269452" y="274139"/>
                    <a:pt x="272569" y="276455"/>
                  </a:cubicBezTo>
                  <a:cubicBezTo>
                    <a:pt x="275686" y="278770"/>
                    <a:pt x="281475" y="283223"/>
                    <a:pt x="281475" y="286162"/>
                  </a:cubicBezTo>
                  <a:cubicBezTo>
                    <a:pt x="285839" y="293197"/>
                    <a:pt x="278447" y="292930"/>
                    <a:pt x="275686" y="292930"/>
                  </a:cubicBezTo>
                  <a:cubicBezTo>
                    <a:pt x="272925" y="292930"/>
                    <a:pt x="272213" y="295424"/>
                    <a:pt x="268117" y="292930"/>
                  </a:cubicBezTo>
                  <a:cubicBezTo>
                    <a:pt x="264020" y="290437"/>
                    <a:pt x="257162" y="280818"/>
                    <a:pt x="254313" y="281353"/>
                  </a:cubicBezTo>
                  <a:cubicBezTo>
                    <a:pt x="251463" y="281887"/>
                    <a:pt x="249148" y="286518"/>
                    <a:pt x="247901" y="290882"/>
                  </a:cubicBezTo>
                  <a:cubicBezTo>
                    <a:pt x="246654" y="295245"/>
                    <a:pt x="245408" y="300411"/>
                    <a:pt x="248703" y="301569"/>
                  </a:cubicBezTo>
                  <a:cubicBezTo>
                    <a:pt x="251998" y="302726"/>
                    <a:pt x="255738" y="304685"/>
                    <a:pt x="260458" y="307001"/>
                  </a:cubicBezTo>
                  <a:cubicBezTo>
                    <a:pt x="266225" y="309770"/>
                    <a:pt x="271305" y="313785"/>
                    <a:pt x="275330" y="318756"/>
                  </a:cubicBezTo>
                  <a:cubicBezTo>
                    <a:pt x="278002" y="322853"/>
                    <a:pt x="282098" y="326771"/>
                    <a:pt x="279426" y="333985"/>
                  </a:cubicBezTo>
                  <a:cubicBezTo>
                    <a:pt x="275591" y="337530"/>
                    <a:pt x="269847" y="338043"/>
                    <a:pt x="265445" y="335232"/>
                  </a:cubicBezTo>
                  <a:cubicBezTo>
                    <a:pt x="257719" y="332300"/>
                    <a:pt x="250528" y="328118"/>
                    <a:pt x="244160" y="322853"/>
                  </a:cubicBezTo>
                  <a:cubicBezTo>
                    <a:pt x="240242" y="317866"/>
                    <a:pt x="239440" y="320804"/>
                    <a:pt x="238995" y="323654"/>
                  </a:cubicBezTo>
                  <a:cubicBezTo>
                    <a:pt x="238550" y="326504"/>
                    <a:pt x="234453" y="349124"/>
                    <a:pt x="234276" y="351529"/>
                  </a:cubicBezTo>
                  <a:cubicBezTo>
                    <a:pt x="234097" y="353933"/>
                    <a:pt x="234276" y="357139"/>
                    <a:pt x="228932" y="355892"/>
                  </a:cubicBezTo>
                  <a:cubicBezTo>
                    <a:pt x="221852" y="352131"/>
                    <a:pt x="215751" y="346763"/>
                    <a:pt x="211121" y="340218"/>
                  </a:cubicBezTo>
                  <a:cubicBezTo>
                    <a:pt x="209020" y="335329"/>
                    <a:pt x="208582" y="329885"/>
                    <a:pt x="209874" y="324723"/>
                  </a:cubicBezTo>
                  <a:cubicBezTo>
                    <a:pt x="211922" y="320181"/>
                    <a:pt x="217978" y="297116"/>
                    <a:pt x="220828" y="287141"/>
                  </a:cubicBezTo>
                  <a:cubicBezTo>
                    <a:pt x="223654" y="275505"/>
                    <a:pt x="227529" y="264148"/>
                    <a:pt x="232405" y="253211"/>
                  </a:cubicBezTo>
                  <a:cubicBezTo>
                    <a:pt x="237242" y="245935"/>
                    <a:pt x="241700" y="238415"/>
                    <a:pt x="245764" y="230680"/>
                  </a:cubicBezTo>
                  <a:cubicBezTo>
                    <a:pt x="248257" y="225248"/>
                    <a:pt x="256896" y="216609"/>
                    <a:pt x="257341" y="214561"/>
                  </a:cubicBezTo>
                  <a:cubicBezTo>
                    <a:pt x="257786" y="212513"/>
                    <a:pt x="258588" y="210465"/>
                    <a:pt x="255470" y="211889"/>
                  </a:cubicBezTo>
                  <a:cubicBezTo>
                    <a:pt x="252354" y="213314"/>
                    <a:pt x="227863" y="225248"/>
                    <a:pt x="221273" y="229701"/>
                  </a:cubicBezTo>
                  <a:cubicBezTo>
                    <a:pt x="215571" y="232683"/>
                    <a:pt x="210041" y="235984"/>
                    <a:pt x="204709" y="239586"/>
                  </a:cubicBezTo>
                  <a:cubicBezTo>
                    <a:pt x="201236" y="242703"/>
                    <a:pt x="199365" y="245730"/>
                    <a:pt x="194022" y="246799"/>
                  </a:cubicBezTo>
                  <a:cubicBezTo>
                    <a:pt x="189220" y="247827"/>
                    <a:pt x="184618" y="249632"/>
                    <a:pt x="180396" y="252142"/>
                  </a:cubicBezTo>
                  <a:cubicBezTo>
                    <a:pt x="177547" y="254013"/>
                    <a:pt x="174786" y="258644"/>
                    <a:pt x="168997" y="259712"/>
                  </a:cubicBezTo>
                  <a:cubicBezTo>
                    <a:pt x="163209" y="260781"/>
                    <a:pt x="162497" y="258555"/>
                    <a:pt x="158132" y="259712"/>
                  </a:cubicBezTo>
                  <a:cubicBezTo>
                    <a:pt x="153769" y="260870"/>
                    <a:pt x="150474" y="263898"/>
                    <a:pt x="147179" y="270221"/>
                  </a:cubicBezTo>
                  <a:cubicBezTo>
                    <a:pt x="144147" y="275480"/>
                    <a:pt x="141982" y="281193"/>
                    <a:pt x="140767" y="287141"/>
                  </a:cubicBezTo>
                  <a:cubicBezTo>
                    <a:pt x="137294" y="298719"/>
                    <a:pt x="141657" y="365956"/>
                    <a:pt x="145932" y="382253"/>
                  </a:cubicBezTo>
                  <a:cubicBezTo>
                    <a:pt x="150207" y="398550"/>
                    <a:pt x="145131" y="403715"/>
                    <a:pt x="143260" y="404784"/>
                  </a:cubicBezTo>
                  <a:cubicBezTo>
                    <a:pt x="139724" y="405697"/>
                    <a:pt x="135976" y="405252"/>
                    <a:pt x="132752" y="403537"/>
                  </a:cubicBezTo>
                  <a:cubicBezTo>
                    <a:pt x="129425" y="401460"/>
                    <a:pt x="125975" y="399586"/>
                    <a:pt x="122421" y="397927"/>
                  </a:cubicBezTo>
                  <a:cubicBezTo>
                    <a:pt x="119322" y="396899"/>
                    <a:pt x="116596" y="394978"/>
                    <a:pt x="114585" y="392405"/>
                  </a:cubicBezTo>
                  <a:cubicBezTo>
                    <a:pt x="111735" y="389466"/>
                    <a:pt x="109063" y="384568"/>
                    <a:pt x="107193" y="382431"/>
                  </a:cubicBezTo>
                  <a:cubicBezTo>
                    <a:pt x="105322" y="380294"/>
                    <a:pt x="107816" y="375841"/>
                    <a:pt x="109419" y="372368"/>
                  </a:cubicBezTo>
                  <a:cubicBezTo>
                    <a:pt x="110625" y="353508"/>
                    <a:pt x="110088" y="334578"/>
                    <a:pt x="107816" y="315817"/>
                  </a:cubicBezTo>
                  <a:cubicBezTo>
                    <a:pt x="105946" y="309227"/>
                    <a:pt x="105322" y="315817"/>
                    <a:pt x="102651" y="318934"/>
                  </a:cubicBezTo>
                  <a:cubicBezTo>
                    <a:pt x="98614" y="323618"/>
                    <a:pt x="95339" y="328907"/>
                    <a:pt x="92943" y="334608"/>
                  </a:cubicBezTo>
                  <a:cubicBezTo>
                    <a:pt x="91784" y="339995"/>
                    <a:pt x="89475" y="345068"/>
                    <a:pt x="86175" y="349481"/>
                  </a:cubicBezTo>
                  <a:cubicBezTo>
                    <a:pt x="82714" y="353667"/>
                    <a:pt x="78000" y="356633"/>
                    <a:pt x="72728" y="357941"/>
                  </a:cubicBezTo>
                  <a:cubicBezTo>
                    <a:pt x="67261" y="359856"/>
                    <a:pt x="61251" y="359470"/>
                    <a:pt x="56074" y="356872"/>
                  </a:cubicBezTo>
                  <a:cubicBezTo>
                    <a:pt x="52067" y="354022"/>
                    <a:pt x="44498" y="348679"/>
                    <a:pt x="43874" y="344137"/>
                  </a:cubicBezTo>
                  <a:cubicBezTo>
                    <a:pt x="42395" y="339386"/>
                    <a:pt x="41762" y="334413"/>
                    <a:pt x="42004" y="329443"/>
                  </a:cubicBezTo>
                  <a:cubicBezTo>
                    <a:pt x="43072" y="324545"/>
                    <a:pt x="48149" y="320537"/>
                    <a:pt x="49039" y="317064"/>
                  </a:cubicBezTo>
                  <a:cubicBezTo>
                    <a:pt x="49930" y="313591"/>
                    <a:pt x="52334" y="302459"/>
                    <a:pt x="53581" y="298540"/>
                  </a:cubicBezTo>
                  <a:cubicBezTo>
                    <a:pt x="54828" y="294622"/>
                    <a:pt x="58123" y="283045"/>
                    <a:pt x="59904" y="278681"/>
                  </a:cubicBezTo>
                  <a:cubicBezTo>
                    <a:pt x="63552" y="272481"/>
                    <a:pt x="66538" y="265914"/>
                    <a:pt x="68810" y="259089"/>
                  </a:cubicBezTo>
                  <a:cubicBezTo>
                    <a:pt x="69433" y="254013"/>
                    <a:pt x="72906" y="248402"/>
                    <a:pt x="72906" y="246087"/>
                  </a:cubicBezTo>
                  <a:cubicBezTo>
                    <a:pt x="72906" y="243771"/>
                    <a:pt x="74153" y="242435"/>
                    <a:pt x="71036" y="243682"/>
                  </a:cubicBezTo>
                  <a:cubicBezTo>
                    <a:pt x="67919" y="244929"/>
                    <a:pt x="62131" y="253567"/>
                    <a:pt x="56609" y="255170"/>
                  </a:cubicBezTo>
                  <a:cubicBezTo>
                    <a:pt x="51910" y="257121"/>
                    <a:pt x="46795" y="257856"/>
                    <a:pt x="41737" y="257308"/>
                  </a:cubicBezTo>
                  <a:cubicBezTo>
                    <a:pt x="37336" y="254431"/>
                    <a:pt x="32650" y="252013"/>
                    <a:pt x="27755" y="250094"/>
                  </a:cubicBezTo>
                  <a:cubicBezTo>
                    <a:pt x="24193" y="250094"/>
                    <a:pt x="16979" y="243415"/>
                    <a:pt x="13951" y="243237"/>
                  </a:cubicBezTo>
                  <a:cubicBezTo>
                    <a:pt x="10923" y="243059"/>
                    <a:pt x="5847" y="238072"/>
                    <a:pt x="1750" y="234331"/>
                  </a:cubicBezTo>
                  <a:cubicBezTo>
                    <a:pt x="-2346" y="230591"/>
                    <a:pt x="504" y="227919"/>
                    <a:pt x="2819" y="225426"/>
                  </a:cubicBezTo>
                  <a:cubicBezTo>
                    <a:pt x="11088" y="220103"/>
                    <a:pt x="19618" y="215199"/>
                    <a:pt x="28378" y="210732"/>
                  </a:cubicBezTo>
                  <a:cubicBezTo>
                    <a:pt x="32030" y="208060"/>
                    <a:pt x="61596" y="188290"/>
                    <a:pt x="68008" y="184015"/>
                  </a:cubicBezTo>
                  <a:cubicBezTo>
                    <a:pt x="74420" y="179740"/>
                    <a:pt x="103007" y="165670"/>
                    <a:pt x="103630" y="162642"/>
                  </a:cubicBezTo>
                  <a:cubicBezTo>
                    <a:pt x="104254" y="159614"/>
                    <a:pt x="104254" y="141536"/>
                    <a:pt x="104877" y="135123"/>
                  </a:cubicBezTo>
                  <a:cubicBezTo>
                    <a:pt x="105501" y="128711"/>
                    <a:pt x="111467" y="100926"/>
                    <a:pt x="109241" y="99056"/>
                  </a:cubicBezTo>
                  <a:cubicBezTo>
                    <a:pt x="107014" y="97186"/>
                    <a:pt x="105768" y="99679"/>
                    <a:pt x="103274" y="102173"/>
                  </a:cubicBezTo>
                  <a:cubicBezTo>
                    <a:pt x="97430" y="108448"/>
                    <a:pt x="92293" y="115347"/>
                    <a:pt x="87957" y="122745"/>
                  </a:cubicBezTo>
                  <a:cubicBezTo>
                    <a:pt x="84082" y="129889"/>
                    <a:pt x="79550" y="136657"/>
                    <a:pt x="74420" y="142960"/>
                  </a:cubicBezTo>
                  <a:cubicBezTo>
                    <a:pt x="69611" y="149194"/>
                    <a:pt x="64446" y="150797"/>
                    <a:pt x="64713" y="157031"/>
                  </a:cubicBezTo>
                  <a:cubicBezTo>
                    <a:pt x="64980" y="163265"/>
                    <a:pt x="67385" y="169410"/>
                    <a:pt x="63288" y="168965"/>
                  </a:cubicBezTo>
                  <a:cubicBezTo>
                    <a:pt x="59192" y="168519"/>
                    <a:pt x="52067" y="167540"/>
                    <a:pt x="46546" y="166916"/>
                  </a:cubicBezTo>
                  <a:cubicBezTo>
                    <a:pt x="39869" y="166882"/>
                    <a:pt x="33473" y="164227"/>
                    <a:pt x="28735" y="159525"/>
                  </a:cubicBezTo>
                  <a:cubicBezTo>
                    <a:pt x="23391" y="153291"/>
                    <a:pt x="18226" y="150619"/>
                    <a:pt x="20898" y="140912"/>
                  </a:cubicBezTo>
                  <a:cubicBezTo>
                    <a:pt x="23569" y="131205"/>
                    <a:pt x="24994" y="122567"/>
                    <a:pt x="27309" y="112860"/>
                  </a:cubicBezTo>
                  <a:cubicBezTo>
                    <a:pt x="29083" y="104539"/>
                    <a:pt x="32276" y="96586"/>
                    <a:pt x="36749" y="89349"/>
                  </a:cubicBezTo>
                  <a:cubicBezTo>
                    <a:pt x="45611" y="77891"/>
                    <a:pt x="57095" y="68729"/>
                    <a:pt x="70234" y="62632"/>
                  </a:cubicBezTo>
                </a:path>
              </a:pathLst>
            </a:custGeom>
            <a:grpFill/>
            <a:ln w="8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" name="任意多边形: 形状 218">
              <a:extLst>
                <a:ext uri="{FF2B5EF4-FFF2-40B4-BE49-F238E27FC236}">
                  <a16:creationId xmlns:a16="http://schemas.microsoft.com/office/drawing/2014/main" id="{9FEE13BF-DD67-48BE-8881-CF8017B064CF}"/>
                </a:ext>
              </a:extLst>
            </p:cNvPr>
            <p:cNvSpPr/>
            <p:nvPr/>
          </p:nvSpPr>
          <p:spPr>
            <a:xfrm>
              <a:off x="3803783" y="5953870"/>
              <a:ext cx="175358" cy="266919"/>
            </a:xfrm>
            <a:custGeom>
              <a:avLst/>
              <a:gdLst>
                <a:gd name="connsiteX0" fmla="*/ 32735 w 202451"/>
                <a:gd name="connsiteY0" fmla="*/ 34958 h 308158"/>
                <a:gd name="connsiteX1" fmla="*/ 31489 w 202451"/>
                <a:gd name="connsiteY1" fmla="*/ 23559 h 308158"/>
                <a:gd name="connsiteX2" fmla="*/ 41196 w 202451"/>
                <a:gd name="connsiteY2" fmla="*/ 19463 h 308158"/>
                <a:gd name="connsiteX3" fmla="*/ 58473 w 202451"/>
                <a:gd name="connsiteY3" fmla="*/ 18839 h 308158"/>
                <a:gd name="connsiteX4" fmla="*/ 98726 w 202451"/>
                <a:gd name="connsiteY4" fmla="*/ 1028 h 308158"/>
                <a:gd name="connsiteX5" fmla="*/ 133190 w 202451"/>
                <a:gd name="connsiteY5" fmla="*/ 1028 h 308158"/>
                <a:gd name="connsiteX6" fmla="*/ 159907 w 202451"/>
                <a:gd name="connsiteY6" fmla="*/ 12427 h 308158"/>
                <a:gd name="connsiteX7" fmla="*/ 177006 w 202451"/>
                <a:gd name="connsiteY7" fmla="*/ 46447 h 308158"/>
                <a:gd name="connsiteX8" fmla="*/ 171217 w 202451"/>
                <a:gd name="connsiteY8" fmla="*/ 65682 h 308158"/>
                <a:gd name="connsiteX9" fmla="*/ 157146 w 202451"/>
                <a:gd name="connsiteY9" fmla="*/ 86254 h 308158"/>
                <a:gd name="connsiteX10" fmla="*/ 144411 w 202451"/>
                <a:gd name="connsiteY10" fmla="*/ 112971 h 308158"/>
                <a:gd name="connsiteX11" fmla="*/ 134259 w 202451"/>
                <a:gd name="connsiteY11" fmla="*/ 132118 h 308158"/>
                <a:gd name="connsiteX12" fmla="*/ 126689 w 202451"/>
                <a:gd name="connsiteY12" fmla="*/ 147169 h 308158"/>
                <a:gd name="connsiteX13" fmla="*/ 111639 w 202451"/>
                <a:gd name="connsiteY13" fmla="*/ 173885 h 308158"/>
                <a:gd name="connsiteX14" fmla="*/ 101309 w 202451"/>
                <a:gd name="connsiteY14" fmla="*/ 194991 h 308158"/>
                <a:gd name="connsiteX15" fmla="*/ 96767 w 202451"/>
                <a:gd name="connsiteY15" fmla="*/ 209775 h 308158"/>
                <a:gd name="connsiteX16" fmla="*/ 133636 w 202451"/>
                <a:gd name="connsiteY16" fmla="*/ 200869 h 308158"/>
                <a:gd name="connsiteX17" fmla="*/ 181280 w 202451"/>
                <a:gd name="connsiteY17" fmla="*/ 201492 h 308158"/>
                <a:gd name="connsiteX18" fmla="*/ 201763 w 202451"/>
                <a:gd name="connsiteY18" fmla="*/ 241300 h 308158"/>
                <a:gd name="connsiteX19" fmla="*/ 198468 w 202451"/>
                <a:gd name="connsiteY19" fmla="*/ 264188 h 308158"/>
                <a:gd name="connsiteX20" fmla="*/ 190364 w 202451"/>
                <a:gd name="connsiteY20" fmla="*/ 264989 h 308158"/>
                <a:gd name="connsiteX21" fmla="*/ 162935 w 202451"/>
                <a:gd name="connsiteY21" fmla="*/ 264188 h 308158"/>
                <a:gd name="connsiteX22" fmla="*/ 122504 w 202451"/>
                <a:gd name="connsiteY22" fmla="*/ 279238 h 308158"/>
                <a:gd name="connsiteX23" fmla="*/ 92581 w 202451"/>
                <a:gd name="connsiteY23" fmla="*/ 292596 h 308158"/>
                <a:gd name="connsiteX24" fmla="*/ 80826 w 202451"/>
                <a:gd name="connsiteY24" fmla="*/ 301502 h 308158"/>
                <a:gd name="connsiteX25" fmla="*/ 66043 w 202451"/>
                <a:gd name="connsiteY25" fmla="*/ 306489 h 308158"/>
                <a:gd name="connsiteX26" fmla="*/ 56157 w 202451"/>
                <a:gd name="connsiteY26" fmla="*/ 306489 h 308158"/>
                <a:gd name="connsiteX27" fmla="*/ 41285 w 202451"/>
                <a:gd name="connsiteY27" fmla="*/ 296159 h 308158"/>
                <a:gd name="connsiteX28" fmla="*/ 27659 w 202451"/>
                <a:gd name="connsiteY28" fmla="*/ 283513 h 308158"/>
                <a:gd name="connsiteX29" fmla="*/ 15904 w 202451"/>
                <a:gd name="connsiteY29" fmla="*/ 267305 h 308158"/>
                <a:gd name="connsiteX30" fmla="*/ 6998 w 202451"/>
                <a:gd name="connsiteY30" fmla="*/ 243171 h 308158"/>
                <a:gd name="connsiteX31" fmla="*/ 52 w 202451"/>
                <a:gd name="connsiteY31" fmla="*/ 215474 h 308158"/>
                <a:gd name="connsiteX32" fmla="*/ 14212 w 202451"/>
                <a:gd name="connsiteY32" fmla="*/ 185997 h 308158"/>
                <a:gd name="connsiteX33" fmla="*/ 36120 w 202451"/>
                <a:gd name="connsiteY33" fmla="*/ 142449 h 308158"/>
                <a:gd name="connsiteX34" fmla="*/ 57582 w 202451"/>
                <a:gd name="connsiteY34" fmla="*/ 98366 h 308158"/>
                <a:gd name="connsiteX35" fmla="*/ 69070 w 202451"/>
                <a:gd name="connsiteY35" fmla="*/ 73341 h 308158"/>
                <a:gd name="connsiteX36" fmla="*/ 60165 w 202451"/>
                <a:gd name="connsiteY36" fmla="*/ 64970 h 308158"/>
                <a:gd name="connsiteX37" fmla="*/ 45203 w 202451"/>
                <a:gd name="connsiteY37" fmla="*/ 50454 h 308158"/>
                <a:gd name="connsiteX38" fmla="*/ 32825 w 202451"/>
                <a:gd name="connsiteY38" fmla="*/ 35047 h 30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02451" h="308158">
                  <a:moveTo>
                    <a:pt x="32735" y="34958"/>
                  </a:moveTo>
                  <a:cubicBezTo>
                    <a:pt x="31696" y="31253"/>
                    <a:pt x="31275" y="27402"/>
                    <a:pt x="31489" y="23559"/>
                  </a:cubicBezTo>
                  <a:cubicBezTo>
                    <a:pt x="32112" y="20709"/>
                    <a:pt x="36030" y="19463"/>
                    <a:pt x="41196" y="19463"/>
                  </a:cubicBezTo>
                  <a:cubicBezTo>
                    <a:pt x="46949" y="20215"/>
                    <a:pt x="52788" y="20005"/>
                    <a:pt x="58473" y="18839"/>
                  </a:cubicBezTo>
                  <a:cubicBezTo>
                    <a:pt x="62391" y="16969"/>
                    <a:pt x="93382" y="3611"/>
                    <a:pt x="98726" y="1028"/>
                  </a:cubicBezTo>
                  <a:cubicBezTo>
                    <a:pt x="110130" y="-927"/>
                    <a:pt x="121785" y="-927"/>
                    <a:pt x="133190" y="1028"/>
                  </a:cubicBezTo>
                  <a:cubicBezTo>
                    <a:pt x="136663" y="2631"/>
                    <a:pt x="156879" y="10379"/>
                    <a:pt x="159907" y="12427"/>
                  </a:cubicBezTo>
                  <a:cubicBezTo>
                    <a:pt x="162935" y="14475"/>
                    <a:pt x="177006" y="34335"/>
                    <a:pt x="177006" y="46447"/>
                  </a:cubicBezTo>
                  <a:cubicBezTo>
                    <a:pt x="177006" y="58558"/>
                    <a:pt x="175937" y="61497"/>
                    <a:pt x="171217" y="65682"/>
                  </a:cubicBezTo>
                  <a:cubicBezTo>
                    <a:pt x="165847" y="72049"/>
                    <a:pt x="161133" y="78941"/>
                    <a:pt x="157146" y="86254"/>
                  </a:cubicBezTo>
                  <a:cubicBezTo>
                    <a:pt x="154119" y="90885"/>
                    <a:pt x="147261" y="107361"/>
                    <a:pt x="144411" y="112971"/>
                  </a:cubicBezTo>
                  <a:cubicBezTo>
                    <a:pt x="140360" y="118976"/>
                    <a:pt x="136956" y="125395"/>
                    <a:pt x="134259" y="132118"/>
                  </a:cubicBezTo>
                  <a:cubicBezTo>
                    <a:pt x="132339" y="137417"/>
                    <a:pt x="129798" y="142469"/>
                    <a:pt x="126689" y="147169"/>
                  </a:cubicBezTo>
                  <a:cubicBezTo>
                    <a:pt x="124018" y="152779"/>
                    <a:pt x="114667" y="168275"/>
                    <a:pt x="111639" y="173885"/>
                  </a:cubicBezTo>
                  <a:cubicBezTo>
                    <a:pt x="108611" y="179496"/>
                    <a:pt x="104336" y="189203"/>
                    <a:pt x="101309" y="194991"/>
                  </a:cubicBezTo>
                  <a:cubicBezTo>
                    <a:pt x="98280" y="200780"/>
                    <a:pt x="93026" y="207726"/>
                    <a:pt x="96767" y="209775"/>
                  </a:cubicBezTo>
                  <a:cubicBezTo>
                    <a:pt x="100507" y="211823"/>
                    <a:pt x="121079" y="203452"/>
                    <a:pt x="133636" y="200869"/>
                  </a:cubicBezTo>
                  <a:cubicBezTo>
                    <a:pt x="146192" y="198286"/>
                    <a:pt x="165607" y="190093"/>
                    <a:pt x="181280" y="201492"/>
                  </a:cubicBezTo>
                  <a:cubicBezTo>
                    <a:pt x="193606" y="211124"/>
                    <a:pt x="201091" y="225673"/>
                    <a:pt x="201763" y="241300"/>
                  </a:cubicBezTo>
                  <a:cubicBezTo>
                    <a:pt x="202788" y="249087"/>
                    <a:pt x="201648" y="257006"/>
                    <a:pt x="198468" y="264188"/>
                  </a:cubicBezTo>
                  <a:cubicBezTo>
                    <a:pt x="196153" y="266414"/>
                    <a:pt x="194906" y="267037"/>
                    <a:pt x="190364" y="264989"/>
                  </a:cubicBezTo>
                  <a:cubicBezTo>
                    <a:pt x="181487" y="262099"/>
                    <a:pt x="171966" y="261821"/>
                    <a:pt x="162935" y="264188"/>
                  </a:cubicBezTo>
                  <a:cubicBezTo>
                    <a:pt x="155989" y="267305"/>
                    <a:pt x="132389" y="273627"/>
                    <a:pt x="122504" y="279238"/>
                  </a:cubicBezTo>
                  <a:cubicBezTo>
                    <a:pt x="112619" y="284849"/>
                    <a:pt x="95787" y="289925"/>
                    <a:pt x="92581" y="292596"/>
                  </a:cubicBezTo>
                  <a:cubicBezTo>
                    <a:pt x="89002" y="295989"/>
                    <a:pt x="85060" y="298975"/>
                    <a:pt x="80826" y="301502"/>
                  </a:cubicBezTo>
                  <a:cubicBezTo>
                    <a:pt x="76235" y="304034"/>
                    <a:pt x="71228" y="305723"/>
                    <a:pt x="66043" y="306489"/>
                  </a:cubicBezTo>
                  <a:cubicBezTo>
                    <a:pt x="62925" y="307291"/>
                    <a:pt x="59808" y="308805"/>
                    <a:pt x="56157" y="306489"/>
                  </a:cubicBezTo>
                  <a:cubicBezTo>
                    <a:pt x="51381" y="302792"/>
                    <a:pt x="46417" y="299344"/>
                    <a:pt x="41285" y="296159"/>
                  </a:cubicBezTo>
                  <a:cubicBezTo>
                    <a:pt x="36304" y="292443"/>
                    <a:pt x="31736" y="288203"/>
                    <a:pt x="27659" y="283513"/>
                  </a:cubicBezTo>
                  <a:cubicBezTo>
                    <a:pt x="23117" y="279683"/>
                    <a:pt x="15904" y="271847"/>
                    <a:pt x="15904" y="267305"/>
                  </a:cubicBezTo>
                  <a:cubicBezTo>
                    <a:pt x="13865" y="258947"/>
                    <a:pt x="10877" y="250849"/>
                    <a:pt x="6998" y="243171"/>
                  </a:cubicBezTo>
                  <a:cubicBezTo>
                    <a:pt x="4327" y="236937"/>
                    <a:pt x="-1907" y="225359"/>
                    <a:pt x="52" y="215474"/>
                  </a:cubicBezTo>
                  <a:cubicBezTo>
                    <a:pt x="2011" y="205589"/>
                    <a:pt x="10917" y="196505"/>
                    <a:pt x="14212" y="185997"/>
                  </a:cubicBezTo>
                  <a:cubicBezTo>
                    <a:pt x="17507" y="175488"/>
                    <a:pt x="32023" y="154026"/>
                    <a:pt x="36120" y="142449"/>
                  </a:cubicBezTo>
                  <a:cubicBezTo>
                    <a:pt x="40216" y="130871"/>
                    <a:pt x="53931" y="106826"/>
                    <a:pt x="57582" y="98366"/>
                  </a:cubicBezTo>
                  <a:cubicBezTo>
                    <a:pt x="61233" y="89906"/>
                    <a:pt x="70139" y="77260"/>
                    <a:pt x="69070" y="73341"/>
                  </a:cubicBezTo>
                  <a:cubicBezTo>
                    <a:pt x="68002" y="69423"/>
                    <a:pt x="64350" y="67909"/>
                    <a:pt x="60165" y="64970"/>
                  </a:cubicBezTo>
                  <a:cubicBezTo>
                    <a:pt x="54799" y="60537"/>
                    <a:pt x="49796" y="55683"/>
                    <a:pt x="45203" y="50454"/>
                  </a:cubicBezTo>
                  <a:cubicBezTo>
                    <a:pt x="40769" y="45574"/>
                    <a:pt x="36635" y="40429"/>
                    <a:pt x="32825" y="35047"/>
                  </a:cubicBezTo>
                </a:path>
              </a:pathLst>
            </a:custGeom>
            <a:grpFill/>
            <a:ln w="8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F16EEC64-8F7A-4755-B7DC-8247947DB270}"/>
                </a:ext>
              </a:extLst>
            </p:cNvPr>
            <p:cNvGrpSpPr/>
            <p:nvPr/>
          </p:nvGrpSpPr>
          <p:grpSpPr>
            <a:xfrm>
              <a:off x="1100231" y="5991688"/>
              <a:ext cx="214467" cy="191283"/>
              <a:chOff x="1123240" y="6067950"/>
              <a:chExt cx="247602" cy="220836"/>
            </a:xfrm>
            <a:grpFill/>
          </p:grpSpPr>
          <p:sp>
            <p:nvSpPr>
              <p:cNvPr id="231" name="任意多边形: 形状 230">
                <a:extLst>
                  <a:ext uri="{FF2B5EF4-FFF2-40B4-BE49-F238E27FC236}">
                    <a16:creationId xmlns:a16="http://schemas.microsoft.com/office/drawing/2014/main" id="{4CCCB50A-F56F-4E98-A0C0-DAAC3F6FD762}"/>
                  </a:ext>
                </a:extLst>
              </p:cNvPr>
              <p:cNvSpPr/>
              <p:nvPr/>
            </p:nvSpPr>
            <p:spPr>
              <a:xfrm>
                <a:off x="1168543" y="6071886"/>
                <a:ext cx="83898" cy="45679"/>
              </a:xfrm>
              <a:custGeom>
                <a:avLst/>
                <a:gdLst>
                  <a:gd name="connsiteX0" fmla="*/ 2017 w 83898"/>
                  <a:gd name="connsiteY0" fmla="*/ 17010 h 45679"/>
                  <a:gd name="connsiteX1" fmla="*/ 5312 w 83898"/>
                  <a:gd name="connsiteY1" fmla="*/ 7481 h 45679"/>
                  <a:gd name="connsiteX2" fmla="*/ 44674 w 83898"/>
                  <a:gd name="connsiteY2" fmla="*/ 4185 h 45679"/>
                  <a:gd name="connsiteX3" fmla="*/ 77358 w 83898"/>
                  <a:gd name="connsiteY3" fmla="*/ -356 h 45679"/>
                  <a:gd name="connsiteX4" fmla="*/ 82345 w 83898"/>
                  <a:gd name="connsiteY4" fmla="*/ 5432 h 45679"/>
                  <a:gd name="connsiteX5" fmla="*/ 75844 w 83898"/>
                  <a:gd name="connsiteY5" fmla="*/ 10776 h 45679"/>
                  <a:gd name="connsiteX6" fmla="*/ 70500 w 83898"/>
                  <a:gd name="connsiteY6" fmla="*/ 17633 h 45679"/>
                  <a:gd name="connsiteX7" fmla="*/ 63732 w 83898"/>
                  <a:gd name="connsiteY7" fmla="*/ 22531 h 45679"/>
                  <a:gd name="connsiteX8" fmla="*/ 56964 w 83898"/>
                  <a:gd name="connsiteY8" fmla="*/ 32238 h 45679"/>
                  <a:gd name="connsiteX9" fmla="*/ 51442 w 83898"/>
                  <a:gd name="connsiteY9" fmla="*/ 40431 h 45679"/>
                  <a:gd name="connsiteX10" fmla="*/ 44585 w 83898"/>
                  <a:gd name="connsiteY10" fmla="*/ 44528 h 45679"/>
                  <a:gd name="connsiteX11" fmla="*/ 33186 w 83898"/>
                  <a:gd name="connsiteY11" fmla="*/ 45151 h 45679"/>
                  <a:gd name="connsiteX12" fmla="*/ 23746 w 83898"/>
                  <a:gd name="connsiteY12" fmla="*/ 41144 h 45679"/>
                  <a:gd name="connsiteX13" fmla="*/ 15999 w 83898"/>
                  <a:gd name="connsiteY13" fmla="*/ 36156 h 45679"/>
                  <a:gd name="connsiteX14" fmla="*/ 9230 w 83898"/>
                  <a:gd name="connsiteY14" fmla="*/ 28052 h 45679"/>
                  <a:gd name="connsiteX15" fmla="*/ 2017 w 83898"/>
                  <a:gd name="connsiteY15" fmla="*/ 17010 h 45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898" h="45679">
                    <a:moveTo>
                      <a:pt x="2017" y="17010"/>
                    </a:moveTo>
                    <a:cubicBezTo>
                      <a:pt x="2017" y="17010"/>
                      <a:pt x="-5019" y="8727"/>
                      <a:pt x="5312" y="7481"/>
                    </a:cubicBezTo>
                    <a:cubicBezTo>
                      <a:pt x="15642" y="6234"/>
                      <a:pt x="38441" y="4185"/>
                      <a:pt x="44674" y="4185"/>
                    </a:cubicBezTo>
                    <a:cubicBezTo>
                      <a:pt x="50908" y="4185"/>
                      <a:pt x="72015" y="-1158"/>
                      <a:pt x="77358" y="-356"/>
                    </a:cubicBezTo>
                    <a:cubicBezTo>
                      <a:pt x="82701" y="445"/>
                      <a:pt x="85284" y="1692"/>
                      <a:pt x="82345" y="5432"/>
                    </a:cubicBezTo>
                    <a:cubicBezTo>
                      <a:pt x="79406" y="9173"/>
                      <a:pt x="76289" y="8638"/>
                      <a:pt x="75844" y="10776"/>
                    </a:cubicBezTo>
                    <a:cubicBezTo>
                      <a:pt x="74790" y="13545"/>
                      <a:pt x="72929" y="15934"/>
                      <a:pt x="70500" y="17633"/>
                    </a:cubicBezTo>
                    <a:cubicBezTo>
                      <a:pt x="68001" y="18900"/>
                      <a:pt x="65717" y="20553"/>
                      <a:pt x="63732" y="22531"/>
                    </a:cubicBezTo>
                    <a:cubicBezTo>
                      <a:pt x="61298" y="25639"/>
                      <a:pt x="59039" y="28880"/>
                      <a:pt x="56964" y="32238"/>
                    </a:cubicBezTo>
                    <a:cubicBezTo>
                      <a:pt x="55706" y="35319"/>
                      <a:pt x="53826" y="38108"/>
                      <a:pt x="51442" y="40431"/>
                    </a:cubicBezTo>
                    <a:cubicBezTo>
                      <a:pt x="49127" y="42034"/>
                      <a:pt x="46723" y="44439"/>
                      <a:pt x="44585" y="44528"/>
                    </a:cubicBezTo>
                    <a:cubicBezTo>
                      <a:pt x="40822" y="45171"/>
                      <a:pt x="36997" y="45380"/>
                      <a:pt x="33186" y="45151"/>
                    </a:cubicBezTo>
                    <a:cubicBezTo>
                      <a:pt x="29797" y="44481"/>
                      <a:pt x="26583" y="43117"/>
                      <a:pt x="23746" y="41144"/>
                    </a:cubicBezTo>
                    <a:cubicBezTo>
                      <a:pt x="21035" y="39691"/>
                      <a:pt x="18444" y="38023"/>
                      <a:pt x="15999" y="36156"/>
                    </a:cubicBezTo>
                    <a:cubicBezTo>
                      <a:pt x="13861" y="33841"/>
                      <a:pt x="13149" y="32950"/>
                      <a:pt x="9230" y="28052"/>
                    </a:cubicBezTo>
                    <a:cubicBezTo>
                      <a:pt x="6563" y="24550"/>
                      <a:pt x="4152" y="20859"/>
                      <a:pt x="2017" y="17010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2" name="任意多边形: 形状 231">
                <a:extLst>
                  <a:ext uri="{FF2B5EF4-FFF2-40B4-BE49-F238E27FC236}">
                    <a16:creationId xmlns:a16="http://schemas.microsoft.com/office/drawing/2014/main" id="{36263640-0721-4F13-B164-5F3E94934A0A}"/>
                  </a:ext>
                </a:extLst>
              </p:cNvPr>
              <p:cNvSpPr/>
              <p:nvPr/>
            </p:nvSpPr>
            <p:spPr>
              <a:xfrm>
                <a:off x="1123240" y="6126452"/>
                <a:ext cx="77719" cy="159372"/>
              </a:xfrm>
              <a:custGeom>
                <a:avLst/>
                <a:gdLst>
                  <a:gd name="connsiteX0" fmla="*/ 4752 w 77719"/>
                  <a:gd name="connsiteY0" fmla="*/ 15788 h 159372"/>
                  <a:gd name="connsiteX1" fmla="*/ 7067 w 77719"/>
                  <a:gd name="connsiteY1" fmla="*/ 9999 h 159372"/>
                  <a:gd name="connsiteX2" fmla="*/ 17754 w 77719"/>
                  <a:gd name="connsiteY2" fmla="*/ 11068 h 159372"/>
                  <a:gd name="connsiteX3" fmla="*/ 28351 w 77719"/>
                  <a:gd name="connsiteY3" fmla="*/ 29769 h 159372"/>
                  <a:gd name="connsiteX4" fmla="*/ 28351 w 77719"/>
                  <a:gd name="connsiteY4" fmla="*/ 58980 h 159372"/>
                  <a:gd name="connsiteX5" fmla="*/ 28351 w 77719"/>
                  <a:gd name="connsiteY5" fmla="*/ 88724 h 159372"/>
                  <a:gd name="connsiteX6" fmla="*/ 43313 w 77719"/>
                  <a:gd name="connsiteY6" fmla="*/ 60137 h 159372"/>
                  <a:gd name="connsiteX7" fmla="*/ 53643 w 77719"/>
                  <a:gd name="connsiteY7" fmla="*/ 27098 h 159372"/>
                  <a:gd name="connsiteX8" fmla="*/ 63172 w 77719"/>
                  <a:gd name="connsiteY8" fmla="*/ 2607 h 159372"/>
                  <a:gd name="connsiteX9" fmla="*/ 73146 w 77719"/>
                  <a:gd name="connsiteY9" fmla="*/ 470 h 159372"/>
                  <a:gd name="connsiteX10" fmla="*/ 77065 w 77719"/>
                  <a:gd name="connsiteY10" fmla="*/ 14095 h 159372"/>
                  <a:gd name="connsiteX11" fmla="*/ 68694 w 77719"/>
                  <a:gd name="connsiteY11" fmla="*/ 45265 h 159372"/>
                  <a:gd name="connsiteX12" fmla="*/ 59788 w 77719"/>
                  <a:gd name="connsiteY12" fmla="*/ 78839 h 159372"/>
                  <a:gd name="connsiteX13" fmla="*/ 42600 w 77719"/>
                  <a:gd name="connsiteY13" fmla="*/ 115619 h 159372"/>
                  <a:gd name="connsiteX14" fmla="*/ 40196 w 77719"/>
                  <a:gd name="connsiteY14" fmla="*/ 139753 h 159372"/>
                  <a:gd name="connsiteX15" fmla="*/ 30667 w 77719"/>
                  <a:gd name="connsiteY15" fmla="*/ 158277 h 159372"/>
                  <a:gd name="connsiteX16" fmla="*/ 20960 w 77719"/>
                  <a:gd name="connsiteY16" fmla="*/ 156407 h 159372"/>
                  <a:gd name="connsiteX17" fmla="*/ 922 w 77719"/>
                  <a:gd name="connsiteY17" fmla="*/ 142425 h 159372"/>
                  <a:gd name="connsiteX18" fmla="*/ 922 w 77719"/>
                  <a:gd name="connsiteY18" fmla="*/ 126306 h 159372"/>
                  <a:gd name="connsiteX19" fmla="*/ 6711 w 77719"/>
                  <a:gd name="connsiteY19" fmla="*/ 108495 h 159372"/>
                  <a:gd name="connsiteX20" fmla="*/ 5553 w 77719"/>
                  <a:gd name="connsiteY20" fmla="*/ 65926 h 159372"/>
                  <a:gd name="connsiteX21" fmla="*/ 7512 w 77719"/>
                  <a:gd name="connsiteY21" fmla="*/ 29769 h 159372"/>
                  <a:gd name="connsiteX22" fmla="*/ 3950 w 77719"/>
                  <a:gd name="connsiteY22" fmla="*/ 16144 h 159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7719" h="159372">
                    <a:moveTo>
                      <a:pt x="4752" y="15788"/>
                    </a:moveTo>
                    <a:cubicBezTo>
                      <a:pt x="4752" y="15788"/>
                      <a:pt x="4217" y="9999"/>
                      <a:pt x="7067" y="9999"/>
                    </a:cubicBezTo>
                    <a:cubicBezTo>
                      <a:pt x="9917" y="9999"/>
                      <a:pt x="12232" y="5902"/>
                      <a:pt x="17754" y="11068"/>
                    </a:cubicBezTo>
                    <a:cubicBezTo>
                      <a:pt x="22844" y="16280"/>
                      <a:pt x="26496" y="22724"/>
                      <a:pt x="28351" y="29769"/>
                    </a:cubicBezTo>
                    <a:cubicBezTo>
                      <a:pt x="29157" y="39489"/>
                      <a:pt x="29157" y="49260"/>
                      <a:pt x="28351" y="58980"/>
                    </a:cubicBezTo>
                    <a:cubicBezTo>
                      <a:pt x="26659" y="62275"/>
                      <a:pt x="25056" y="91663"/>
                      <a:pt x="28351" y="88724"/>
                    </a:cubicBezTo>
                    <a:cubicBezTo>
                      <a:pt x="34426" y="79805"/>
                      <a:pt x="39446" y="70212"/>
                      <a:pt x="43313" y="60137"/>
                    </a:cubicBezTo>
                    <a:cubicBezTo>
                      <a:pt x="47834" y="49491"/>
                      <a:pt x="51294" y="38424"/>
                      <a:pt x="53643" y="27098"/>
                    </a:cubicBezTo>
                    <a:cubicBezTo>
                      <a:pt x="54884" y="18308"/>
                      <a:pt x="58146" y="9925"/>
                      <a:pt x="63172" y="2607"/>
                    </a:cubicBezTo>
                    <a:cubicBezTo>
                      <a:pt x="66111" y="559"/>
                      <a:pt x="71365" y="-1756"/>
                      <a:pt x="73146" y="470"/>
                    </a:cubicBezTo>
                    <a:cubicBezTo>
                      <a:pt x="76644" y="4074"/>
                      <a:pt x="78114" y="9184"/>
                      <a:pt x="77065" y="14095"/>
                    </a:cubicBezTo>
                    <a:cubicBezTo>
                      <a:pt x="75284" y="20329"/>
                      <a:pt x="70475" y="38853"/>
                      <a:pt x="68694" y="45265"/>
                    </a:cubicBezTo>
                    <a:cubicBezTo>
                      <a:pt x="66565" y="56662"/>
                      <a:pt x="63588" y="67885"/>
                      <a:pt x="59788" y="78839"/>
                    </a:cubicBezTo>
                    <a:cubicBezTo>
                      <a:pt x="56226" y="84628"/>
                      <a:pt x="43847" y="112057"/>
                      <a:pt x="42600" y="115619"/>
                    </a:cubicBezTo>
                    <a:cubicBezTo>
                      <a:pt x="41353" y="119181"/>
                      <a:pt x="41353" y="134588"/>
                      <a:pt x="40196" y="139753"/>
                    </a:cubicBezTo>
                    <a:cubicBezTo>
                      <a:pt x="39038" y="144918"/>
                      <a:pt x="34140" y="156674"/>
                      <a:pt x="30667" y="158277"/>
                    </a:cubicBezTo>
                    <a:cubicBezTo>
                      <a:pt x="27194" y="159880"/>
                      <a:pt x="24255" y="158277"/>
                      <a:pt x="20960" y="156407"/>
                    </a:cubicBezTo>
                    <a:cubicBezTo>
                      <a:pt x="17665" y="154536"/>
                      <a:pt x="1367" y="145096"/>
                      <a:pt x="922" y="142425"/>
                    </a:cubicBezTo>
                    <a:cubicBezTo>
                      <a:pt x="-737" y="137180"/>
                      <a:pt x="-737" y="131550"/>
                      <a:pt x="922" y="126306"/>
                    </a:cubicBezTo>
                    <a:cubicBezTo>
                      <a:pt x="3358" y="120545"/>
                      <a:pt x="5295" y="114586"/>
                      <a:pt x="6711" y="108495"/>
                    </a:cubicBezTo>
                    <a:cubicBezTo>
                      <a:pt x="7690" y="103775"/>
                      <a:pt x="4306" y="76256"/>
                      <a:pt x="5553" y="65926"/>
                    </a:cubicBezTo>
                    <a:cubicBezTo>
                      <a:pt x="6972" y="53928"/>
                      <a:pt x="7626" y="41851"/>
                      <a:pt x="7512" y="29769"/>
                    </a:cubicBezTo>
                    <a:cubicBezTo>
                      <a:pt x="6734" y="25130"/>
                      <a:pt x="5542" y="20570"/>
                      <a:pt x="3950" y="16144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3" name="任意多边形: 形状 232">
                <a:extLst>
                  <a:ext uri="{FF2B5EF4-FFF2-40B4-BE49-F238E27FC236}">
                    <a16:creationId xmlns:a16="http://schemas.microsoft.com/office/drawing/2014/main" id="{A300588D-11D1-4D0A-88CE-F3256793B8BA}"/>
                  </a:ext>
                </a:extLst>
              </p:cNvPr>
              <p:cNvSpPr/>
              <p:nvPr/>
            </p:nvSpPr>
            <p:spPr>
              <a:xfrm>
                <a:off x="1208555" y="6067950"/>
                <a:ext cx="162287" cy="220836"/>
              </a:xfrm>
              <a:custGeom>
                <a:avLst/>
                <a:gdLst>
                  <a:gd name="connsiteX0" fmla="*/ 113934 w 162287"/>
                  <a:gd name="connsiteY0" fmla="*/ 27980 h 220836"/>
                  <a:gd name="connsiteX1" fmla="*/ 116873 w 162287"/>
                  <a:gd name="connsiteY1" fmla="*/ 19075 h 220836"/>
                  <a:gd name="connsiteX2" fmla="*/ 118921 w 162287"/>
                  <a:gd name="connsiteY2" fmla="*/ 5805 h 220836"/>
                  <a:gd name="connsiteX3" fmla="*/ 134239 w 162287"/>
                  <a:gd name="connsiteY3" fmla="*/ -429 h 220836"/>
                  <a:gd name="connsiteX4" fmla="*/ 153297 w 162287"/>
                  <a:gd name="connsiteY4" fmla="*/ 9100 h 220836"/>
                  <a:gd name="connsiteX5" fmla="*/ 161579 w 162287"/>
                  <a:gd name="connsiteY5" fmla="*/ 31454 h 220836"/>
                  <a:gd name="connsiteX6" fmla="*/ 157037 w 162287"/>
                  <a:gd name="connsiteY6" fmla="*/ 54697 h 220836"/>
                  <a:gd name="connsiteX7" fmla="*/ 142075 w 162287"/>
                  <a:gd name="connsiteY7" fmla="*/ 70015 h 220836"/>
                  <a:gd name="connsiteX8" fmla="*/ 128895 w 162287"/>
                  <a:gd name="connsiteY8" fmla="*/ 82393 h 220836"/>
                  <a:gd name="connsiteX9" fmla="*/ 119990 w 162287"/>
                  <a:gd name="connsiteY9" fmla="*/ 93970 h 220836"/>
                  <a:gd name="connsiteX10" fmla="*/ 112153 w 162287"/>
                  <a:gd name="connsiteY10" fmla="*/ 107685 h 220836"/>
                  <a:gd name="connsiteX11" fmla="*/ 107165 w 162287"/>
                  <a:gd name="connsiteY11" fmla="*/ 114275 h 220836"/>
                  <a:gd name="connsiteX12" fmla="*/ 139493 w 162287"/>
                  <a:gd name="connsiteY12" fmla="*/ 192110 h 220836"/>
                  <a:gd name="connsiteX13" fmla="*/ 138157 w 162287"/>
                  <a:gd name="connsiteY13" fmla="*/ 220251 h 220836"/>
                  <a:gd name="connsiteX14" fmla="*/ 129251 w 162287"/>
                  <a:gd name="connsiteY14" fmla="*/ 218381 h 220836"/>
                  <a:gd name="connsiteX15" fmla="*/ 120346 w 162287"/>
                  <a:gd name="connsiteY15" fmla="*/ 213216 h 220836"/>
                  <a:gd name="connsiteX16" fmla="*/ 113934 w 162287"/>
                  <a:gd name="connsiteY16" fmla="*/ 206626 h 220836"/>
                  <a:gd name="connsiteX17" fmla="*/ 112242 w 162287"/>
                  <a:gd name="connsiteY17" fmla="*/ 185074 h 220836"/>
                  <a:gd name="connsiteX18" fmla="*/ 105652 w 162287"/>
                  <a:gd name="connsiteY18" fmla="*/ 161920 h 220836"/>
                  <a:gd name="connsiteX19" fmla="*/ 86594 w 162287"/>
                  <a:gd name="connsiteY19" fmla="*/ 132086 h 220836"/>
                  <a:gd name="connsiteX20" fmla="*/ 72879 w 162287"/>
                  <a:gd name="connsiteY20" fmla="*/ 139567 h 220836"/>
                  <a:gd name="connsiteX21" fmla="*/ 58007 w 162287"/>
                  <a:gd name="connsiteY21" fmla="*/ 153638 h 220836"/>
                  <a:gd name="connsiteX22" fmla="*/ 43936 w 162287"/>
                  <a:gd name="connsiteY22" fmla="*/ 167263 h 220836"/>
                  <a:gd name="connsiteX23" fmla="*/ 24878 w 162287"/>
                  <a:gd name="connsiteY23" fmla="*/ 181334 h 220836"/>
                  <a:gd name="connsiteX24" fmla="*/ 15349 w 162287"/>
                  <a:gd name="connsiteY24" fmla="*/ 179731 h 220836"/>
                  <a:gd name="connsiteX25" fmla="*/ 2525 w 162287"/>
                  <a:gd name="connsiteY25" fmla="*/ 160673 h 220836"/>
                  <a:gd name="connsiteX26" fmla="*/ 477 w 162287"/>
                  <a:gd name="connsiteY26" fmla="*/ 147404 h 220836"/>
                  <a:gd name="connsiteX27" fmla="*/ 14904 w 162287"/>
                  <a:gd name="connsiteY27" fmla="*/ 135827 h 220836"/>
                  <a:gd name="connsiteX28" fmla="*/ 39750 w 162287"/>
                  <a:gd name="connsiteY28" fmla="*/ 113919 h 220836"/>
                  <a:gd name="connsiteX29" fmla="*/ 53465 w 162287"/>
                  <a:gd name="connsiteY29" fmla="*/ 98958 h 220836"/>
                  <a:gd name="connsiteX30" fmla="*/ 74126 w 162287"/>
                  <a:gd name="connsiteY30" fmla="*/ 79900 h 220836"/>
                  <a:gd name="connsiteX31" fmla="*/ 93629 w 162287"/>
                  <a:gd name="connsiteY31" fmla="*/ 60931 h 220836"/>
                  <a:gd name="connsiteX32" fmla="*/ 106898 w 162287"/>
                  <a:gd name="connsiteY32" fmla="*/ 42674 h 220836"/>
                  <a:gd name="connsiteX33" fmla="*/ 114290 w 162287"/>
                  <a:gd name="connsiteY33" fmla="*/ 28159 h 22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2287" h="220836">
                    <a:moveTo>
                      <a:pt x="113934" y="27980"/>
                    </a:moveTo>
                    <a:cubicBezTo>
                      <a:pt x="115351" y="25174"/>
                      <a:pt x="116341" y="22173"/>
                      <a:pt x="116873" y="19075"/>
                    </a:cubicBezTo>
                    <a:cubicBezTo>
                      <a:pt x="116873" y="14978"/>
                      <a:pt x="114379" y="10169"/>
                      <a:pt x="118921" y="5805"/>
                    </a:cubicBezTo>
                    <a:cubicBezTo>
                      <a:pt x="122917" y="1658"/>
                      <a:pt x="128481" y="-607"/>
                      <a:pt x="134239" y="-429"/>
                    </a:cubicBezTo>
                    <a:cubicBezTo>
                      <a:pt x="141749" y="-478"/>
                      <a:pt x="148831" y="3062"/>
                      <a:pt x="153297" y="9100"/>
                    </a:cubicBezTo>
                    <a:cubicBezTo>
                      <a:pt x="157037" y="15780"/>
                      <a:pt x="163627" y="18006"/>
                      <a:pt x="161579" y="31454"/>
                    </a:cubicBezTo>
                    <a:cubicBezTo>
                      <a:pt x="159530" y="44901"/>
                      <a:pt x="159887" y="51402"/>
                      <a:pt x="157037" y="54697"/>
                    </a:cubicBezTo>
                    <a:cubicBezTo>
                      <a:pt x="154187" y="57992"/>
                      <a:pt x="148755" y="62979"/>
                      <a:pt x="142075" y="70015"/>
                    </a:cubicBezTo>
                    <a:cubicBezTo>
                      <a:pt x="135396" y="77050"/>
                      <a:pt x="132190" y="76605"/>
                      <a:pt x="128895" y="82393"/>
                    </a:cubicBezTo>
                    <a:cubicBezTo>
                      <a:pt x="125600" y="88182"/>
                      <a:pt x="120969" y="91299"/>
                      <a:pt x="119990" y="93970"/>
                    </a:cubicBezTo>
                    <a:cubicBezTo>
                      <a:pt x="119010" y="96642"/>
                      <a:pt x="116338" y="104746"/>
                      <a:pt x="112153" y="107685"/>
                    </a:cubicBezTo>
                    <a:cubicBezTo>
                      <a:pt x="107967" y="110624"/>
                      <a:pt x="106809" y="111782"/>
                      <a:pt x="107165" y="114275"/>
                    </a:cubicBezTo>
                    <a:cubicBezTo>
                      <a:pt x="124137" y="137190"/>
                      <a:pt x="135237" y="163914"/>
                      <a:pt x="139493" y="192110"/>
                    </a:cubicBezTo>
                    <a:cubicBezTo>
                      <a:pt x="145281" y="223012"/>
                      <a:pt x="140205" y="218827"/>
                      <a:pt x="138157" y="220251"/>
                    </a:cubicBezTo>
                    <a:cubicBezTo>
                      <a:pt x="135060" y="220721"/>
                      <a:pt x="131898" y="220057"/>
                      <a:pt x="129251" y="218381"/>
                    </a:cubicBezTo>
                    <a:cubicBezTo>
                      <a:pt x="126405" y="216457"/>
                      <a:pt x="123430" y="214731"/>
                      <a:pt x="120346" y="213216"/>
                    </a:cubicBezTo>
                    <a:cubicBezTo>
                      <a:pt x="116784" y="211791"/>
                      <a:pt x="113934" y="209565"/>
                      <a:pt x="113934" y="206626"/>
                    </a:cubicBezTo>
                    <a:cubicBezTo>
                      <a:pt x="114076" y="199404"/>
                      <a:pt x="113509" y="192186"/>
                      <a:pt x="112242" y="185074"/>
                    </a:cubicBezTo>
                    <a:cubicBezTo>
                      <a:pt x="111005" y="177114"/>
                      <a:pt x="108792" y="169338"/>
                      <a:pt x="105652" y="161920"/>
                    </a:cubicBezTo>
                    <a:cubicBezTo>
                      <a:pt x="102268" y="156933"/>
                      <a:pt x="93629" y="131285"/>
                      <a:pt x="86594" y="132086"/>
                    </a:cubicBezTo>
                    <a:cubicBezTo>
                      <a:pt x="79558" y="132888"/>
                      <a:pt x="78312" y="136272"/>
                      <a:pt x="72879" y="139567"/>
                    </a:cubicBezTo>
                    <a:cubicBezTo>
                      <a:pt x="67157" y="143376"/>
                      <a:pt x="62127" y="148135"/>
                      <a:pt x="58007" y="153638"/>
                    </a:cubicBezTo>
                    <a:cubicBezTo>
                      <a:pt x="53851" y="158701"/>
                      <a:pt x="49130" y="163272"/>
                      <a:pt x="43936" y="167263"/>
                    </a:cubicBezTo>
                    <a:cubicBezTo>
                      <a:pt x="37968" y="172454"/>
                      <a:pt x="31595" y="177159"/>
                      <a:pt x="24878" y="181334"/>
                    </a:cubicBezTo>
                    <a:cubicBezTo>
                      <a:pt x="21760" y="183320"/>
                      <a:pt x="17645" y="182628"/>
                      <a:pt x="15349" y="179731"/>
                    </a:cubicBezTo>
                    <a:cubicBezTo>
                      <a:pt x="10440" y="173828"/>
                      <a:pt x="6144" y="167443"/>
                      <a:pt x="2525" y="160673"/>
                    </a:cubicBezTo>
                    <a:cubicBezTo>
                      <a:pt x="2080" y="158180"/>
                      <a:pt x="-2017" y="152836"/>
                      <a:pt x="477" y="147404"/>
                    </a:cubicBezTo>
                    <a:cubicBezTo>
                      <a:pt x="2970" y="141972"/>
                      <a:pt x="12054" y="139567"/>
                      <a:pt x="14904" y="135827"/>
                    </a:cubicBezTo>
                    <a:cubicBezTo>
                      <a:pt x="17753" y="132086"/>
                      <a:pt x="37346" y="117214"/>
                      <a:pt x="39750" y="113919"/>
                    </a:cubicBezTo>
                    <a:cubicBezTo>
                      <a:pt x="42155" y="110624"/>
                      <a:pt x="50526" y="102253"/>
                      <a:pt x="53465" y="98958"/>
                    </a:cubicBezTo>
                    <a:cubicBezTo>
                      <a:pt x="56404" y="95663"/>
                      <a:pt x="69228" y="85332"/>
                      <a:pt x="74126" y="79900"/>
                    </a:cubicBezTo>
                    <a:cubicBezTo>
                      <a:pt x="79024" y="74467"/>
                      <a:pt x="89443" y="68322"/>
                      <a:pt x="93629" y="60931"/>
                    </a:cubicBezTo>
                    <a:cubicBezTo>
                      <a:pt x="97815" y="53539"/>
                      <a:pt x="104405" y="48018"/>
                      <a:pt x="106898" y="42674"/>
                    </a:cubicBezTo>
                    <a:cubicBezTo>
                      <a:pt x="109392" y="37331"/>
                      <a:pt x="115359" y="25754"/>
                      <a:pt x="114290" y="28159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1" name="组合 220">
              <a:extLst>
                <a:ext uri="{FF2B5EF4-FFF2-40B4-BE49-F238E27FC236}">
                  <a16:creationId xmlns:a16="http://schemas.microsoft.com/office/drawing/2014/main" id="{D4B5A950-CACD-42B1-935B-D9F2AC5B78D0}"/>
                </a:ext>
              </a:extLst>
            </p:cNvPr>
            <p:cNvGrpSpPr/>
            <p:nvPr/>
          </p:nvGrpSpPr>
          <p:grpSpPr>
            <a:xfrm>
              <a:off x="1881495" y="5959214"/>
              <a:ext cx="256860" cy="256232"/>
              <a:chOff x="1909201" y="6025900"/>
              <a:chExt cx="296545" cy="295820"/>
            </a:xfrm>
            <a:grpFill/>
          </p:grpSpPr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0F1A3E72-BB5A-40AC-AA3E-D839ABC833F2}"/>
                  </a:ext>
                </a:extLst>
              </p:cNvPr>
              <p:cNvSpPr/>
              <p:nvPr/>
            </p:nvSpPr>
            <p:spPr>
              <a:xfrm>
                <a:off x="1909201" y="6034133"/>
                <a:ext cx="112020" cy="287587"/>
              </a:xfrm>
              <a:custGeom>
                <a:avLst/>
                <a:gdLst>
                  <a:gd name="connsiteX0" fmla="*/ -55 w 112020"/>
                  <a:gd name="connsiteY0" fmla="*/ 39890 h 287587"/>
                  <a:gd name="connsiteX1" fmla="*/ 7425 w 112020"/>
                  <a:gd name="connsiteY1" fmla="*/ 28669 h 287587"/>
                  <a:gd name="connsiteX2" fmla="*/ 42157 w 112020"/>
                  <a:gd name="connsiteY2" fmla="*/ 22524 h 287587"/>
                  <a:gd name="connsiteX3" fmla="*/ 68874 w 112020"/>
                  <a:gd name="connsiteY3" fmla="*/ 11748 h 287587"/>
                  <a:gd name="connsiteX4" fmla="*/ 82054 w 112020"/>
                  <a:gd name="connsiteY4" fmla="*/ 1418 h 287587"/>
                  <a:gd name="connsiteX5" fmla="*/ 96570 w 112020"/>
                  <a:gd name="connsiteY5" fmla="*/ 2219 h 287587"/>
                  <a:gd name="connsiteX6" fmla="*/ 105475 w 112020"/>
                  <a:gd name="connsiteY6" fmla="*/ 14598 h 287587"/>
                  <a:gd name="connsiteX7" fmla="*/ 103783 w 112020"/>
                  <a:gd name="connsiteY7" fmla="*/ 27867 h 287587"/>
                  <a:gd name="connsiteX8" fmla="*/ 87664 w 112020"/>
                  <a:gd name="connsiteY8" fmla="*/ 48973 h 287587"/>
                  <a:gd name="connsiteX9" fmla="*/ 83033 w 112020"/>
                  <a:gd name="connsiteY9" fmla="*/ 75067 h 287587"/>
                  <a:gd name="connsiteX10" fmla="*/ 78492 w 112020"/>
                  <a:gd name="connsiteY10" fmla="*/ 111936 h 287587"/>
                  <a:gd name="connsiteX11" fmla="*/ 84280 w 112020"/>
                  <a:gd name="connsiteY11" fmla="*/ 129747 h 287587"/>
                  <a:gd name="connsiteX12" fmla="*/ 89446 w 112020"/>
                  <a:gd name="connsiteY12" fmla="*/ 127075 h 287587"/>
                  <a:gd name="connsiteX13" fmla="*/ 105743 w 112020"/>
                  <a:gd name="connsiteY13" fmla="*/ 100359 h 287587"/>
                  <a:gd name="connsiteX14" fmla="*/ 107257 w 112020"/>
                  <a:gd name="connsiteY14" fmla="*/ 104544 h 287587"/>
                  <a:gd name="connsiteX15" fmla="*/ 107791 w 112020"/>
                  <a:gd name="connsiteY15" fmla="*/ 107839 h 287587"/>
                  <a:gd name="connsiteX16" fmla="*/ 109661 w 112020"/>
                  <a:gd name="connsiteY16" fmla="*/ 122890 h 287587"/>
                  <a:gd name="connsiteX17" fmla="*/ 111353 w 112020"/>
                  <a:gd name="connsiteY17" fmla="*/ 139988 h 287587"/>
                  <a:gd name="connsiteX18" fmla="*/ 101735 w 112020"/>
                  <a:gd name="connsiteY18" fmla="*/ 162430 h 287587"/>
                  <a:gd name="connsiteX19" fmla="*/ 92830 w 112020"/>
                  <a:gd name="connsiteY19" fmla="*/ 192175 h 287587"/>
                  <a:gd name="connsiteX20" fmla="*/ 89178 w 112020"/>
                  <a:gd name="connsiteY20" fmla="*/ 207671 h 287587"/>
                  <a:gd name="connsiteX21" fmla="*/ 80273 w 112020"/>
                  <a:gd name="connsiteY21" fmla="*/ 226817 h 287587"/>
                  <a:gd name="connsiteX22" fmla="*/ 71991 w 112020"/>
                  <a:gd name="connsiteY22" fmla="*/ 244629 h 287587"/>
                  <a:gd name="connsiteX23" fmla="*/ 69497 w 112020"/>
                  <a:gd name="connsiteY23" fmla="*/ 258254 h 287587"/>
                  <a:gd name="connsiteX24" fmla="*/ 68072 w 112020"/>
                  <a:gd name="connsiteY24" fmla="*/ 267961 h 287587"/>
                  <a:gd name="connsiteX25" fmla="*/ 66469 w 112020"/>
                  <a:gd name="connsiteY25" fmla="*/ 275531 h 287587"/>
                  <a:gd name="connsiteX26" fmla="*/ 64599 w 112020"/>
                  <a:gd name="connsiteY26" fmla="*/ 282388 h 287587"/>
                  <a:gd name="connsiteX27" fmla="*/ 58632 w 112020"/>
                  <a:gd name="connsiteY27" fmla="*/ 286307 h 287587"/>
                  <a:gd name="connsiteX28" fmla="*/ 49727 w 112020"/>
                  <a:gd name="connsiteY28" fmla="*/ 283813 h 287587"/>
                  <a:gd name="connsiteX29" fmla="*/ 30758 w 112020"/>
                  <a:gd name="connsiteY29" fmla="*/ 279717 h 287587"/>
                  <a:gd name="connsiteX30" fmla="*/ 16776 w 112020"/>
                  <a:gd name="connsiteY30" fmla="*/ 263776 h 287587"/>
                  <a:gd name="connsiteX31" fmla="*/ 14104 w 112020"/>
                  <a:gd name="connsiteY31" fmla="*/ 245965 h 287587"/>
                  <a:gd name="connsiteX32" fmla="*/ 21318 w 112020"/>
                  <a:gd name="connsiteY32" fmla="*/ 219248 h 287587"/>
                  <a:gd name="connsiteX33" fmla="*/ 32628 w 112020"/>
                  <a:gd name="connsiteY33" fmla="*/ 186119 h 287587"/>
                  <a:gd name="connsiteX34" fmla="*/ 36992 w 112020"/>
                  <a:gd name="connsiteY34" fmla="*/ 154059 h 287587"/>
                  <a:gd name="connsiteX35" fmla="*/ 34320 w 112020"/>
                  <a:gd name="connsiteY35" fmla="*/ 138029 h 287587"/>
                  <a:gd name="connsiteX36" fmla="*/ 24969 w 112020"/>
                  <a:gd name="connsiteY36" fmla="*/ 122177 h 287587"/>
                  <a:gd name="connsiteX37" fmla="*/ 28264 w 112020"/>
                  <a:gd name="connsiteY37" fmla="*/ 113271 h 287587"/>
                  <a:gd name="connsiteX38" fmla="*/ 49994 w 112020"/>
                  <a:gd name="connsiteY38" fmla="*/ 112826 h 287587"/>
                  <a:gd name="connsiteX39" fmla="*/ 55426 w 112020"/>
                  <a:gd name="connsiteY39" fmla="*/ 81924 h 287587"/>
                  <a:gd name="connsiteX40" fmla="*/ 67805 w 112020"/>
                  <a:gd name="connsiteY40" fmla="*/ 36416 h 287587"/>
                  <a:gd name="connsiteX41" fmla="*/ 41088 w 112020"/>
                  <a:gd name="connsiteY41" fmla="*/ 45322 h 287587"/>
                  <a:gd name="connsiteX42" fmla="*/ 14995 w 112020"/>
                  <a:gd name="connsiteY42" fmla="*/ 50309 h 287587"/>
                  <a:gd name="connsiteX43" fmla="*/ -323 w 112020"/>
                  <a:gd name="connsiteY43" fmla="*/ 39979 h 28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12020" h="287587">
                    <a:moveTo>
                      <a:pt x="-55" y="39890"/>
                    </a:moveTo>
                    <a:cubicBezTo>
                      <a:pt x="-55" y="34457"/>
                      <a:pt x="390" y="29915"/>
                      <a:pt x="7425" y="28669"/>
                    </a:cubicBezTo>
                    <a:cubicBezTo>
                      <a:pt x="14460" y="27422"/>
                      <a:pt x="33073" y="25017"/>
                      <a:pt x="42157" y="22524"/>
                    </a:cubicBezTo>
                    <a:cubicBezTo>
                      <a:pt x="51238" y="19382"/>
                      <a:pt x="60154" y="15785"/>
                      <a:pt x="68874" y="11748"/>
                    </a:cubicBezTo>
                    <a:cubicBezTo>
                      <a:pt x="74217" y="9700"/>
                      <a:pt x="77156" y="4713"/>
                      <a:pt x="82054" y="1418"/>
                    </a:cubicBezTo>
                    <a:cubicBezTo>
                      <a:pt x="86598" y="-1323"/>
                      <a:pt x="92355" y="-1005"/>
                      <a:pt x="96570" y="2219"/>
                    </a:cubicBezTo>
                    <a:cubicBezTo>
                      <a:pt x="100595" y="5472"/>
                      <a:pt x="103671" y="9747"/>
                      <a:pt x="105475" y="14598"/>
                    </a:cubicBezTo>
                    <a:cubicBezTo>
                      <a:pt x="106419" y="19085"/>
                      <a:pt x="105823" y="23760"/>
                      <a:pt x="103783" y="27867"/>
                    </a:cubicBezTo>
                    <a:cubicBezTo>
                      <a:pt x="102091" y="31162"/>
                      <a:pt x="89713" y="41938"/>
                      <a:pt x="87664" y="48973"/>
                    </a:cubicBezTo>
                    <a:cubicBezTo>
                      <a:pt x="85616" y="56009"/>
                      <a:pt x="84280" y="70525"/>
                      <a:pt x="83033" y="75067"/>
                    </a:cubicBezTo>
                    <a:cubicBezTo>
                      <a:pt x="79283" y="86976"/>
                      <a:pt x="77743" y="99472"/>
                      <a:pt x="78492" y="111936"/>
                    </a:cubicBezTo>
                    <a:cubicBezTo>
                      <a:pt x="80985" y="122711"/>
                      <a:pt x="79827" y="128678"/>
                      <a:pt x="84280" y="129747"/>
                    </a:cubicBezTo>
                    <a:cubicBezTo>
                      <a:pt x="88733" y="130815"/>
                      <a:pt x="87575" y="129747"/>
                      <a:pt x="89446" y="127075"/>
                    </a:cubicBezTo>
                    <a:cubicBezTo>
                      <a:pt x="91316" y="124403"/>
                      <a:pt x="104318" y="101694"/>
                      <a:pt x="105743" y="100359"/>
                    </a:cubicBezTo>
                    <a:cubicBezTo>
                      <a:pt x="107168" y="99023"/>
                      <a:pt x="107613" y="102674"/>
                      <a:pt x="107257" y="104544"/>
                    </a:cubicBezTo>
                    <a:cubicBezTo>
                      <a:pt x="106900" y="106414"/>
                      <a:pt x="107257" y="106147"/>
                      <a:pt x="107791" y="107839"/>
                    </a:cubicBezTo>
                    <a:cubicBezTo>
                      <a:pt x="108325" y="109531"/>
                      <a:pt x="109038" y="120574"/>
                      <a:pt x="109661" y="122890"/>
                    </a:cubicBezTo>
                    <a:cubicBezTo>
                      <a:pt x="111567" y="128376"/>
                      <a:pt x="112147" y="134235"/>
                      <a:pt x="111353" y="139988"/>
                    </a:cubicBezTo>
                    <a:cubicBezTo>
                      <a:pt x="109928" y="147647"/>
                      <a:pt x="105475" y="151298"/>
                      <a:pt x="101735" y="162430"/>
                    </a:cubicBezTo>
                    <a:cubicBezTo>
                      <a:pt x="97995" y="173562"/>
                      <a:pt x="93987" y="186564"/>
                      <a:pt x="92830" y="192175"/>
                    </a:cubicBezTo>
                    <a:cubicBezTo>
                      <a:pt x="91939" y="197412"/>
                      <a:pt x="90720" y="202587"/>
                      <a:pt x="89178" y="207671"/>
                    </a:cubicBezTo>
                    <a:cubicBezTo>
                      <a:pt x="87308" y="213014"/>
                      <a:pt x="82143" y="221029"/>
                      <a:pt x="80273" y="226817"/>
                    </a:cubicBezTo>
                    <a:cubicBezTo>
                      <a:pt x="77194" y="232601"/>
                      <a:pt x="74429" y="238547"/>
                      <a:pt x="71991" y="244629"/>
                    </a:cubicBezTo>
                    <a:cubicBezTo>
                      <a:pt x="70757" y="249088"/>
                      <a:pt x="69923" y="253647"/>
                      <a:pt x="69497" y="258254"/>
                    </a:cubicBezTo>
                    <a:cubicBezTo>
                      <a:pt x="69497" y="263152"/>
                      <a:pt x="68250" y="264399"/>
                      <a:pt x="68072" y="267961"/>
                    </a:cubicBezTo>
                    <a:cubicBezTo>
                      <a:pt x="67894" y="271524"/>
                      <a:pt x="66647" y="272058"/>
                      <a:pt x="66469" y="275531"/>
                    </a:cubicBezTo>
                    <a:cubicBezTo>
                      <a:pt x="66476" y="277944"/>
                      <a:pt x="65830" y="280313"/>
                      <a:pt x="64599" y="282388"/>
                    </a:cubicBezTo>
                    <a:cubicBezTo>
                      <a:pt x="63174" y="285238"/>
                      <a:pt x="62284" y="288800"/>
                      <a:pt x="58632" y="286307"/>
                    </a:cubicBezTo>
                    <a:cubicBezTo>
                      <a:pt x="56177" y="284202"/>
                      <a:pt x="52918" y="283289"/>
                      <a:pt x="49727" y="283813"/>
                    </a:cubicBezTo>
                    <a:cubicBezTo>
                      <a:pt x="43118" y="284748"/>
                      <a:pt x="36392" y="283296"/>
                      <a:pt x="30758" y="279717"/>
                    </a:cubicBezTo>
                    <a:cubicBezTo>
                      <a:pt x="24790" y="275710"/>
                      <a:pt x="19971" y="270215"/>
                      <a:pt x="16776" y="263776"/>
                    </a:cubicBezTo>
                    <a:cubicBezTo>
                      <a:pt x="13714" y="258373"/>
                      <a:pt x="12762" y="252028"/>
                      <a:pt x="14104" y="245965"/>
                    </a:cubicBezTo>
                    <a:cubicBezTo>
                      <a:pt x="16331" y="237682"/>
                      <a:pt x="19448" y="224502"/>
                      <a:pt x="21318" y="219248"/>
                    </a:cubicBezTo>
                    <a:cubicBezTo>
                      <a:pt x="23188" y="213993"/>
                      <a:pt x="31381" y="191284"/>
                      <a:pt x="32628" y="186119"/>
                    </a:cubicBezTo>
                    <a:cubicBezTo>
                      <a:pt x="35315" y="175637"/>
                      <a:pt x="36780" y="164879"/>
                      <a:pt x="36992" y="154059"/>
                    </a:cubicBezTo>
                    <a:cubicBezTo>
                      <a:pt x="36101" y="145688"/>
                      <a:pt x="38595" y="145154"/>
                      <a:pt x="34320" y="138029"/>
                    </a:cubicBezTo>
                    <a:cubicBezTo>
                      <a:pt x="30811" y="132986"/>
                      <a:pt x="27685" y="127687"/>
                      <a:pt x="24969" y="122177"/>
                    </a:cubicBezTo>
                    <a:cubicBezTo>
                      <a:pt x="23366" y="117991"/>
                      <a:pt x="23366" y="113271"/>
                      <a:pt x="28264" y="113271"/>
                    </a:cubicBezTo>
                    <a:cubicBezTo>
                      <a:pt x="33162" y="113271"/>
                      <a:pt x="48925" y="114696"/>
                      <a:pt x="49994" y="112826"/>
                    </a:cubicBezTo>
                    <a:cubicBezTo>
                      <a:pt x="51062" y="110956"/>
                      <a:pt x="52933" y="89048"/>
                      <a:pt x="55426" y="81924"/>
                    </a:cubicBezTo>
                    <a:cubicBezTo>
                      <a:pt x="57920" y="74800"/>
                      <a:pt x="70299" y="37396"/>
                      <a:pt x="67805" y="36416"/>
                    </a:cubicBezTo>
                    <a:cubicBezTo>
                      <a:pt x="58565" y="38267"/>
                      <a:pt x="49591" y="41259"/>
                      <a:pt x="41088" y="45322"/>
                    </a:cubicBezTo>
                    <a:cubicBezTo>
                      <a:pt x="33000" y="49309"/>
                      <a:pt x="23983" y="51032"/>
                      <a:pt x="14995" y="50309"/>
                    </a:cubicBezTo>
                    <a:cubicBezTo>
                      <a:pt x="9166" y="48082"/>
                      <a:pt x="3926" y="44548"/>
                      <a:pt x="-323" y="39979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CF75B87B-1501-4C09-8345-F2701C79B42D}"/>
                  </a:ext>
                </a:extLst>
              </p:cNvPr>
              <p:cNvSpPr/>
              <p:nvPr/>
            </p:nvSpPr>
            <p:spPr>
              <a:xfrm>
                <a:off x="2003184" y="6025900"/>
                <a:ext cx="202562" cy="293802"/>
              </a:xfrm>
              <a:custGeom>
                <a:avLst/>
                <a:gdLst>
                  <a:gd name="connsiteX0" fmla="*/ 63323 w 202562"/>
                  <a:gd name="connsiteY0" fmla="*/ 97459 h 293802"/>
                  <a:gd name="connsiteX1" fmla="*/ 89417 w 202562"/>
                  <a:gd name="connsiteY1" fmla="*/ 82943 h 293802"/>
                  <a:gd name="connsiteX2" fmla="*/ 97343 w 202562"/>
                  <a:gd name="connsiteY2" fmla="*/ 87485 h 293802"/>
                  <a:gd name="connsiteX3" fmla="*/ 90307 w 202562"/>
                  <a:gd name="connsiteY3" fmla="*/ 108502 h 293802"/>
                  <a:gd name="connsiteX4" fmla="*/ 82470 w 202562"/>
                  <a:gd name="connsiteY4" fmla="*/ 122128 h 293802"/>
                  <a:gd name="connsiteX5" fmla="*/ 70091 w 202562"/>
                  <a:gd name="connsiteY5" fmla="*/ 117586 h 293802"/>
                  <a:gd name="connsiteX6" fmla="*/ 63323 w 202562"/>
                  <a:gd name="connsiteY6" fmla="*/ 97459 h 293802"/>
                  <a:gd name="connsiteX7" fmla="*/ 25564 w 202562"/>
                  <a:gd name="connsiteY7" fmla="*/ 59432 h 293802"/>
                  <a:gd name="connsiteX8" fmla="*/ 25564 w 202562"/>
                  <a:gd name="connsiteY8" fmla="*/ 49903 h 293802"/>
                  <a:gd name="connsiteX9" fmla="*/ 36072 w 202562"/>
                  <a:gd name="connsiteY9" fmla="*/ 39216 h 293802"/>
                  <a:gd name="connsiteX10" fmla="*/ 47471 w 202562"/>
                  <a:gd name="connsiteY10" fmla="*/ 42868 h 293802"/>
                  <a:gd name="connsiteX11" fmla="*/ 53616 w 202562"/>
                  <a:gd name="connsiteY11" fmla="*/ 53644 h 293802"/>
                  <a:gd name="connsiteX12" fmla="*/ 57357 w 202562"/>
                  <a:gd name="connsiteY12" fmla="*/ 70921 h 293802"/>
                  <a:gd name="connsiteX13" fmla="*/ 65550 w 202562"/>
                  <a:gd name="connsiteY13" fmla="*/ 72613 h 293802"/>
                  <a:gd name="connsiteX14" fmla="*/ 102330 w 202562"/>
                  <a:gd name="connsiteY14" fmla="*/ 63707 h 293802"/>
                  <a:gd name="connsiteX15" fmla="*/ 116579 w 202562"/>
                  <a:gd name="connsiteY15" fmla="*/ 38593 h 293802"/>
                  <a:gd name="connsiteX16" fmla="*/ 122100 w 202562"/>
                  <a:gd name="connsiteY16" fmla="*/ 36456 h 293802"/>
                  <a:gd name="connsiteX17" fmla="*/ 129314 w 202562"/>
                  <a:gd name="connsiteY17" fmla="*/ 42067 h 293802"/>
                  <a:gd name="connsiteX18" fmla="*/ 127889 w 202562"/>
                  <a:gd name="connsiteY18" fmla="*/ 50972 h 293802"/>
                  <a:gd name="connsiteX19" fmla="*/ 121922 w 202562"/>
                  <a:gd name="connsiteY19" fmla="*/ 64331 h 293802"/>
                  <a:gd name="connsiteX20" fmla="*/ 126820 w 202562"/>
                  <a:gd name="connsiteY20" fmla="*/ 74394 h 293802"/>
                  <a:gd name="connsiteX21" fmla="*/ 126019 w 202562"/>
                  <a:gd name="connsiteY21" fmla="*/ 81696 h 293802"/>
                  <a:gd name="connsiteX22" fmla="*/ 115510 w 202562"/>
                  <a:gd name="connsiteY22" fmla="*/ 83121 h 293802"/>
                  <a:gd name="connsiteX23" fmla="*/ 104556 w 202562"/>
                  <a:gd name="connsiteY23" fmla="*/ 111797 h 293802"/>
                  <a:gd name="connsiteX24" fmla="*/ 104556 w 202562"/>
                  <a:gd name="connsiteY24" fmla="*/ 118565 h 293802"/>
                  <a:gd name="connsiteX25" fmla="*/ 116133 w 202562"/>
                  <a:gd name="connsiteY25" fmla="*/ 117764 h 293802"/>
                  <a:gd name="connsiteX26" fmla="*/ 125039 w 202562"/>
                  <a:gd name="connsiteY26" fmla="*/ 109749 h 293802"/>
                  <a:gd name="connsiteX27" fmla="*/ 138308 w 202562"/>
                  <a:gd name="connsiteY27" fmla="*/ 89889 h 293802"/>
                  <a:gd name="connsiteX28" fmla="*/ 152913 w 202562"/>
                  <a:gd name="connsiteY28" fmla="*/ 70119 h 293802"/>
                  <a:gd name="connsiteX29" fmla="*/ 164045 w 202562"/>
                  <a:gd name="connsiteY29" fmla="*/ 47410 h 293802"/>
                  <a:gd name="connsiteX30" fmla="*/ 163066 w 202562"/>
                  <a:gd name="connsiteY30" fmla="*/ 35031 h 293802"/>
                  <a:gd name="connsiteX31" fmla="*/ 146501 w 202562"/>
                  <a:gd name="connsiteY31" fmla="*/ 23276 h 293802"/>
                  <a:gd name="connsiteX32" fmla="*/ 112927 w 202562"/>
                  <a:gd name="connsiteY32" fmla="*/ 24523 h 293802"/>
                  <a:gd name="connsiteX33" fmla="*/ 86923 w 202562"/>
                  <a:gd name="connsiteY33" fmla="*/ 32003 h 293802"/>
                  <a:gd name="connsiteX34" fmla="*/ 75969 w 202562"/>
                  <a:gd name="connsiteY34" fmla="*/ 38148 h 293802"/>
                  <a:gd name="connsiteX35" fmla="*/ 65906 w 202562"/>
                  <a:gd name="connsiteY35" fmla="*/ 41621 h 293802"/>
                  <a:gd name="connsiteX36" fmla="*/ 53705 w 202562"/>
                  <a:gd name="connsiteY36" fmla="*/ 32716 h 293802"/>
                  <a:gd name="connsiteX37" fmla="*/ 49787 w 202562"/>
                  <a:gd name="connsiteY37" fmla="*/ 21762 h 293802"/>
                  <a:gd name="connsiteX38" fmla="*/ 62967 w 202562"/>
                  <a:gd name="connsiteY38" fmla="*/ 13569 h 293802"/>
                  <a:gd name="connsiteX39" fmla="*/ 116400 w 202562"/>
                  <a:gd name="connsiteY39" fmla="*/ 121 h 293802"/>
                  <a:gd name="connsiteX40" fmla="*/ 154783 w 202562"/>
                  <a:gd name="connsiteY40" fmla="*/ 1190 h 293802"/>
                  <a:gd name="connsiteX41" fmla="*/ 170635 w 202562"/>
                  <a:gd name="connsiteY41" fmla="*/ 8403 h 293802"/>
                  <a:gd name="connsiteX42" fmla="*/ 188447 w 202562"/>
                  <a:gd name="connsiteY42" fmla="*/ 21584 h 293802"/>
                  <a:gd name="connsiteX43" fmla="*/ 201983 w 202562"/>
                  <a:gd name="connsiteY43" fmla="*/ 39395 h 293802"/>
                  <a:gd name="connsiteX44" fmla="*/ 197530 w 202562"/>
                  <a:gd name="connsiteY44" fmla="*/ 61570 h 293802"/>
                  <a:gd name="connsiteX45" fmla="*/ 180788 w 202562"/>
                  <a:gd name="connsiteY45" fmla="*/ 80717 h 293802"/>
                  <a:gd name="connsiteX46" fmla="*/ 168053 w 202562"/>
                  <a:gd name="connsiteY46" fmla="*/ 98528 h 293802"/>
                  <a:gd name="connsiteX47" fmla="*/ 155229 w 202562"/>
                  <a:gd name="connsiteY47" fmla="*/ 114291 h 293802"/>
                  <a:gd name="connsiteX48" fmla="*/ 142761 w 202562"/>
                  <a:gd name="connsiteY48" fmla="*/ 132547 h 293802"/>
                  <a:gd name="connsiteX49" fmla="*/ 132876 w 202562"/>
                  <a:gd name="connsiteY49" fmla="*/ 147419 h 293802"/>
                  <a:gd name="connsiteX50" fmla="*/ 115065 w 202562"/>
                  <a:gd name="connsiteY50" fmla="*/ 137089 h 293802"/>
                  <a:gd name="connsiteX51" fmla="*/ 101350 w 202562"/>
                  <a:gd name="connsiteY51" fmla="*/ 139137 h 293802"/>
                  <a:gd name="connsiteX52" fmla="*/ 99302 w 202562"/>
                  <a:gd name="connsiteY52" fmla="*/ 165230 h 293802"/>
                  <a:gd name="connsiteX53" fmla="*/ 105090 w 202562"/>
                  <a:gd name="connsiteY53" fmla="*/ 168525 h 293802"/>
                  <a:gd name="connsiteX54" fmla="*/ 125395 w 202562"/>
                  <a:gd name="connsiteY54" fmla="*/ 164785 h 293802"/>
                  <a:gd name="connsiteX55" fmla="*/ 145700 w 202562"/>
                  <a:gd name="connsiteY55" fmla="*/ 163182 h 293802"/>
                  <a:gd name="connsiteX56" fmla="*/ 156030 w 202562"/>
                  <a:gd name="connsiteY56" fmla="*/ 174759 h 293802"/>
                  <a:gd name="connsiteX57" fmla="*/ 153181 w 202562"/>
                  <a:gd name="connsiteY57" fmla="*/ 189632 h 293802"/>
                  <a:gd name="connsiteX58" fmla="*/ 143295 w 202562"/>
                  <a:gd name="connsiteY58" fmla="*/ 201209 h 293802"/>
                  <a:gd name="connsiteX59" fmla="*/ 124683 w 202562"/>
                  <a:gd name="connsiteY59" fmla="*/ 212074 h 293802"/>
                  <a:gd name="connsiteX60" fmla="*/ 108653 w 202562"/>
                  <a:gd name="connsiteY60" fmla="*/ 226323 h 293802"/>
                  <a:gd name="connsiteX61" fmla="*/ 111948 w 202562"/>
                  <a:gd name="connsiteY61" fmla="*/ 233981 h 293802"/>
                  <a:gd name="connsiteX62" fmla="*/ 142939 w 202562"/>
                  <a:gd name="connsiteY62" fmla="*/ 235139 h 293802"/>
                  <a:gd name="connsiteX63" fmla="*/ 159415 w 202562"/>
                  <a:gd name="connsiteY63" fmla="*/ 246716 h 293802"/>
                  <a:gd name="connsiteX64" fmla="*/ 166628 w 202562"/>
                  <a:gd name="connsiteY64" fmla="*/ 260253 h 293802"/>
                  <a:gd name="connsiteX65" fmla="*/ 163333 w 202562"/>
                  <a:gd name="connsiteY65" fmla="*/ 273255 h 293802"/>
                  <a:gd name="connsiteX66" fmla="*/ 153626 w 202562"/>
                  <a:gd name="connsiteY66" fmla="*/ 283408 h 293802"/>
                  <a:gd name="connsiteX67" fmla="*/ 79621 w 202562"/>
                  <a:gd name="connsiteY67" fmla="*/ 292313 h 293802"/>
                  <a:gd name="connsiteX68" fmla="*/ 57713 w 202562"/>
                  <a:gd name="connsiteY68" fmla="*/ 290087 h 293802"/>
                  <a:gd name="connsiteX69" fmla="*/ 35894 w 202562"/>
                  <a:gd name="connsiteY69" fmla="*/ 257047 h 293802"/>
                  <a:gd name="connsiteX70" fmla="*/ 48629 w 202562"/>
                  <a:gd name="connsiteY70" fmla="*/ 226145 h 293802"/>
                  <a:gd name="connsiteX71" fmla="*/ 78552 w 202562"/>
                  <a:gd name="connsiteY71" fmla="*/ 199428 h 293802"/>
                  <a:gd name="connsiteX72" fmla="*/ 66173 w 202562"/>
                  <a:gd name="connsiteY72" fmla="*/ 199428 h 293802"/>
                  <a:gd name="connsiteX73" fmla="*/ 23248 w 202562"/>
                  <a:gd name="connsiteY73" fmla="*/ 219020 h 293802"/>
                  <a:gd name="connsiteX74" fmla="*/ 450 w 202562"/>
                  <a:gd name="connsiteY74" fmla="*/ 210204 h 293802"/>
                  <a:gd name="connsiteX75" fmla="*/ 6595 w 202562"/>
                  <a:gd name="connsiteY75" fmla="*/ 200051 h 293802"/>
                  <a:gd name="connsiteX76" fmla="*/ 27612 w 202562"/>
                  <a:gd name="connsiteY76" fmla="*/ 191680 h 293802"/>
                  <a:gd name="connsiteX77" fmla="*/ 70092 w 202562"/>
                  <a:gd name="connsiteY77" fmla="*/ 174314 h 293802"/>
                  <a:gd name="connsiteX78" fmla="*/ 80689 w 202562"/>
                  <a:gd name="connsiteY78" fmla="*/ 169149 h 293802"/>
                  <a:gd name="connsiteX79" fmla="*/ 81669 w 202562"/>
                  <a:gd name="connsiteY79" fmla="*/ 141720 h 293802"/>
                  <a:gd name="connsiteX80" fmla="*/ 74900 w 202562"/>
                  <a:gd name="connsiteY80" fmla="*/ 142967 h 293802"/>
                  <a:gd name="connsiteX81" fmla="*/ 57802 w 202562"/>
                  <a:gd name="connsiteY81" fmla="*/ 147508 h 293802"/>
                  <a:gd name="connsiteX82" fmla="*/ 41861 w 202562"/>
                  <a:gd name="connsiteY82" fmla="*/ 123552 h 293802"/>
                  <a:gd name="connsiteX83" fmla="*/ 31530 w 202562"/>
                  <a:gd name="connsiteY83" fmla="*/ 83834 h 293802"/>
                  <a:gd name="connsiteX84" fmla="*/ 25563 w 202562"/>
                  <a:gd name="connsiteY84" fmla="*/ 59433 h 293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02562" h="293802">
                    <a:moveTo>
                      <a:pt x="63323" y="97459"/>
                    </a:moveTo>
                    <a:cubicBezTo>
                      <a:pt x="70309" y="90037"/>
                      <a:pt x="79426" y="84965"/>
                      <a:pt x="89417" y="82943"/>
                    </a:cubicBezTo>
                    <a:cubicBezTo>
                      <a:pt x="103042" y="81696"/>
                      <a:pt x="98946" y="80895"/>
                      <a:pt x="97343" y="87485"/>
                    </a:cubicBezTo>
                    <a:cubicBezTo>
                      <a:pt x="95740" y="94075"/>
                      <a:pt x="92534" y="101289"/>
                      <a:pt x="90307" y="108502"/>
                    </a:cubicBezTo>
                    <a:cubicBezTo>
                      <a:pt x="88081" y="115716"/>
                      <a:pt x="86567" y="121504"/>
                      <a:pt x="82470" y="122128"/>
                    </a:cubicBezTo>
                    <a:cubicBezTo>
                      <a:pt x="77844" y="122777"/>
                      <a:pt x="73200" y="121073"/>
                      <a:pt x="70091" y="117586"/>
                    </a:cubicBezTo>
                    <a:cubicBezTo>
                      <a:pt x="66797" y="113845"/>
                      <a:pt x="60206" y="103515"/>
                      <a:pt x="63323" y="97459"/>
                    </a:cubicBezTo>
                    <a:moveTo>
                      <a:pt x="25564" y="59432"/>
                    </a:moveTo>
                    <a:cubicBezTo>
                      <a:pt x="24433" y="56357"/>
                      <a:pt x="24433" y="52979"/>
                      <a:pt x="25564" y="49903"/>
                    </a:cubicBezTo>
                    <a:cubicBezTo>
                      <a:pt x="27688" y="45208"/>
                      <a:pt x="31413" y="41420"/>
                      <a:pt x="36072" y="39216"/>
                    </a:cubicBezTo>
                    <a:cubicBezTo>
                      <a:pt x="40261" y="38017"/>
                      <a:pt x="44759" y="39458"/>
                      <a:pt x="47471" y="42868"/>
                    </a:cubicBezTo>
                    <a:cubicBezTo>
                      <a:pt x="50945" y="47410"/>
                      <a:pt x="53616" y="48657"/>
                      <a:pt x="53616" y="53644"/>
                    </a:cubicBezTo>
                    <a:cubicBezTo>
                      <a:pt x="53436" y="59621"/>
                      <a:pt x="54720" y="65552"/>
                      <a:pt x="57357" y="70921"/>
                    </a:cubicBezTo>
                    <a:cubicBezTo>
                      <a:pt x="59850" y="73860"/>
                      <a:pt x="57357" y="75641"/>
                      <a:pt x="65550" y="72613"/>
                    </a:cubicBezTo>
                    <a:cubicBezTo>
                      <a:pt x="76662" y="66078"/>
                      <a:pt x="89459" y="62979"/>
                      <a:pt x="102330" y="63707"/>
                    </a:cubicBezTo>
                    <a:cubicBezTo>
                      <a:pt x="107673" y="53822"/>
                      <a:pt x="115332" y="41443"/>
                      <a:pt x="116579" y="38593"/>
                    </a:cubicBezTo>
                    <a:cubicBezTo>
                      <a:pt x="117825" y="35743"/>
                      <a:pt x="119428" y="35655"/>
                      <a:pt x="122100" y="36456"/>
                    </a:cubicBezTo>
                    <a:cubicBezTo>
                      <a:pt x="124772" y="37258"/>
                      <a:pt x="129314" y="38950"/>
                      <a:pt x="129314" y="42067"/>
                    </a:cubicBezTo>
                    <a:cubicBezTo>
                      <a:pt x="129878" y="45111"/>
                      <a:pt x="129375" y="48256"/>
                      <a:pt x="127889" y="50972"/>
                    </a:cubicBezTo>
                    <a:cubicBezTo>
                      <a:pt x="125307" y="55136"/>
                      <a:pt x="123299" y="59629"/>
                      <a:pt x="121922" y="64331"/>
                    </a:cubicBezTo>
                    <a:cubicBezTo>
                      <a:pt x="121299" y="67626"/>
                      <a:pt x="125395" y="73236"/>
                      <a:pt x="126820" y="74394"/>
                    </a:cubicBezTo>
                    <a:cubicBezTo>
                      <a:pt x="128245" y="75551"/>
                      <a:pt x="128334" y="80806"/>
                      <a:pt x="126019" y="81696"/>
                    </a:cubicBezTo>
                    <a:cubicBezTo>
                      <a:pt x="123703" y="82587"/>
                      <a:pt x="117113" y="81073"/>
                      <a:pt x="115510" y="83121"/>
                    </a:cubicBezTo>
                    <a:cubicBezTo>
                      <a:pt x="113907" y="85170"/>
                      <a:pt x="105625" y="109126"/>
                      <a:pt x="104556" y="111797"/>
                    </a:cubicBezTo>
                    <a:cubicBezTo>
                      <a:pt x="103488" y="114469"/>
                      <a:pt x="102686" y="118387"/>
                      <a:pt x="104556" y="118565"/>
                    </a:cubicBezTo>
                    <a:cubicBezTo>
                      <a:pt x="108427" y="119150"/>
                      <a:pt x="112380" y="118876"/>
                      <a:pt x="116133" y="117764"/>
                    </a:cubicBezTo>
                    <a:cubicBezTo>
                      <a:pt x="119389" y="115429"/>
                      <a:pt x="122375" y="112741"/>
                      <a:pt x="125039" y="109749"/>
                    </a:cubicBezTo>
                    <a:cubicBezTo>
                      <a:pt x="126909" y="107433"/>
                      <a:pt x="133944" y="95500"/>
                      <a:pt x="138308" y="89889"/>
                    </a:cubicBezTo>
                    <a:cubicBezTo>
                      <a:pt x="142672" y="84279"/>
                      <a:pt x="149440" y="75017"/>
                      <a:pt x="152913" y="70119"/>
                    </a:cubicBezTo>
                    <a:cubicBezTo>
                      <a:pt x="157480" y="63000"/>
                      <a:pt x="161215" y="55380"/>
                      <a:pt x="164045" y="47410"/>
                    </a:cubicBezTo>
                    <a:cubicBezTo>
                      <a:pt x="165114" y="43313"/>
                      <a:pt x="166984" y="38504"/>
                      <a:pt x="163066" y="35031"/>
                    </a:cubicBezTo>
                    <a:cubicBezTo>
                      <a:pt x="159147" y="31558"/>
                      <a:pt x="154962" y="24077"/>
                      <a:pt x="146501" y="23276"/>
                    </a:cubicBezTo>
                    <a:cubicBezTo>
                      <a:pt x="135296" y="22643"/>
                      <a:pt x="124055" y="23060"/>
                      <a:pt x="112927" y="24523"/>
                    </a:cubicBezTo>
                    <a:cubicBezTo>
                      <a:pt x="103908" y="25574"/>
                      <a:pt x="95123" y="28101"/>
                      <a:pt x="86923" y="32003"/>
                    </a:cubicBezTo>
                    <a:cubicBezTo>
                      <a:pt x="82990" y="33502"/>
                      <a:pt x="79299" y="35573"/>
                      <a:pt x="75969" y="38148"/>
                    </a:cubicBezTo>
                    <a:cubicBezTo>
                      <a:pt x="73482" y="41029"/>
                      <a:pt x="69640" y="42355"/>
                      <a:pt x="65906" y="41621"/>
                    </a:cubicBezTo>
                    <a:cubicBezTo>
                      <a:pt x="60996" y="40024"/>
                      <a:pt x="56723" y="36904"/>
                      <a:pt x="53705" y="32716"/>
                    </a:cubicBezTo>
                    <a:cubicBezTo>
                      <a:pt x="50410" y="28352"/>
                      <a:pt x="47917" y="25057"/>
                      <a:pt x="49787" y="21762"/>
                    </a:cubicBezTo>
                    <a:cubicBezTo>
                      <a:pt x="51657" y="18467"/>
                      <a:pt x="50410" y="16864"/>
                      <a:pt x="62967" y="13569"/>
                    </a:cubicBezTo>
                    <a:cubicBezTo>
                      <a:pt x="80540" y="8189"/>
                      <a:pt x="98374" y="3701"/>
                      <a:pt x="116400" y="121"/>
                    </a:cubicBezTo>
                    <a:cubicBezTo>
                      <a:pt x="129197" y="-889"/>
                      <a:pt x="142064" y="-531"/>
                      <a:pt x="154783" y="1190"/>
                    </a:cubicBezTo>
                    <a:cubicBezTo>
                      <a:pt x="160515" y="2456"/>
                      <a:pt x="165916" y="4914"/>
                      <a:pt x="170635" y="8403"/>
                    </a:cubicBezTo>
                    <a:cubicBezTo>
                      <a:pt x="175177" y="11877"/>
                      <a:pt x="185330" y="19357"/>
                      <a:pt x="188447" y="21584"/>
                    </a:cubicBezTo>
                    <a:cubicBezTo>
                      <a:pt x="191564" y="23810"/>
                      <a:pt x="201983" y="29510"/>
                      <a:pt x="201983" y="39395"/>
                    </a:cubicBezTo>
                    <a:cubicBezTo>
                      <a:pt x="202902" y="47072"/>
                      <a:pt x="201342" y="54842"/>
                      <a:pt x="197530" y="61570"/>
                    </a:cubicBezTo>
                    <a:cubicBezTo>
                      <a:pt x="193790" y="65666"/>
                      <a:pt x="185775" y="74928"/>
                      <a:pt x="180788" y="80717"/>
                    </a:cubicBezTo>
                    <a:cubicBezTo>
                      <a:pt x="175801" y="86505"/>
                      <a:pt x="171882" y="93630"/>
                      <a:pt x="168053" y="98528"/>
                    </a:cubicBezTo>
                    <a:cubicBezTo>
                      <a:pt x="163471" y="103524"/>
                      <a:pt x="159188" y="108788"/>
                      <a:pt x="155229" y="114291"/>
                    </a:cubicBezTo>
                    <a:cubicBezTo>
                      <a:pt x="150478" y="119948"/>
                      <a:pt x="146302" y="126063"/>
                      <a:pt x="142761" y="132547"/>
                    </a:cubicBezTo>
                    <a:cubicBezTo>
                      <a:pt x="140268" y="138336"/>
                      <a:pt x="137774" y="147419"/>
                      <a:pt x="132876" y="147419"/>
                    </a:cubicBezTo>
                    <a:cubicBezTo>
                      <a:pt x="127978" y="147419"/>
                      <a:pt x="119161" y="138514"/>
                      <a:pt x="115065" y="137089"/>
                    </a:cubicBezTo>
                    <a:cubicBezTo>
                      <a:pt x="110544" y="134656"/>
                      <a:pt x="104962" y="135489"/>
                      <a:pt x="101350" y="139137"/>
                    </a:cubicBezTo>
                    <a:cubicBezTo>
                      <a:pt x="96808" y="144124"/>
                      <a:pt x="99302" y="165230"/>
                      <a:pt x="99302" y="165230"/>
                    </a:cubicBezTo>
                    <a:cubicBezTo>
                      <a:pt x="99302" y="165230"/>
                      <a:pt x="99302" y="168525"/>
                      <a:pt x="105090" y="168525"/>
                    </a:cubicBezTo>
                    <a:cubicBezTo>
                      <a:pt x="111976" y="168031"/>
                      <a:pt x="118785" y="166776"/>
                      <a:pt x="125395" y="164785"/>
                    </a:cubicBezTo>
                    <a:cubicBezTo>
                      <a:pt x="131955" y="162723"/>
                      <a:pt x="138898" y="162175"/>
                      <a:pt x="145700" y="163182"/>
                    </a:cubicBezTo>
                    <a:cubicBezTo>
                      <a:pt x="149440" y="164785"/>
                      <a:pt x="156030" y="170218"/>
                      <a:pt x="156030" y="174759"/>
                    </a:cubicBezTo>
                    <a:cubicBezTo>
                      <a:pt x="157254" y="179896"/>
                      <a:pt x="156217" y="185311"/>
                      <a:pt x="153181" y="189632"/>
                    </a:cubicBezTo>
                    <a:cubicBezTo>
                      <a:pt x="148461" y="196222"/>
                      <a:pt x="147570" y="198537"/>
                      <a:pt x="143295" y="201209"/>
                    </a:cubicBezTo>
                    <a:cubicBezTo>
                      <a:pt x="136468" y="203639"/>
                      <a:pt x="130156" y="207324"/>
                      <a:pt x="124683" y="212074"/>
                    </a:cubicBezTo>
                    <a:cubicBezTo>
                      <a:pt x="116668" y="219554"/>
                      <a:pt x="110078" y="219732"/>
                      <a:pt x="108653" y="226323"/>
                    </a:cubicBezTo>
                    <a:cubicBezTo>
                      <a:pt x="107228" y="232913"/>
                      <a:pt x="106961" y="233981"/>
                      <a:pt x="111948" y="233981"/>
                    </a:cubicBezTo>
                    <a:cubicBezTo>
                      <a:pt x="122287" y="233139"/>
                      <a:pt x="132691" y="233528"/>
                      <a:pt x="142939" y="235139"/>
                    </a:cubicBezTo>
                    <a:cubicBezTo>
                      <a:pt x="149361" y="237467"/>
                      <a:pt x="155048" y="241463"/>
                      <a:pt x="159415" y="246716"/>
                    </a:cubicBezTo>
                    <a:cubicBezTo>
                      <a:pt x="162264" y="252060"/>
                      <a:pt x="166895" y="255622"/>
                      <a:pt x="166628" y="260253"/>
                    </a:cubicBezTo>
                    <a:cubicBezTo>
                      <a:pt x="167078" y="264839"/>
                      <a:pt x="165913" y="269437"/>
                      <a:pt x="163333" y="273255"/>
                    </a:cubicBezTo>
                    <a:cubicBezTo>
                      <a:pt x="160038" y="277174"/>
                      <a:pt x="158613" y="282784"/>
                      <a:pt x="153626" y="283408"/>
                    </a:cubicBezTo>
                    <a:cubicBezTo>
                      <a:pt x="148639" y="284031"/>
                      <a:pt x="91287" y="290799"/>
                      <a:pt x="79621" y="292313"/>
                    </a:cubicBezTo>
                    <a:cubicBezTo>
                      <a:pt x="67954" y="293827"/>
                      <a:pt x="63323" y="294183"/>
                      <a:pt x="57713" y="290087"/>
                    </a:cubicBezTo>
                    <a:cubicBezTo>
                      <a:pt x="52102" y="285990"/>
                      <a:pt x="48273" y="286346"/>
                      <a:pt x="35894" y="257047"/>
                    </a:cubicBezTo>
                    <a:cubicBezTo>
                      <a:pt x="27790" y="242175"/>
                      <a:pt x="41059" y="231221"/>
                      <a:pt x="48629" y="226145"/>
                    </a:cubicBezTo>
                    <a:cubicBezTo>
                      <a:pt x="56199" y="221069"/>
                      <a:pt x="79621" y="202189"/>
                      <a:pt x="78552" y="199428"/>
                    </a:cubicBezTo>
                    <a:cubicBezTo>
                      <a:pt x="77483" y="196667"/>
                      <a:pt x="74812" y="196756"/>
                      <a:pt x="66173" y="199428"/>
                    </a:cubicBezTo>
                    <a:cubicBezTo>
                      <a:pt x="57535" y="202100"/>
                      <a:pt x="31709" y="217239"/>
                      <a:pt x="23248" y="219020"/>
                    </a:cubicBezTo>
                    <a:cubicBezTo>
                      <a:pt x="14649" y="220108"/>
                      <a:pt x="6080" y="216794"/>
                      <a:pt x="450" y="210204"/>
                    </a:cubicBezTo>
                    <a:cubicBezTo>
                      <a:pt x="-2133" y="205662"/>
                      <a:pt x="2231" y="201298"/>
                      <a:pt x="6595" y="200051"/>
                    </a:cubicBezTo>
                    <a:cubicBezTo>
                      <a:pt x="13742" y="197630"/>
                      <a:pt x="20757" y="194836"/>
                      <a:pt x="27612" y="191680"/>
                    </a:cubicBezTo>
                    <a:cubicBezTo>
                      <a:pt x="34647" y="188919"/>
                      <a:pt x="63234" y="174670"/>
                      <a:pt x="70092" y="174314"/>
                    </a:cubicBezTo>
                    <a:cubicBezTo>
                      <a:pt x="76949" y="173958"/>
                      <a:pt x="80867" y="171999"/>
                      <a:pt x="80689" y="169149"/>
                    </a:cubicBezTo>
                    <a:cubicBezTo>
                      <a:pt x="80511" y="166299"/>
                      <a:pt x="83539" y="143145"/>
                      <a:pt x="81669" y="141720"/>
                    </a:cubicBezTo>
                    <a:cubicBezTo>
                      <a:pt x="79799" y="140295"/>
                      <a:pt x="79442" y="140918"/>
                      <a:pt x="74900" y="142967"/>
                    </a:cubicBezTo>
                    <a:cubicBezTo>
                      <a:pt x="70359" y="145015"/>
                      <a:pt x="59405" y="149111"/>
                      <a:pt x="57802" y="147508"/>
                    </a:cubicBezTo>
                    <a:cubicBezTo>
                      <a:pt x="49356" y="142120"/>
                      <a:pt x="43569" y="133424"/>
                      <a:pt x="41861" y="123552"/>
                    </a:cubicBezTo>
                    <a:cubicBezTo>
                      <a:pt x="36072" y="104049"/>
                      <a:pt x="30640" y="97904"/>
                      <a:pt x="31530" y="83834"/>
                    </a:cubicBezTo>
                    <a:cubicBezTo>
                      <a:pt x="32064" y="75283"/>
                      <a:pt x="29983" y="66772"/>
                      <a:pt x="25563" y="59433"/>
                    </a:cubicBezTo>
                    <a:close/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6CB865DA-5BDF-47E1-8310-E251A55845BB}"/>
                </a:ext>
              </a:extLst>
            </p:cNvPr>
            <p:cNvGrpSpPr/>
            <p:nvPr/>
          </p:nvGrpSpPr>
          <p:grpSpPr>
            <a:xfrm>
              <a:off x="1442035" y="5934218"/>
              <a:ext cx="281030" cy="306223"/>
              <a:chOff x="1459851" y="5996894"/>
              <a:chExt cx="324450" cy="353535"/>
            </a:xfrm>
            <a:grpFill/>
          </p:grpSpPr>
          <p:sp>
            <p:nvSpPr>
              <p:cNvPr id="227" name="任意多边形: 形状 226">
                <a:extLst>
                  <a:ext uri="{FF2B5EF4-FFF2-40B4-BE49-F238E27FC236}">
                    <a16:creationId xmlns:a16="http://schemas.microsoft.com/office/drawing/2014/main" id="{31EFEDE2-84C3-492D-9E8E-876A2D2051B1}"/>
                  </a:ext>
                </a:extLst>
              </p:cNvPr>
              <p:cNvSpPr/>
              <p:nvPr/>
            </p:nvSpPr>
            <p:spPr>
              <a:xfrm>
                <a:off x="1631034" y="5996894"/>
                <a:ext cx="153267" cy="353535"/>
              </a:xfrm>
              <a:custGeom>
                <a:avLst/>
                <a:gdLst>
                  <a:gd name="connsiteX0" fmla="*/ 56495 w 153267"/>
                  <a:gd name="connsiteY0" fmla="*/ 162979 h 353535"/>
                  <a:gd name="connsiteX1" fmla="*/ 61482 w 153267"/>
                  <a:gd name="connsiteY1" fmla="*/ 154073 h 353535"/>
                  <a:gd name="connsiteX2" fmla="*/ 66024 w 153267"/>
                  <a:gd name="connsiteY2" fmla="*/ 158170 h 353535"/>
                  <a:gd name="connsiteX3" fmla="*/ 85438 w 153267"/>
                  <a:gd name="connsiteY3" fmla="*/ 179810 h 353535"/>
                  <a:gd name="connsiteX4" fmla="*/ 99064 w 153267"/>
                  <a:gd name="connsiteY4" fmla="*/ 185866 h 353535"/>
                  <a:gd name="connsiteX5" fmla="*/ 92474 w 153267"/>
                  <a:gd name="connsiteY5" fmla="*/ 199046 h 353535"/>
                  <a:gd name="connsiteX6" fmla="*/ 67271 w 153267"/>
                  <a:gd name="connsiteY6" fmla="*/ 214898 h 353535"/>
                  <a:gd name="connsiteX7" fmla="*/ 76978 w 153267"/>
                  <a:gd name="connsiteY7" fmla="*/ 221132 h 353535"/>
                  <a:gd name="connsiteX8" fmla="*/ 88644 w 153267"/>
                  <a:gd name="connsiteY8" fmla="*/ 218549 h 353535"/>
                  <a:gd name="connsiteX9" fmla="*/ 97550 w 153267"/>
                  <a:gd name="connsiteY9" fmla="*/ 218549 h 353535"/>
                  <a:gd name="connsiteX10" fmla="*/ 99954 w 153267"/>
                  <a:gd name="connsiteY10" fmla="*/ 228524 h 353535"/>
                  <a:gd name="connsiteX11" fmla="*/ 98529 w 153267"/>
                  <a:gd name="connsiteY11" fmla="*/ 277949 h 353535"/>
                  <a:gd name="connsiteX12" fmla="*/ 96392 w 153267"/>
                  <a:gd name="connsiteY12" fmla="*/ 301549 h 353535"/>
                  <a:gd name="connsiteX13" fmla="*/ 94255 w 153267"/>
                  <a:gd name="connsiteY13" fmla="*/ 310455 h 353535"/>
                  <a:gd name="connsiteX14" fmla="*/ 83924 w 153267"/>
                  <a:gd name="connsiteY14" fmla="*/ 305468 h 353535"/>
                  <a:gd name="connsiteX15" fmla="*/ 68607 w 153267"/>
                  <a:gd name="connsiteY15" fmla="*/ 286054 h 353535"/>
                  <a:gd name="connsiteX16" fmla="*/ 57297 w 153267"/>
                  <a:gd name="connsiteY16" fmla="*/ 273319 h 353535"/>
                  <a:gd name="connsiteX17" fmla="*/ 44116 w 153267"/>
                  <a:gd name="connsiteY17" fmla="*/ 223804 h 353535"/>
                  <a:gd name="connsiteX18" fmla="*/ 56228 w 153267"/>
                  <a:gd name="connsiteY18" fmla="*/ 162801 h 353535"/>
                  <a:gd name="connsiteX19" fmla="*/ 23277 w 153267"/>
                  <a:gd name="connsiteY19" fmla="*/ 25388 h 353535"/>
                  <a:gd name="connsiteX20" fmla="*/ 33340 w 153267"/>
                  <a:gd name="connsiteY20" fmla="*/ 18976 h 353535"/>
                  <a:gd name="connsiteX21" fmla="*/ 63531 w 153267"/>
                  <a:gd name="connsiteY21" fmla="*/ 3124 h 353535"/>
                  <a:gd name="connsiteX22" fmla="*/ 97728 w 153267"/>
                  <a:gd name="connsiteY22" fmla="*/ -438 h 353535"/>
                  <a:gd name="connsiteX23" fmla="*/ 131747 w 153267"/>
                  <a:gd name="connsiteY23" fmla="*/ 25388 h 353535"/>
                  <a:gd name="connsiteX24" fmla="*/ 128897 w 153267"/>
                  <a:gd name="connsiteY24" fmla="*/ 149353 h 353535"/>
                  <a:gd name="connsiteX25" fmla="*/ 151339 w 153267"/>
                  <a:gd name="connsiteY25" fmla="*/ 168322 h 353535"/>
                  <a:gd name="connsiteX26" fmla="*/ 152408 w 153267"/>
                  <a:gd name="connsiteY26" fmla="*/ 180701 h 353535"/>
                  <a:gd name="connsiteX27" fmla="*/ 152408 w 153267"/>
                  <a:gd name="connsiteY27" fmla="*/ 186044 h 353535"/>
                  <a:gd name="connsiteX28" fmla="*/ 127829 w 153267"/>
                  <a:gd name="connsiteY28" fmla="*/ 212761 h 353535"/>
                  <a:gd name="connsiteX29" fmla="*/ 127829 w 153267"/>
                  <a:gd name="connsiteY29" fmla="*/ 248383 h 353535"/>
                  <a:gd name="connsiteX30" fmla="*/ 127829 w 153267"/>
                  <a:gd name="connsiteY30" fmla="*/ 326218 h 353535"/>
                  <a:gd name="connsiteX31" fmla="*/ 120793 w 153267"/>
                  <a:gd name="connsiteY31" fmla="*/ 350263 h 353535"/>
                  <a:gd name="connsiteX32" fmla="*/ 107346 w 153267"/>
                  <a:gd name="connsiteY32" fmla="*/ 352133 h 353535"/>
                  <a:gd name="connsiteX33" fmla="*/ 83034 w 153267"/>
                  <a:gd name="connsiteY33" fmla="*/ 333609 h 353535"/>
                  <a:gd name="connsiteX34" fmla="*/ 61393 w 153267"/>
                  <a:gd name="connsiteY34" fmla="*/ 305735 h 353535"/>
                  <a:gd name="connsiteX35" fmla="*/ 47411 w 153267"/>
                  <a:gd name="connsiteY35" fmla="*/ 284629 h 353535"/>
                  <a:gd name="connsiteX36" fmla="*/ 36725 w 153267"/>
                  <a:gd name="connsiteY36" fmla="*/ 268688 h 353535"/>
                  <a:gd name="connsiteX37" fmla="*/ 31381 w 153267"/>
                  <a:gd name="connsiteY37" fmla="*/ 257022 h 353535"/>
                  <a:gd name="connsiteX38" fmla="*/ 26394 w 153267"/>
                  <a:gd name="connsiteY38" fmla="*/ 298432 h 353535"/>
                  <a:gd name="connsiteX39" fmla="*/ 18557 w 153267"/>
                  <a:gd name="connsiteY39" fmla="*/ 303420 h 353535"/>
                  <a:gd name="connsiteX40" fmla="*/ 8583 w 153267"/>
                  <a:gd name="connsiteY40" fmla="*/ 300570 h 353535"/>
                  <a:gd name="connsiteX41" fmla="*/ -323 w 153267"/>
                  <a:gd name="connsiteY41" fmla="*/ 291664 h 353535"/>
                  <a:gd name="connsiteX42" fmla="*/ 5466 w 153267"/>
                  <a:gd name="connsiteY42" fmla="*/ 252301 h 353535"/>
                  <a:gd name="connsiteX43" fmla="*/ 18735 w 153267"/>
                  <a:gd name="connsiteY43" fmla="*/ 202698 h 353535"/>
                  <a:gd name="connsiteX44" fmla="*/ 36547 w 153267"/>
                  <a:gd name="connsiteY44" fmla="*/ 106250 h 353535"/>
                  <a:gd name="connsiteX45" fmla="*/ 58098 w 153267"/>
                  <a:gd name="connsiteY45" fmla="*/ 39993 h 353535"/>
                  <a:gd name="connsiteX46" fmla="*/ 67004 w 153267"/>
                  <a:gd name="connsiteY46" fmla="*/ 32067 h 353535"/>
                  <a:gd name="connsiteX47" fmla="*/ 75108 w 153267"/>
                  <a:gd name="connsiteY47" fmla="*/ 40171 h 353535"/>
                  <a:gd name="connsiteX48" fmla="*/ 72792 w 153267"/>
                  <a:gd name="connsiteY48" fmla="*/ 53975 h 353535"/>
                  <a:gd name="connsiteX49" fmla="*/ 65223 w 153267"/>
                  <a:gd name="connsiteY49" fmla="*/ 78910 h 353535"/>
                  <a:gd name="connsiteX50" fmla="*/ 58187 w 153267"/>
                  <a:gd name="connsiteY50" fmla="*/ 111148 h 353535"/>
                  <a:gd name="connsiteX51" fmla="*/ 68874 w 153267"/>
                  <a:gd name="connsiteY51" fmla="*/ 105004 h 353535"/>
                  <a:gd name="connsiteX52" fmla="*/ 81342 w 153267"/>
                  <a:gd name="connsiteY52" fmla="*/ 98324 h 353535"/>
                  <a:gd name="connsiteX53" fmla="*/ 91316 w 153267"/>
                  <a:gd name="connsiteY53" fmla="*/ 92536 h 353535"/>
                  <a:gd name="connsiteX54" fmla="*/ 99598 w 153267"/>
                  <a:gd name="connsiteY54" fmla="*/ 90487 h 353535"/>
                  <a:gd name="connsiteX55" fmla="*/ 100399 w 153267"/>
                  <a:gd name="connsiteY55" fmla="*/ 39102 h 353535"/>
                  <a:gd name="connsiteX56" fmla="*/ 90425 w 153267"/>
                  <a:gd name="connsiteY56" fmla="*/ 20044 h 353535"/>
                  <a:gd name="connsiteX57" fmla="*/ 65223 w 153267"/>
                  <a:gd name="connsiteY57" fmla="*/ 24675 h 353535"/>
                  <a:gd name="connsiteX58" fmla="*/ 40732 w 153267"/>
                  <a:gd name="connsiteY58" fmla="*/ 40794 h 353535"/>
                  <a:gd name="connsiteX59" fmla="*/ 23545 w 153267"/>
                  <a:gd name="connsiteY59" fmla="*/ 25566 h 35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153267" h="353535">
                    <a:moveTo>
                      <a:pt x="56495" y="162979"/>
                    </a:moveTo>
                    <a:cubicBezTo>
                      <a:pt x="56495" y="162979"/>
                      <a:pt x="57742" y="155498"/>
                      <a:pt x="61482" y="154073"/>
                    </a:cubicBezTo>
                    <a:cubicBezTo>
                      <a:pt x="65223" y="152648"/>
                      <a:pt x="65401" y="152381"/>
                      <a:pt x="66024" y="158170"/>
                    </a:cubicBezTo>
                    <a:cubicBezTo>
                      <a:pt x="66648" y="163958"/>
                      <a:pt x="76800" y="179454"/>
                      <a:pt x="85438" y="179810"/>
                    </a:cubicBezTo>
                    <a:cubicBezTo>
                      <a:pt x="94077" y="180167"/>
                      <a:pt x="99064" y="182571"/>
                      <a:pt x="99064" y="185866"/>
                    </a:cubicBezTo>
                    <a:cubicBezTo>
                      <a:pt x="99064" y="189161"/>
                      <a:pt x="103160" y="191387"/>
                      <a:pt x="92474" y="199046"/>
                    </a:cubicBezTo>
                    <a:cubicBezTo>
                      <a:pt x="81787" y="206705"/>
                      <a:pt x="68696" y="211158"/>
                      <a:pt x="67271" y="214898"/>
                    </a:cubicBezTo>
                    <a:cubicBezTo>
                      <a:pt x="65846" y="218639"/>
                      <a:pt x="68696" y="222379"/>
                      <a:pt x="76978" y="221132"/>
                    </a:cubicBezTo>
                    <a:cubicBezTo>
                      <a:pt x="85260" y="219885"/>
                      <a:pt x="86507" y="219974"/>
                      <a:pt x="88644" y="218549"/>
                    </a:cubicBezTo>
                    <a:cubicBezTo>
                      <a:pt x="90782" y="217125"/>
                      <a:pt x="96659" y="216590"/>
                      <a:pt x="97550" y="218549"/>
                    </a:cubicBezTo>
                    <a:cubicBezTo>
                      <a:pt x="99353" y="221550"/>
                      <a:pt x="100193" y="225031"/>
                      <a:pt x="99954" y="228524"/>
                    </a:cubicBezTo>
                    <a:cubicBezTo>
                      <a:pt x="99954" y="232175"/>
                      <a:pt x="99331" y="271716"/>
                      <a:pt x="98529" y="277949"/>
                    </a:cubicBezTo>
                    <a:cubicBezTo>
                      <a:pt x="97728" y="284183"/>
                      <a:pt x="97639" y="297453"/>
                      <a:pt x="96392" y="301549"/>
                    </a:cubicBezTo>
                    <a:cubicBezTo>
                      <a:pt x="95145" y="305646"/>
                      <a:pt x="96926" y="309297"/>
                      <a:pt x="94255" y="310455"/>
                    </a:cubicBezTo>
                    <a:cubicBezTo>
                      <a:pt x="91583" y="311613"/>
                      <a:pt x="88021" y="311256"/>
                      <a:pt x="83924" y="305468"/>
                    </a:cubicBezTo>
                    <a:cubicBezTo>
                      <a:pt x="79242" y="298674"/>
                      <a:pt x="74125" y="292189"/>
                      <a:pt x="68607" y="286054"/>
                    </a:cubicBezTo>
                    <a:cubicBezTo>
                      <a:pt x="64552" y="282070"/>
                      <a:pt x="60774" y="277815"/>
                      <a:pt x="57297" y="273319"/>
                    </a:cubicBezTo>
                    <a:cubicBezTo>
                      <a:pt x="47295" y="258842"/>
                      <a:pt x="42636" y="241338"/>
                      <a:pt x="44116" y="223804"/>
                    </a:cubicBezTo>
                    <a:cubicBezTo>
                      <a:pt x="44690" y="202933"/>
                      <a:pt x="48785" y="182308"/>
                      <a:pt x="56228" y="162801"/>
                    </a:cubicBezTo>
                    <a:moveTo>
                      <a:pt x="23277" y="25388"/>
                    </a:moveTo>
                    <a:lnTo>
                      <a:pt x="33340" y="18976"/>
                    </a:lnTo>
                    <a:cubicBezTo>
                      <a:pt x="42993" y="12944"/>
                      <a:pt x="53085" y="7646"/>
                      <a:pt x="63531" y="3124"/>
                    </a:cubicBezTo>
                    <a:cubicBezTo>
                      <a:pt x="74787" y="828"/>
                      <a:pt x="86240" y="-365"/>
                      <a:pt x="97728" y="-438"/>
                    </a:cubicBezTo>
                    <a:cubicBezTo>
                      <a:pt x="105119" y="7"/>
                      <a:pt x="127205" y="5350"/>
                      <a:pt x="131747" y="25388"/>
                    </a:cubicBezTo>
                    <a:cubicBezTo>
                      <a:pt x="132371" y="49967"/>
                      <a:pt x="122307" y="142674"/>
                      <a:pt x="128897" y="149353"/>
                    </a:cubicBezTo>
                    <a:cubicBezTo>
                      <a:pt x="135487" y="156032"/>
                      <a:pt x="148579" y="164315"/>
                      <a:pt x="151339" y="168322"/>
                    </a:cubicBezTo>
                    <a:cubicBezTo>
                      <a:pt x="153017" y="172226"/>
                      <a:pt x="153391" y="176567"/>
                      <a:pt x="152408" y="180701"/>
                    </a:cubicBezTo>
                    <a:cubicBezTo>
                      <a:pt x="152955" y="182440"/>
                      <a:pt x="152955" y="184305"/>
                      <a:pt x="152408" y="186044"/>
                    </a:cubicBezTo>
                    <a:cubicBezTo>
                      <a:pt x="151607" y="189339"/>
                      <a:pt x="152408" y="196731"/>
                      <a:pt x="127829" y="212761"/>
                    </a:cubicBezTo>
                    <a:cubicBezTo>
                      <a:pt x="127829" y="228257"/>
                      <a:pt x="127829" y="242862"/>
                      <a:pt x="127829" y="248383"/>
                    </a:cubicBezTo>
                    <a:cubicBezTo>
                      <a:pt x="127829" y="253905"/>
                      <a:pt x="129877" y="319628"/>
                      <a:pt x="127829" y="326218"/>
                    </a:cubicBezTo>
                    <a:cubicBezTo>
                      <a:pt x="125780" y="332808"/>
                      <a:pt x="126226" y="346879"/>
                      <a:pt x="120793" y="350263"/>
                    </a:cubicBezTo>
                    <a:cubicBezTo>
                      <a:pt x="116949" y="353200"/>
                      <a:pt x="111846" y="353910"/>
                      <a:pt x="107346" y="352133"/>
                    </a:cubicBezTo>
                    <a:cubicBezTo>
                      <a:pt x="102270" y="350708"/>
                      <a:pt x="95412" y="348838"/>
                      <a:pt x="83034" y="333609"/>
                    </a:cubicBezTo>
                    <a:cubicBezTo>
                      <a:pt x="70655" y="318381"/>
                      <a:pt x="64243" y="309921"/>
                      <a:pt x="61393" y="305735"/>
                    </a:cubicBezTo>
                    <a:cubicBezTo>
                      <a:pt x="57088" y="298470"/>
                      <a:pt x="52422" y="291426"/>
                      <a:pt x="47411" y="284629"/>
                    </a:cubicBezTo>
                    <a:cubicBezTo>
                      <a:pt x="45007" y="278840"/>
                      <a:pt x="39218" y="274031"/>
                      <a:pt x="36725" y="268688"/>
                    </a:cubicBezTo>
                    <a:cubicBezTo>
                      <a:pt x="34231" y="263344"/>
                      <a:pt x="34677" y="254973"/>
                      <a:pt x="31381" y="257022"/>
                    </a:cubicBezTo>
                    <a:cubicBezTo>
                      <a:pt x="28086" y="259070"/>
                      <a:pt x="24791" y="286855"/>
                      <a:pt x="26394" y="298432"/>
                    </a:cubicBezTo>
                    <a:cubicBezTo>
                      <a:pt x="24924" y="301433"/>
                      <a:pt x="21898" y="303359"/>
                      <a:pt x="18557" y="303420"/>
                    </a:cubicBezTo>
                    <a:cubicBezTo>
                      <a:pt x="15618" y="303420"/>
                      <a:pt x="11522" y="300570"/>
                      <a:pt x="8583" y="300570"/>
                    </a:cubicBezTo>
                    <a:cubicBezTo>
                      <a:pt x="5644" y="300570"/>
                      <a:pt x="746" y="303420"/>
                      <a:pt x="-323" y="291664"/>
                    </a:cubicBezTo>
                    <a:cubicBezTo>
                      <a:pt x="173" y="278372"/>
                      <a:pt x="2114" y="265174"/>
                      <a:pt x="5466" y="252301"/>
                    </a:cubicBezTo>
                    <a:cubicBezTo>
                      <a:pt x="7069" y="243396"/>
                      <a:pt x="17043" y="212583"/>
                      <a:pt x="18735" y="202698"/>
                    </a:cubicBezTo>
                    <a:cubicBezTo>
                      <a:pt x="20428" y="192812"/>
                      <a:pt x="31560" y="127713"/>
                      <a:pt x="36547" y="106250"/>
                    </a:cubicBezTo>
                    <a:cubicBezTo>
                      <a:pt x="42320" y="83730"/>
                      <a:pt x="49518" y="61600"/>
                      <a:pt x="58098" y="39993"/>
                    </a:cubicBezTo>
                    <a:cubicBezTo>
                      <a:pt x="61838" y="32958"/>
                      <a:pt x="60948" y="27970"/>
                      <a:pt x="67004" y="32067"/>
                    </a:cubicBezTo>
                    <a:cubicBezTo>
                      <a:pt x="73060" y="36163"/>
                      <a:pt x="75108" y="38123"/>
                      <a:pt x="75108" y="40171"/>
                    </a:cubicBezTo>
                    <a:cubicBezTo>
                      <a:pt x="75298" y="44883"/>
                      <a:pt x="74510" y="49583"/>
                      <a:pt x="72792" y="53975"/>
                    </a:cubicBezTo>
                    <a:cubicBezTo>
                      <a:pt x="70299" y="59763"/>
                      <a:pt x="66826" y="73923"/>
                      <a:pt x="65223" y="78910"/>
                    </a:cubicBezTo>
                    <a:cubicBezTo>
                      <a:pt x="63620" y="83897"/>
                      <a:pt x="55248" y="108299"/>
                      <a:pt x="58187" y="111148"/>
                    </a:cubicBezTo>
                    <a:cubicBezTo>
                      <a:pt x="61126" y="113998"/>
                      <a:pt x="66024" y="107408"/>
                      <a:pt x="68874" y="105004"/>
                    </a:cubicBezTo>
                    <a:cubicBezTo>
                      <a:pt x="72458" y="101843"/>
                      <a:pt x="76725" y="99557"/>
                      <a:pt x="81342" y="98324"/>
                    </a:cubicBezTo>
                    <a:cubicBezTo>
                      <a:pt x="85082" y="97879"/>
                      <a:pt x="88377" y="92536"/>
                      <a:pt x="91316" y="92536"/>
                    </a:cubicBezTo>
                    <a:cubicBezTo>
                      <a:pt x="94255" y="92536"/>
                      <a:pt x="98975" y="93159"/>
                      <a:pt x="99598" y="90487"/>
                    </a:cubicBezTo>
                    <a:cubicBezTo>
                      <a:pt x="100819" y="73387"/>
                      <a:pt x="101087" y="56232"/>
                      <a:pt x="100399" y="39102"/>
                    </a:cubicBezTo>
                    <a:cubicBezTo>
                      <a:pt x="99153" y="34204"/>
                      <a:pt x="96214" y="20044"/>
                      <a:pt x="90425" y="20044"/>
                    </a:cubicBezTo>
                    <a:cubicBezTo>
                      <a:pt x="81741" y="18501"/>
                      <a:pt x="72791" y="20145"/>
                      <a:pt x="65223" y="24675"/>
                    </a:cubicBezTo>
                    <a:cubicBezTo>
                      <a:pt x="49014" y="32067"/>
                      <a:pt x="53556" y="37855"/>
                      <a:pt x="40732" y="40794"/>
                    </a:cubicBezTo>
                    <a:cubicBezTo>
                      <a:pt x="27908" y="43733"/>
                      <a:pt x="19270" y="37499"/>
                      <a:pt x="23545" y="25566"/>
                    </a:cubicBezTo>
                    <a:close/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" name="任意多边形: 形状 227">
                <a:extLst>
                  <a:ext uri="{FF2B5EF4-FFF2-40B4-BE49-F238E27FC236}">
                    <a16:creationId xmlns:a16="http://schemas.microsoft.com/office/drawing/2014/main" id="{BBC9EEED-F13D-48FA-B09D-B29E5E55C161}"/>
                  </a:ext>
                </a:extLst>
              </p:cNvPr>
              <p:cNvSpPr/>
              <p:nvPr/>
            </p:nvSpPr>
            <p:spPr>
              <a:xfrm>
                <a:off x="1459851" y="6022750"/>
                <a:ext cx="169846" cy="296483"/>
              </a:xfrm>
              <a:custGeom>
                <a:avLst/>
                <a:gdLst>
                  <a:gd name="connsiteX0" fmla="*/ 94717 w 169846"/>
                  <a:gd name="connsiteY0" fmla="*/ 132135 h 296483"/>
                  <a:gd name="connsiteX1" fmla="*/ 99437 w 169846"/>
                  <a:gd name="connsiteY1" fmla="*/ 128840 h 296483"/>
                  <a:gd name="connsiteX2" fmla="*/ 113063 w 169846"/>
                  <a:gd name="connsiteY2" fmla="*/ 133738 h 296483"/>
                  <a:gd name="connsiteX3" fmla="*/ 121256 w 169846"/>
                  <a:gd name="connsiteY3" fmla="*/ 134985 h 296483"/>
                  <a:gd name="connsiteX4" fmla="*/ 122146 w 169846"/>
                  <a:gd name="connsiteY4" fmla="*/ 147185 h 296483"/>
                  <a:gd name="connsiteX5" fmla="*/ 120276 w 169846"/>
                  <a:gd name="connsiteY5" fmla="*/ 163483 h 296483"/>
                  <a:gd name="connsiteX6" fmla="*/ 92402 w 169846"/>
                  <a:gd name="connsiteY6" fmla="*/ 185747 h 296483"/>
                  <a:gd name="connsiteX7" fmla="*/ 85990 w 169846"/>
                  <a:gd name="connsiteY7" fmla="*/ 184054 h 296483"/>
                  <a:gd name="connsiteX8" fmla="*/ 94895 w 169846"/>
                  <a:gd name="connsiteY8" fmla="*/ 132135 h 296483"/>
                  <a:gd name="connsiteX9" fmla="*/ 59986 w 169846"/>
                  <a:gd name="connsiteY9" fmla="*/ 15116 h 296483"/>
                  <a:gd name="connsiteX10" fmla="*/ 66220 w 169846"/>
                  <a:gd name="connsiteY10" fmla="*/ 11643 h 296483"/>
                  <a:gd name="connsiteX11" fmla="*/ 91511 w 169846"/>
                  <a:gd name="connsiteY11" fmla="*/ 8526 h 296483"/>
                  <a:gd name="connsiteX12" fmla="*/ 113419 w 169846"/>
                  <a:gd name="connsiteY12" fmla="*/ 511 h 296483"/>
                  <a:gd name="connsiteX13" fmla="*/ 140136 w 169846"/>
                  <a:gd name="connsiteY13" fmla="*/ 1757 h 296483"/>
                  <a:gd name="connsiteX14" fmla="*/ 167387 w 169846"/>
                  <a:gd name="connsiteY14" fmla="*/ 28474 h 296483"/>
                  <a:gd name="connsiteX15" fmla="*/ 163468 w 169846"/>
                  <a:gd name="connsiteY15" fmla="*/ 65165 h 296483"/>
                  <a:gd name="connsiteX16" fmla="*/ 162578 w 169846"/>
                  <a:gd name="connsiteY16" fmla="*/ 146740 h 296483"/>
                  <a:gd name="connsiteX17" fmla="*/ 169524 w 169846"/>
                  <a:gd name="connsiteY17" fmla="*/ 143712 h 296483"/>
                  <a:gd name="connsiteX18" fmla="*/ 167476 w 169846"/>
                  <a:gd name="connsiteY18" fmla="*/ 152173 h 296483"/>
                  <a:gd name="connsiteX19" fmla="*/ 168901 w 169846"/>
                  <a:gd name="connsiteY19" fmla="*/ 162147 h 296483"/>
                  <a:gd name="connsiteX20" fmla="*/ 168901 w 169846"/>
                  <a:gd name="connsiteY20" fmla="*/ 177375 h 296483"/>
                  <a:gd name="connsiteX21" fmla="*/ 157323 w 169846"/>
                  <a:gd name="connsiteY21" fmla="*/ 196789 h 296483"/>
                  <a:gd name="connsiteX22" fmla="*/ 152514 w 169846"/>
                  <a:gd name="connsiteY22" fmla="*/ 278008 h 296483"/>
                  <a:gd name="connsiteX23" fmla="*/ 145924 w 169846"/>
                  <a:gd name="connsiteY23" fmla="*/ 295374 h 296483"/>
                  <a:gd name="connsiteX24" fmla="*/ 128915 w 169846"/>
                  <a:gd name="connsiteY24" fmla="*/ 292880 h 296483"/>
                  <a:gd name="connsiteX25" fmla="*/ 111103 w 169846"/>
                  <a:gd name="connsiteY25" fmla="*/ 270527 h 296483"/>
                  <a:gd name="connsiteX26" fmla="*/ 111905 w 169846"/>
                  <a:gd name="connsiteY26" fmla="*/ 255210 h 296483"/>
                  <a:gd name="connsiteX27" fmla="*/ 114220 w 169846"/>
                  <a:gd name="connsiteY27" fmla="*/ 227870 h 296483"/>
                  <a:gd name="connsiteX28" fmla="*/ 105315 w 169846"/>
                  <a:gd name="connsiteY28" fmla="*/ 233302 h 296483"/>
                  <a:gd name="connsiteX29" fmla="*/ 86346 w 169846"/>
                  <a:gd name="connsiteY29" fmla="*/ 248709 h 296483"/>
                  <a:gd name="connsiteX30" fmla="*/ 60164 w 169846"/>
                  <a:gd name="connsiteY30" fmla="*/ 268568 h 296483"/>
                  <a:gd name="connsiteX31" fmla="*/ 42352 w 169846"/>
                  <a:gd name="connsiteY31" fmla="*/ 280502 h 296483"/>
                  <a:gd name="connsiteX32" fmla="*/ 30241 w 169846"/>
                  <a:gd name="connsiteY32" fmla="*/ 278810 h 296483"/>
                  <a:gd name="connsiteX33" fmla="*/ 7532 w 169846"/>
                  <a:gd name="connsiteY33" fmla="*/ 256991 h 296483"/>
                  <a:gd name="connsiteX34" fmla="*/ 1921 w 169846"/>
                  <a:gd name="connsiteY34" fmla="*/ 245414 h 296483"/>
                  <a:gd name="connsiteX35" fmla="*/ -305 w 169846"/>
                  <a:gd name="connsiteY35" fmla="*/ 235351 h 296483"/>
                  <a:gd name="connsiteX36" fmla="*/ 2990 w 169846"/>
                  <a:gd name="connsiteY36" fmla="*/ 230809 h 296483"/>
                  <a:gd name="connsiteX37" fmla="*/ 14122 w 169846"/>
                  <a:gd name="connsiteY37" fmla="*/ 238200 h 296483"/>
                  <a:gd name="connsiteX38" fmla="*/ 48586 w 169846"/>
                  <a:gd name="connsiteY38" fmla="*/ 217628 h 296483"/>
                  <a:gd name="connsiteX39" fmla="*/ 47785 w 169846"/>
                  <a:gd name="connsiteY39" fmla="*/ 210326 h 296483"/>
                  <a:gd name="connsiteX40" fmla="*/ 23205 w 169846"/>
                  <a:gd name="connsiteY40" fmla="*/ 192515 h 296483"/>
                  <a:gd name="connsiteX41" fmla="*/ 25254 w 169846"/>
                  <a:gd name="connsiteY41" fmla="*/ 170518 h 296483"/>
                  <a:gd name="connsiteX42" fmla="*/ 31488 w 169846"/>
                  <a:gd name="connsiteY42" fmla="*/ 155111 h 296483"/>
                  <a:gd name="connsiteX43" fmla="*/ 45024 w 169846"/>
                  <a:gd name="connsiteY43" fmla="*/ 103726 h 296483"/>
                  <a:gd name="connsiteX44" fmla="*/ 53930 w 169846"/>
                  <a:gd name="connsiteY44" fmla="*/ 71488 h 296483"/>
                  <a:gd name="connsiteX45" fmla="*/ 62835 w 169846"/>
                  <a:gd name="connsiteY45" fmla="*/ 49046 h 296483"/>
                  <a:gd name="connsiteX46" fmla="*/ 92224 w 169846"/>
                  <a:gd name="connsiteY46" fmla="*/ 52430 h 296483"/>
                  <a:gd name="connsiteX47" fmla="*/ 107363 w 169846"/>
                  <a:gd name="connsiteY47" fmla="*/ 72290 h 296483"/>
                  <a:gd name="connsiteX48" fmla="*/ 105760 w 169846"/>
                  <a:gd name="connsiteY48" fmla="*/ 98472 h 296483"/>
                  <a:gd name="connsiteX49" fmla="*/ 124729 w 169846"/>
                  <a:gd name="connsiteY49" fmla="*/ 116283 h 296483"/>
                  <a:gd name="connsiteX50" fmla="*/ 126332 w 169846"/>
                  <a:gd name="connsiteY50" fmla="*/ 113344 h 296483"/>
                  <a:gd name="connsiteX51" fmla="*/ 125530 w 169846"/>
                  <a:gd name="connsiteY51" fmla="*/ 51718 h 296483"/>
                  <a:gd name="connsiteX52" fmla="*/ 120633 w 169846"/>
                  <a:gd name="connsiteY52" fmla="*/ 34975 h 296483"/>
                  <a:gd name="connsiteX53" fmla="*/ 109055 w 169846"/>
                  <a:gd name="connsiteY53" fmla="*/ 40586 h 296483"/>
                  <a:gd name="connsiteX54" fmla="*/ 91957 w 169846"/>
                  <a:gd name="connsiteY54" fmla="*/ 39695 h 296483"/>
                  <a:gd name="connsiteX55" fmla="*/ 68980 w 169846"/>
                  <a:gd name="connsiteY55" fmla="*/ 29988 h 296483"/>
                  <a:gd name="connsiteX56" fmla="*/ 59807 w 169846"/>
                  <a:gd name="connsiteY56" fmla="*/ 15116 h 29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69846" h="296483">
                    <a:moveTo>
                      <a:pt x="94717" y="132135"/>
                    </a:moveTo>
                    <a:cubicBezTo>
                      <a:pt x="94717" y="132135"/>
                      <a:pt x="95964" y="127593"/>
                      <a:pt x="99437" y="128840"/>
                    </a:cubicBezTo>
                    <a:cubicBezTo>
                      <a:pt x="102910" y="130087"/>
                      <a:pt x="110747" y="132758"/>
                      <a:pt x="113063" y="133738"/>
                    </a:cubicBezTo>
                    <a:cubicBezTo>
                      <a:pt x="115706" y="134604"/>
                      <a:pt x="118475" y="135026"/>
                      <a:pt x="121256" y="134985"/>
                    </a:cubicBezTo>
                    <a:cubicBezTo>
                      <a:pt x="122503" y="134985"/>
                      <a:pt x="122325" y="143890"/>
                      <a:pt x="122146" y="147185"/>
                    </a:cubicBezTo>
                    <a:cubicBezTo>
                      <a:pt x="121968" y="150481"/>
                      <a:pt x="120276" y="161613"/>
                      <a:pt x="120276" y="163483"/>
                    </a:cubicBezTo>
                    <a:cubicBezTo>
                      <a:pt x="111816" y="171888"/>
                      <a:pt x="102470" y="179353"/>
                      <a:pt x="92402" y="185747"/>
                    </a:cubicBezTo>
                    <a:cubicBezTo>
                      <a:pt x="89285" y="186726"/>
                      <a:pt x="85634" y="186548"/>
                      <a:pt x="85990" y="184054"/>
                    </a:cubicBezTo>
                    <a:cubicBezTo>
                      <a:pt x="86346" y="181561"/>
                      <a:pt x="88038" y="137300"/>
                      <a:pt x="94895" y="132135"/>
                    </a:cubicBezTo>
                    <a:moveTo>
                      <a:pt x="59986" y="15116"/>
                    </a:moveTo>
                    <a:cubicBezTo>
                      <a:pt x="61186" y="12819"/>
                      <a:pt x="63635" y="11454"/>
                      <a:pt x="66220" y="11643"/>
                    </a:cubicBezTo>
                    <a:cubicBezTo>
                      <a:pt x="74761" y="11939"/>
                      <a:pt x="83297" y="10888"/>
                      <a:pt x="91511" y="8526"/>
                    </a:cubicBezTo>
                    <a:cubicBezTo>
                      <a:pt x="98615" y="5339"/>
                      <a:pt x="105936" y="2661"/>
                      <a:pt x="113419" y="511"/>
                    </a:cubicBezTo>
                    <a:cubicBezTo>
                      <a:pt x="122305" y="-1089"/>
                      <a:pt x="131437" y="-662"/>
                      <a:pt x="140136" y="1757"/>
                    </a:cubicBezTo>
                    <a:cubicBezTo>
                      <a:pt x="153964" y="3986"/>
                      <a:pt x="164885" y="14692"/>
                      <a:pt x="167387" y="28474"/>
                    </a:cubicBezTo>
                    <a:cubicBezTo>
                      <a:pt x="170504" y="46285"/>
                      <a:pt x="165071" y="51450"/>
                      <a:pt x="163468" y="65165"/>
                    </a:cubicBezTo>
                    <a:cubicBezTo>
                      <a:pt x="161556" y="92315"/>
                      <a:pt x="161258" y="119555"/>
                      <a:pt x="162578" y="146740"/>
                    </a:cubicBezTo>
                    <a:cubicBezTo>
                      <a:pt x="164715" y="149145"/>
                      <a:pt x="169524" y="143712"/>
                      <a:pt x="169524" y="143712"/>
                    </a:cubicBezTo>
                    <a:cubicBezTo>
                      <a:pt x="168359" y="146393"/>
                      <a:pt x="167666" y="149255"/>
                      <a:pt x="167476" y="152173"/>
                    </a:cubicBezTo>
                    <a:cubicBezTo>
                      <a:pt x="166833" y="155563"/>
                      <a:pt x="167334" y="159072"/>
                      <a:pt x="168901" y="162147"/>
                    </a:cubicBezTo>
                    <a:cubicBezTo>
                      <a:pt x="168277" y="167223"/>
                      <a:pt x="169702" y="174703"/>
                      <a:pt x="168901" y="177375"/>
                    </a:cubicBezTo>
                    <a:cubicBezTo>
                      <a:pt x="168099" y="180047"/>
                      <a:pt x="158392" y="188685"/>
                      <a:pt x="157323" y="196789"/>
                    </a:cubicBezTo>
                    <a:cubicBezTo>
                      <a:pt x="156255" y="204893"/>
                      <a:pt x="152514" y="278008"/>
                      <a:pt x="152514" y="278008"/>
                    </a:cubicBezTo>
                    <a:cubicBezTo>
                      <a:pt x="152514" y="278008"/>
                      <a:pt x="152514" y="294127"/>
                      <a:pt x="145924" y="295374"/>
                    </a:cubicBezTo>
                    <a:cubicBezTo>
                      <a:pt x="140147" y="296814"/>
                      <a:pt x="134035" y="295918"/>
                      <a:pt x="128915" y="292880"/>
                    </a:cubicBezTo>
                    <a:cubicBezTo>
                      <a:pt x="125174" y="289942"/>
                      <a:pt x="111549" y="279611"/>
                      <a:pt x="111103" y="270527"/>
                    </a:cubicBezTo>
                    <a:cubicBezTo>
                      <a:pt x="110023" y="265440"/>
                      <a:pt x="110299" y="260157"/>
                      <a:pt x="111905" y="255210"/>
                    </a:cubicBezTo>
                    <a:cubicBezTo>
                      <a:pt x="114085" y="246271"/>
                      <a:pt x="114866" y="237048"/>
                      <a:pt x="114220" y="227870"/>
                    </a:cubicBezTo>
                    <a:cubicBezTo>
                      <a:pt x="112528" y="226890"/>
                      <a:pt x="108610" y="228939"/>
                      <a:pt x="105315" y="233302"/>
                    </a:cubicBezTo>
                    <a:cubicBezTo>
                      <a:pt x="99638" y="239185"/>
                      <a:pt x="93268" y="244359"/>
                      <a:pt x="86346" y="248709"/>
                    </a:cubicBezTo>
                    <a:cubicBezTo>
                      <a:pt x="79132" y="253429"/>
                      <a:pt x="66130" y="264383"/>
                      <a:pt x="60164" y="268568"/>
                    </a:cubicBezTo>
                    <a:cubicBezTo>
                      <a:pt x="54197" y="272754"/>
                      <a:pt x="48319" y="279255"/>
                      <a:pt x="42352" y="280502"/>
                    </a:cubicBezTo>
                    <a:cubicBezTo>
                      <a:pt x="36386" y="281749"/>
                      <a:pt x="34337" y="281927"/>
                      <a:pt x="30241" y="278810"/>
                    </a:cubicBezTo>
                    <a:cubicBezTo>
                      <a:pt x="22236" y="272004"/>
                      <a:pt x="14652" y="264718"/>
                      <a:pt x="7532" y="256991"/>
                    </a:cubicBezTo>
                    <a:cubicBezTo>
                      <a:pt x="4358" y="253912"/>
                      <a:pt x="2371" y="249813"/>
                      <a:pt x="1921" y="245414"/>
                    </a:cubicBezTo>
                    <a:cubicBezTo>
                      <a:pt x="2366" y="243187"/>
                      <a:pt x="-573" y="238022"/>
                      <a:pt x="-305" y="235351"/>
                    </a:cubicBezTo>
                    <a:cubicBezTo>
                      <a:pt x="-38" y="232679"/>
                      <a:pt x="1298" y="229562"/>
                      <a:pt x="2990" y="230809"/>
                    </a:cubicBezTo>
                    <a:cubicBezTo>
                      <a:pt x="4682" y="232055"/>
                      <a:pt x="11450" y="239714"/>
                      <a:pt x="14122" y="238200"/>
                    </a:cubicBezTo>
                    <a:cubicBezTo>
                      <a:pt x="16793" y="236686"/>
                      <a:pt x="47161" y="222972"/>
                      <a:pt x="48586" y="217628"/>
                    </a:cubicBezTo>
                    <a:cubicBezTo>
                      <a:pt x="50011" y="212285"/>
                      <a:pt x="49388" y="210593"/>
                      <a:pt x="47785" y="210326"/>
                    </a:cubicBezTo>
                    <a:cubicBezTo>
                      <a:pt x="46182" y="210059"/>
                      <a:pt x="42352" y="210326"/>
                      <a:pt x="23205" y="192515"/>
                    </a:cubicBezTo>
                    <a:cubicBezTo>
                      <a:pt x="20808" y="185215"/>
                      <a:pt x="21550" y="177249"/>
                      <a:pt x="25254" y="170518"/>
                    </a:cubicBezTo>
                    <a:cubicBezTo>
                      <a:pt x="27666" y="165524"/>
                      <a:pt x="29748" y="160377"/>
                      <a:pt x="31488" y="155111"/>
                    </a:cubicBezTo>
                    <a:cubicBezTo>
                      <a:pt x="31488" y="153241"/>
                      <a:pt x="43777" y="111207"/>
                      <a:pt x="45024" y="103726"/>
                    </a:cubicBezTo>
                    <a:cubicBezTo>
                      <a:pt x="46271" y="96245"/>
                      <a:pt x="51614" y="79325"/>
                      <a:pt x="53930" y="71488"/>
                    </a:cubicBezTo>
                    <a:cubicBezTo>
                      <a:pt x="56245" y="63651"/>
                      <a:pt x="55622" y="49046"/>
                      <a:pt x="62835" y="49046"/>
                    </a:cubicBezTo>
                    <a:cubicBezTo>
                      <a:pt x="70049" y="49046"/>
                      <a:pt x="83585" y="46998"/>
                      <a:pt x="92224" y="52430"/>
                    </a:cubicBezTo>
                    <a:cubicBezTo>
                      <a:pt x="100244" y="56139"/>
                      <a:pt x="105911" y="63574"/>
                      <a:pt x="107363" y="72290"/>
                    </a:cubicBezTo>
                    <a:cubicBezTo>
                      <a:pt x="108432" y="81195"/>
                      <a:pt x="103267" y="95177"/>
                      <a:pt x="105760" y="98472"/>
                    </a:cubicBezTo>
                    <a:cubicBezTo>
                      <a:pt x="108254" y="101767"/>
                      <a:pt x="122681" y="113522"/>
                      <a:pt x="124729" y="116283"/>
                    </a:cubicBezTo>
                    <a:cubicBezTo>
                      <a:pt x="126777" y="119044"/>
                      <a:pt x="125976" y="116283"/>
                      <a:pt x="126332" y="113344"/>
                    </a:cubicBezTo>
                    <a:cubicBezTo>
                      <a:pt x="126688" y="110406"/>
                      <a:pt x="125709" y="57061"/>
                      <a:pt x="125530" y="51718"/>
                    </a:cubicBezTo>
                    <a:cubicBezTo>
                      <a:pt x="125352" y="46374"/>
                      <a:pt x="123304" y="34530"/>
                      <a:pt x="120633" y="34975"/>
                    </a:cubicBezTo>
                    <a:cubicBezTo>
                      <a:pt x="116598" y="36460"/>
                      <a:pt x="112720" y="38339"/>
                      <a:pt x="109055" y="40586"/>
                    </a:cubicBezTo>
                    <a:cubicBezTo>
                      <a:pt x="103418" y="42221"/>
                      <a:pt x="97394" y="41907"/>
                      <a:pt x="91957" y="39695"/>
                    </a:cubicBezTo>
                    <a:cubicBezTo>
                      <a:pt x="83747" y="37960"/>
                      <a:pt x="75947" y="34665"/>
                      <a:pt x="68980" y="29988"/>
                    </a:cubicBezTo>
                    <a:cubicBezTo>
                      <a:pt x="62924" y="25713"/>
                      <a:pt x="58561" y="20904"/>
                      <a:pt x="59807" y="15116"/>
                    </a:cubicBezTo>
                    <a:close/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3" name="组合 222">
              <a:extLst>
                <a:ext uri="{FF2B5EF4-FFF2-40B4-BE49-F238E27FC236}">
                  <a16:creationId xmlns:a16="http://schemas.microsoft.com/office/drawing/2014/main" id="{60830596-DE77-46C8-9CE2-6059F997F8CC}"/>
                </a:ext>
              </a:extLst>
            </p:cNvPr>
            <p:cNvGrpSpPr/>
            <p:nvPr/>
          </p:nvGrpSpPr>
          <p:grpSpPr>
            <a:xfrm>
              <a:off x="650975" y="5882279"/>
              <a:ext cx="322203" cy="410101"/>
              <a:chOff x="650975" y="5882279"/>
              <a:chExt cx="371984" cy="473462"/>
            </a:xfrm>
            <a:grpFill/>
          </p:grpSpPr>
          <p:sp>
            <p:nvSpPr>
              <p:cNvPr id="224" name="任意多边形: 形状 223">
                <a:extLst>
                  <a:ext uri="{FF2B5EF4-FFF2-40B4-BE49-F238E27FC236}">
                    <a16:creationId xmlns:a16="http://schemas.microsoft.com/office/drawing/2014/main" id="{D874D2B0-1DF3-49FB-B6FE-031AF7BD84E8}"/>
                  </a:ext>
                </a:extLst>
              </p:cNvPr>
              <p:cNvSpPr/>
              <p:nvPr/>
            </p:nvSpPr>
            <p:spPr>
              <a:xfrm>
                <a:off x="650975" y="5915544"/>
                <a:ext cx="160776" cy="414061"/>
              </a:xfrm>
              <a:custGeom>
                <a:avLst/>
                <a:gdLst>
                  <a:gd name="connsiteX0" fmla="*/ 76176 w 160776"/>
                  <a:gd name="connsiteY0" fmla="*/ 119205 h 414061"/>
                  <a:gd name="connsiteX1" fmla="*/ 58365 w 160776"/>
                  <a:gd name="connsiteY1" fmla="*/ 66662 h 414061"/>
                  <a:gd name="connsiteX2" fmla="*/ 106188 w 160776"/>
                  <a:gd name="connsiteY2" fmla="*/ 7886 h 414061"/>
                  <a:gd name="connsiteX3" fmla="*/ 158642 w 160776"/>
                  <a:gd name="connsiteY3" fmla="*/ 27389 h 414061"/>
                  <a:gd name="connsiteX4" fmla="*/ 136289 w 160776"/>
                  <a:gd name="connsiteY4" fmla="*/ 36739 h 414061"/>
                  <a:gd name="connsiteX5" fmla="*/ 106366 w 160776"/>
                  <a:gd name="connsiteY5" fmla="*/ 82514 h 414061"/>
                  <a:gd name="connsiteX6" fmla="*/ 136022 w 160776"/>
                  <a:gd name="connsiteY6" fmla="*/ 114663 h 414061"/>
                  <a:gd name="connsiteX7" fmla="*/ 129432 w 160776"/>
                  <a:gd name="connsiteY7" fmla="*/ 185106 h 414061"/>
                  <a:gd name="connsiteX8" fmla="*/ 92473 w 160776"/>
                  <a:gd name="connsiteY8" fmla="*/ 243438 h 414061"/>
                  <a:gd name="connsiteX9" fmla="*/ 92473 w 160776"/>
                  <a:gd name="connsiteY9" fmla="*/ 301858 h 414061"/>
                  <a:gd name="connsiteX10" fmla="*/ 79828 w 160776"/>
                  <a:gd name="connsiteY10" fmla="*/ 384769 h 414061"/>
                  <a:gd name="connsiteX11" fmla="*/ 73238 w 160776"/>
                  <a:gd name="connsiteY11" fmla="*/ 413623 h 414061"/>
                  <a:gd name="connsiteX12" fmla="*/ 55426 w 160776"/>
                  <a:gd name="connsiteY12" fmla="*/ 410952 h 414061"/>
                  <a:gd name="connsiteX13" fmla="*/ 41445 w 160776"/>
                  <a:gd name="connsiteY13" fmla="*/ 391181 h 414061"/>
                  <a:gd name="connsiteX14" fmla="*/ 49014 w 160776"/>
                  <a:gd name="connsiteY14" fmla="*/ 347366 h 414061"/>
                  <a:gd name="connsiteX15" fmla="*/ 56940 w 160776"/>
                  <a:gd name="connsiteY15" fmla="*/ 309962 h 414061"/>
                  <a:gd name="connsiteX16" fmla="*/ 40376 w 160776"/>
                  <a:gd name="connsiteY16" fmla="*/ 319402 h 414061"/>
                  <a:gd name="connsiteX17" fmla="*/ 15084 w 160776"/>
                  <a:gd name="connsiteY17" fmla="*/ 302749 h 414061"/>
                  <a:gd name="connsiteX18" fmla="*/ 2616 w 160776"/>
                  <a:gd name="connsiteY18" fmla="*/ 282889 h 414061"/>
                  <a:gd name="connsiteX19" fmla="*/ -323 w 160776"/>
                  <a:gd name="connsiteY19" fmla="*/ 263030 h 414061"/>
                  <a:gd name="connsiteX20" fmla="*/ 23099 w 160776"/>
                  <a:gd name="connsiteY20" fmla="*/ 225983 h 414061"/>
                  <a:gd name="connsiteX21" fmla="*/ 66291 w 160776"/>
                  <a:gd name="connsiteY21" fmla="*/ 152779 h 414061"/>
                  <a:gd name="connsiteX22" fmla="*/ 76800 w 160776"/>
                  <a:gd name="connsiteY22" fmla="*/ 119205 h 41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0776" h="414061">
                    <a:moveTo>
                      <a:pt x="76176" y="119205"/>
                    </a:moveTo>
                    <a:cubicBezTo>
                      <a:pt x="57386" y="97297"/>
                      <a:pt x="50974" y="81980"/>
                      <a:pt x="58365" y="66662"/>
                    </a:cubicBezTo>
                    <a:cubicBezTo>
                      <a:pt x="69323" y="43494"/>
                      <a:pt x="85732" y="23326"/>
                      <a:pt x="106188" y="7886"/>
                    </a:cubicBezTo>
                    <a:cubicBezTo>
                      <a:pt x="136111" y="-13933"/>
                      <a:pt x="168527" y="12338"/>
                      <a:pt x="158642" y="27389"/>
                    </a:cubicBezTo>
                    <a:cubicBezTo>
                      <a:pt x="153031" y="33444"/>
                      <a:pt x="143324" y="32109"/>
                      <a:pt x="136289" y="36739"/>
                    </a:cubicBezTo>
                    <a:cubicBezTo>
                      <a:pt x="122129" y="46090"/>
                      <a:pt x="104229" y="69512"/>
                      <a:pt x="106366" y="82514"/>
                    </a:cubicBezTo>
                    <a:cubicBezTo>
                      <a:pt x="110374" y="90707"/>
                      <a:pt x="124712" y="100325"/>
                      <a:pt x="136022" y="114663"/>
                    </a:cubicBezTo>
                    <a:cubicBezTo>
                      <a:pt x="151339" y="133810"/>
                      <a:pt x="157929" y="160616"/>
                      <a:pt x="129432" y="185106"/>
                    </a:cubicBezTo>
                    <a:cubicBezTo>
                      <a:pt x="109661" y="225538"/>
                      <a:pt x="90069" y="237471"/>
                      <a:pt x="92473" y="243438"/>
                    </a:cubicBezTo>
                    <a:cubicBezTo>
                      <a:pt x="111799" y="253857"/>
                      <a:pt x="97550" y="275320"/>
                      <a:pt x="92473" y="301858"/>
                    </a:cubicBezTo>
                    <a:cubicBezTo>
                      <a:pt x="85705" y="335967"/>
                      <a:pt x="79828" y="384591"/>
                      <a:pt x="79828" y="384769"/>
                    </a:cubicBezTo>
                    <a:cubicBezTo>
                      <a:pt x="78581" y="398573"/>
                      <a:pt x="78937" y="410506"/>
                      <a:pt x="73238" y="413623"/>
                    </a:cubicBezTo>
                    <a:cubicBezTo>
                      <a:pt x="67004" y="412109"/>
                      <a:pt x="62640" y="412732"/>
                      <a:pt x="55426" y="410952"/>
                    </a:cubicBezTo>
                    <a:cubicBezTo>
                      <a:pt x="49460" y="405786"/>
                      <a:pt x="49460" y="401512"/>
                      <a:pt x="41445" y="391181"/>
                    </a:cubicBezTo>
                    <a:cubicBezTo>
                      <a:pt x="45096" y="370876"/>
                      <a:pt x="48124" y="357162"/>
                      <a:pt x="49014" y="347366"/>
                    </a:cubicBezTo>
                    <a:cubicBezTo>
                      <a:pt x="50617" y="329555"/>
                      <a:pt x="57920" y="308894"/>
                      <a:pt x="56940" y="309962"/>
                    </a:cubicBezTo>
                    <a:cubicBezTo>
                      <a:pt x="51580" y="313384"/>
                      <a:pt x="46052" y="316535"/>
                      <a:pt x="40376" y="319402"/>
                    </a:cubicBezTo>
                    <a:cubicBezTo>
                      <a:pt x="33340" y="319402"/>
                      <a:pt x="22565" y="310497"/>
                      <a:pt x="15084" y="302749"/>
                    </a:cubicBezTo>
                    <a:cubicBezTo>
                      <a:pt x="11433" y="295624"/>
                      <a:pt x="3952" y="292240"/>
                      <a:pt x="2616" y="282889"/>
                    </a:cubicBezTo>
                    <a:cubicBezTo>
                      <a:pt x="568" y="275409"/>
                      <a:pt x="1904" y="270867"/>
                      <a:pt x="-323" y="263030"/>
                    </a:cubicBezTo>
                    <a:cubicBezTo>
                      <a:pt x="7781" y="249316"/>
                      <a:pt x="17489" y="235690"/>
                      <a:pt x="23099" y="225983"/>
                    </a:cubicBezTo>
                    <a:cubicBezTo>
                      <a:pt x="32005" y="209508"/>
                      <a:pt x="67093" y="162308"/>
                      <a:pt x="66291" y="152779"/>
                    </a:cubicBezTo>
                    <a:cubicBezTo>
                      <a:pt x="68518" y="142003"/>
                      <a:pt x="76800" y="128022"/>
                      <a:pt x="76800" y="119205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287D281D-BB8E-492A-A269-7FB852479700}"/>
                  </a:ext>
                </a:extLst>
              </p:cNvPr>
              <p:cNvSpPr/>
              <p:nvPr/>
            </p:nvSpPr>
            <p:spPr>
              <a:xfrm>
                <a:off x="754099" y="6231199"/>
                <a:ext cx="44150" cy="124542"/>
              </a:xfrm>
              <a:custGeom>
                <a:avLst/>
                <a:gdLst>
                  <a:gd name="connsiteX0" fmla="*/ 28979 w 44150"/>
                  <a:gd name="connsiteY0" fmla="*/ -438 h 124542"/>
                  <a:gd name="connsiteX1" fmla="*/ 43763 w 44150"/>
                  <a:gd name="connsiteY1" fmla="*/ 16749 h 124542"/>
                  <a:gd name="connsiteX2" fmla="*/ 34323 w 44150"/>
                  <a:gd name="connsiteY2" fmla="*/ 66888 h 124542"/>
                  <a:gd name="connsiteX3" fmla="*/ 26397 w 44150"/>
                  <a:gd name="connsiteY3" fmla="*/ 121835 h 124542"/>
                  <a:gd name="connsiteX4" fmla="*/ 15087 w 44150"/>
                  <a:gd name="connsiteY4" fmla="*/ 118451 h 124542"/>
                  <a:gd name="connsiteX5" fmla="*/ 125 w 44150"/>
                  <a:gd name="connsiteY5" fmla="*/ 112306 h 124542"/>
                  <a:gd name="connsiteX6" fmla="*/ 8497 w 44150"/>
                  <a:gd name="connsiteY6" fmla="*/ 64127 h 124542"/>
                  <a:gd name="connsiteX7" fmla="*/ 28979 w 44150"/>
                  <a:gd name="connsiteY7" fmla="*/ -438 h 12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150" h="124542">
                    <a:moveTo>
                      <a:pt x="28979" y="-438"/>
                    </a:moveTo>
                    <a:cubicBezTo>
                      <a:pt x="41714" y="11317"/>
                      <a:pt x="44297" y="7755"/>
                      <a:pt x="43763" y="16749"/>
                    </a:cubicBezTo>
                    <a:cubicBezTo>
                      <a:pt x="39738" y="33285"/>
                      <a:pt x="36587" y="50021"/>
                      <a:pt x="34323" y="66888"/>
                    </a:cubicBezTo>
                    <a:cubicBezTo>
                      <a:pt x="30493" y="82829"/>
                      <a:pt x="28089" y="111950"/>
                      <a:pt x="26397" y="121835"/>
                    </a:cubicBezTo>
                    <a:cubicBezTo>
                      <a:pt x="19450" y="126733"/>
                      <a:pt x="21944" y="122815"/>
                      <a:pt x="15087" y="118451"/>
                    </a:cubicBezTo>
                    <a:cubicBezTo>
                      <a:pt x="8229" y="114087"/>
                      <a:pt x="2797" y="114889"/>
                      <a:pt x="125" y="112306"/>
                    </a:cubicBezTo>
                    <a:cubicBezTo>
                      <a:pt x="-2279" y="100016"/>
                      <a:pt x="5647" y="83986"/>
                      <a:pt x="8497" y="64127"/>
                    </a:cubicBezTo>
                    <a:cubicBezTo>
                      <a:pt x="11346" y="44267"/>
                      <a:pt x="21588" y="5528"/>
                      <a:pt x="28979" y="-438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" name="任意多边形: 形状 225">
                <a:extLst>
                  <a:ext uri="{FF2B5EF4-FFF2-40B4-BE49-F238E27FC236}">
                    <a16:creationId xmlns:a16="http://schemas.microsoft.com/office/drawing/2014/main" id="{324665D5-A836-4CBA-A83A-5742B08DB18D}"/>
                  </a:ext>
                </a:extLst>
              </p:cNvPr>
              <p:cNvSpPr/>
              <p:nvPr/>
            </p:nvSpPr>
            <p:spPr>
              <a:xfrm>
                <a:off x="758183" y="5882279"/>
                <a:ext cx="264776" cy="446792"/>
              </a:xfrm>
              <a:custGeom>
                <a:avLst/>
                <a:gdLst>
                  <a:gd name="connsiteX0" fmla="*/ 128467 w 264776"/>
                  <a:gd name="connsiteY0" fmla="*/ 209555 h 446792"/>
                  <a:gd name="connsiteX1" fmla="*/ 129713 w 264776"/>
                  <a:gd name="connsiteY1" fmla="*/ 204835 h 446792"/>
                  <a:gd name="connsiteX2" fmla="*/ 164713 w 264776"/>
                  <a:gd name="connsiteY2" fmla="*/ 204835 h 446792"/>
                  <a:gd name="connsiteX3" fmla="*/ 172549 w 264776"/>
                  <a:gd name="connsiteY3" fmla="*/ 213741 h 446792"/>
                  <a:gd name="connsiteX4" fmla="*/ 130693 w 264776"/>
                  <a:gd name="connsiteY4" fmla="*/ 257022 h 446792"/>
                  <a:gd name="connsiteX5" fmla="*/ 124281 w 264776"/>
                  <a:gd name="connsiteY5" fmla="*/ 254795 h 446792"/>
                  <a:gd name="connsiteX6" fmla="*/ 129446 w 264776"/>
                  <a:gd name="connsiteY6" fmla="*/ 229415 h 446792"/>
                  <a:gd name="connsiteX7" fmla="*/ 128467 w 264776"/>
                  <a:gd name="connsiteY7" fmla="*/ 209555 h 446792"/>
                  <a:gd name="connsiteX8" fmla="*/ 89015 w 264776"/>
                  <a:gd name="connsiteY8" fmla="*/ 231285 h 446792"/>
                  <a:gd name="connsiteX9" fmla="*/ 87768 w 264776"/>
                  <a:gd name="connsiteY9" fmla="*/ 224605 h 446792"/>
                  <a:gd name="connsiteX10" fmla="*/ 113149 w 264776"/>
                  <a:gd name="connsiteY10" fmla="*/ 209377 h 446792"/>
                  <a:gd name="connsiteX11" fmla="*/ 117335 w 264776"/>
                  <a:gd name="connsiteY11" fmla="*/ 212227 h 446792"/>
                  <a:gd name="connsiteX12" fmla="*/ 115643 w 264776"/>
                  <a:gd name="connsiteY12" fmla="*/ 233333 h 446792"/>
                  <a:gd name="connsiteX13" fmla="*/ 92310 w 264776"/>
                  <a:gd name="connsiteY13" fmla="*/ 266105 h 446792"/>
                  <a:gd name="connsiteX14" fmla="*/ 89015 w 264776"/>
                  <a:gd name="connsiteY14" fmla="*/ 231107 h 446792"/>
                  <a:gd name="connsiteX15" fmla="*/ 54194 w 264776"/>
                  <a:gd name="connsiteY15" fmla="*/ 243574 h 446792"/>
                  <a:gd name="connsiteX16" fmla="*/ 61853 w 264776"/>
                  <a:gd name="connsiteY16" fmla="*/ 240547 h 446792"/>
                  <a:gd name="connsiteX17" fmla="*/ 74232 w 264776"/>
                  <a:gd name="connsiteY17" fmla="*/ 233333 h 446792"/>
                  <a:gd name="connsiteX18" fmla="*/ 77527 w 264776"/>
                  <a:gd name="connsiteY18" fmla="*/ 237430 h 446792"/>
                  <a:gd name="connsiteX19" fmla="*/ 81178 w 264776"/>
                  <a:gd name="connsiteY19" fmla="*/ 268332 h 446792"/>
                  <a:gd name="connsiteX20" fmla="*/ 78328 w 264776"/>
                  <a:gd name="connsiteY20" fmla="*/ 272072 h 446792"/>
                  <a:gd name="connsiteX21" fmla="*/ 67553 w 264776"/>
                  <a:gd name="connsiteY21" fmla="*/ 273497 h 446792"/>
                  <a:gd name="connsiteX22" fmla="*/ 56242 w 264776"/>
                  <a:gd name="connsiteY22" fmla="*/ 255686 h 446792"/>
                  <a:gd name="connsiteX23" fmla="*/ 54194 w 264776"/>
                  <a:gd name="connsiteY23" fmla="*/ 243396 h 446792"/>
                  <a:gd name="connsiteX24" fmla="*/ 38609 w 264776"/>
                  <a:gd name="connsiteY24" fmla="*/ 127802 h 446792"/>
                  <a:gd name="connsiteX25" fmla="*/ 59003 w 264776"/>
                  <a:gd name="connsiteY25" fmla="*/ 150422 h 446792"/>
                  <a:gd name="connsiteX26" fmla="*/ 84918 w 264776"/>
                  <a:gd name="connsiteY26" fmla="*/ 149175 h 446792"/>
                  <a:gd name="connsiteX27" fmla="*/ 69244 w 264776"/>
                  <a:gd name="connsiteY27" fmla="*/ 186045 h 446792"/>
                  <a:gd name="connsiteX28" fmla="*/ 75746 w 264776"/>
                  <a:gd name="connsiteY28" fmla="*/ 199670 h 446792"/>
                  <a:gd name="connsiteX29" fmla="*/ 50009 w 264776"/>
                  <a:gd name="connsiteY29" fmla="*/ 217481 h 446792"/>
                  <a:gd name="connsiteX30" fmla="*/ 29170 w 264776"/>
                  <a:gd name="connsiteY30" fmla="*/ 210980 h 446792"/>
                  <a:gd name="connsiteX31" fmla="*/ 40123 w 264776"/>
                  <a:gd name="connsiteY31" fmla="*/ 269400 h 446792"/>
                  <a:gd name="connsiteX32" fmla="*/ 23648 w 264776"/>
                  <a:gd name="connsiteY32" fmla="*/ 280354 h 446792"/>
                  <a:gd name="connsiteX33" fmla="*/ 3699 w 264776"/>
                  <a:gd name="connsiteY33" fmla="*/ 274833 h 446792"/>
                  <a:gd name="connsiteX34" fmla="*/ 850 w 264776"/>
                  <a:gd name="connsiteY34" fmla="*/ 299145 h 446792"/>
                  <a:gd name="connsiteX35" fmla="*/ 98811 w 264776"/>
                  <a:gd name="connsiteY35" fmla="*/ 312325 h 446792"/>
                  <a:gd name="connsiteX36" fmla="*/ 145654 w 264776"/>
                  <a:gd name="connsiteY36" fmla="*/ 366827 h 446792"/>
                  <a:gd name="connsiteX37" fmla="*/ 167028 w 264776"/>
                  <a:gd name="connsiteY37" fmla="*/ 406813 h 446792"/>
                  <a:gd name="connsiteX38" fmla="*/ 67285 w 264776"/>
                  <a:gd name="connsiteY38" fmla="*/ 354092 h 446792"/>
                  <a:gd name="connsiteX39" fmla="*/ 46090 w 264776"/>
                  <a:gd name="connsiteY39" fmla="*/ 358011 h 446792"/>
                  <a:gd name="connsiteX40" fmla="*/ 212090 w 264776"/>
                  <a:gd name="connsiteY40" fmla="*/ 446354 h 446792"/>
                  <a:gd name="connsiteX41" fmla="*/ 221530 w 264776"/>
                  <a:gd name="connsiteY41" fmla="*/ 430324 h 446792"/>
                  <a:gd name="connsiteX42" fmla="*/ 201938 w 264776"/>
                  <a:gd name="connsiteY42" fmla="*/ 393455 h 446792"/>
                  <a:gd name="connsiteX43" fmla="*/ 172015 w 264776"/>
                  <a:gd name="connsiteY43" fmla="*/ 357833 h 446792"/>
                  <a:gd name="connsiteX44" fmla="*/ 210042 w 264776"/>
                  <a:gd name="connsiteY44" fmla="*/ 346701 h 446792"/>
                  <a:gd name="connsiteX45" fmla="*/ 256796 w 264776"/>
                  <a:gd name="connsiteY45" fmla="*/ 354271 h 446792"/>
                  <a:gd name="connsiteX46" fmla="*/ 264010 w 264776"/>
                  <a:gd name="connsiteY46" fmla="*/ 333521 h 446792"/>
                  <a:gd name="connsiteX47" fmla="*/ 253590 w 264776"/>
                  <a:gd name="connsiteY47" fmla="*/ 321943 h 446792"/>
                  <a:gd name="connsiteX48" fmla="*/ 203897 w 264776"/>
                  <a:gd name="connsiteY48" fmla="*/ 318025 h 446792"/>
                  <a:gd name="connsiteX49" fmla="*/ 134879 w 264776"/>
                  <a:gd name="connsiteY49" fmla="*/ 340111 h 446792"/>
                  <a:gd name="connsiteX50" fmla="*/ 149929 w 264776"/>
                  <a:gd name="connsiteY50" fmla="*/ 303064 h 446792"/>
                  <a:gd name="connsiteX51" fmla="*/ 212981 w 264776"/>
                  <a:gd name="connsiteY51" fmla="*/ 293446 h 446792"/>
                  <a:gd name="connsiteX52" fmla="*/ 205650 w 264776"/>
                  <a:gd name="connsiteY52" fmla="*/ 257537 h 446792"/>
                  <a:gd name="connsiteX53" fmla="*/ 189915 w 264776"/>
                  <a:gd name="connsiteY53" fmla="*/ 253281 h 446792"/>
                  <a:gd name="connsiteX54" fmla="*/ 208261 w 264776"/>
                  <a:gd name="connsiteY54" fmla="*/ 237519 h 446792"/>
                  <a:gd name="connsiteX55" fmla="*/ 199801 w 264776"/>
                  <a:gd name="connsiteY55" fmla="*/ 192991 h 446792"/>
                  <a:gd name="connsiteX56" fmla="*/ 101839 w 264776"/>
                  <a:gd name="connsiteY56" fmla="*/ 186312 h 446792"/>
                  <a:gd name="connsiteX57" fmla="*/ 121431 w 264776"/>
                  <a:gd name="connsiteY57" fmla="*/ 143030 h 446792"/>
                  <a:gd name="connsiteX58" fmla="*/ 168275 w 264776"/>
                  <a:gd name="connsiteY58" fmla="*/ 134125 h 446792"/>
                  <a:gd name="connsiteX59" fmla="*/ 192765 w 264776"/>
                  <a:gd name="connsiteY59" fmla="*/ 100996 h 446792"/>
                  <a:gd name="connsiteX60" fmla="*/ 167651 w 264776"/>
                  <a:gd name="connsiteY60" fmla="*/ 106429 h 446792"/>
                  <a:gd name="connsiteX61" fmla="*/ 124370 w 264776"/>
                  <a:gd name="connsiteY61" fmla="*/ 115334 h 446792"/>
                  <a:gd name="connsiteX62" fmla="*/ 140489 w 264776"/>
                  <a:gd name="connsiteY62" fmla="*/ 57092 h 446792"/>
                  <a:gd name="connsiteX63" fmla="*/ 161774 w 264776"/>
                  <a:gd name="connsiteY63" fmla="*/ 23607 h 446792"/>
                  <a:gd name="connsiteX64" fmla="*/ 142715 w 264776"/>
                  <a:gd name="connsiteY64" fmla="*/ -438 h 446792"/>
                  <a:gd name="connsiteX65" fmla="*/ 113772 w 264776"/>
                  <a:gd name="connsiteY65" fmla="*/ 61901 h 446792"/>
                  <a:gd name="connsiteX66" fmla="*/ 92488 w 264776"/>
                  <a:gd name="connsiteY66" fmla="*/ 123082 h 446792"/>
                  <a:gd name="connsiteX67" fmla="*/ 58736 w 264776"/>
                  <a:gd name="connsiteY67" fmla="*/ 130919 h 446792"/>
                  <a:gd name="connsiteX68" fmla="*/ 38609 w 264776"/>
                  <a:gd name="connsiteY68" fmla="*/ 127980 h 44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264776" h="446792">
                    <a:moveTo>
                      <a:pt x="128467" y="209555"/>
                    </a:moveTo>
                    <a:cubicBezTo>
                      <a:pt x="128467" y="209555"/>
                      <a:pt x="126151" y="205013"/>
                      <a:pt x="129713" y="204835"/>
                    </a:cubicBezTo>
                    <a:cubicBezTo>
                      <a:pt x="133276" y="204657"/>
                      <a:pt x="160794" y="204212"/>
                      <a:pt x="164713" y="204835"/>
                    </a:cubicBezTo>
                    <a:cubicBezTo>
                      <a:pt x="168631" y="205459"/>
                      <a:pt x="175043" y="207952"/>
                      <a:pt x="172549" y="213741"/>
                    </a:cubicBezTo>
                    <a:cubicBezTo>
                      <a:pt x="170056" y="219529"/>
                      <a:pt x="164713" y="231552"/>
                      <a:pt x="130693" y="257022"/>
                    </a:cubicBezTo>
                    <a:cubicBezTo>
                      <a:pt x="121788" y="259693"/>
                      <a:pt x="123925" y="255953"/>
                      <a:pt x="124281" y="254795"/>
                    </a:cubicBezTo>
                    <a:cubicBezTo>
                      <a:pt x="124637" y="253638"/>
                      <a:pt x="128645" y="233511"/>
                      <a:pt x="129446" y="229415"/>
                    </a:cubicBezTo>
                    <a:cubicBezTo>
                      <a:pt x="130248" y="225318"/>
                      <a:pt x="131495" y="208932"/>
                      <a:pt x="128467" y="209555"/>
                    </a:cubicBezTo>
                    <a:moveTo>
                      <a:pt x="89015" y="231285"/>
                    </a:moveTo>
                    <a:cubicBezTo>
                      <a:pt x="89015" y="231285"/>
                      <a:pt x="84918" y="226476"/>
                      <a:pt x="87768" y="224605"/>
                    </a:cubicBezTo>
                    <a:cubicBezTo>
                      <a:pt x="95905" y="219009"/>
                      <a:pt x="104382" y="213923"/>
                      <a:pt x="113149" y="209377"/>
                    </a:cubicBezTo>
                    <a:cubicBezTo>
                      <a:pt x="114841" y="209822"/>
                      <a:pt x="117513" y="208308"/>
                      <a:pt x="117335" y="212227"/>
                    </a:cubicBezTo>
                    <a:cubicBezTo>
                      <a:pt x="117305" y="219295"/>
                      <a:pt x="116739" y="226350"/>
                      <a:pt x="115643" y="233333"/>
                    </a:cubicBezTo>
                    <a:cubicBezTo>
                      <a:pt x="114218" y="238231"/>
                      <a:pt x="108429" y="266105"/>
                      <a:pt x="92310" y="266105"/>
                    </a:cubicBezTo>
                    <a:cubicBezTo>
                      <a:pt x="90084" y="254795"/>
                      <a:pt x="91687" y="231463"/>
                      <a:pt x="89015" y="231107"/>
                    </a:cubicBezTo>
                    <a:close/>
                    <a:moveTo>
                      <a:pt x="54194" y="243574"/>
                    </a:moveTo>
                    <a:cubicBezTo>
                      <a:pt x="56874" y="242921"/>
                      <a:pt x="59451" y="241902"/>
                      <a:pt x="61853" y="240547"/>
                    </a:cubicBezTo>
                    <a:cubicBezTo>
                      <a:pt x="65683" y="237665"/>
                      <a:pt x="69837" y="235244"/>
                      <a:pt x="74232" y="233333"/>
                    </a:cubicBezTo>
                    <a:cubicBezTo>
                      <a:pt x="76903" y="233333"/>
                      <a:pt x="77260" y="232086"/>
                      <a:pt x="77527" y="237430"/>
                    </a:cubicBezTo>
                    <a:cubicBezTo>
                      <a:pt x="77794" y="242773"/>
                      <a:pt x="81178" y="268332"/>
                      <a:pt x="81178" y="268332"/>
                    </a:cubicBezTo>
                    <a:cubicBezTo>
                      <a:pt x="81178" y="268332"/>
                      <a:pt x="83048" y="271627"/>
                      <a:pt x="78328" y="272072"/>
                    </a:cubicBezTo>
                    <a:cubicBezTo>
                      <a:pt x="73608" y="272517"/>
                      <a:pt x="68799" y="274744"/>
                      <a:pt x="67553" y="273497"/>
                    </a:cubicBezTo>
                    <a:cubicBezTo>
                      <a:pt x="66306" y="272250"/>
                      <a:pt x="57667" y="257467"/>
                      <a:pt x="56242" y="255686"/>
                    </a:cubicBezTo>
                    <a:cubicBezTo>
                      <a:pt x="54818" y="253905"/>
                      <a:pt x="51879" y="245177"/>
                      <a:pt x="54194" y="243396"/>
                    </a:cubicBezTo>
                    <a:close/>
                    <a:moveTo>
                      <a:pt x="38609" y="127802"/>
                    </a:moveTo>
                    <a:cubicBezTo>
                      <a:pt x="35492" y="138400"/>
                      <a:pt x="46714" y="145613"/>
                      <a:pt x="59003" y="150422"/>
                    </a:cubicBezTo>
                    <a:cubicBezTo>
                      <a:pt x="71293" y="155231"/>
                      <a:pt x="85720" y="145435"/>
                      <a:pt x="84918" y="149175"/>
                    </a:cubicBezTo>
                    <a:cubicBezTo>
                      <a:pt x="81340" y="162102"/>
                      <a:pt x="76070" y="174499"/>
                      <a:pt x="69244" y="186045"/>
                    </a:cubicBezTo>
                    <a:cubicBezTo>
                      <a:pt x="73341" y="192367"/>
                      <a:pt x="77349" y="195662"/>
                      <a:pt x="75746" y="199670"/>
                    </a:cubicBezTo>
                    <a:cubicBezTo>
                      <a:pt x="72718" y="207329"/>
                      <a:pt x="59181" y="211247"/>
                      <a:pt x="50009" y="217481"/>
                    </a:cubicBezTo>
                    <a:cubicBezTo>
                      <a:pt x="44042" y="218104"/>
                      <a:pt x="34780" y="205280"/>
                      <a:pt x="29170" y="210980"/>
                    </a:cubicBezTo>
                    <a:cubicBezTo>
                      <a:pt x="12427" y="227099"/>
                      <a:pt x="33355" y="262632"/>
                      <a:pt x="40123" y="269400"/>
                    </a:cubicBezTo>
                    <a:cubicBezTo>
                      <a:pt x="56599" y="280889"/>
                      <a:pt x="29882" y="280800"/>
                      <a:pt x="23648" y="280354"/>
                    </a:cubicBezTo>
                    <a:cubicBezTo>
                      <a:pt x="12249" y="279642"/>
                      <a:pt x="9844" y="271449"/>
                      <a:pt x="3699" y="274833"/>
                    </a:cubicBezTo>
                    <a:cubicBezTo>
                      <a:pt x="1829" y="275812"/>
                      <a:pt x="-2356" y="282937"/>
                      <a:pt x="850" y="299145"/>
                    </a:cubicBezTo>
                    <a:cubicBezTo>
                      <a:pt x="16791" y="353202"/>
                      <a:pt x="53036" y="318648"/>
                      <a:pt x="98811" y="312325"/>
                    </a:cubicBezTo>
                    <a:cubicBezTo>
                      <a:pt x="106114" y="316244"/>
                      <a:pt x="77438" y="379829"/>
                      <a:pt x="145654" y="366827"/>
                    </a:cubicBezTo>
                    <a:cubicBezTo>
                      <a:pt x="149929" y="369232"/>
                      <a:pt x="170946" y="400223"/>
                      <a:pt x="167028" y="406813"/>
                    </a:cubicBezTo>
                    <a:cubicBezTo>
                      <a:pt x="163109" y="413404"/>
                      <a:pt x="83494" y="389448"/>
                      <a:pt x="67285" y="354092"/>
                    </a:cubicBezTo>
                    <a:cubicBezTo>
                      <a:pt x="58380" y="347413"/>
                      <a:pt x="42795" y="341446"/>
                      <a:pt x="46090" y="358011"/>
                    </a:cubicBezTo>
                    <a:cubicBezTo>
                      <a:pt x="46090" y="396216"/>
                      <a:pt x="163020" y="444038"/>
                      <a:pt x="212090" y="446354"/>
                    </a:cubicBezTo>
                    <a:cubicBezTo>
                      <a:pt x="219393" y="446354"/>
                      <a:pt x="221441" y="439764"/>
                      <a:pt x="221530" y="430324"/>
                    </a:cubicBezTo>
                    <a:cubicBezTo>
                      <a:pt x="221530" y="423289"/>
                      <a:pt x="210309" y="409129"/>
                      <a:pt x="201938" y="393455"/>
                    </a:cubicBezTo>
                    <a:cubicBezTo>
                      <a:pt x="193689" y="380232"/>
                      <a:pt x="183615" y="368240"/>
                      <a:pt x="172015" y="357833"/>
                    </a:cubicBezTo>
                    <a:cubicBezTo>
                      <a:pt x="172460" y="354894"/>
                      <a:pt x="190717" y="351421"/>
                      <a:pt x="210042" y="346701"/>
                    </a:cubicBezTo>
                    <a:cubicBezTo>
                      <a:pt x="229456" y="346701"/>
                      <a:pt x="239163" y="358189"/>
                      <a:pt x="256796" y="354271"/>
                    </a:cubicBezTo>
                    <a:cubicBezTo>
                      <a:pt x="264188" y="352044"/>
                      <a:pt x="265256" y="342248"/>
                      <a:pt x="264010" y="333521"/>
                    </a:cubicBezTo>
                    <a:cubicBezTo>
                      <a:pt x="263386" y="329335"/>
                      <a:pt x="261160" y="326218"/>
                      <a:pt x="253590" y="321943"/>
                    </a:cubicBezTo>
                    <a:cubicBezTo>
                      <a:pt x="236848" y="312503"/>
                      <a:pt x="213604" y="317312"/>
                      <a:pt x="203897" y="318025"/>
                    </a:cubicBezTo>
                    <a:cubicBezTo>
                      <a:pt x="179751" y="321181"/>
                      <a:pt x="156371" y="328662"/>
                      <a:pt x="134879" y="340111"/>
                    </a:cubicBezTo>
                    <a:cubicBezTo>
                      <a:pt x="119828" y="341179"/>
                      <a:pt x="135502" y="312593"/>
                      <a:pt x="149929" y="303064"/>
                    </a:cubicBezTo>
                    <a:cubicBezTo>
                      <a:pt x="175043" y="298967"/>
                      <a:pt x="202205" y="301015"/>
                      <a:pt x="212981" y="293446"/>
                    </a:cubicBezTo>
                    <a:cubicBezTo>
                      <a:pt x="220872" y="281505"/>
                      <a:pt x="217591" y="265428"/>
                      <a:pt x="205650" y="257537"/>
                    </a:cubicBezTo>
                    <a:cubicBezTo>
                      <a:pt x="200999" y="254463"/>
                      <a:pt x="195481" y="252971"/>
                      <a:pt x="189915" y="253281"/>
                    </a:cubicBezTo>
                    <a:cubicBezTo>
                      <a:pt x="183681" y="253281"/>
                      <a:pt x="194546" y="244376"/>
                      <a:pt x="208261" y="237519"/>
                    </a:cubicBezTo>
                    <a:cubicBezTo>
                      <a:pt x="218057" y="226476"/>
                      <a:pt x="222421" y="208219"/>
                      <a:pt x="199801" y="192991"/>
                    </a:cubicBezTo>
                    <a:cubicBezTo>
                      <a:pt x="166583" y="174556"/>
                      <a:pt x="110745" y="185777"/>
                      <a:pt x="101839" y="186312"/>
                    </a:cubicBezTo>
                    <a:cubicBezTo>
                      <a:pt x="108251" y="166452"/>
                      <a:pt x="115643" y="147572"/>
                      <a:pt x="121431" y="143030"/>
                    </a:cubicBezTo>
                    <a:cubicBezTo>
                      <a:pt x="133276" y="140448"/>
                      <a:pt x="149128" y="137598"/>
                      <a:pt x="168275" y="134125"/>
                    </a:cubicBezTo>
                    <a:cubicBezTo>
                      <a:pt x="187422" y="130652"/>
                      <a:pt x="221708" y="123616"/>
                      <a:pt x="192765" y="100996"/>
                    </a:cubicBezTo>
                    <a:cubicBezTo>
                      <a:pt x="175845" y="93248"/>
                      <a:pt x="171481" y="100996"/>
                      <a:pt x="167651" y="106429"/>
                    </a:cubicBezTo>
                    <a:cubicBezTo>
                      <a:pt x="143784" y="109635"/>
                      <a:pt x="132474" y="116136"/>
                      <a:pt x="124370" y="115334"/>
                    </a:cubicBezTo>
                    <a:cubicBezTo>
                      <a:pt x="126953" y="99037"/>
                      <a:pt x="136749" y="71964"/>
                      <a:pt x="140489" y="57092"/>
                    </a:cubicBezTo>
                    <a:cubicBezTo>
                      <a:pt x="144230" y="42219"/>
                      <a:pt x="157054" y="31444"/>
                      <a:pt x="161774" y="23607"/>
                    </a:cubicBezTo>
                    <a:cubicBezTo>
                      <a:pt x="162614" y="11863"/>
                      <a:pt x="154341" y="1425"/>
                      <a:pt x="142715" y="-438"/>
                    </a:cubicBezTo>
                    <a:cubicBezTo>
                      <a:pt x="128674" y="18004"/>
                      <a:pt x="118799" y="39273"/>
                      <a:pt x="113772" y="61901"/>
                    </a:cubicBezTo>
                    <a:cubicBezTo>
                      <a:pt x="111190" y="71430"/>
                      <a:pt x="97654" y="122013"/>
                      <a:pt x="92488" y="123082"/>
                    </a:cubicBezTo>
                    <a:cubicBezTo>
                      <a:pt x="81458" y="126567"/>
                      <a:pt x="70173" y="129188"/>
                      <a:pt x="58736" y="130919"/>
                    </a:cubicBezTo>
                    <a:cubicBezTo>
                      <a:pt x="52413" y="129850"/>
                      <a:pt x="41726" y="125130"/>
                      <a:pt x="38609" y="127980"/>
                    </a:cubicBezTo>
                    <a:close/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89B6FB7C-7BB8-465F-A137-D535F22189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93418" y="255600"/>
            <a:ext cx="1958913" cy="432000"/>
            <a:chOff x="468000" y="514800"/>
            <a:chExt cx="2301723" cy="507600"/>
          </a:xfrm>
        </p:grpSpPr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A3C5B4EF-C0A9-4754-95FE-629525E97AC7}"/>
                </a:ext>
              </a:extLst>
            </p:cNvPr>
            <p:cNvSpPr/>
            <p:nvPr/>
          </p:nvSpPr>
          <p:spPr>
            <a:xfrm>
              <a:off x="1074082" y="585500"/>
              <a:ext cx="1695641" cy="384233"/>
            </a:xfrm>
            <a:custGeom>
              <a:avLst/>
              <a:gdLst>
                <a:gd name="connsiteX0" fmla="*/ 337551 w 1695641"/>
                <a:gd name="connsiteY0" fmla="*/ 383456 h 384233"/>
                <a:gd name="connsiteX1" fmla="*/ 338074 w 1695641"/>
                <a:gd name="connsiteY1" fmla="*/ 383688 h 384233"/>
                <a:gd name="connsiteX2" fmla="*/ 337450 w 1695641"/>
                <a:gd name="connsiteY2" fmla="*/ 383510 h 384233"/>
                <a:gd name="connsiteX3" fmla="*/ 27042 w 1695641"/>
                <a:gd name="connsiteY3" fmla="*/ 352807 h 384233"/>
                <a:gd name="connsiteX4" fmla="*/ 27132 w 1695641"/>
                <a:gd name="connsiteY4" fmla="*/ 370567 h 384233"/>
                <a:gd name="connsiteX5" fmla="*/ 42750 w 1695641"/>
                <a:gd name="connsiteY5" fmla="*/ 370567 h 384233"/>
                <a:gd name="connsiteX6" fmla="*/ 50336 w 1695641"/>
                <a:gd name="connsiteY6" fmla="*/ 368247 h 384233"/>
                <a:gd name="connsiteX7" fmla="*/ 52835 w 1695641"/>
                <a:gd name="connsiteY7" fmla="*/ 361107 h 384233"/>
                <a:gd name="connsiteX8" fmla="*/ 50246 w 1695641"/>
                <a:gd name="connsiteY8" fmla="*/ 354859 h 384233"/>
                <a:gd name="connsiteX9" fmla="*/ 42482 w 1695641"/>
                <a:gd name="connsiteY9" fmla="*/ 352807 h 384233"/>
                <a:gd name="connsiteX10" fmla="*/ 27042 w 1695641"/>
                <a:gd name="connsiteY10" fmla="*/ 326836 h 384233"/>
                <a:gd name="connsiteX11" fmla="*/ 27132 w 1695641"/>
                <a:gd name="connsiteY11" fmla="*/ 341562 h 384233"/>
                <a:gd name="connsiteX12" fmla="*/ 41857 w 1695641"/>
                <a:gd name="connsiteY12" fmla="*/ 341562 h 384233"/>
                <a:gd name="connsiteX13" fmla="*/ 49086 w 1695641"/>
                <a:gd name="connsiteY13" fmla="*/ 339599 h 384233"/>
                <a:gd name="connsiteX14" fmla="*/ 51407 w 1695641"/>
                <a:gd name="connsiteY14" fmla="*/ 333619 h 384233"/>
                <a:gd name="connsiteX15" fmla="*/ 48908 w 1695641"/>
                <a:gd name="connsiteY15" fmla="*/ 328532 h 384233"/>
                <a:gd name="connsiteX16" fmla="*/ 41322 w 1695641"/>
                <a:gd name="connsiteY16" fmla="*/ 326836 h 384233"/>
                <a:gd name="connsiteX17" fmla="*/ 1530352 w 1695641"/>
                <a:gd name="connsiteY17" fmla="*/ 324967 h 384233"/>
                <a:gd name="connsiteX18" fmla="*/ 1519062 w 1695641"/>
                <a:gd name="connsiteY18" fmla="*/ 327682 h 384233"/>
                <a:gd name="connsiteX19" fmla="*/ 1515712 w 1695641"/>
                <a:gd name="connsiteY19" fmla="*/ 331030 h 384233"/>
                <a:gd name="connsiteX20" fmla="*/ 1511249 w 1695641"/>
                <a:gd name="connsiteY20" fmla="*/ 348880 h 384233"/>
                <a:gd name="connsiteX21" fmla="*/ 1515623 w 1695641"/>
                <a:gd name="connsiteY21" fmla="*/ 365838 h 384233"/>
                <a:gd name="connsiteX22" fmla="*/ 1537102 w 1695641"/>
                <a:gd name="connsiteY22" fmla="*/ 368992 h 384233"/>
                <a:gd name="connsiteX23" fmla="*/ 1540255 w 1695641"/>
                <a:gd name="connsiteY23" fmla="*/ 365838 h 384233"/>
                <a:gd name="connsiteX24" fmla="*/ 1540255 w 1695641"/>
                <a:gd name="connsiteY24" fmla="*/ 365838 h 384233"/>
                <a:gd name="connsiteX25" fmla="*/ 1544717 w 1695641"/>
                <a:gd name="connsiteY25" fmla="*/ 348880 h 384233"/>
                <a:gd name="connsiteX26" fmla="*/ 1540255 w 1695641"/>
                <a:gd name="connsiteY26" fmla="*/ 331030 h 384233"/>
                <a:gd name="connsiteX27" fmla="*/ 1530352 w 1695641"/>
                <a:gd name="connsiteY27" fmla="*/ 324967 h 384233"/>
                <a:gd name="connsiteX28" fmla="*/ 1404435 w 1695641"/>
                <a:gd name="connsiteY28" fmla="*/ 324962 h 384233"/>
                <a:gd name="connsiteX29" fmla="*/ 1393086 w 1695641"/>
                <a:gd name="connsiteY29" fmla="*/ 327727 h 384233"/>
                <a:gd name="connsiteX30" fmla="*/ 1389782 w 1695641"/>
                <a:gd name="connsiteY30" fmla="*/ 331031 h 384233"/>
                <a:gd name="connsiteX31" fmla="*/ 1385409 w 1695641"/>
                <a:gd name="connsiteY31" fmla="*/ 348881 h 384233"/>
                <a:gd name="connsiteX32" fmla="*/ 1389782 w 1695641"/>
                <a:gd name="connsiteY32" fmla="*/ 365838 h 384233"/>
                <a:gd name="connsiteX33" fmla="*/ 1411261 w 1695641"/>
                <a:gd name="connsiteY33" fmla="*/ 368991 h 384233"/>
                <a:gd name="connsiteX34" fmla="*/ 1414415 w 1695641"/>
                <a:gd name="connsiteY34" fmla="*/ 365838 h 384233"/>
                <a:gd name="connsiteX35" fmla="*/ 1418788 w 1695641"/>
                <a:gd name="connsiteY35" fmla="*/ 348881 h 384233"/>
                <a:gd name="connsiteX36" fmla="*/ 1414415 w 1695641"/>
                <a:gd name="connsiteY36" fmla="*/ 331031 h 384233"/>
                <a:gd name="connsiteX37" fmla="*/ 1404435 w 1695641"/>
                <a:gd name="connsiteY37" fmla="*/ 324962 h 384233"/>
                <a:gd name="connsiteX38" fmla="*/ 939002 w 1695641"/>
                <a:gd name="connsiteY38" fmla="*/ 324962 h 384233"/>
                <a:gd name="connsiteX39" fmla="*/ 927653 w 1695641"/>
                <a:gd name="connsiteY39" fmla="*/ 327727 h 384233"/>
                <a:gd name="connsiteX40" fmla="*/ 924349 w 1695641"/>
                <a:gd name="connsiteY40" fmla="*/ 331031 h 384233"/>
                <a:gd name="connsiteX41" fmla="*/ 919976 w 1695641"/>
                <a:gd name="connsiteY41" fmla="*/ 348881 h 384233"/>
                <a:gd name="connsiteX42" fmla="*/ 924349 w 1695641"/>
                <a:gd name="connsiteY42" fmla="*/ 365838 h 384233"/>
                <a:gd name="connsiteX43" fmla="*/ 945828 w 1695641"/>
                <a:gd name="connsiteY43" fmla="*/ 368991 h 384233"/>
                <a:gd name="connsiteX44" fmla="*/ 948982 w 1695641"/>
                <a:gd name="connsiteY44" fmla="*/ 365838 h 384233"/>
                <a:gd name="connsiteX45" fmla="*/ 953355 w 1695641"/>
                <a:gd name="connsiteY45" fmla="*/ 348881 h 384233"/>
                <a:gd name="connsiteX46" fmla="*/ 948982 w 1695641"/>
                <a:gd name="connsiteY46" fmla="*/ 331031 h 384233"/>
                <a:gd name="connsiteX47" fmla="*/ 939002 w 1695641"/>
                <a:gd name="connsiteY47" fmla="*/ 324962 h 384233"/>
                <a:gd name="connsiteX48" fmla="*/ 1636450 w 1695641"/>
                <a:gd name="connsiteY48" fmla="*/ 315451 h 384233"/>
                <a:gd name="connsiteX49" fmla="*/ 1644036 w 1695641"/>
                <a:gd name="connsiteY49" fmla="*/ 315451 h 384233"/>
                <a:gd name="connsiteX50" fmla="*/ 1651712 w 1695641"/>
                <a:gd name="connsiteY50" fmla="*/ 315451 h 384233"/>
                <a:gd name="connsiteX51" fmla="*/ 1664518 w 1695641"/>
                <a:gd name="connsiteY51" fmla="*/ 344353 h 384233"/>
                <a:gd name="connsiteX52" fmla="*/ 1664475 w 1695641"/>
                <a:gd name="connsiteY52" fmla="*/ 344457 h 384233"/>
                <a:gd name="connsiteX53" fmla="*/ 1664564 w 1695641"/>
                <a:gd name="connsiteY53" fmla="*/ 344457 h 384233"/>
                <a:gd name="connsiteX54" fmla="*/ 1664518 w 1695641"/>
                <a:gd name="connsiteY54" fmla="*/ 344353 h 384233"/>
                <a:gd name="connsiteX55" fmla="*/ 1676522 w 1695641"/>
                <a:gd name="connsiteY55" fmla="*/ 315451 h 384233"/>
                <a:gd name="connsiteX56" fmla="*/ 1683841 w 1695641"/>
                <a:gd name="connsiteY56" fmla="*/ 315451 h 384233"/>
                <a:gd name="connsiteX57" fmla="*/ 1691070 w 1695641"/>
                <a:gd name="connsiteY57" fmla="*/ 315451 h 384233"/>
                <a:gd name="connsiteX58" fmla="*/ 1670721 w 1695641"/>
                <a:gd name="connsiteY58" fmla="*/ 356951 h 384233"/>
                <a:gd name="connsiteX59" fmla="*/ 1670721 w 1695641"/>
                <a:gd name="connsiteY59" fmla="*/ 382388 h 384233"/>
                <a:gd name="connsiteX60" fmla="*/ 1664385 w 1695641"/>
                <a:gd name="connsiteY60" fmla="*/ 382388 h 384233"/>
                <a:gd name="connsiteX61" fmla="*/ 1657870 w 1695641"/>
                <a:gd name="connsiteY61" fmla="*/ 382388 h 384233"/>
                <a:gd name="connsiteX62" fmla="*/ 1657870 w 1695641"/>
                <a:gd name="connsiteY62" fmla="*/ 357219 h 384233"/>
                <a:gd name="connsiteX63" fmla="*/ 1445726 w 1695641"/>
                <a:gd name="connsiteY63" fmla="*/ 315451 h 384233"/>
                <a:gd name="connsiteX64" fmla="*/ 1452152 w 1695641"/>
                <a:gd name="connsiteY64" fmla="*/ 315451 h 384233"/>
                <a:gd name="connsiteX65" fmla="*/ 1458578 w 1695641"/>
                <a:gd name="connsiteY65" fmla="*/ 315451 h 384233"/>
                <a:gd name="connsiteX66" fmla="*/ 1458578 w 1695641"/>
                <a:gd name="connsiteY66" fmla="*/ 370428 h 384233"/>
                <a:gd name="connsiteX67" fmla="*/ 1489101 w 1695641"/>
                <a:gd name="connsiteY67" fmla="*/ 370428 h 384233"/>
                <a:gd name="connsiteX68" fmla="*/ 1489101 w 1695641"/>
                <a:gd name="connsiteY68" fmla="*/ 376408 h 384233"/>
                <a:gd name="connsiteX69" fmla="*/ 1489101 w 1695641"/>
                <a:gd name="connsiteY69" fmla="*/ 382298 h 384233"/>
                <a:gd name="connsiteX70" fmla="*/ 1445726 w 1695641"/>
                <a:gd name="connsiteY70" fmla="*/ 382298 h 384233"/>
                <a:gd name="connsiteX71" fmla="*/ 1309711 w 1695641"/>
                <a:gd name="connsiteY71" fmla="*/ 315451 h 384233"/>
                <a:gd name="connsiteX72" fmla="*/ 1316405 w 1695641"/>
                <a:gd name="connsiteY72" fmla="*/ 315451 h 384233"/>
                <a:gd name="connsiteX73" fmla="*/ 1323099 w 1695641"/>
                <a:gd name="connsiteY73" fmla="*/ 315451 h 384233"/>
                <a:gd name="connsiteX74" fmla="*/ 1347820 w 1695641"/>
                <a:gd name="connsiteY74" fmla="*/ 362396 h 384233"/>
                <a:gd name="connsiteX75" fmla="*/ 1347820 w 1695641"/>
                <a:gd name="connsiteY75" fmla="*/ 315451 h 384233"/>
                <a:gd name="connsiteX76" fmla="*/ 1353800 w 1695641"/>
                <a:gd name="connsiteY76" fmla="*/ 315451 h 384233"/>
                <a:gd name="connsiteX77" fmla="*/ 1359868 w 1695641"/>
                <a:gd name="connsiteY77" fmla="*/ 315451 h 384233"/>
                <a:gd name="connsiteX78" fmla="*/ 1359868 w 1695641"/>
                <a:gd name="connsiteY78" fmla="*/ 382298 h 384233"/>
                <a:gd name="connsiteX79" fmla="*/ 1353442 w 1695641"/>
                <a:gd name="connsiteY79" fmla="*/ 382298 h 384233"/>
                <a:gd name="connsiteX80" fmla="*/ 1347016 w 1695641"/>
                <a:gd name="connsiteY80" fmla="*/ 382298 h 384233"/>
                <a:gd name="connsiteX81" fmla="*/ 1321670 w 1695641"/>
                <a:gd name="connsiteY81" fmla="*/ 334104 h 384233"/>
                <a:gd name="connsiteX82" fmla="*/ 1321670 w 1695641"/>
                <a:gd name="connsiteY82" fmla="*/ 382298 h 384233"/>
                <a:gd name="connsiteX83" fmla="*/ 1315691 w 1695641"/>
                <a:gd name="connsiteY83" fmla="*/ 382298 h 384233"/>
                <a:gd name="connsiteX84" fmla="*/ 1309711 w 1695641"/>
                <a:gd name="connsiteY84" fmla="*/ 382298 h 384233"/>
                <a:gd name="connsiteX85" fmla="*/ 1244559 w 1695641"/>
                <a:gd name="connsiteY85" fmla="*/ 315451 h 384233"/>
                <a:gd name="connsiteX86" fmla="*/ 1250896 w 1695641"/>
                <a:gd name="connsiteY86" fmla="*/ 315451 h 384233"/>
                <a:gd name="connsiteX87" fmla="*/ 1257322 w 1695641"/>
                <a:gd name="connsiteY87" fmla="*/ 315451 h 384233"/>
                <a:gd name="connsiteX88" fmla="*/ 1257322 w 1695641"/>
                <a:gd name="connsiteY88" fmla="*/ 340530 h 384233"/>
                <a:gd name="connsiteX89" fmla="*/ 1281418 w 1695641"/>
                <a:gd name="connsiteY89" fmla="*/ 340530 h 384233"/>
                <a:gd name="connsiteX90" fmla="*/ 1281418 w 1695641"/>
                <a:gd name="connsiteY90" fmla="*/ 315451 h 384233"/>
                <a:gd name="connsiteX91" fmla="*/ 1287844 w 1695641"/>
                <a:gd name="connsiteY91" fmla="*/ 315451 h 384233"/>
                <a:gd name="connsiteX92" fmla="*/ 1294270 w 1695641"/>
                <a:gd name="connsiteY92" fmla="*/ 315451 h 384233"/>
                <a:gd name="connsiteX93" fmla="*/ 1294270 w 1695641"/>
                <a:gd name="connsiteY93" fmla="*/ 382298 h 384233"/>
                <a:gd name="connsiteX94" fmla="*/ 1287844 w 1695641"/>
                <a:gd name="connsiteY94" fmla="*/ 382298 h 384233"/>
                <a:gd name="connsiteX95" fmla="*/ 1281418 w 1695641"/>
                <a:gd name="connsiteY95" fmla="*/ 382298 h 384233"/>
                <a:gd name="connsiteX96" fmla="*/ 1281418 w 1695641"/>
                <a:gd name="connsiteY96" fmla="*/ 352043 h 384233"/>
                <a:gd name="connsiteX97" fmla="*/ 1257322 w 1695641"/>
                <a:gd name="connsiteY97" fmla="*/ 352043 h 384233"/>
                <a:gd name="connsiteX98" fmla="*/ 1257322 w 1695641"/>
                <a:gd name="connsiteY98" fmla="*/ 382298 h 384233"/>
                <a:gd name="connsiteX99" fmla="*/ 1250985 w 1695641"/>
                <a:gd name="connsiteY99" fmla="*/ 382298 h 384233"/>
                <a:gd name="connsiteX100" fmla="*/ 1244559 w 1695641"/>
                <a:gd name="connsiteY100" fmla="*/ 382298 h 384233"/>
                <a:gd name="connsiteX101" fmla="*/ 1119075 w 1695641"/>
                <a:gd name="connsiteY101" fmla="*/ 315451 h 384233"/>
                <a:gd name="connsiteX102" fmla="*/ 1164324 w 1695641"/>
                <a:gd name="connsiteY102" fmla="*/ 315451 h 384233"/>
                <a:gd name="connsiteX103" fmla="*/ 1164324 w 1695641"/>
                <a:gd name="connsiteY103" fmla="*/ 321341 h 384233"/>
                <a:gd name="connsiteX104" fmla="*/ 1164324 w 1695641"/>
                <a:gd name="connsiteY104" fmla="*/ 327321 h 384233"/>
                <a:gd name="connsiteX105" fmla="*/ 1131927 w 1695641"/>
                <a:gd name="connsiteY105" fmla="*/ 327321 h 384233"/>
                <a:gd name="connsiteX106" fmla="*/ 1131927 w 1695641"/>
                <a:gd name="connsiteY106" fmla="*/ 341512 h 384233"/>
                <a:gd name="connsiteX107" fmla="*/ 1162003 w 1695641"/>
                <a:gd name="connsiteY107" fmla="*/ 341512 h 384233"/>
                <a:gd name="connsiteX108" fmla="*/ 1162003 w 1695641"/>
                <a:gd name="connsiteY108" fmla="*/ 347224 h 384233"/>
                <a:gd name="connsiteX109" fmla="*/ 1162003 w 1695641"/>
                <a:gd name="connsiteY109" fmla="*/ 353024 h 384233"/>
                <a:gd name="connsiteX110" fmla="*/ 1131927 w 1695641"/>
                <a:gd name="connsiteY110" fmla="*/ 353024 h 384233"/>
                <a:gd name="connsiteX111" fmla="*/ 1131927 w 1695641"/>
                <a:gd name="connsiteY111" fmla="*/ 370428 h 384233"/>
                <a:gd name="connsiteX112" fmla="*/ 1165752 w 1695641"/>
                <a:gd name="connsiteY112" fmla="*/ 370428 h 384233"/>
                <a:gd name="connsiteX113" fmla="*/ 1165752 w 1695641"/>
                <a:gd name="connsiteY113" fmla="*/ 376408 h 384233"/>
                <a:gd name="connsiteX114" fmla="*/ 1165752 w 1695641"/>
                <a:gd name="connsiteY114" fmla="*/ 382298 h 384233"/>
                <a:gd name="connsiteX115" fmla="*/ 1119075 w 1695641"/>
                <a:gd name="connsiteY115" fmla="*/ 382298 h 384233"/>
                <a:gd name="connsiteX116" fmla="*/ 1057939 w 1695641"/>
                <a:gd name="connsiteY116" fmla="*/ 315451 h 384233"/>
                <a:gd name="connsiteX117" fmla="*/ 1108007 w 1695641"/>
                <a:gd name="connsiteY117" fmla="*/ 315451 h 384233"/>
                <a:gd name="connsiteX118" fmla="*/ 1108007 w 1695641"/>
                <a:gd name="connsiteY118" fmla="*/ 321341 h 384233"/>
                <a:gd name="connsiteX119" fmla="*/ 1108007 w 1695641"/>
                <a:gd name="connsiteY119" fmla="*/ 327321 h 384233"/>
                <a:gd name="connsiteX120" fmla="*/ 1089354 w 1695641"/>
                <a:gd name="connsiteY120" fmla="*/ 327321 h 384233"/>
                <a:gd name="connsiteX121" fmla="*/ 1089354 w 1695641"/>
                <a:gd name="connsiteY121" fmla="*/ 382298 h 384233"/>
                <a:gd name="connsiteX122" fmla="*/ 1083017 w 1695641"/>
                <a:gd name="connsiteY122" fmla="*/ 382298 h 384233"/>
                <a:gd name="connsiteX123" fmla="*/ 1076592 w 1695641"/>
                <a:gd name="connsiteY123" fmla="*/ 382298 h 384233"/>
                <a:gd name="connsiteX124" fmla="*/ 1076592 w 1695641"/>
                <a:gd name="connsiteY124" fmla="*/ 327321 h 384233"/>
                <a:gd name="connsiteX125" fmla="*/ 1057939 w 1695641"/>
                <a:gd name="connsiteY125" fmla="*/ 327321 h 384233"/>
                <a:gd name="connsiteX126" fmla="*/ 1057939 w 1695641"/>
                <a:gd name="connsiteY126" fmla="*/ 321431 h 384233"/>
                <a:gd name="connsiteX127" fmla="*/ 980293 w 1695641"/>
                <a:gd name="connsiteY127" fmla="*/ 315451 h 384233"/>
                <a:gd name="connsiteX128" fmla="*/ 1024024 w 1695641"/>
                <a:gd name="connsiteY128" fmla="*/ 315451 h 384233"/>
                <a:gd name="connsiteX129" fmla="*/ 1024024 w 1695641"/>
                <a:gd name="connsiteY129" fmla="*/ 321341 h 384233"/>
                <a:gd name="connsiteX130" fmla="*/ 1024024 w 1695641"/>
                <a:gd name="connsiteY130" fmla="*/ 327321 h 384233"/>
                <a:gd name="connsiteX131" fmla="*/ 993145 w 1695641"/>
                <a:gd name="connsiteY131" fmla="*/ 327321 h 384233"/>
                <a:gd name="connsiteX132" fmla="*/ 993145 w 1695641"/>
                <a:gd name="connsiteY132" fmla="*/ 342494 h 384233"/>
                <a:gd name="connsiteX133" fmla="*/ 1020098 w 1695641"/>
                <a:gd name="connsiteY133" fmla="*/ 342494 h 384233"/>
                <a:gd name="connsiteX134" fmla="*/ 1020098 w 1695641"/>
                <a:gd name="connsiteY134" fmla="*/ 348295 h 384233"/>
                <a:gd name="connsiteX135" fmla="*/ 1020098 w 1695641"/>
                <a:gd name="connsiteY135" fmla="*/ 354006 h 384233"/>
                <a:gd name="connsiteX136" fmla="*/ 993145 w 1695641"/>
                <a:gd name="connsiteY136" fmla="*/ 354006 h 384233"/>
                <a:gd name="connsiteX137" fmla="*/ 993145 w 1695641"/>
                <a:gd name="connsiteY137" fmla="*/ 382298 h 384233"/>
                <a:gd name="connsiteX138" fmla="*/ 986719 w 1695641"/>
                <a:gd name="connsiteY138" fmla="*/ 382298 h 384233"/>
                <a:gd name="connsiteX139" fmla="*/ 980293 w 1695641"/>
                <a:gd name="connsiteY139" fmla="*/ 382298 h 384233"/>
                <a:gd name="connsiteX140" fmla="*/ 822323 w 1695641"/>
                <a:gd name="connsiteY140" fmla="*/ 315451 h 384233"/>
                <a:gd name="connsiteX141" fmla="*/ 867661 w 1695641"/>
                <a:gd name="connsiteY141" fmla="*/ 315451 h 384233"/>
                <a:gd name="connsiteX142" fmla="*/ 867661 w 1695641"/>
                <a:gd name="connsiteY142" fmla="*/ 321341 h 384233"/>
                <a:gd name="connsiteX143" fmla="*/ 867661 w 1695641"/>
                <a:gd name="connsiteY143" fmla="*/ 327321 h 384233"/>
                <a:gd name="connsiteX144" fmla="*/ 835175 w 1695641"/>
                <a:gd name="connsiteY144" fmla="*/ 327321 h 384233"/>
                <a:gd name="connsiteX145" fmla="*/ 835175 w 1695641"/>
                <a:gd name="connsiteY145" fmla="*/ 341512 h 384233"/>
                <a:gd name="connsiteX146" fmla="*/ 865251 w 1695641"/>
                <a:gd name="connsiteY146" fmla="*/ 341512 h 384233"/>
                <a:gd name="connsiteX147" fmla="*/ 865251 w 1695641"/>
                <a:gd name="connsiteY147" fmla="*/ 347224 h 384233"/>
                <a:gd name="connsiteX148" fmla="*/ 865251 w 1695641"/>
                <a:gd name="connsiteY148" fmla="*/ 353024 h 384233"/>
                <a:gd name="connsiteX149" fmla="*/ 835175 w 1695641"/>
                <a:gd name="connsiteY149" fmla="*/ 353024 h 384233"/>
                <a:gd name="connsiteX150" fmla="*/ 835175 w 1695641"/>
                <a:gd name="connsiteY150" fmla="*/ 370428 h 384233"/>
                <a:gd name="connsiteX151" fmla="*/ 869089 w 1695641"/>
                <a:gd name="connsiteY151" fmla="*/ 370428 h 384233"/>
                <a:gd name="connsiteX152" fmla="*/ 869089 w 1695641"/>
                <a:gd name="connsiteY152" fmla="*/ 376408 h 384233"/>
                <a:gd name="connsiteX153" fmla="*/ 869089 w 1695641"/>
                <a:gd name="connsiteY153" fmla="*/ 382298 h 384233"/>
                <a:gd name="connsiteX154" fmla="*/ 822323 w 1695641"/>
                <a:gd name="connsiteY154" fmla="*/ 382298 h 384233"/>
                <a:gd name="connsiteX155" fmla="*/ 761277 w 1695641"/>
                <a:gd name="connsiteY155" fmla="*/ 315451 h 384233"/>
                <a:gd name="connsiteX156" fmla="*/ 811256 w 1695641"/>
                <a:gd name="connsiteY156" fmla="*/ 315451 h 384233"/>
                <a:gd name="connsiteX157" fmla="*/ 811256 w 1695641"/>
                <a:gd name="connsiteY157" fmla="*/ 321341 h 384233"/>
                <a:gd name="connsiteX158" fmla="*/ 811256 w 1695641"/>
                <a:gd name="connsiteY158" fmla="*/ 327321 h 384233"/>
                <a:gd name="connsiteX159" fmla="*/ 792692 w 1695641"/>
                <a:gd name="connsiteY159" fmla="*/ 327321 h 384233"/>
                <a:gd name="connsiteX160" fmla="*/ 792692 w 1695641"/>
                <a:gd name="connsiteY160" fmla="*/ 382298 h 384233"/>
                <a:gd name="connsiteX161" fmla="*/ 786266 w 1695641"/>
                <a:gd name="connsiteY161" fmla="*/ 382298 h 384233"/>
                <a:gd name="connsiteX162" fmla="*/ 779841 w 1695641"/>
                <a:gd name="connsiteY162" fmla="*/ 382298 h 384233"/>
                <a:gd name="connsiteX163" fmla="*/ 779841 w 1695641"/>
                <a:gd name="connsiteY163" fmla="*/ 327321 h 384233"/>
                <a:gd name="connsiteX164" fmla="*/ 761277 w 1695641"/>
                <a:gd name="connsiteY164" fmla="*/ 327321 h 384233"/>
                <a:gd name="connsiteX165" fmla="*/ 761277 w 1695641"/>
                <a:gd name="connsiteY165" fmla="*/ 321431 h 384233"/>
                <a:gd name="connsiteX166" fmla="*/ 640166 w 1695641"/>
                <a:gd name="connsiteY166" fmla="*/ 315451 h 384233"/>
                <a:gd name="connsiteX167" fmla="*/ 690145 w 1695641"/>
                <a:gd name="connsiteY167" fmla="*/ 315451 h 384233"/>
                <a:gd name="connsiteX168" fmla="*/ 690145 w 1695641"/>
                <a:gd name="connsiteY168" fmla="*/ 321341 h 384233"/>
                <a:gd name="connsiteX169" fmla="*/ 690145 w 1695641"/>
                <a:gd name="connsiteY169" fmla="*/ 327321 h 384233"/>
                <a:gd name="connsiteX170" fmla="*/ 671581 w 1695641"/>
                <a:gd name="connsiteY170" fmla="*/ 327321 h 384233"/>
                <a:gd name="connsiteX171" fmla="*/ 671581 w 1695641"/>
                <a:gd name="connsiteY171" fmla="*/ 382298 h 384233"/>
                <a:gd name="connsiteX172" fmla="*/ 665155 w 1695641"/>
                <a:gd name="connsiteY172" fmla="*/ 382298 h 384233"/>
                <a:gd name="connsiteX173" fmla="*/ 658730 w 1695641"/>
                <a:gd name="connsiteY173" fmla="*/ 382298 h 384233"/>
                <a:gd name="connsiteX174" fmla="*/ 658730 w 1695641"/>
                <a:gd name="connsiteY174" fmla="*/ 327321 h 384233"/>
                <a:gd name="connsiteX175" fmla="*/ 640166 w 1695641"/>
                <a:gd name="connsiteY175" fmla="*/ 327321 h 384233"/>
                <a:gd name="connsiteX176" fmla="*/ 640166 w 1695641"/>
                <a:gd name="connsiteY176" fmla="*/ 321431 h 384233"/>
                <a:gd name="connsiteX177" fmla="*/ 617140 w 1695641"/>
                <a:gd name="connsiteY177" fmla="*/ 315451 h 384233"/>
                <a:gd name="connsiteX178" fmla="*/ 623566 w 1695641"/>
                <a:gd name="connsiteY178" fmla="*/ 315451 h 384233"/>
                <a:gd name="connsiteX179" fmla="*/ 629992 w 1695641"/>
                <a:gd name="connsiteY179" fmla="*/ 315451 h 384233"/>
                <a:gd name="connsiteX180" fmla="*/ 629992 w 1695641"/>
                <a:gd name="connsiteY180" fmla="*/ 382298 h 384233"/>
                <a:gd name="connsiteX181" fmla="*/ 623655 w 1695641"/>
                <a:gd name="connsiteY181" fmla="*/ 382298 h 384233"/>
                <a:gd name="connsiteX182" fmla="*/ 617140 w 1695641"/>
                <a:gd name="connsiteY182" fmla="*/ 382298 h 384233"/>
                <a:gd name="connsiteX183" fmla="*/ 557165 w 1695641"/>
                <a:gd name="connsiteY183" fmla="*/ 315451 h 384233"/>
                <a:gd name="connsiteX184" fmla="*/ 607144 w 1695641"/>
                <a:gd name="connsiteY184" fmla="*/ 315451 h 384233"/>
                <a:gd name="connsiteX185" fmla="*/ 607144 w 1695641"/>
                <a:gd name="connsiteY185" fmla="*/ 321341 h 384233"/>
                <a:gd name="connsiteX186" fmla="*/ 607144 w 1695641"/>
                <a:gd name="connsiteY186" fmla="*/ 327321 h 384233"/>
                <a:gd name="connsiteX187" fmla="*/ 588580 w 1695641"/>
                <a:gd name="connsiteY187" fmla="*/ 327321 h 384233"/>
                <a:gd name="connsiteX188" fmla="*/ 588580 w 1695641"/>
                <a:gd name="connsiteY188" fmla="*/ 382298 h 384233"/>
                <a:gd name="connsiteX189" fmla="*/ 582154 w 1695641"/>
                <a:gd name="connsiteY189" fmla="*/ 382298 h 384233"/>
                <a:gd name="connsiteX190" fmla="*/ 575729 w 1695641"/>
                <a:gd name="connsiteY190" fmla="*/ 382298 h 384233"/>
                <a:gd name="connsiteX191" fmla="*/ 575729 w 1695641"/>
                <a:gd name="connsiteY191" fmla="*/ 327321 h 384233"/>
                <a:gd name="connsiteX192" fmla="*/ 557165 w 1695641"/>
                <a:gd name="connsiteY192" fmla="*/ 327321 h 384233"/>
                <a:gd name="connsiteX193" fmla="*/ 557165 w 1695641"/>
                <a:gd name="connsiteY193" fmla="*/ 321431 h 384233"/>
                <a:gd name="connsiteX194" fmla="*/ 435876 w 1695641"/>
                <a:gd name="connsiteY194" fmla="*/ 315451 h 384233"/>
                <a:gd name="connsiteX195" fmla="*/ 442659 w 1695641"/>
                <a:gd name="connsiteY195" fmla="*/ 315451 h 384233"/>
                <a:gd name="connsiteX196" fmla="*/ 449353 w 1695641"/>
                <a:gd name="connsiteY196" fmla="*/ 315451 h 384233"/>
                <a:gd name="connsiteX197" fmla="*/ 474074 w 1695641"/>
                <a:gd name="connsiteY197" fmla="*/ 362396 h 384233"/>
                <a:gd name="connsiteX198" fmla="*/ 474074 w 1695641"/>
                <a:gd name="connsiteY198" fmla="*/ 315451 h 384233"/>
                <a:gd name="connsiteX199" fmla="*/ 480054 w 1695641"/>
                <a:gd name="connsiteY199" fmla="*/ 315451 h 384233"/>
                <a:gd name="connsiteX200" fmla="*/ 486123 w 1695641"/>
                <a:gd name="connsiteY200" fmla="*/ 315451 h 384233"/>
                <a:gd name="connsiteX201" fmla="*/ 486123 w 1695641"/>
                <a:gd name="connsiteY201" fmla="*/ 382298 h 384233"/>
                <a:gd name="connsiteX202" fmla="*/ 479697 w 1695641"/>
                <a:gd name="connsiteY202" fmla="*/ 382298 h 384233"/>
                <a:gd name="connsiteX203" fmla="*/ 473271 w 1695641"/>
                <a:gd name="connsiteY203" fmla="*/ 382298 h 384233"/>
                <a:gd name="connsiteX204" fmla="*/ 447925 w 1695641"/>
                <a:gd name="connsiteY204" fmla="*/ 334104 h 384233"/>
                <a:gd name="connsiteX205" fmla="*/ 447925 w 1695641"/>
                <a:gd name="connsiteY205" fmla="*/ 382298 h 384233"/>
                <a:gd name="connsiteX206" fmla="*/ 441945 w 1695641"/>
                <a:gd name="connsiteY206" fmla="*/ 382298 h 384233"/>
                <a:gd name="connsiteX207" fmla="*/ 435876 w 1695641"/>
                <a:gd name="connsiteY207" fmla="*/ 382298 h 384233"/>
                <a:gd name="connsiteX208" fmla="*/ 408298 w 1695641"/>
                <a:gd name="connsiteY208" fmla="*/ 315451 h 384233"/>
                <a:gd name="connsiteX209" fmla="*/ 414635 w 1695641"/>
                <a:gd name="connsiteY209" fmla="*/ 315451 h 384233"/>
                <a:gd name="connsiteX210" fmla="*/ 421150 w 1695641"/>
                <a:gd name="connsiteY210" fmla="*/ 315451 h 384233"/>
                <a:gd name="connsiteX211" fmla="*/ 421150 w 1695641"/>
                <a:gd name="connsiteY211" fmla="*/ 382298 h 384233"/>
                <a:gd name="connsiteX212" fmla="*/ 414724 w 1695641"/>
                <a:gd name="connsiteY212" fmla="*/ 382298 h 384233"/>
                <a:gd name="connsiteX213" fmla="*/ 408298 w 1695641"/>
                <a:gd name="connsiteY213" fmla="*/ 382298 h 384233"/>
                <a:gd name="connsiteX214" fmla="*/ 246043 w 1695641"/>
                <a:gd name="connsiteY214" fmla="*/ 315451 h 384233"/>
                <a:gd name="connsiteX215" fmla="*/ 252737 w 1695641"/>
                <a:gd name="connsiteY215" fmla="*/ 315451 h 384233"/>
                <a:gd name="connsiteX216" fmla="*/ 259520 w 1695641"/>
                <a:gd name="connsiteY216" fmla="*/ 315451 h 384233"/>
                <a:gd name="connsiteX217" fmla="*/ 284152 w 1695641"/>
                <a:gd name="connsiteY217" fmla="*/ 362396 h 384233"/>
                <a:gd name="connsiteX218" fmla="*/ 284152 w 1695641"/>
                <a:gd name="connsiteY218" fmla="*/ 315451 h 384233"/>
                <a:gd name="connsiteX219" fmla="*/ 290131 w 1695641"/>
                <a:gd name="connsiteY219" fmla="*/ 315451 h 384233"/>
                <a:gd name="connsiteX220" fmla="*/ 296200 w 1695641"/>
                <a:gd name="connsiteY220" fmla="*/ 315451 h 384233"/>
                <a:gd name="connsiteX221" fmla="*/ 296200 w 1695641"/>
                <a:gd name="connsiteY221" fmla="*/ 382298 h 384233"/>
                <a:gd name="connsiteX222" fmla="*/ 289775 w 1695641"/>
                <a:gd name="connsiteY222" fmla="*/ 382298 h 384233"/>
                <a:gd name="connsiteX223" fmla="*/ 283349 w 1695641"/>
                <a:gd name="connsiteY223" fmla="*/ 382298 h 384233"/>
                <a:gd name="connsiteX224" fmla="*/ 258002 w 1695641"/>
                <a:gd name="connsiteY224" fmla="*/ 334104 h 384233"/>
                <a:gd name="connsiteX225" fmla="*/ 258002 w 1695641"/>
                <a:gd name="connsiteY225" fmla="*/ 382298 h 384233"/>
                <a:gd name="connsiteX226" fmla="*/ 252023 w 1695641"/>
                <a:gd name="connsiteY226" fmla="*/ 382298 h 384233"/>
                <a:gd name="connsiteX227" fmla="*/ 246043 w 1695641"/>
                <a:gd name="connsiteY227" fmla="*/ 382298 h 384233"/>
                <a:gd name="connsiteX228" fmla="*/ 218377 w 1695641"/>
                <a:gd name="connsiteY228" fmla="*/ 315451 h 384233"/>
                <a:gd name="connsiteX229" fmla="*/ 224803 w 1695641"/>
                <a:gd name="connsiteY229" fmla="*/ 315451 h 384233"/>
                <a:gd name="connsiteX230" fmla="*/ 231229 w 1695641"/>
                <a:gd name="connsiteY230" fmla="*/ 315451 h 384233"/>
                <a:gd name="connsiteX231" fmla="*/ 231229 w 1695641"/>
                <a:gd name="connsiteY231" fmla="*/ 382298 h 384233"/>
                <a:gd name="connsiteX232" fmla="*/ 224803 w 1695641"/>
                <a:gd name="connsiteY232" fmla="*/ 382298 h 384233"/>
                <a:gd name="connsiteX233" fmla="*/ 218377 w 1695641"/>
                <a:gd name="connsiteY233" fmla="*/ 382298 h 384233"/>
                <a:gd name="connsiteX234" fmla="*/ 140016 w 1695641"/>
                <a:gd name="connsiteY234" fmla="*/ 315451 h 384233"/>
                <a:gd name="connsiteX235" fmla="*/ 146442 w 1695641"/>
                <a:gd name="connsiteY235" fmla="*/ 315451 h 384233"/>
                <a:gd name="connsiteX236" fmla="*/ 152868 w 1695641"/>
                <a:gd name="connsiteY236" fmla="*/ 315451 h 384233"/>
                <a:gd name="connsiteX237" fmla="*/ 152868 w 1695641"/>
                <a:gd name="connsiteY237" fmla="*/ 382298 h 384233"/>
                <a:gd name="connsiteX238" fmla="*/ 146531 w 1695641"/>
                <a:gd name="connsiteY238" fmla="*/ 382298 h 384233"/>
                <a:gd name="connsiteX239" fmla="*/ 140016 w 1695641"/>
                <a:gd name="connsiteY239" fmla="*/ 382298 h 384233"/>
                <a:gd name="connsiteX240" fmla="*/ 80487 w 1695641"/>
                <a:gd name="connsiteY240" fmla="*/ 315451 h 384233"/>
                <a:gd name="connsiteX241" fmla="*/ 125736 w 1695641"/>
                <a:gd name="connsiteY241" fmla="*/ 315451 h 384233"/>
                <a:gd name="connsiteX242" fmla="*/ 125736 w 1695641"/>
                <a:gd name="connsiteY242" fmla="*/ 321341 h 384233"/>
                <a:gd name="connsiteX243" fmla="*/ 125736 w 1695641"/>
                <a:gd name="connsiteY243" fmla="*/ 327321 h 384233"/>
                <a:gd name="connsiteX244" fmla="*/ 93339 w 1695641"/>
                <a:gd name="connsiteY244" fmla="*/ 327321 h 384233"/>
                <a:gd name="connsiteX245" fmla="*/ 93339 w 1695641"/>
                <a:gd name="connsiteY245" fmla="*/ 341512 h 384233"/>
                <a:gd name="connsiteX246" fmla="*/ 123415 w 1695641"/>
                <a:gd name="connsiteY246" fmla="*/ 341512 h 384233"/>
                <a:gd name="connsiteX247" fmla="*/ 123415 w 1695641"/>
                <a:gd name="connsiteY247" fmla="*/ 347224 h 384233"/>
                <a:gd name="connsiteX248" fmla="*/ 123415 w 1695641"/>
                <a:gd name="connsiteY248" fmla="*/ 353024 h 384233"/>
                <a:gd name="connsiteX249" fmla="*/ 93339 w 1695641"/>
                <a:gd name="connsiteY249" fmla="*/ 353024 h 384233"/>
                <a:gd name="connsiteX250" fmla="*/ 93339 w 1695641"/>
                <a:gd name="connsiteY250" fmla="*/ 370428 h 384233"/>
                <a:gd name="connsiteX251" fmla="*/ 127164 w 1695641"/>
                <a:gd name="connsiteY251" fmla="*/ 370428 h 384233"/>
                <a:gd name="connsiteX252" fmla="*/ 127164 w 1695641"/>
                <a:gd name="connsiteY252" fmla="*/ 376408 h 384233"/>
                <a:gd name="connsiteX253" fmla="*/ 127164 w 1695641"/>
                <a:gd name="connsiteY253" fmla="*/ 382298 h 384233"/>
                <a:gd name="connsiteX254" fmla="*/ 80487 w 1695641"/>
                <a:gd name="connsiteY254" fmla="*/ 382298 h 384233"/>
                <a:gd name="connsiteX255" fmla="*/ 190189 w 1695641"/>
                <a:gd name="connsiteY255" fmla="*/ 315324 h 384233"/>
                <a:gd name="connsiteX256" fmla="*/ 202952 w 1695641"/>
                <a:gd name="connsiteY256" fmla="*/ 315324 h 384233"/>
                <a:gd name="connsiteX257" fmla="*/ 202952 w 1695641"/>
                <a:gd name="connsiteY257" fmla="*/ 363429 h 384233"/>
                <a:gd name="connsiteX258" fmla="*/ 197954 w 1695641"/>
                <a:gd name="connsiteY258" fmla="*/ 378779 h 384233"/>
                <a:gd name="connsiteX259" fmla="*/ 183138 w 1695641"/>
                <a:gd name="connsiteY259" fmla="*/ 384045 h 384233"/>
                <a:gd name="connsiteX260" fmla="*/ 167878 w 1695641"/>
                <a:gd name="connsiteY260" fmla="*/ 378243 h 384233"/>
                <a:gd name="connsiteX261" fmla="*/ 163326 w 1695641"/>
                <a:gd name="connsiteY261" fmla="*/ 360394 h 384233"/>
                <a:gd name="connsiteX262" fmla="*/ 163326 w 1695641"/>
                <a:gd name="connsiteY262" fmla="*/ 356914 h 384233"/>
                <a:gd name="connsiteX263" fmla="*/ 175553 w 1695641"/>
                <a:gd name="connsiteY263" fmla="*/ 356914 h 384233"/>
                <a:gd name="connsiteX264" fmla="*/ 175553 w 1695641"/>
                <a:gd name="connsiteY264" fmla="*/ 360930 h 384233"/>
                <a:gd name="connsiteX265" fmla="*/ 177248 w 1695641"/>
                <a:gd name="connsiteY265" fmla="*/ 369854 h 384233"/>
                <a:gd name="connsiteX266" fmla="*/ 183049 w 1695641"/>
                <a:gd name="connsiteY266" fmla="*/ 372799 h 384233"/>
                <a:gd name="connsiteX267" fmla="*/ 188493 w 1695641"/>
                <a:gd name="connsiteY267" fmla="*/ 370657 h 384233"/>
                <a:gd name="connsiteX268" fmla="*/ 190189 w 1695641"/>
                <a:gd name="connsiteY268" fmla="*/ 363697 h 384233"/>
                <a:gd name="connsiteX269" fmla="*/ 14815 w 1695641"/>
                <a:gd name="connsiteY269" fmla="*/ 315323 h 384233"/>
                <a:gd name="connsiteX270" fmla="*/ 44891 w 1695641"/>
                <a:gd name="connsiteY270" fmla="*/ 315323 h 384233"/>
                <a:gd name="connsiteX271" fmla="*/ 58814 w 1695641"/>
                <a:gd name="connsiteY271" fmla="*/ 319785 h 384233"/>
                <a:gd name="connsiteX272" fmla="*/ 63902 w 1695641"/>
                <a:gd name="connsiteY272" fmla="*/ 332280 h 384233"/>
                <a:gd name="connsiteX273" fmla="*/ 58189 w 1695641"/>
                <a:gd name="connsiteY273" fmla="*/ 344864 h 384233"/>
                <a:gd name="connsiteX274" fmla="*/ 56137 w 1695641"/>
                <a:gd name="connsiteY274" fmla="*/ 346203 h 384233"/>
                <a:gd name="connsiteX275" fmla="*/ 60064 w 1695641"/>
                <a:gd name="connsiteY275" fmla="*/ 348434 h 384233"/>
                <a:gd name="connsiteX276" fmla="*/ 65954 w 1695641"/>
                <a:gd name="connsiteY276" fmla="*/ 361285 h 384233"/>
                <a:gd name="connsiteX277" fmla="*/ 60064 w 1695641"/>
                <a:gd name="connsiteY277" fmla="*/ 376815 h 384233"/>
                <a:gd name="connsiteX278" fmla="*/ 43017 w 1695641"/>
                <a:gd name="connsiteY278" fmla="*/ 382170 h 384233"/>
                <a:gd name="connsiteX279" fmla="*/ 15083 w 1695641"/>
                <a:gd name="connsiteY279" fmla="*/ 382170 h 384233"/>
                <a:gd name="connsiteX280" fmla="*/ 700246 w 1695641"/>
                <a:gd name="connsiteY280" fmla="*/ 315235 h 384233"/>
                <a:gd name="connsiteX281" fmla="*/ 713098 w 1695641"/>
                <a:gd name="connsiteY281" fmla="*/ 315235 h 384233"/>
                <a:gd name="connsiteX282" fmla="*/ 713098 w 1695641"/>
                <a:gd name="connsiteY282" fmla="*/ 357360 h 384233"/>
                <a:gd name="connsiteX283" fmla="*/ 716132 w 1695641"/>
                <a:gd name="connsiteY283" fmla="*/ 368159 h 384233"/>
                <a:gd name="connsiteX284" fmla="*/ 725057 w 1695641"/>
                <a:gd name="connsiteY284" fmla="*/ 371729 h 384233"/>
                <a:gd name="connsiteX285" fmla="*/ 733982 w 1695641"/>
                <a:gd name="connsiteY285" fmla="*/ 368427 h 384233"/>
                <a:gd name="connsiteX286" fmla="*/ 736749 w 1695641"/>
                <a:gd name="connsiteY286" fmla="*/ 357360 h 384233"/>
                <a:gd name="connsiteX287" fmla="*/ 736749 w 1695641"/>
                <a:gd name="connsiteY287" fmla="*/ 315235 h 384233"/>
                <a:gd name="connsiteX288" fmla="*/ 749958 w 1695641"/>
                <a:gd name="connsiteY288" fmla="*/ 315235 h 384233"/>
                <a:gd name="connsiteX289" fmla="*/ 749958 w 1695641"/>
                <a:gd name="connsiteY289" fmla="*/ 356914 h 384233"/>
                <a:gd name="connsiteX290" fmla="*/ 744156 w 1695641"/>
                <a:gd name="connsiteY290" fmla="*/ 377620 h 384233"/>
                <a:gd name="connsiteX291" fmla="*/ 725146 w 1695641"/>
                <a:gd name="connsiteY291" fmla="*/ 383956 h 384233"/>
                <a:gd name="connsiteX292" fmla="*/ 706404 w 1695641"/>
                <a:gd name="connsiteY292" fmla="*/ 377352 h 384233"/>
                <a:gd name="connsiteX293" fmla="*/ 700246 w 1695641"/>
                <a:gd name="connsiteY293" fmla="*/ 356914 h 384233"/>
                <a:gd name="connsiteX294" fmla="*/ 1526374 w 1695641"/>
                <a:gd name="connsiteY294" fmla="*/ 313761 h 384233"/>
                <a:gd name="connsiteX295" fmla="*/ 1547261 w 1695641"/>
                <a:gd name="connsiteY295" fmla="*/ 321079 h 384233"/>
                <a:gd name="connsiteX296" fmla="*/ 1549537 w 1695641"/>
                <a:gd name="connsiteY296" fmla="*/ 323355 h 384233"/>
                <a:gd name="connsiteX297" fmla="*/ 1557570 w 1695641"/>
                <a:gd name="connsiteY297" fmla="*/ 349327 h 384233"/>
                <a:gd name="connsiteX298" fmla="*/ 1549537 w 1695641"/>
                <a:gd name="connsiteY298" fmla="*/ 374763 h 384233"/>
                <a:gd name="connsiteX299" fmla="*/ 1508175 w 1695641"/>
                <a:gd name="connsiteY299" fmla="*/ 376508 h 384233"/>
                <a:gd name="connsiteX300" fmla="*/ 1506430 w 1695641"/>
                <a:gd name="connsiteY300" fmla="*/ 374763 h 384233"/>
                <a:gd name="connsiteX301" fmla="*/ 1498397 w 1695641"/>
                <a:gd name="connsiteY301" fmla="*/ 349327 h 384233"/>
                <a:gd name="connsiteX302" fmla="*/ 1506430 w 1695641"/>
                <a:gd name="connsiteY302" fmla="*/ 323355 h 384233"/>
                <a:gd name="connsiteX303" fmla="*/ 1526374 w 1695641"/>
                <a:gd name="connsiteY303" fmla="*/ 313761 h 384233"/>
                <a:gd name="connsiteX304" fmla="*/ 1400517 w 1695641"/>
                <a:gd name="connsiteY304" fmla="*/ 313754 h 384233"/>
                <a:gd name="connsiteX305" fmla="*/ 1421460 w 1695641"/>
                <a:gd name="connsiteY305" fmla="*/ 321118 h 384233"/>
                <a:gd name="connsiteX306" fmla="*/ 1423697 w 1695641"/>
                <a:gd name="connsiteY306" fmla="*/ 323355 h 384233"/>
                <a:gd name="connsiteX307" fmla="*/ 1431641 w 1695641"/>
                <a:gd name="connsiteY307" fmla="*/ 349327 h 384233"/>
                <a:gd name="connsiteX308" fmla="*/ 1423697 w 1695641"/>
                <a:gd name="connsiteY308" fmla="*/ 374763 h 384233"/>
                <a:gd name="connsiteX309" fmla="*/ 1382207 w 1695641"/>
                <a:gd name="connsiteY309" fmla="*/ 376469 h 384233"/>
                <a:gd name="connsiteX310" fmla="*/ 1380501 w 1695641"/>
                <a:gd name="connsiteY310" fmla="*/ 374763 h 384233"/>
                <a:gd name="connsiteX311" fmla="*/ 1380500 w 1695641"/>
                <a:gd name="connsiteY311" fmla="*/ 374763 h 384233"/>
                <a:gd name="connsiteX312" fmla="*/ 1372557 w 1695641"/>
                <a:gd name="connsiteY312" fmla="*/ 349327 h 384233"/>
                <a:gd name="connsiteX313" fmla="*/ 1380500 w 1695641"/>
                <a:gd name="connsiteY313" fmla="*/ 323355 h 384233"/>
                <a:gd name="connsiteX314" fmla="*/ 1400517 w 1695641"/>
                <a:gd name="connsiteY314" fmla="*/ 313754 h 384233"/>
                <a:gd name="connsiteX315" fmla="*/ 935084 w 1695641"/>
                <a:gd name="connsiteY315" fmla="*/ 313754 h 384233"/>
                <a:gd name="connsiteX316" fmla="*/ 956027 w 1695641"/>
                <a:gd name="connsiteY316" fmla="*/ 321118 h 384233"/>
                <a:gd name="connsiteX317" fmla="*/ 958264 w 1695641"/>
                <a:gd name="connsiteY317" fmla="*/ 323355 h 384233"/>
                <a:gd name="connsiteX318" fmla="*/ 966208 w 1695641"/>
                <a:gd name="connsiteY318" fmla="*/ 349327 h 384233"/>
                <a:gd name="connsiteX319" fmla="*/ 958264 w 1695641"/>
                <a:gd name="connsiteY319" fmla="*/ 374763 h 384233"/>
                <a:gd name="connsiteX320" fmla="*/ 916774 w 1695641"/>
                <a:gd name="connsiteY320" fmla="*/ 376469 h 384233"/>
                <a:gd name="connsiteX321" fmla="*/ 915068 w 1695641"/>
                <a:gd name="connsiteY321" fmla="*/ 374763 h 384233"/>
                <a:gd name="connsiteX322" fmla="*/ 915067 w 1695641"/>
                <a:gd name="connsiteY322" fmla="*/ 374763 h 384233"/>
                <a:gd name="connsiteX323" fmla="*/ 907124 w 1695641"/>
                <a:gd name="connsiteY323" fmla="*/ 349327 h 384233"/>
                <a:gd name="connsiteX324" fmla="*/ 915067 w 1695641"/>
                <a:gd name="connsiteY324" fmla="*/ 323355 h 384233"/>
                <a:gd name="connsiteX325" fmla="*/ 935084 w 1695641"/>
                <a:gd name="connsiteY325" fmla="*/ 313754 h 384233"/>
                <a:gd name="connsiteX326" fmla="*/ 1598624 w 1695641"/>
                <a:gd name="connsiteY326" fmla="*/ 313717 h 384233"/>
                <a:gd name="connsiteX327" fmla="*/ 1617099 w 1695641"/>
                <a:gd name="connsiteY327" fmla="*/ 319786 h 384233"/>
                <a:gd name="connsiteX328" fmla="*/ 1625578 w 1695641"/>
                <a:gd name="connsiteY328" fmla="*/ 336207 h 384233"/>
                <a:gd name="connsiteX329" fmla="*/ 1612994 w 1695641"/>
                <a:gd name="connsiteY329" fmla="*/ 336207 h 384233"/>
                <a:gd name="connsiteX330" fmla="*/ 1608442 w 1695641"/>
                <a:gd name="connsiteY330" fmla="*/ 328621 h 384233"/>
                <a:gd name="connsiteX331" fmla="*/ 1599517 w 1695641"/>
                <a:gd name="connsiteY331" fmla="*/ 325319 h 384233"/>
                <a:gd name="connsiteX332" fmla="*/ 1586397 w 1695641"/>
                <a:gd name="connsiteY332" fmla="*/ 331566 h 384233"/>
                <a:gd name="connsiteX333" fmla="*/ 1586397 w 1695641"/>
                <a:gd name="connsiteY333" fmla="*/ 366373 h 384233"/>
                <a:gd name="connsiteX334" fmla="*/ 1599696 w 1695641"/>
                <a:gd name="connsiteY334" fmla="*/ 372353 h 384233"/>
                <a:gd name="connsiteX335" fmla="*/ 1611298 w 1695641"/>
                <a:gd name="connsiteY335" fmla="*/ 366106 h 384233"/>
                <a:gd name="connsiteX336" fmla="*/ 1614689 w 1695641"/>
                <a:gd name="connsiteY336" fmla="*/ 357895 h 384233"/>
                <a:gd name="connsiteX337" fmla="*/ 1600231 w 1695641"/>
                <a:gd name="connsiteY337" fmla="*/ 357895 h 384233"/>
                <a:gd name="connsiteX338" fmla="*/ 1600231 w 1695641"/>
                <a:gd name="connsiteY338" fmla="*/ 346382 h 384233"/>
                <a:gd name="connsiteX339" fmla="*/ 1626024 w 1695641"/>
                <a:gd name="connsiteY339" fmla="*/ 346382 h 384233"/>
                <a:gd name="connsiteX340" fmla="*/ 1626024 w 1695641"/>
                <a:gd name="connsiteY340" fmla="*/ 382081 h 384233"/>
                <a:gd name="connsiteX341" fmla="*/ 1617099 w 1695641"/>
                <a:gd name="connsiteY341" fmla="*/ 382081 h 384233"/>
                <a:gd name="connsiteX342" fmla="*/ 1615850 w 1695641"/>
                <a:gd name="connsiteY342" fmla="*/ 373156 h 384233"/>
                <a:gd name="connsiteX343" fmla="*/ 1615671 w 1695641"/>
                <a:gd name="connsiteY343" fmla="*/ 374762 h 384233"/>
                <a:gd name="connsiteX344" fmla="*/ 1597821 w 1695641"/>
                <a:gd name="connsiteY344" fmla="*/ 384223 h 384233"/>
                <a:gd name="connsiteX345" fmla="*/ 1597821 w 1695641"/>
                <a:gd name="connsiteY345" fmla="*/ 383687 h 384233"/>
                <a:gd name="connsiteX346" fmla="*/ 1576401 w 1695641"/>
                <a:gd name="connsiteY346" fmla="*/ 374762 h 384233"/>
                <a:gd name="connsiteX347" fmla="*/ 1576401 w 1695641"/>
                <a:gd name="connsiteY347" fmla="*/ 323356 h 384233"/>
                <a:gd name="connsiteX348" fmla="*/ 1598624 w 1695641"/>
                <a:gd name="connsiteY348" fmla="*/ 313717 h 384233"/>
                <a:gd name="connsiteX349" fmla="*/ 1205662 w 1695641"/>
                <a:gd name="connsiteY349" fmla="*/ 313538 h 384233"/>
                <a:gd name="connsiteX350" fmla="*/ 1223511 w 1695641"/>
                <a:gd name="connsiteY350" fmla="*/ 319964 h 384233"/>
                <a:gd name="connsiteX351" fmla="*/ 1232436 w 1695641"/>
                <a:gd name="connsiteY351" fmla="*/ 337367 h 384233"/>
                <a:gd name="connsiteX352" fmla="*/ 1219584 w 1695641"/>
                <a:gd name="connsiteY352" fmla="*/ 337367 h 384233"/>
                <a:gd name="connsiteX353" fmla="*/ 1215300 w 1695641"/>
                <a:gd name="connsiteY353" fmla="*/ 328442 h 384233"/>
                <a:gd name="connsiteX354" fmla="*/ 1206376 w 1695641"/>
                <a:gd name="connsiteY354" fmla="*/ 325229 h 384233"/>
                <a:gd name="connsiteX355" fmla="*/ 1195130 w 1695641"/>
                <a:gd name="connsiteY355" fmla="*/ 331477 h 384233"/>
                <a:gd name="connsiteX356" fmla="*/ 1191114 w 1695641"/>
                <a:gd name="connsiteY356" fmla="*/ 348702 h 384233"/>
                <a:gd name="connsiteX357" fmla="*/ 1195130 w 1695641"/>
                <a:gd name="connsiteY357" fmla="*/ 365480 h 384233"/>
                <a:gd name="connsiteX358" fmla="*/ 1214212 w 1695641"/>
                <a:gd name="connsiteY358" fmla="*/ 369182 h 384233"/>
                <a:gd name="connsiteX359" fmla="*/ 1215746 w 1695641"/>
                <a:gd name="connsiteY359" fmla="*/ 367979 h 384233"/>
                <a:gd name="connsiteX360" fmla="*/ 1220030 w 1695641"/>
                <a:gd name="connsiteY360" fmla="*/ 358430 h 384233"/>
                <a:gd name="connsiteX361" fmla="*/ 1231901 w 1695641"/>
                <a:gd name="connsiteY361" fmla="*/ 358787 h 384233"/>
                <a:gd name="connsiteX362" fmla="*/ 1223511 w 1695641"/>
                <a:gd name="connsiteY362" fmla="*/ 377172 h 384233"/>
                <a:gd name="connsiteX363" fmla="*/ 1205662 w 1695641"/>
                <a:gd name="connsiteY363" fmla="*/ 384044 h 384233"/>
                <a:gd name="connsiteX364" fmla="*/ 1185045 w 1695641"/>
                <a:gd name="connsiteY364" fmla="*/ 374584 h 384233"/>
                <a:gd name="connsiteX365" fmla="*/ 1177370 w 1695641"/>
                <a:gd name="connsiteY365" fmla="*/ 349148 h 384233"/>
                <a:gd name="connsiteX366" fmla="*/ 1185045 w 1695641"/>
                <a:gd name="connsiteY366" fmla="*/ 323177 h 384233"/>
                <a:gd name="connsiteX367" fmla="*/ 1205662 w 1695641"/>
                <a:gd name="connsiteY367" fmla="*/ 313538 h 384233"/>
                <a:gd name="connsiteX368" fmla="*/ 523890 w 1695641"/>
                <a:gd name="connsiteY368" fmla="*/ 313538 h 384233"/>
                <a:gd name="connsiteX369" fmla="*/ 540758 w 1695641"/>
                <a:gd name="connsiteY369" fmla="*/ 319428 h 384233"/>
                <a:gd name="connsiteX370" fmla="*/ 547898 w 1695641"/>
                <a:gd name="connsiteY370" fmla="*/ 335404 h 384233"/>
                <a:gd name="connsiteX371" fmla="*/ 534867 w 1695641"/>
                <a:gd name="connsiteY371" fmla="*/ 335404 h 384233"/>
                <a:gd name="connsiteX372" fmla="*/ 531029 w 1695641"/>
                <a:gd name="connsiteY372" fmla="*/ 327817 h 384233"/>
                <a:gd name="connsiteX373" fmla="*/ 522105 w 1695641"/>
                <a:gd name="connsiteY373" fmla="*/ 325051 h 384233"/>
                <a:gd name="connsiteX374" fmla="*/ 514519 w 1695641"/>
                <a:gd name="connsiteY374" fmla="*/ 327371 h 384233"/>
                <a:gd name="connsiteX375" fmla="*/ 511752 w 1695641"/>
                <a:gd name="connsiteY375" fmla="*/ 333886 h 384233"/>
                <a:gd name="connsiteX376" fmla="*/ 514608 w 1695641"/>
                <a:gd name="connsiteY376" fmla="*/ 338527 h 384233"/>
                <a:gd name="connsiteX377" fmla="*/ 526745 w 1695641"/>
                <a:gd name="connsiteY377" fmla="*/ 342365 h 384233"/>
                <a:gd name="connsiteX378" fmla="*/ 544595 w 1695641"/>
                <a:gd name="connsiteY378" fmla="*/ 349951 h 384233"/>
                <a:gd name="connsiteX379" fmla="*/ 549058 w 1695641"/>
                <a:gd name="connsiteY379" fmla="*/ 363517 h 384233"/>
                <a:gd name="connsiteX380" fmla="*/ 542274 w 1695641"/>
                <a:gd name="connsiteY380" fmla="*/ 378510 h 384233"/>
                <a:gd name="connsiteX381" fmla="*/ 523801 w 1695641"/>
                <a:gd name="connsiteY381" fmla="*/ 384044 h 384233"/>
                <a:gd name="connsiteX382" fmla="*/ 505951 w 1695641"/>
                <a:gd name="connsiteY382" fmla="*/ 378153 h 384233"/>
                <a:gd name="connsiteX383" fmla="*/ 498900 w 1695641"/>
                <a:gd name="connsiteY383" fmla="*/ 361464 h 384233"/>
                <a:gd name="connsiteX384" fmla="*/ 511306 w 1695641"/>
                <a:gd name="connsiteY384" fmla="*/ 361465 h 384233"/>
                <a:gd name="connsiteX385" fmla="*/ 514876 w 1695641"/>
                <a:gd name="connsiteY385" fmla="*/ 369675 h 384233"/>
                <a:gd name="connsiteX386" fmla="*/ 523801 w 1695641"/>
                <a:gd name="connsiteY386" fmla="*/ 372531 h 384233"/>
                <a:gd name="connsiteX387" fmla="*/ 533439 w 1695641"/>
                <a:gd name="connsiteY387" fmla="*/ 370389 h 384233"/>
                <a:gd name="connsiteX388" fmla="*/ 536920 w 1695641"/>
                <a:gd name="connsiteY388" fmla="*/ 364410 h 384233"/>
                <a:gd name="connsiteX389" fmla="*/ 534421 w 1695641"/>
                <a:gd name="connsiteY389" fmla="*/ 358787 h 384233"/>
                <a:gd name="connsiteX390" fmla="*/ 523979 w 1695641"/>
                <a:gd name="connsiteY390" fmla="*/ 355128 h 384233"/>
                <a:gd name="connsiteX391" fmla="*/ 504434 w 1695641"/>
                <a:gd name="connsiteY391" fmla="*/ 347452 h 384233"/>
                <a:gd name="connsiteX392" fmla="*/ 499525 w 1695641"/>
                <a:gd name="connsiteY392" fmla="*/ 334690 h 384233"/>
                <a:gd name="connsiteX393" fmla="*/ 506040 w 1695641"/>
                <a:gd name="connsiteY393" fmla="*/ 319249 h 384233"/>
                <a:gd name="connsiteX394" fmla="*/ 523890 w 1695641"/>
                <a:gd name="connsiteY394" fmla="*/ 313538 h 384233"/>
                <a:gd name="connsiteX395" fmla="*/ 336367 w 1695641"/>
                <a:gd name="connsiteY395" fmla="*/ 313293 h 384233"/>
                <a:gd name="connsiteX396" fmla="*/ 357351 w 1695641"/>
                <a:gd name="connsiteY396" fmla="*/ 319250 h 384233"/>
                <a:gd name="connsiteX397" fmla="*/ 365830 w 1695641"/>
                <a:gd name="connsiteY397" fmla="*/ 335672 h 384233"/>
                <a:gd name="connsiteX398" fmla="*/ 352978 w 1695641"/>
                <a:gd name="connsiteY398" fmla="*/ 335672 h 384233"/>
                <a:gd name="connsiteX399" fmla="*/ 348515 w 1695641"/>
                <a:gd name="connsiteY399" fmla="*/ 328086 h 384233"/>
                <a:gd name="connsiteX400" fmla="*/ 339591 w 1695641"/>
                <a:gd name="connsiteY400" fmla="*/ 324783 h 384233"/>
                <a:gd name="connsiteX401" fmla="*/ 326472 w 1695641"/>
                <a:gd name="connsiteY401" fmla="*/ 331031 h 384233"/>
                <a:gd name="connsiteX402" fmla="*/ 321741 w 1695641"/>
                <a:gd name="connsiteY402" fmla="*/ 348881 h 384233"/>
                <a:gd name="connsiteX403" fmla="*/ 326293 w 1695641"/>
                <a:gd name="connsiteY403" fmla="*/ 366195 h 384233"/>
                <a:gd name="connsiteX404" fmla="*/ 339591 w 1695641"/>
                <a:gd name="connsiteY404" fmla="*/ 372175 h 384233"/>
                <a:gd name="connsiteX405" fmla="*/ 351193 w 1695641"/>
                <a:gd name="connsiteY405" fmla="*/ 365928 h 384233"/>
                <a:gd name="connsiteX406" fmla="*/ 354584 w 1695641"/>
                <a:gd name="connsiteY406" fmla="*/ 357717 h 384233"/>
                <a:gd name="connsiteX407" fmla="*/ 340127 w 1695641"/>
                <a:gd name="connsiteY407" fmla="*/ 357717 h 384233"/>
                <a:gd name="connsiteX408" fmla="*/ 340127 w 1695641"/>
                <a:gd name="connsiteY408" fmla="*/ 346203 h 384233"/>
                <a:gd name="connsiteX409" fmla="*/ 366187 w 1695641"/>
                <a:gd name="connsiteY409" fmla="*/ 346203 h 384233"/>
                <a:gd name="connsiteX410" fmla="*/ 366187 w 1695641"/>
                <a:gd name="connsiteY410" fmla="*/ 381903 h 384233"/>
                <a:gd name="connsiteX411" fmla="*/ 357262 w 1695641"/>
                <a:gd name="connsiteY411" fmla="*/ 381903 h 384233"/>
                <a:gd name="connsiteX412" fmla="*/ 356012 w 1695641"/>
                <a:gd name="connsiteY412" fmla="*/ 372978 h 384233"/>
                <a:gd name="connsiteX413" fmla="*/ 355299 w 1695641"/>
                <a:gd name="connsiteY413" fmla="*/ 374049 h 384233"/>
                <a:gd name="connsiteX414" fmla="*/ 337551 w 1695641"/>
                <a:gd name="connsiteY414" fmla="*/ 383456 h 384233"/>
                <a:gd name="connsiteX415" fmla="*/ 316743 w 1695641"/>
                <a:gd name="connsiteY415" fmla="*/ 374228 h 384233"/>
                <a:gd name="connsiteX416" fmla="*/ 316743 w 1695641"/>
                <a:gd name="connsiteY416" fmla="*/ 322820 h 384233"/>
                <a:gd name="connsiteX417" fmla="*/ 336367 w 1695641"/>
                <a:gd name="connsiteY417" fmla="*/ 313293 h 384233"/>
                <a:gd name="connsiteX418" fmla="*/ 381539 w 1695641"/>
                <a:gd name="connsiteY418" fmla="*/ 228751 h 384233"/>
                <a:gd name="connsiteX419" fmla="*/ 381449 w 1695641"/>
                <a:gd name="connsiteY419" fmla="*/ 228930 h 384233"/>
                <a:gd name="connsiteX420" fmla="*/ 381464 w 1695641"/>
                <a:gd name="connsiteY420" fmla="*/ 228833 h 384233"/>
                <a:gd name="connsiteX421" fmla="*/ 350212 w 1695641"/>
                <a:gd name="connsiteY421" fmla="*/ 205101 h 384233"/>
                <a:gd name="connsiteX422" fmla="*/ 359137 w 1695641"/>
                <a:gd name="connsiteY422" fmla="*/ 216256 h 384233"/>
                <a:gd name="connsiteX423" fmla="*/ 368597 w 1695641"/>
                <a:gd name="connsiteY423" fmla="*/ 213936 h 384233"/>
                <a:gd name="connsiteX424" fmla="*/ 379575 w 1695641"/>
                <a:gd name="connsiteY424" fmla="*/ 213936 h 384233"/>
                <a:gd name="connsiteX425" fmla="*/ 383413 w 1695641"/>
                <a:gd name="connsiteY425" fmla="*/ 215721 h 384233"/>
                <a:gd name="connsiteX426" fmla="*/ 382520 w 1695641"/>
                <a:gd name="connsiteY426" fmla="*/ 221968 h 384233"/>
                <a:gd name="connsiteX427" fmla="*/ 381464 w 1695641"/>
                <a:gd name="connsiteY427" fmla="*/ 228833 h 384233"/>
                <a:gd name="connsiteX428" fmla="*/ 376719 w 1695641"/>
                <a:gd name="connsiteY428" fmla="*/ 234017 h 384233"/>
                <a:gd name="connsiteX429" fmla="*/ 371810 w 1695641"/>
                <a:gd name="connsiteY429" fmla="*/ 237676 h 384233"/>
                <a:gd name="connsiteX430" fmla="*/ 368330 w 1695641"/>
                <a:gd name="connsiteY430" fmla="*/ 247583 h 384233"/>
                <a:gd name="connsiteX431" fmla="*/ 361368 w 1695641"/>
                <a:gd name="connsiteY431" fmla="*/ 252313 h 384233"/>
                <a:gd name="connsiteX432" fmla="*/ 353336 w 1695641"/>
                <a:gd name="connsiteY432" fmla="*/ 253027 h 384233"/>
                <a:gd name="connsiteX433" fmla="*/ 342715 w 1695641"/>
                <a:gd name="connsiteY433" fmla="*/ 257490 h 384233"/>
                <a:gd name="connsiteX434" fmla="*/ 330041 w 1695641"/>
                <a:gd name="connsiteY434" fmla="*/ 247048 h 384233"/>
                <a:gd name="connsiteX435" fmla="*/ 331380 w 1695641"/>
                <a:gd name="connsiteY435" fmla="*/ 239193 h 384233"/>
                <a:gd name="connsiteX436" fmla="*/ 329506 w 1695641"/>
                <a:gd name="connsiteY436" fmla="*/ 232946 h 384233"/>
                <a:gd name="connsiteX437" fmla="*/ 333344 w 1695641"/>
                <a:gd name="connsiteY437" fmla="*/ 225627 h 384233"/>
                <a:gd name="connsiteX438" fmla="*/ 343072 w 1695641"/>
                <a:gd name="connsiteY438" fmla="*/ 208939 h 384233"/>
                <a:gd name="connsiteX439" fmla="*/ 350212 w 1695641"/>
                <a:gd name="connsiteY439" fmla="*/ 205101 h 384233"/>
                <a:gd name="connsiteX440" fmla="*/ 469269 w 1695641"/>
                <a:gd name="connsiteY440" fmla="*/ 183145 h 384233"/>
                <a:gd name="connsiteX441" fmla="*/ 476410 w 1695641"/>
                <a:gd name="connsiteY441" fmla="*/ 184752 h 384233"/>
                <a:gd name="connsiteX442" fmla="*/ 483639 w 1695641"/>
                <a:gd name="connsiteY442" fmla="*/ 188500 h 384233"/>
                <a:gd name="connsiteX443" fmla="*/ 490868 w 1695641"/>
                <a:gd name="connsiteY443" fmla="*/ 189125 h 384233"/>
                <a:gd name="connsiteX444" fmla="*/ 498008 w 1695641"/>
                <a:gd name="connsiteY444" fmla="*/ 191356 h 384233"/>
                <a:gd name="connsiteX445" fmla="*/ 504166 w 1695641"/>
                <a:gd name="connsiteY445" fmla="*/ 190375 h 384233"/>
                <a:gd name="connsiteX446" fmla="*/ 518802 w 1695641"/>
                <a:gd name="connsiteY446" fmla="*/ 203316 h 384233"/>
                <a:gd name="connsiteX447" fmla="*/ 517999 w 1695641"/>
                <a:gd name="connsiteY447" fmla="*/ 203494 h 384233"/>
                <a:gd name="connsiteX448" fmla="*/ 521837 w 1695641"/>
                <a:gd name="connsiteY448" fmla="*/ 209117 h 384233"/>
                <a:gd name="connsiteX449" fmla="*/ 521837 w 1695641"/>
                <a:gd name="connsiteY449" fmla="*/ 216435 h 384233"/>
                <a:gd name="connsiteX450" fmla="*/ 516660 w 1695641"/>
                <a:gd name="connsiteY450" fmla="*/ 223219 h 384233"/>
                <a:gd name="connsiteX451" fmla="*/ 512644 w 1695641"/>
                <a:gd name="connsiteY451" fmla="*/ 231430 h 384233"/>
                <a:gd name="connsiteX452" fmla="*/ 507915 w 1695641"/>
                <a:gd name="connsiteY452" fmla="*/ 236963 h 384233"/>
                <a:gd name="connsiteX453" fmla="*/ 499704 w 1695641"/>
                <a:gd name="connsiteY453" fmla="*/ 240265 h 384233"/>
                <a:gd name="connsiteX454" fmla="*/ 492742 w 1695641"/>
                <a:gd name="connsiteY454" fmla="*/ 240265 h 384233"/>
                <a:gd name="connsiteX455" fmla="*/ 485424 w 1695641"/>
                <a:gd name="connsiteY455" fmla="*/ 243746 h 384233"/>
                <a:gd name="connsiteX456" fmla="*/ 479712 w 1695641"/>
                <a:gd name="connsiteY456" fmla="*/ 237677 h 384233"/>
                <a:gd name="connsiteX457" fmla="*/ 479712 w 1695641"/>
                <a:gd name="connsiteY457" fmla="*/ 229645 h 384233"/>
                <a:gd name="connsiteX458" fmla="*/ 473821 w 1695641"/>
                <a:gd name="connsiteY458" fmla="*/ 218845 h 384233"/>
                <a:gd name="connsiteX459" fmla="*/ 469091 w 1695641"/>
                <a:gd name="connsiteY459" fmla="*/ 209474 h 384233"/>
                <a:gd name="connsiteX460" fmla="*/ 466324 w 1695641"/>
                <a:gd name="connsiteY460" fmla="*/ 199032 h 384233"/>
                <a:gd name="connsiteX461" fmla="*/ 466860 w 1695641"/>
                <a:gd name="connsiteY461" fmla="*/ 192606 h 384233"/>
                <a:gd name="connsiteX462" fmla="*/ 469269 w 1695641"/>
                <a:gd name="connsiteY462" fmla="*/ 183145 h 384233"/>
                <a:gd name="connsiteX463" fmla="*/ 443656 w 1695641"/>
                <a:gd name="connsiteY463" fmla="*/ 131382 h 384233"/>
                <a:gd name="connsiteX464" fmla="*/ 437051 w 1695641"/>
                <a:gd name="connsiteY464" fmla="*/ 132274 h 384233"/>
                <a:gd name="connsiteX465" fmla="*/ 430269 w 1695641"/>
                <a:gd name="connsiteY465" fmla="*/ 134505 h 384233"/>
                <a:gd name="connsiteX466" fmla="*/ 425181 w 1695641"/>
                <a:gd name="connsiteY466" fmla="*/ 137718 h 384233"/>
                <a:gd name="connsiteX467" fmla="*/ 411972 w 1695641"/>
                <a:gd name="connsiteY467" fmla="*/ 143429 h 384233"/>
                <a:gd name="connsiteX468" fmla="*/ 407956 w 1695641"/>
                <a:gd name="connsiteY468" fmla="*/ 150212 h 384233"/>
                <a:gd name="connsiteX469" fmla="*/ 413668 w 1695641"/>
                <a:gd name="connsiteY469" fmla="*/ 155924 h 384233"/>
                <a:gd name="connsiteX470" fmla="*/ 423753 w 1695641"/>
                <a:gd name="connsiteY470" fmla="*/ 152801 h 384233"/>
                <a:gd name="connsiteX471" fmla="*/ 433214 w 1695641"/>
                <a:gd name="connsiteY471" fmla="*/ 145482 h 384233"/>
                <a:gd name="connsiteX472" fmla="*/ 441068 w 1695641"/>
                <a:gd name="connsiteY472" fmla="*/ 138521 h 384233"/>
                <a:gd name="connsiteX473" fmla="*/ 443656 w 1695641"/>
                <a:gd name="connsiteY473" fmla="*/ 131382 h 384233"/>
                <a:gd name="connsiteX474" fmla="*/ 757186 w 1695641"/>
                <a:gd name="connsiteY474" fmla="*/ 117012 h 384233"/>
                <a:gd name="connsiteX475" fmla="*/ 746743 w 1695641"/>
                <a:gd name="connsiteY475" fmla="*/ 118797 h 384233"/>
                <a:gd name="connsiteX476" fmla="*/ 744244 w 1695641"/>
                <a:gd name="connsiteY476" fmla="*/ 124330 h 384233"/>
                <a:gd name="connsiteX477" fmla="*/ 745048 w 1695641"/>
                <a:gd name="connsiteY477" fmla="*/ 129507 h 384233"/>
                <a:gd name="connsiteX478" fmla="*/ 753973 w 1695641"/>
                <a:gd name="connsiteY478" fmla="*/ 130488 h 384233"/>
                <a:gd name="connsiteX479" fmla="*/ 754062 w 1695641"/>
                <a:gd name="connsiteY479" fmla="*/ 130488 h 384233"/>
                <a:gd name="connsiteX480" fmla="*/ 760042 w 1695641"/>
                <a:gd name="connsiteY480" fmla="*/ 120135 h 384233"/>
                <a:gd name="connsiteX481" fmla="*/ 760062 w 1695641"/>
                <a:gd name="connsiteY481" fmla="*/ 119664 h 384233"/>
                <a:gd name="connsiteX482" fmla="*/ 757186 w 1695641"/>
                <a:gd name="connsiteY482" fmla="*/ 117012 h 384233"/>
                <a:gd name="connsiteX483" fmla="*/ 788423 w 1695641"/>
                <a:gd name="connsiteY483" fmla="*/ 107730 h 384233"/>
                <a:gd name="connsiteX484" fmla="*/ 780302 w 1695641"/>
                <a:gd name="connsiteY484" fmla="*/ 110407 h 384233"/>
                <a:gd name="connsiteX485" fmla="*/ 779319 w 1695641"/>
                <a:gd name="connsiteY485" fmla="*/ 118529 h 384233"/>
                <a:gd name="connsiteX486" fmla="*/ 784317 w 1695641"/>
                <a:gd name="connsiteY486" fmla="*/ 123080 h 384233"/>
                <a:gd name="connsiteX487" fmla="*/ 793242 w 1695641"/>
                <a:gd name="connsiteY487" fmla="*/ 116387 h 384233"/>
                <a:gd name="connsiteX488" fmla="*/ 793600 w 1695641"/>
                <a:gd name="connsiteY488" fmla="*/ 116387 h 384233"/>
                <a:gd name="connsiteX489" fmla="*/ 793600 w 1695641"/>
                <a:gd name="connsiteY489" fmla="*/ 109604 h 384233"/>
                <a:gd name="connsiteX490" fmla="*/ 788423 w 1695641"/>
                <a:gd name="connsiteY490" fmla="*/ 107730 h 384233"/>
                <a:gd name="connsiteX491" fmla="*/ 462041 w 1695641"/>
                <a:gd name="connsiteY491" fmla="*/ 97466 h 384233"/>
                <a:gd name="connsiteX492" fmla="*/ 469716 w 1695641"/>
                <a:gd name="connsiteY492" fmla="*/ 100412 h 384233"/>
                <a:gd name="connsiteX493" fmla="*/ 478641 w 1695641"/>
                <a:gd name="connsiteY493" fmla="*/ 100412 h 384233"/>
                <a:gd name="connsiteX494" fmla="*/ 491225 w 1695641"/>
                <a:gd name="connsiteY494" fmla="*/ 108623 h 384233"/>
                <a:gd name="connsiteX495" fmla="*/ 494706 w 1695641"/>
                <a:gd name="connsiteY495" fmla="*/ 119065 h 384233"/>
                <a:gd name="connsiteX496" fmla="*/ 494706 w 1695641"/>
                <a:gd name="connsiteY496" fmla="*/ 127187 h 384233"/>
                <a:gd name="connsiteX497" fmla="*/ 484085 w 1695641"/>
                <a:gd name="connsiteY497" fmla="*/ 137985 h 384233"/>
                <a:gd name="connsiteX498" fmla="*/ 483728 w 1695641"/>
                <a:gd name="connsiteY498" fmla="*/ 137985 h 384233"/>
                <a:gd name="connsiteX499" fmla="*/ 478641 w 1695641"/>
                <a:gd name="connsiteY499" fmla="*/ 146910 h 384233"/>
                <a:gd name="connsiteX500" fmla="*/ 461951 w 1695641"/>
                <a:gd name="connsiteY500" fmla="*/ 176006 h 384233"/>
                <a:gd name="connsiteX501" fmla="*/ 454633 w 1695641"/>
                <a:gd name="connsiteY501" fmla="*/ 185377 h 384233"/>
                <a:gd name="connsiteX502" fmla="*/ 449189 w 1695641"/>
                <a:gd name="connsiteY502" fmla="*/ 186091 h 384233"/>
                <a:gd name="connsiteX503" fmla="*/ 444013 w 1695641"/>
                <a:gd name="connsiteY503" fmla="*/ 191892 h 384233"/>
                <a:gd name="connsiteX504" fmla="*/ 445709 w 1695641"/>
                <a:gd name="connsiteY504" fmla="*/ 202513 h 384233"/>
                <a:gd name="connsiteX505" fmla="*/ 445709 w 1695641"/>
                <a:gd name="connsiteY505" fmla="*/ 249725 h 384233"/>
                <a:gd name="connsiteX506" fmla="*/ 436784 w 1695641"/>
                <a:gd name="connsiteY506" fmla="*/ 263113 h 384233"/>
                <a:gd name="connsiteX507" fmla="*/ 427234 w 1695641"/>
                <a:gd name="connsiteY507" fmla="*/ 272662 h 384233"/>
                <a:gd name="connsiteX508" fmla="*/ 418309 w 1695641"/>
                <a:gd name="connsiteY508" fmla="*/ 277214 h 384233"/>
                <a:gd name="connsiteX509" fmla="*/ 414293 w 1695641"/>
                <a:gd name="connsiteY509" fmla="*/ 274447 h 384233"/>
                <a:gd name="connsiteX510" fmla="*/ 408045 w 1695641"/>
                <a:gd name="connsiteY510" fmla="*/ 271681 h 384233"/>
                <a:gd name="connsiteX511" fmla="*/ 403136 w 1695641"/>
                <a:gd name="connsiteY511" fmla="*/ 267843 h 384233"/>
                <a:gd name="connsiteX512" fmla="*/ 394926 w 1695641"/>
                <a:gd name="connsiteY512" fmla="*/ 263827 h 384233"/>
                <a:gd name="connsiteX513" fmla="*/ 390464 w 1695641"/>
                <a:gd name="connsiteY513" fmla="*/ 255437 h 384233"/>
                <a:gd name="connsiteX514" fmla="*/ 377880 w 1695641"/>
                <a:gd name="connsiteY514" fmla="*/ 242585 h 384233"/>
                <a:gd name="connsiteX515" fmla="*/ 385912 w 1695641"/>
                <a:gd name="connsiteY515" fmla="*/ 239283 h 384233"/>
                <a:gd name="connsiteX516" fmla="*/ 397781 w 1695641"/>
                <a:gd name="connsiteY516" fmla="*/ 243388 h 384233"/>
                <a:gd name="connsiteX517" fmla="*/ 407331 w 1695641"/>
                <a:gd name="connsiteY517" fmla="*/ 232232 h 384233"/>
                <a:gd name="connsiteX518" fmla="*/ 407331 w 1695641"/>
                <a:gd name="connsiteY518" fmla="*/ 224467 h 384233"/>
                <a:gd name="connsiteX519" fmla="*/ 407331 w 1695641"/>
                <a:gd name="connsiteY519" fmla="*/ 213847 h 384233"/>
                <a:gd name="connsiteX520" fmla="*/ 409027 w 1695641"/>
                <a:gd name="connsiteY520" fmla="*/ 199657 h 384233"/>
                <a:gd name="connsiteX521" fmla="*/ 406439 w 1695641"/>
                <a:gd name="connsiteY521" fmla="*/ 194837 h 384233"/>
                <a:gd name="connsiteX522" fmla="*/ 398763 w 1695641"/>
                <a:gd name="connsiteY522" fmla="*/ 192695 h 384233"/>
                <a:gd name="connsiteX523" fmla="*/ 392695 w 1695641"/>
                <a:gd name="connsiteY523" fmla="*/ 193766 h 384233"/>
                <a:gd name="connsiteX524" fmla="*/ 382967 w 1695641"/>
                <a:gd name="connsiteY524" fmla="*/ 192874 h 384233"/>
                <a:gd name="connsiteX525" fmla="*/ 379486 w 1695641"/>
                <a:gd name="connsiteY525" fmla="*/ 189750 h 384233"/>
                <a:gd name="connsiteX526" fmla="*/ 377522 w 1695641"/>
                <a:gd name="connsiteY526" fmla="*/ 182610 h 384233"/>
                <a:gd name="connsiteX527" fmla="*/ 375827 w 1695641"/>
                <a:gd name="connsiteY527" fmla="*/ 178772 h 384233"/>
                <a:gd name="connsiteX528" fmla="*/ 374934 w 1695641"/>
                <a:gd name="connsiteY528" fmla="*/ 171275 h 384233"/>
                <a:gd name="connsiteX529" fmla="*/ 372524 w 1695641"/>
                <a:gd name="connsiteY529" fmla="*/ 160298 h 384233"/>
                <a:gd name="connsiteX530" fmla="*/ 370204 w 1695641"/>
                <a:gd name="connsiteY530" fmla="*/ 146196 h 384233"/>
                <a:gd name="connsiteX531" fmla="*/ 369490 w 1695641"/>
                <a:gd name="connsiteY531" fmla="*/ 131917 h 384233"/>
                <a:gd name="connsiteX532" fmla="*/ 378415 w 1695641"/>
                <a:gd name="connsiteY532" fmla="*/ 115763 h 384233"/>
                <a:gd name="connsiteX533" fmla="*/ 386626 w 1695641"/>
                <a:gd name="connsiteY533" fmla="*/ 112104 h 384233"/>
                <a:gd name="connsiteX534" fmla="*/ 393944 w 1695641"/>
                <a:gd name="connsiteY534" fmla="*/ 115941 h 384233"/>
                <a:gd name="connsiteX535" fmla="*/ 397424 w 1695641"/>
                <a:gd name="connsiteY535" fmla="*/ 120582 h 384233"/>
                <a:gd name="connsiteX536" fmla="*/ 412597 w 1695641"/>
                <a:gd name="connsiteY536" fmla="*/ 116120 h 384233"/>
                <a:gd name="connsiteX537" fmla="*/ 423842 w 1695641"/>
                <a:gd name="connsiteY537" fmla="*/ 113085 h 384233"/>
                <a:gd name="connsiteX538" fmla="*/ 432053 w 1695641"/>
                <a:gd name="connsiteY538" fmla="*/ 110140 h 384233"/>
                <a:gd name="connsiteX539" fmla="*/ 438479 w 1695641"/>
                <a:gd name="connsiteY539" fmla="*/ 108266 h 384233"/>
                <a:gd name="connsiteX540" fmla="*/ 447404 w 1695641"/>
                <a:gd name="connsiteY540" fmla="*/ 104785 h 384233"/>
                <a:gd name="connsiteX541" fmla="*/ 452492 w 1695641"/>
                <a:gd name="connsiteY541" fmla="*/ 101483 h 384233"/>
                <a:gd name="connsiteX542" fmla="*/ 456953 w 1695641"/>
                <a:gd name="connsiteY542" fmla="*/ 99162 h 384233"/>
                <a:gd name="connsiteX543" fmla="*/ 462041 w 1695641"/>
                <a:gd name="connsiteY543" fmla="*/ 97466 h 384233"/>
                <a:gd name="connsiteX544" fmla="*/ 754508 w 1695641"/>
                <a:gd name="connsiteY544" fmla="*/ 82830 h 384233"/>
                <a:gd name="connsiteX545" fmla="*/ 745583 w 1695641"/>
                <a:gd name="connsiteY545" fmla="*/ 88988 h 384233"/>
                <a:gd name="connsiteX546" fmla="*/ 746565 w 1695641"/>
                <a:gd name="connsiteY546" fmla="*/ 97913 h 384233"/>
                <a:gd name="connsiteX547" fmla="*/ 750402 w 1695641"/>
                <a:gd name="connsiteY547" fmla="*/ 100234 h 384233"/>
                <a:gd name="connsiteX548" fmla="*/ 760577 w 1695641"/>
                <a:gd name="connsiteY548" fmla="*/ 90595 h 384233"/>
                <a:gd name="connsiteX549" fmla="*/ 761023 w 1695641"/>
                <a:gd name="connsiteY549" fmla="*/ 90327 h 384233"/>
                <a:gd name="connsiteX550" fmla="*/ 754508 w 1695641"/>
                <a:gd name="connsiteY550" fmla="*/ 82830 h 384233"/>
                <a:gd name="connsiteX551" fmla="*/ 802702 w 1695641"/>
                <a:gd name="connsiteY551" fmla="*/ 69710 h 384233"/>
                <a:gd name="connsiteX552" fmla="*/ 782265 w 1695641"/>
                <a:gd name="connsiteY552" fmla="*/ 77742 h 384233"/>
                <a:gd name="connsiteX553" fmla="*/ 785210 w 1695641"/>
                <a:gd name="connsiteY553" fmla="*/ 87381 h 384233"/>
                <a:gd name="connsiteX554" fmla="*/ 796188 w 1695641"/>
                <a:gd name="connsiteY554" fmla="*/ 88006 h 384233"/>
                <a:gd name="connsiteX555" fmla="*/ 803505 w 1695641"/>
                <a:gd name="connsiteY555" fmla="*/ 77564 h 384233"/>
                <a:gd name="connsiteX556" fmla="*/ 802702 w 1695641"/>
                <a:gd name="connsiteY556" fmla="*/ 69710 h 384233"/>
                <a:gd name="connsiteX557" fmla="*/ 1094368 w 1695641"/>
                <a:gd name="connsiteY557" fmla="*/ 67658 h 384233"/>
                <a:gd name="connsiteX558" fmla="*/ 1100348 w 1695641"/>
                <a:gd name="connsiteY558" fmla="*/ 71139 h 384233"/>
                <a:gd name="connsiteX559" fmla="*/ 1109273 w 1695641"/>
                <a:gd name="connsiteY559" fmla="*/ 79438 h 384233"/>
                <a:gd name="connsiteX560" fmla="*/ 1111950 w 1695641"/>
                <a:gd name="connsiteY560" fmla="*/ 87649 h 384233"/>
                <a:gd name="connsiteX561" fmla="*/ 1115430 w 1695641"/>
                <a:gd name="connsiteY561" fmla="*/ 93093 h 384233"/>
                <a:gd name="connsiteX562" fmla="*/ 1101597 w 1695641"/>
                <a:gd name="connsiteY562" fmla="*/ 105945 h 384233"/>
                <a:gd name="connsiteX563" fmla="*/ 1090709 w 1695641"/>
                <a:gd name="connsiteY563" fmla="*/ 114870 h 384233"/>
                <a:gd name="connsiteX564" fmla="*/ 1082319 w 1695641"/>
                <a:gd name="connsiteY564" fmla="*/ 120493 h 384233"/>
                <a:gd name="connsiteX565" fmla="*/ 1065630 w 1695641"/>
                <a:gd name="connsiteY565" fmla="*/ 132185 h 384233"/>
                <a:gd name="connsiteX566" fmla="*/ 1069646 w 1695641"/>
                <a:gd name="connsiteY566" fmla="*/ 146108 h 384233"/>
                <a:gd name="connsiteX567" fmla="*/ 1066879 w 1695641"/>
                <a:gd name="connsiteY567" fmla="*/ 152533 h 384233"/>
                <a:gd name="connsiteX568" fmla="*/ 1064648 w 1695641"/>
                <a:gd name="connsiteY568" fmla="*/ 158423 h 384233"/>
                <a:gd name="connsiteX569" fmla="*/ 1062952 w 1695641"/>
                <a:gd name="connsiteY569" fmla="*/ 164671 h 384233"/>
                <a:gd name="connsiteX570" fmla="*/ 1061792 w 1695641"/>
                <a:gd name="connsiteY570" fmla="*/ 171275 h 384233"/>
                <a:gd name="connsiteX571" fmla="*/ 1062684 w 1695641"/>
                <a:gd name="connsiteY571" fmla="*/ 188411 h 384233"/>
                <a:gd name="connsiteX572" fmla="*/ 1093565 w 1695641"/>
                <a:gd name="connsiteY572" fmla="*/ 187697 h 384233"/>
                <a:gd name="connsiteX573" fmla="*/ 1101598 w 1695641"/>
                <a:gd name="connsiteY573" fmla="*/ 184574 h 384233"/>
                <a:gd name="connsiteX574" fmla="*/ 1109273 w 1695641"/>
                <a:gd name="connsiteY574" fmla="*/ 183770 h 384233"/>
                <a:gd name="connsiteX575" fmla="*/ 1117662 w 1695641"/>
                <a:gd name="connsiteY575" fmla="*/ 186002 h 384233"/>
                <a:gd name="connsiteX576" fmla="*/ 1125872 w 1695641"/>
                <a:gd name="connsiteY576" fmla="*/ 190553 h 384233"/>
                <a:gd name="connsiteX577" fmla="*/ 1136582 w 1695641"/>
                <a:gd name="connsiteY577" fmla="*/ 199478 h 384233"/>
                <a:gd name="connsiteX578" fmla="*/ 1137564 w 1695641"/>
                <a:gd name="connsiteY578" fmla="*/ 206797 h 384233"/>
                <a:gd name="connsiteX579" fmla="*/ 1136046 w 1695641"/>
                <a:gd name="connsiteY579" fmla="*/ 206975 h 384233"/>
                <a:gd name="connsiteX580" fmla="*/ 1137117 w 1695641"/>
                <a:gd name="connsiteY580" fmla="*/ 209653 h 384233"/>
                <a:gd name="connsiteX581" fmla="*/ 1137832 w 1695641"/>
                <a:gd name="connsiteY581" fmla="*/ 213580 h 384233"/>
                <a:gd name="connsiteX582" fmla="*/ 1135154 w 1695641"/>
                <a:gd name="connsiteY582" fmla="*/ 219917 h 384233"/>
                <a:gd name="connsiteX583" fmla="*/ 1129799 w 1695641"/>
                <a:gd name="connsiteY583" fmla="*/ 225360 h 384233"/>
                <a:gd name="connsiteX584" fmla="*/ 1119357 w 1695641"/>
                <a:gd name="connsiteY584" fmla="*/ 225985 h 384233"/>
                <a:gd name="connsiteX585" fmla="*/ 1108023 w 1695641"/>
                <a:gd name="connsiteY585" fmla="*/ 224021 h 384233"/>
                <a:gd name="connsiteX586" fmla="*/ 1096421 w 1695641"/>
                <a:gd name="connsiteY586" fmla="*/ 225003 h 384233"/>
                <a:gd name="connsiteX587" fmla="*/ 1077232 w 1695641"/>
                <a:gd name="connsiteY587" fmla="*/ 223397 h 384233"/>
                <a:gd name="connsiteX588" fmla="*/ 1059382 w 1695641"/>
                <a:gd name="connsiteY588" fmla="*/ 223397 h 384233"/>
                <a:gd name="connsiteX589" fmla="*/ 1041532 w 1695641"/>
                <a:gd name="connsiteY589" fmla="*/ 224824 h 384233"/>
                <a:gd name="connsiteX590" fmla="*/ 1024486 w 1695641"/>
                <a:gd name="connsiteY590" fmla="*/ 227234 h 384233"/>
                <a:gd name="connsiteX591" fmla="*/ 1005119 w 1695641"/>
                <a:gd name="connsiteY591" fmla="*/ 226788 h 384233"/>
                <a:gd name="connsiteX592" fmla="*/ 970758 w 1695641"/>
                <a:gd name="connsiteY592" fmla="*/ 233839 h 384233"/>
                <a:gd name="connsiteX593" fmla="*/ 928633 w 1695641"/>
                <a:gd name="connsiteY593" fmla="*/ 249904 h 384233"/>
                <a:gd name="connsiteX594" fmla="*/ 912568 w 1695641"/>
                <a:gd name="connsiteY594" fmla="*/ 234731 h 384233"/>
                <a:gd name="connsiteX595" fmla="*/ 912568 w 1695641"/>
                <a:gd name="connsiteY595" fmla="*/ 225806 h 384233"/>
                <a:gd name="connsiteX596" fmla="*/ 911586 w 1695641"/>
                <a:gd name="connsiteY596" fmla="*/ 214919 h 384233"/>
                <a:gd name="connsiteX597" fmla="*/ 929436 w 1695641"/>
                <a:gd name="connsiteY597" fmla="*/ 205190 h 384233"/>
                <a:gd name="connsiteX598" fmla="*/ 939789 w 1695641"/>
                <a:gd name="connsiteY598" fmla="*/ 206172 h 384233"/>
                <a:gd name="connsiteX599" fmla="*/ 961208 w 1695641"/>
                <a:gd name="connsiteY599" fmla="*/ 198050 h 384233"/>
                <a:gd name="connsiteX600" fmla="*/ 970133 w 1695641"/>
                <a:gd name="connsiteY600" fmla="*/ 196355 h 384233"/>
                <a:gd name="connsiteX601" fmla="*/ 993606 w 1695641"/>
                <a:gd name="connsiteY601" fmla="*/ 186537 h 384233"/>
                <a:gd name="connsiteX602" fmla="*/ 1011991 w 1695641"/>
                <a:gd name="connsiteY602" fmla="*/ 155121 h 384233"/>
                <a:gd name="connsiteX603" fmla="*/ 1013866 w 1695641"/>
                <a:gd name="connsiteY603" fmla="*/ 144591 h 384233"/>
                <a:gd name="connsiteX604" fmla="*/ 1011991 w 1695641"/>
                <a:gd name="connsiteY604" fmla="*/ 136290 h 384233"/>
                <a:gd name="connsiteX605" fmla="*/ 1003066 w 1695641"/>
                <a:gd name="connsiteY605" fmla="*/ 137718 h 384233"/>
                <a:gd name="connsiteX606" fmla="*/ 991375 w 1695641"/>
                <a:gd name="connsiteY606" fmla="*/ 138522 h 384233"/>
                <a:gd name="connsiteX607" fmla="*/ 987805 w 1695641"/>
                <a:gd name="connsiteY607" fmla="*/ 127901 h 384233"/>
                <a:gd name="connsiteX608" fmla="*/ 980843 w 1695641"/>
                <a:gd name="connsiteY608" fmla="*/ 115138 h 384233"/>
                <a:gd name="connsiteX609" fmla="*/ 979058 w 1695641"/>
                <a:gd name="connsiteY609" fmla="*/ 104874 h 384233"/>
                <a:gd name="connsiteX610" fmla="*/ 978166 w 1695641"/>
                <a:gd name="connsiteY610" fmla="*/ 94968 h 384233"/>
                <a:gd name="connsiteX611" fmla="*/ 987091 w 1695641"/>
                <a:gd name="connsiteY611" fmla="*/ 87560 h 384233"/>
                <a:gd name="connsiteX612" fmla="*/ 1002799 w 1695641"/>
                <a:gd name="connsiteY612" fmla="*/ 91308 h 384233"/>
                <a:gd name="connsiteX613" fmla="*/ 1040283 w 1695641"/>
                <a:gd name="connsiteY613" fmla="*/ 85061 h 384233"/>
                <a:gd name="connsiteX614" fmla="*/ 1046798 w 1695641"/>
                <a:gd name="connsiteY614" fmla="*/ 83276 h 384233"/>
                <a:gd name="connsiteX615" fmla="*/ 1051439 w 1695641"/>
                <a:gd name="connsiteY615" fmla="*/ 81491 h 384233"/>
                <a:gd name="connsiteX616" fmla="*/ 1079553 w 1695641"/>
                <a:gd name="connsiteY616" fmla="*/ 69622 h 384233"/>
                <a:gd name="connsiteX617" fmla="*/ 1087496 w 1695641"/>
                <a:gd name="connsiteY617" fmla="*/ 68640 h 384233"/>
                <a:gd name="connsiteX618" fmla="*/ 1094368 w 1695641"/>
                <a:gd name="connsiteY618" fmla="*/ 67658 h 384233"/>
                <a:gd name="connsiteX619" fmla="*/ 699531 w 1695641"/>
                <a:gd name="connsiteY619" fmla="*/ 57304 h 384233"/>
                <a:gd name="connsiteX620" fmla="*/ 707564 w 1695641"/>
                <a:gd name="connsiteY620" fmla="*/ 67836 h 384233"/>
                <a:gd name="connsiteX621" fmla="*/ 705689 w 1695641"/>
                <a:gd name="connsiteY621" fmla="*/ 78456 h 384233"/>
                <a:gd name="connsiteX622" fmla="*/ 702030 w 1695641"/>
                <a:gd name="connsiteY622" fmla="*/ 90594 h 384233"/>
                <a:gd name="connsiteX623" fmla="*/ 695426 w 1695641"/>
                <a:gd name="connsiteY623" fmla="*/ 99519 h 384233"/>
                <a:gd name="connsiteX624" fmla="*/ 684449 w 1695641"/>
                <a:gd name="connsiteY624" fmla="*/ 111656 h 384233"/>
                <a:gd name="connsiteX625" fmla="*/ 683288 w 1695641"/>
                <a:gd name="connsiteY625" fmla="*/ 125133 h 384233"/>
                <a:gd name="connsiteX626" fmla="*/ 684091 w 1695641"/>
                <a:gd name="connsiteY626" fmla="*/ 134058 h 384233"/>
                <a:gd name="connsiteX627" fmla="*/ 691231 w 1695641"/>
                <a:gd name="connsiteY627" fmla="*/ 134058 h 384233"/>
                <a:gd name="connsiteX628" fmla="*/ 693552 w 1695641"/>
                <a:gd name="connsiteY628" fmla="*/ 140573 h 384233"/>
                <a:gd name="connsiteX629" fmla="*/ 697925 w 1695641"/>
                <a:gd name="connsiteY629" fmla="*/ 151016 h 384233"/>
                <a:gd name="connsiteX630" fmla="*/ 696408 w 1695641"/>
                <a:gd name="connsiteY630" fmla="*/ 155210 h 384233"/>
                <a:gd name="connsiteX631" fmla="*/ 675791 w 1695641"/>
                <a:gd name="connsiteY631" fmla="*/ 175023 h 384233"/>
                <a:gd name="connsiteX632" fmla="*/ 676773 w 1695641"/>
                <a:gd name="connsiteY632" fmla="*/ 183145 h 384233"/>
                <a:gd name="connsiteX633" fmla="*/ 684627 w 1695641"/>
                <a:gd name="connsiteY633" fmla="*/ 183145 h 384233"/>
                <a:gd name="connsiteX634" fmla="*/ 684359 w 1695641"/>
                <a:gd name="connsiteY634" fmla="*/ 183680 h 384233"/>
                <a:gd name="connsiteX635" fmla="*/ 691499 w 1695641"/>
                <a:gd name="connsiteY635" fmla="*/ 188321 h 384233"/>
                <a:gd name="connsiteX636" fmla="*/ 693641 w 1695641"/>
                <a:gd name="connsiteY636" fmla="*/ 195997 h 384233"/>
                <a:gd name="connsiteX637" fmla="*/ 673560 w 1695641"/>
                <a:gd name="connsiteY637" fmla="*/ 220094 h 384233"/>
                <a:gd name="connsiteX638" fmla="*/ 640806 w 1695641"/>
                <a:gd name="connsiteY638" fmla="*/ 236426 h 384233"/>
                <a:gd name="connsiteX639" fmla="*/ 624830 w 1695641"/>
                <a:gd name="connsiteY639" fmla="*/ 250706 h 384233"/>
                <a:gd name="connsiteX640" fmla="*/ 618494 w 1695641"/>
                <a:gd name="connsiteY640" fmla="*/ 250706 h 384233"/>
                <a:gd name="connsiteX641" fmla="*/ 609569 w 1695641"/>
                <a:gd name="connsiteY641" fmla="*/ 248207 h 384233"/>
                <a:gd name="connsiteX642" fmla="*/ 605732 w 1695641"/>
                <a:gd name="connsiteY642" fmla="*/ 240353 h 384233"/>
                <a:gd name="connsiteX643" fmla="*/ 600198 w 1695641"/>
                <a:gd name="connsiteY643" fmla="*/ 232411 h 384233"/>
                <a:gd name="connsiteX644" fmla="*/ 597699 w 1695641"/>
                <a:gd name="connsiteY644" fmla="*/ 217952 h 384233"/>
                <a:gd name="connsiteX645" fmla="*/ 611889 w 1695641"/>
                <a:gd name="connsiteY645" fmla="*/ 204297 h 384233"/>
                <a:gd name="connsiteX646" fmla="*/ 620011 w 1695641"/>
                <a:gd name="connsiteY646" fmla="*/ 198317 h 384233"/>
                <a:gd name="connsiteX647" fmla="*/ 625812 w 1695641"/>
                <a:gd name="connsiteY647" fmla="*/ 192337 h 384233"/>
                <a:gd name="connsiteX648" fmla="*/ 627329 w 1695641"/>
                <a:gd name="connsiteY648" fmla="*/ 186536 h 384233"/>
                <a:gd name="connsiteX649" fmla="*/ 629024 w 1695641"/>
                <a:gd name="connsiteY649" fmla="*/ 179039 h 384233"/>
                <a:gd name="connsiteX650" fmla="*/ 626347 w 1695641"/>
                <a:gd name="connsiteY650" fmla="*/ 173060 h 384233"/>
                <a:gd name="connsiteX651" fmla="*/ 623134 w 1695641"/>
                <a:gd name="connsiteY651" fmla="*/ 167884 h 384233"/>
                <a:gd name="connsiteX652" fmla="*/ 616708 w 1695641"/>
                <a:gd name="connsiteY652" fmla="*/ 156728 h 384233"/>
                <a:gd name="connsiteX653" fmla="*/ 626972 w 1695641"/>
                <a:gd name="connsiteY653" fmla="*/ 146107 h 384233"/>
                <a:gd name="connsiteX654" fmla="*/ 633844 w 1695641"/>
                <a:gd name="connsiteY654" fmla="*/ 146107 h 384233"/>
                <a:gd name="connsiteX655" fmla="*/ 643484 w 1695641"/>
                <a:gd name="connsiteY655" fmla="*/ 138164 h 384233"/>
                <a:gd name="connsiteX656" fmla="*/ 645625 w 1695641"/>
                <a:gd name="connsiteY656" fmla="*/ 123527 h 384233"/>
                <a:gd name="connsiteX657" fmla="*/ 638128 w 1695641"/>
                <a:gd name="connsiteY657" fmla="*/ 116565 h 384233"/>
                <a:gd name="connsiteX658" fmla="*/ 629203 w 1695641"/>
                <a:gd name="connsiteY658" fmla="*/ 113352 h 384233"/>
                <a:gd name="connsiteX659" fmla="*/ 623581 w 1695641"/>
                <a:gd name="connsiteY659" fmla="*/ 107195 h 384233"/>
                <a:gd name="connsiteX660" fmla="*/ 618940 w 1695641"/>
                <a:gd name="connsiteY660" fmla="*/ 104071 h 384233"/>
                <a:gd name="connsiteX661" fmla="*/ 616440 w 1695641"/>
                <a:gd name="connsiteY661" fmla="*/ 93629 h 384233"/>
                <a:gd name="connsiteX662" fmla="*/ 621260 w 1695641"/>
                <a:gd name="connsiteY662" fmla="*/ 90594 h 384233"/>
                <a:gd name="connsiteX663" fmla="*/ 624919 w 1695641"/>
                <a:gd name="connsiteY663" fmla="*/ 84972 h 384233"/>
                <a:gd name="connsiteX664" fmla="*/ 632684 w 1695641"/>
                <a:gd name="connsiteY664" fmla="*/ 80420 h 384233"/>
                <a:gd name="connsiteX665" fmla="*/ 642859 w 1695641"/>
                <a:gd name="connsiteY665" fmla="*/ 79260 h 384233"/>
                <a:gd name="connsiteX666" fmla="*/ 686947 w 1695641"/>
                <a:gd name="connsiteY666" fmla="*/ 58197 h 384233"/>
                <a:gd name="connsiteX667" fmla="*/ 699531 w 1695641"/>
                <a:gd name="connsiteY667" fmla="*/ 57304 h 384233"/>
                <a:gd name="connsiteX668" fmla="*/ 1315527 w 1695641"/>
                <a:gd name="connsiteY668" fmla="*/ 56948 h 384233"/>
                <a:gd name="connsiteX669" fmla="*/ 1328468 w 1695641"/>
                <a:gd name="connsiteY669" fmla="*/ 57483 h 384233"/>
                <a:gd name="connsiteX670" fmla="*/ 1338821 w 1695641"/>
                <a:gd name="connsiteY670" fmla="*/ 65962 h 384233"/>
                <a:gd name="connsiteX671" fmla="*/ 1341231 w 1695641"/>
                <a:gd name="connsiteY671" fmla="*/ 73280 h 384233"/>
                <a:gd name="connsiteX672" fmla="*/ 1342659 w 1695641"/>
                <a:gd name="connsiteY672" fmla="*/ 80330 h 384233"/>
                <a:gd name="connsiteX673" fmla="*/ 1337215 w 1695641"/>
                <a:gd name="connsiteY673" fmla="*/ 93450 h 384233"/>
                <a:gd name="connsiteX674" fmla="*/ 1337215 w 1695641"/>
                <a:gd name="connsiteY674" fmla="*/ 101125 h 384233"/>
                <a:gd name="connsiteX675" fmla="*/ 1342481 w 1695641"/>
                <a:gd name="connsiteY675" fmla="*/ 99787 h 384233"/>
                <a:gd name="connsiteX676" fmla="*/ 1349085 w 1695641"/>
                <a:gd name="connsiteY676" fmla="*/ 96841 h 384233"/>
                <a:gd name="connsiteX677" fmla="*/ 1356849 w 1695641"/>
                <a:gd name="connsiteY677" fmla="*/ 94164 h 384233"/>
                <a:gd name="connsiteX678" fmla="*/ 1365774 w 1695641"/>
                <a:gd name="connsiteY678" fmla="*/ 87738 h 384233"/>
                <a:gd name="connsiteX679" fmla="*/ 1379697 w 1695641"/>
                <a:gd name="connsiteY679" fmla="*/ 87738 h 384233"/>
                <a:gd name="connsiteX680" fmla="*/ 1391835 w 1695641"/>
                <a:gd name="connsiteY680" fmla="*/ 91665 h 384233"/>
                <a:gd name="connsiteX681" fmla="*/ 1400224 w 1695641"/>
                <a:gd name="connsiteY681" fmla="*/ 107641 h 384233"/>
                <a:gd name="connsiteX682" fmla="*/ 1397011 w 1695641"/>
                <a:gd name="connsiteY682" fmla="*/ 111657 h 384233"/>
                <a:gd name="connsiteX683" fmla="*/ 1390318 w 1695641"/>
                <a:gd name="connsiteY683" fmla="*/ 116655 h 384233"/>
                <a:gd name="connsiteX684" fmla="*/ 1374877 w 1695641"/>
                <a:gd name="connsiteY684" fmla="*/ 123259 h 384233"/>
                <a:gd name="connsiteX685" fmla="*/ 1365952 w 1695641"/>
                <a:gd name="connsiteY685" fmla="*/ 127097 h 384233"/>
                <a:gd name="connsiteX686" fmla="*/ 1355600 w 1695641"/>
                <a:gd name="connsiteY686" fmla="*/ 128436 h 384233"/>
                <a:gd name="connsiteX687" fmla="*/ 1339714 w 1695641"/>
                <a:gd name="connsiteY687" fmla="*/ 134505 h 384233"/>
                <a:gd name="connsiteX688" fmla="*/ 1334448 w 1695641"/>
                <a:gd name="connsiteY688" fmla="*/ 142180 h 384233"/>
                <a:gd name="connsiteX689" fmla="*/ 1336322 w 1695641"/>
                <a:gd name="connsiteY689" fmla="*/ 154496 h 384233"/>
                <a:gd name="connsiteX690" fmla="*/ 1362561 w 1695641"/>
                <a:gd name="connsiteY690" fmla="*/ 181271 h 384233"/>
                <a:gd name="connsiteX691" fmla="*/ 1381928 w 1695641"/>
                <a:gd name="connsiteY691" fmla="*/ 203137 h 384233"/>
                <a:gd name="connsiteX692" fmla="*/ 1401831 w 1695641"/>
                <a:gd name="connsiteY692" fmla="*/ 216791 h 384233"/>
                <a:gd name="connsiteX693" fmla="*/ 1413255 w 1695641"/>
                <a:gd name="connsiteY693" fmla="*/ 221254 h 384233"/>
                <a:gd name="connsiteX694" fmla="*/ 1422179 w 1695641"/>
                <a:gd name="connsiteY694" fmla="*/ 226877 h 384233"/>
                <a:gd name="connsiteX695" fmla="*/ 1441903 w 1695641"/>
                <a:gd name="connsiteY695" fmla="*/ 234195 h 384233"/>
                <a:gd name="connsiteX696" fmla="*/ 1448686 w 1695641"/>
                <a:gd name="connsiteY696" fmla="*/ 237319 h 384233"/>
                <a:gd name="connsiteX697" fmla="*/ 1447972 w 1695641"/>
                <a:gd name="connsiteY697" fmla="*/ 238211 h 384233"/>
                <a:gd name="connsiteX698" fmla="*/ 1445830 w 1695641"/>
                <a:gd name="connsiteY698" fmla="*/ 243388 h 384233"/>
                <a:gd name="connsiteX699" fmla="*/ 1444849 w 1695641"/>
                <a:gd name="connsiteY699" fmla="*/ 250706 h 384233"/>
                <a:gd name="connsiteX700" fmla="*/ 1433514 w 1695641"/>
                <a:gd name="connsiteY700" fmla="*/ 256597 h 384233"/>
                <a:gd name="connsiteX701" fmla="*/ 1428873 w 1695641"/>
                <a:gd name="connsiteY701" fmla="*/ 260435 h 384233"/>
                <a:gd name="connsiteX702" fmla="*/ 1424231 w 1695641"/>
                <a:gd name="connsiteY702" fmla="*/ 261416 h 384233"/>
                <a:gd name="connsiteX703" fmla="*/ 1413790 w 1695641"/>
                <a:gd name="connsiteY703" fmla="*/ 260792 h 384233"/>
                <a:gd name="connsiteX704" fmla="*/ 1402991 w 1695641"/>
                <a:gd name="connsiteY704" fmla="*/ 260792 h 384233"/>
                <a:gd name="connsiteX705" fmla="*/ 1393530 w 1695641"/>
                <a:gd name="connsiteY705" fmla="*/ 259007 h 384233"/>
                <a:gd name="connsiteX706" fmla="*/ 1378715 w 1695641"/>
                <a:gd name="connsiteY706" fmla="*/ 256954 h 384233"/>
                <a:gd name="connsiteX707" fmla="*/ 1370326 w 1695641"/>
                <a:gd name="connsiteY707" fmla="*/ 251153 h 384233"/>
                <a:gd name="connsiteX708" fmla="*/ 1357474 w 1695641"/>
                <a:gd name="connsiteY708" fmla="*/ 228215 h 384233"/>
                <a:gd name="connsiteX709" fmla="*/ 1342927 w 1695641"/>
                <a:gd name="connsiteY709" fmla="*/ 209741 h 384233"/>
                <a:gd name="connsiteX710" fmla="*/ 1334002 w 1695641"/>
                <a:gd name="connsiteY710" fmla="*/ 199656 h 384233"/>
                <a:gd name="connsiteX711" fmla="*/ 1313742 w 1695641"/>
                <a:gd name="connsiteY711" fmla="*/ 181806 h 384233"/>
                <a:gd name="connsiteX712" fmla="*/ 1299730 w 1695641"/>
                <a:gd name="connsiteY712" fmla="*/ 203048 h 384233"/>
                <a:gd name="connsiteX713" fmla="*/ 1279470 w 1695641"/>
                <a:gd name="connsiteY713" fmla="*/ 222860 h 384233"/>
                <a:gd name="connsiteX714" fmla="*/ 1258676 w 1695641"/>
                <a:gd name="connsiteY714" fmla="*/ 235534 h 384233"/>
                <a:gd name="connsiteX715" fmla="*/ 1243236 w 1695641"/>
                <a:gd name="connsiteY715" fmla="*/ 243923 h 384233"/>
                <a:gd name="connsiteX716" fmla="*/ 1229045 w 1695641"/>
                <a:gd name="connsiteY716" fmla="*/ 247583 h 384233"/>
                <a:gd name="connsiteX717" fmla="*/ 1221280 w 1695641"/>
                <a:gd name="connsiteY717" fmla="*/ 249011 h 384233"/>
                <a:gd name="connsiteX718" fmla="*/ 1216014 w 1695641"/>
                <a:gd name="connsiteY718" fmla="*/ 244459 h 384233"/>
                <a:gd name="connsiteX719" fmla="*/ 1211998 w 1695641"/>
                <a:gd name="connsiteY719" fmla="*/ 236426 h 384233"/>
                <a:gd name="connsiteX720" fmla="*/ 1205216 w 1695641"/>
                <a:gd name="connsiteY720" fmla="*/ 234106 h 384233"/>
                <a:gd name="connsiteX721" fmla="*/ 1209589 w 1695641"/>
                <a:gd name="connsiteY721" fmla="*/ 229019 h 384233"/>
                <a:gd name="connsiteX722" fmla="*/ 1219584 w 1695641"/>
                <a:gd name="connsiteY722" fmla="*/ 223128 h 384233"/>
                <a:gd name="connsiteX723" fmla="*/ 1226457 w 1695641"/>
                <a:gd name="connsiteY723" fmla="*/ 218041 h 384233"/>
                <a:gd name="connsiteX724" fmla="*/ 1231277 w 1695641"/>
                <a:gd name="connsiteY724" fmla="*/ 215899 h 384233"/>
                <a:gd name="connsiteX725" fmla="*/ 1263406 w 1695641"/>
                <a:gd name="connsiteY725" fmla="*/ 185109 h 384233"/>
                <a:gd name="connsiteX726" fmla="*/ 1275812 w 1695641"/>
                <a:gd name="connsiteY726" fmla="*/ 163332 h 384233"/>
                <a:gd name="connsiteX727" fmla="*/ 1278400 w 1695641"/>
                <a:gd name="connsiteY727" fmla="*/ 154407 h 384233"/>
                <a:gd name="connsiteX728" fmla="*/ 1271974 w 1695641"/>
                <a:gd name="connsiteY728" fmla="*/ 154407 h 384233"/>
                <a:gd name="connsiteX729" fmla="*/ 1267065 w 1695641"/>
                <a:gd name="connsiteY729" fmla="*/ 154407 h 384233"/>
                <a:gd name="connsiteX730" fmla="*/ 1260461 w 1695641"/>
                <a:gd name="connsiteY730" fmla="*/ 156192 h 384233"/>
                <a:gd name="connsiteX731" fmla="*/ 1254124 w 1695641"/>
                <a:gd name="connsiteY731" fmla="*/ 156192 h 384233"/>
                <a:gd name="connsiteX732" fmla="*/ 1244395 w 1695641"/>
                <a:gd name="connsiteY732" fmla="*/ 151640 h 384233"/>
                <a:gd name="connsiteX733" fmla="*/ 1233060 w 1695641"/>
                <a:gd name="connsiteY733" fmla="*/ 137539 h 384233"/>
                <a:gd name="connsiteX734" fmla="*/ 1236095 w 1695641"/>
                <a:gd name="connsiteY734" fmla="*/ 128614 h 384233"/>
                <a:gd name="connsiteX735" fmla="*/ 1241451 w 1695641"/>
                <a:gd name="connsiteY735" fmla="*/ 123081 h 384233"/>
                <a:gd name="connsiteX736" fmla="*/ 1248234 w 1695641"/>
                <a:gd name="connsiteY736" fmla="*/ 120493 h 384233"/>
                <a:gd name="connsiteX737" fmla="*/ 1253945 w 1695641"/>
                <a:gd name="connsiteY737" fmla="*/ 116744 h 384233"/>
                <a:gd name="connsiteX738" fmla="*/ 1267869 w 1695641"/>
                <a:gd name="connsiteY738" fmla="*/ 116744 h 384233"/>
                <a:gd name="connsiteX739" fmla="*/ 1290805 w 1695641"/>
                <a:gd name="connsiteY739" fmla="*/ 108622 h 384233"/>
                <a:gd name="connsiteX740" fmla="*/ 1295178 w 1695641"/>
                <a:gd name="connsiteY740" fmla="*/ 87470 h 384233"/>
                <a:gd name="connsiteX741" fmla="*/ 1296695 w 1695641"/>
                <a:gd name="connsiteY741" fmla="*/ 74084 h 384233"/>
                <a:gd name="connsiteX742" fmla="*/ 1296071 w 1695641"/>
                <a:gd name="connsiteY742" fmla="*/ 62570 h 384233"/>
                <a:gd name="connsiteX743" fmla="*/ 1299641 w 1695641"/>
                <a:gd name="connsiteY743" fmla="*/ 58465 h 384233"/>
                <a:gd name="connsiteX744" fmla="*/ 1308566 w 1695641"/>
                <a:gd name="connsiteY744" fmla="*/ 59179 h 384233"/>
                <a:gd name="connsiteX745" fmla="*/ 1315527 w 1695641"/>
                <a:gd name="connsiteY745" fmla="*/ 56948 h 384233"/>
                <a:gd name="connsiteX746" fmla="*/ 80146 w 1695641"/>
                <a:gd name="connsiteY746" fmla="*/ 54092 h 384233"/>
                <a:gd name="connsiteX747" fmla="*/ 86750 w 1695641"/>
                <a:gd name="connsiteY747" fmla="*/ 57751 h 384233"/>
                <a:gd name="connsiteX748" fmla="*/ 97280 w 1695641"/>
                <a:gd name="connsiteY748" fmla="*/ 58912 h 384233"/>
                <a:gd name="connsiteX749" fmla="*/ 107991 w 1695641"/>
                <a:gd name="connsiteY749" fmla="*/ 58912 h 384233"/>
                <a:gd name="connsiteX750" fmla="*/ 114952 w 1695641"/>
                <a:gd name="connsiteY750" fmla="*/ 60697 h 384233"/>
                <a:gd name="connsiteX751" fmla="*/ 121110 w 1695641"/>
                <a:gd name="connsiteY751" fmla="*/ 63642 h 384233"/>
                <a:gd name="connsiteX752" fmla="*/ 127715 w 1695641"/>
                <a:gd name="connsiteY752" fmla="*/ 73906 h 384233"/>
                <a:gd name="connsiteX753" fmla="*/ 126554 w 1695641"/>
                <a:gd name="connsiteY753" fmla="*/ 74352 h 384233"/>
                <a:gd name="connsiteX754" fmla="*/ 126019 w 1695641"/>
                <a:gd name="connsiteY754" fmla="*/ 81135 h 384233"/>
                <a:gd name="connsiteX755" fmla="*/ 126019 w 1695641"/>
                <a:gd name="connsiteY755" fmla="*/ 91488 h 384233"/>
                <a:gd name="connsiteX756" fmla="*/ 120753 w 1695641"/>
                <a:gd name="connsiteY756" fmla="*/ 102734 h 384233"/>
                <a:gd name="connsiteX757" fmla="*/ 119236 w 1695641"/>
                <a:gd name="connsiteY757" fmla="*/ 114335 h 384233"/>
                <a:gd name="connsiteX758" fmla="*/ 118076 w 1695641"/>
                <a:gd name="connsiteY758" fmla="*/ 135398 h 384233"/>
                <a:gd name="connsiteX759" fmla="*/ 116201 w 1695641"/>
                <a:gd name="connsiteY759" fmla="*/ 148250 h 384233"/>
                <a:gd name="connsiteX760" fmla="*/ 115398 w 1695641"/>
                <a:gd name="connsiteY760" fmla="*/ 159138 h 384233"/>
                <a:gd name="connsiteX761" fmla="*/ 117897 w 1695641"/>
                <a:gd name="connsiteY761" fmla="*/ 166546 h 384233"/>
                <a:gd name="connsiteX762" fmla="*/ 118611 w 1695641"/>
                <a:gd name="connsiteY762" fmla="*/ 170830 h 384233"/>
                <a:gd name="connsiteX763" fmla="*/ 120039 w 1695641"/>
                <a:gd name="connsiteY763" fmla="*/ 177524 h 384233"/>
                <a:gd name="connsiteX764" fmla="*/ 116023 w 1695641"/>
                <a:gd name="connsiteY764" fmla="*/ 191892 h 384233"/>
                <a:gd name="connsiteX765" fmla="*/ 110936 w 1695641"/>
                <a:gd name="connsiteY765" fmla="*/ 199746 h 384233"/>
                <a:gd name="connsiteX766" fmla="*/ 95763 w 1695641"/>
                <a:gd name="connsiteY766" fmla="*/ 208671 h 384233"/>
                <a:gd name="connsiteX767" fmla="*/ 82466 w 1695641"/>
                <a:gd name="connsiteY767" fmla="*/ 221255 h 384233"/>
                <a:gd name="connsiteX768" fmla="*/ 68454 w 1695641"/>
                <a:gd name="connsiteY768" fmla="*/ 227592 h 384233"/>
                <a:gd name="connsiteX769" fmla="*/ 50604 w 1695641"/>
                <a:gd name="connsiteY769" fmla="*/ 238213 h 384233"/>
                <a:gd name="connsiteX770" fmla="*/ 39626 w 1695641"/>
                <a:gd name="connsiteY770" fmla="*/ 242854 h 384233"/>
                <a:gd name="connsiteX771" fmla="*/ 22491 w 1695641"/>
                <a:gd name="connsiteY771" fmla="*/ 255170 h 384233"/>
                <a:gd name="connsiteX772" fmla="*/ 11513 w 1695641"/>
                <a:gd name="connsiteY772" fmla="*/ 245263 h 384233"/>
                <a:gd name="connsiteX773" fmla="*/ 4463 w 1695641"/>
                <a:gd name="connsiteY773" fmla="*/ 239820 h 384233"/>
                <a:gd name="connsiteX774" fmla="*/ 2499 w 1695641"/>
                <a:gd name="connsiteY774" fmla="*/ 230895 h 384233"/>
                <a:gd name="connsiteX775" fmla="*/ 0 w 1695641"/>
                <a:gd name="connsiteY775" fmla="*/ 223130 h 384233"/>
                <a:gd name="connsiteX776" fmla="*/ 4284 w 1695641"/>
                <a:gd name="connsiteY776" fmla="*/ 217239 h 384233"/>
                <a:gd name="connsiteX777" fmla="*/ 10889 w 1695641"/>
                <a:gd name="connsiteY777" fmla="*/ 216614 h 384233"/>
                <a:gd name="connsiteX778" fmla="*/ 21152 w 1695641"/>
                <a:gd name="connsiteY778" fmla="*/ 210545 h 384233"/>
                <a:gd name="connsiteX779" fmla="*/ 32129 w 1695641"/>
                <a:gd name="connsiteY779" fmla="*/ 206351 h 384233"/>
                <a:gd name="connsiteX780" fmla="*/ 51139 w 1695641"/>
                <a:gd name="connsiteY780" fmla="*/ 195819 h 384233"/>
                <a:gd name="connsiteX781" fmla="*/ 60064 w 1695641"/>
                <a:gd name="connsiteY781" fmla="*/ 186894 h 384233"/>
                <a:gd name="connsiteX782" fmla="*/ 59529 w 1695641"/>
                <a:gd name="connsiteY782" fmla="*/ 166725 h 384233"/>
                <a:gd name="connsiteX783" fmla="*/ 54799 w 1695641"/>
                <a:gd name="connsiteY783" fmla="*/ 163869 h 384233"/>
                <a:gd name="connsiteX784" fmla="*/ 45874 w 1695641"/>
                <a:gd name="connsiteY784" fmla="*/ 165029 h 384233"/>
                <a:gd name="connsiteX785" fmla="*/ 37484 w 1695641"/>
                <a:gd name="connsiteY785" fmla="*/ 168063 h 384233"/>
                <a:gd name="connsiteX786" fmla="*/ 31147 w 1695641"/>
                <a:gd name="connsiteY786" fmla="*/ 168867 h 384233"/>
                <a:gd name="connsiteX787" fmla="*/ 27042 w 1695641"/>
                <a:gd name="connsiteY787" fmla="*/ 165386 h 384233"/>
                <a:gd name="connsiteX788" fmla="*/ 25168 w 1695641"/>
                <a:gd name="connsiteY788" fmla="*/ 155033 h 384233"/>
                <a:gd name="connsiteX789" fmla="*/ 23383 w 1695641"/>
                <a:gd name="connsiteY789" fmla="*/ 147804 h 384233"/>
                <a:gd name="connsiteX790" fmla="*/ 24187 w 1695641"/>
                <a:gd name="connsiteY790" fmla="*/ 133167 h 384233"/>
                <a:gd name="connsiteX791" fmla="*/ 33111 w 1695641"/>
                <a:gd name="connsiteY791" fmla="*/ 124688 h 384233"/>
                <a:gd name="connsiteX792" fmla="*/ 44981 w 1695641"/>
                <a:gd name="connsiteY792" fmla="*/ 120940 h 384233"/>
                <a:gd name="connsiteX793" fmla="*/ 53906 w 1695641"/>
                <a:gd name="connsiteY793" fmla="*/ 120315 h 384233"/>
                <a:gd name="connsiteX794" fmla="*/ 65866 w 1695641"/>
                <a:gd name="connsiteY794" fmla="*/ 114871 h 384233"/>
                <a:gd name="connsiteX795" fmla="*/ 71667 w 1695641"/>
                <a:gd name="connsiteY795" fmla="*/ 103983 h 384233"/>
                <a:gd name="connsiteX796" fmla="*/ 75326 w 1695641"/>
                <a:gd name="connsiteY796" fmla="*/ 80510 h 384233"/>
                <a:gd name="connsiteX797" fmla="*/ 69346 w 1695641"/>
                <a:gd name="connsiteY797" fmla="*/ 65338 h 384233"/>
                <a:gd name="connsiteX798" fmla="*/ 69346 w 1695641"/>
                <a:gd name="connsiteY798" fmla="*/ 61054 h 384233"/>
                <a:gd name="connsiteX799" fmla="*/ 76040 w 1695641"/>
                <a:gd name="connsiteY799" fmla="*/ 55877 h 384233"/>
                <a:gd name="connsiteX800" fmla="*/ 80146 w 1695641"/>
                <a:gd name="connsiteY800" fmla="*/ 54092 h 384233"/>
                <a:gd name="connsiteX801" fmla="*/ 206879 w 1695641"/>
                <a:gd name="connsiteY801" fmla="*/ 42222 h 384233"/>
                <a:gd name="connsiteX802" fmla="*/ 213394 w 1695641"/>
                <a:gd name="connsiteY802" fmla="*/ 46059 h 384233"/>
                <a:gd name="connsiteX803" fmla="*/ 218838 w 1695641"/>
                <a:gd name="connsiteY803" fmla="*/ 47308 h 384233"/>
                <a:gd name="connsiteX804" fmla="*/ 223033 w 1695641"/>
                <a:gd name="connsiteY804" fmla="*/ 52038 h 384233"/>
                <a:gd name="connsiteX805" fmla="*/ 226424 w 1695641"/>
                <a:gd name="connsiteY805" fmla="*/ 65158 h 384233"/>
                <a:gd name="connsiteX806" fmla="*/ 216696 w 1695641"/>
                <a:gd name="connsiteY806" fmla="*/ 83008 h 384233"/>
                <a:gd name="connsiteX807" fmla="*/ 214822 w 1695641"/>
                <a:gd name="connsiteY807" fmla="*/ 91933 h 384233"/>
                <a:gd name="connsiteX808" fmla="*/ 222854 w 1695641"/>
                <a:gd name="connsiteY808" fmla="*/ 94700 h 384233"/>
                <a:gd name="connsiteX809" fmla="*/ 230887 w 1695641"/>
                <a:gd name="connsiteY809" fmla="*/ 90148 h 384233"/>
                <a:gd name="connsiteX810" fmla="*/ 243827 w 1695641"/>
                <a:gd name="connsiteY810" fmla="*/ 94700 h 384233"/>
                <a:gd name="connsiteX811" fmla="*/ 251056 w 1695641"/>
                <a:gd name="connsiteY811" fmla="*/ 108177 h 384233"/>
                <a:gd name="connsiteX812" fmla="*/ 252573 w 1695641"/>
                <a:gd name="connsiteY812" fmla="*/ 117815 h 384233"/>
                <a:gd name="connsiteX813" fmla="*/ 248200 w 1695641"/>
                <a:gd name="connsiteY813" fmla="*/ 122813 h 384233"/>
                <a:gd name="connsiteX814" fmla="*/ 239276 w 1695641"/>
                <a:gd name="connsiteY814" fmla="*/ 125133 h 384233"/>
                <a:gd name="connsiteX815" fmla="*/ 231512 w 1695641"/>
                <a:gd name="connsiteY815" fmla="*/ 130577 h 384233"/>
                <a:gd name="connsiteX816" fmla="*/ 220623 w 1695641"/>
                <a:gd name="connsiteY816" fmla="*/ 136646 h 384233"/>
                <a:gd name="connsiteX817" fmla="*/ 203309 w 1695641"/>
                <a:gd name="connsiteY817" fmla="*/ 145036 h 384233"/>
                <a:gd name="connsiteX818" fmla="*/ 197329 w 1695641"/>
                <a:gd name="connsiteY818" fmla="*/ 164135 h 384233"/>
                <a:gd name="connsiteX819" fmla="*/ 197954 w 1695641"/>
                <a:gd name="connsiteY819" fmla="*/ 173060 h 384233"/>
                <a:gd name="connsiteX820" fmla="*/ 202773 w 1695641"/>
                <a:gd name="connsiteY820" fmla="*/ 188857 h 384233"/>
                <a:gd name="connsiteX821" fmla="*/ 215982 w 1695641"/>
                <a:gd name="connsiteY821" fmla="*/ 194747 h 384233"/>
                <a:gd name="connsiteX822" fmla="*/ 225443 w 1695641"/>
                <a:gd name="connsiteY822" fmla="*/ 195997 h 384233"/>
                <a:gd name="connsiteX823" fmla="*/ 232136 w 1695641"/>
                <a:gd name="connsiteY823" fmla="*/ 197425 h 384233"/>
                <a:gd name="connsiteX824" fmla="*/ 238741 w 1695641"/>
                <a:gd name="connsiteY824" fmla="*/ 200013 h 384233"/>
                <a:gd name="connsiteX825" fmla="*/ 249093 w 1695641"/>
                <a:gd name="connsiteY825" fmla="*/ 201084 h 384233"/>
                <a:gd name="connsiteX826" fmla="*/ 249539 w 1695641"/>
                <a:gd name="connsiteY826" fmla="*/ 201262 h 384233"/>
                <a:gd name="connsiteX827" fmla="*/ 255340 w 1695641"/>
                <a:gd name="connsiteY827" fmla="*/ 214561 h 384233"/>
                <a:gd name="connsiteX828" fmla="*/ 250164 w 1695641"/>
                <a:gd name="connsiteY828" fmla="*/ 229376 h 384233"/>
                <a:gd name="connsiteX829" fmla="*/ 245880 w 1695641"/>
                <a:gd name="connsiteY829" fmla="*/ 239105 h 384233"/>
                <a:gd name="connsiteX830" fmla="*/ 234725 w 1695641"/>
                <a:gd name="connsiteY830" fmla="*/ 240800 h 384233"/>
                <a:gd name="connsiteX831" fmla="*/ 223747 w 1695641"/>
                <a:gd name="connsiteY831" fmla="*/ 243388 h 384233"/>
                <a:gd name="connsiteX832" fmla="*/ 216071 w 1695641"/>
                <a:gd name="connsiteY832" fmla="*/ 240086 h 384233"/>
                <a:gd name="connsiteX833" fmla="*/ 204201 w 1695641"/>
                <a:gd name="connsiteY833" fmla="*/ 238926 h 384233"/>
                <a:gd name="connsiteX834" fmla="*/ 192509 w 1695641"/>
                <a:gd name="connsiteY834" fmla="*/ 238926 h 384233"/>
                <a:gd name="connsiteX835" fmla="*/ 182603 w 1695641"/>
                <a:gd name="connsiteY835" fmla="*/ 236070 h 384233"/>
                <a:gd name="connsiteX836" fmla="*/ 168145 w 1695641"/>
                <a:gd name="connsiteY836" fmla="*/ 235267 h 384233"/>
                <a:gd name="connsiteX837" fmla="*/ 160827 w 1695641"/>
                <a:gd name="connsiteY837" fmla="*/ 231250 h 384233"/>
                <a:gd name="connsiteX838" fmla="*/ 154044 w 1695641"/>
                <a:gd name="connsiteY838" fmla="*/ 220362 h 384233"/>
                <a:gd name="connsiteX839" fmla="*/ 153151 w 1695641"/>
                <a:gd name="connsiteY839" fmla="*/ 207688 h 384233"/>
                <a:gd name="connsiteX840" fmla="*/ 150027 w 1695641"/>
                <a:gd name="connsiteY840" fmla="*/ 192605 h 384233"/>
                <a:gd name="connsiteX841" fmla="*/ 149403 w 1695641"/>
                <a:gd name="connsiteY841" fmla="*/ 183145 h 384233"/>
                <a:gd name="connsiteX842" fmla="*/ 148243 w 1695641"/>
                <a:gd name="connsiteY842" fmla="*/ 174221 h 384233"/>
                <a:gd name="connsiteX843" fmla="*/ 146814 w 1695641"/>
                <a:gd name="connsiteY843" fmla="*/ 160209 h 384233"/>
                <a:gd name="connsiteX844" fmla="*/ 150563 w 1695641"/>
                <a:gd name="connsiteY844" fmla="*/ 137628 h 384233"/>
                <a:gd name="connsiteX845" fmla="*/ 153687 w 1695641"/>
                <a:gd name="connsiteY845" fmla="*/ 130577 h 384233"/>
                <a:gd name="connsiteX846" fmla="*/ 156364 w 1695641"/>
                <a:gd name="connsiteY846" fmla="*/ 118975 h 384233"/>
                <a:gd name="connsiteX847" fmla="*/ 158863 w 1695641"/>
                <a:gd name="connsiteY847" fmla="*/ 107106 h 384233"/>
                <a:gd name="connsiteX848" fmla="*/ 159935 w 1695641"/>
                <a:gd name="connsiteY848" fmla="*/ 88631 h 384233"/>
                <a:gd name="connsiteX849" fmla="*/ 162612 w 1695641"/>
                <a:gd name="connsiteY849" fmla="*/ 77385 h 384233"/>
                <a:gd name="connsiteX850" fmla="*/ 166450 w 1695641"/>
                <a:gd name="connsiteY850" fmla="*/ 59535 h 384233"/>
                <a:gd name="connsiteX851" fmla="*/ 166896 w 1695641"/>
                <a:gd name="connsiteY851" fmla="*/ 47308 h 384233"/>
                <a:gd name="connsiteX852" fmla="*/ 173946 w 1695641"/>
                <a:gd name="connsiteY852" fmla="*/ 42311 h 384233"/>
                <a:gd name="connsiteX853" fmla="*/ 182870 w 1695641"/>
                <a:gd name="connsiteY853" fmla="*/ 44185 h 384233"/>
                <a:gd name="connsiteX854" fmla="*/ 190814 w 1695641"/>
                <a:gd name="connsiteY854" fmla="*/ 42490 h 384233"/>
                <a:gd name="connsiteX855" fmla="*/ 197954 w 1695641"/>
                <a:gd name="connsiteY855" fmla="*/ 43917 h 384233"/>
                <a:gd name="connsiteX856" fmla="*/ 206879 w 1695641"/>
                <a:gd name="connsiteY856" fmla="*/ 42222 h 384233"/>
                <a:gd name="connsiteX857" fmla="*/ 815643 w 1695641"/>
                <a:gd name="connsiteY857" fmla="*/ 39723 h 384233"/>
                <a:gd name="connsiteX858" fmla="*/ 824568 w 1695641"/>
                <a:gd name="connsiteY858" fmla="*/ 43203 h 384233"/>
                <a:gd name="connsiteX859" fmla="*/ 842418 w 1695641"/>
                <a:gd name="connsiteY859" fmla="*/ 44541 h 384233"/>
                <a:gd name="connsiteX860" fmla="*/ 843222 w 1695641"/>
                <a:gd name="connsiteY860" fmla="*/ 44988 h 384233"/>
                <a:gd name="connsiteX861" fmla="*/ 846256 w 1695641"/>
                <a:gd name="connsiteY861" fmla="*/ 52306 h 384233"/>
                <a:gd name="connsiteX862" fmla="*/ 852414 w 1695641"/>
                <a:gd name="connsiteY862" fmla="*/ 64801 h 384233"/>
                <a:gd name="connsiteX863" fmla="*/ 847416 w 1695641"/>
                <a:gd name="connsiteY863" fmla="*/ 75422 h 384233"/>
                <a:gd name="connsiteX864" fmla="*/ 845096 w 1695641"/>
                <a:gd name="connsiteY864" fmla="*/ 85239 h 384233"/>
                <a:gd name="connsiteX865" fmla="*/ 836171 w 1695641"/>
                <a:gd name="connsiteY865" fmla="*/ 101037 h 384233"/>
                <a:gd name="connsiteX866" fmla="*/ 828138 w 1695641"/>
                <a:gd name="connsiteY866" fmla="*/ 109961 h 384233"/>
                <a:gd name="connsiteX867" fmla="*/ 810288 w 1695641"/>
                <a:gd name="connsiteY867" fmla="*/ 147267 h 384233"/>
                <a:gd name="connsiteX868" fmla="*/ 804309 w 1695641"/>
                <a:gd name="connsiteY868" fmla="*/ 153247 h 384233"/>
                <a:gd name="connsiteX869" fmla="*/ 796991 w 1695641"/>
                <a:gd name="connsiteY869" fmla="*/ 153247 h 384233"/>
                <a:gd name="connsiteX870" fmla="*/ 789315 w 1695641"/>
                <a:gd name="connsiteY870" fmla="*/ 155746 h 384233"/>
                <a:gd name="connsiteX871" fmla="*/ 777892 w 1695641"/>
                <a:gd name="connsiteY871" fmla="*/ 159227 h 384233"/>
                <a:gd name="connsiteX872" fmla="*/ 777892 w 1695641"/>
                <a:gd name="connsiteY872" fmla="*/ 168152 h 384233"/>
                <a:gd name="connsiteX873" fmla="*/ 786816 w 1695641"/>
                <a:gd name="connsiteY873" fmla="*/ 166545 h 384233"/>
                <a:gd name="connsiteX874" fmla="*/ 793778 w 1695641"/>
                <a:gd name="connsiteY874" fmla="*/ 163332 h 384233"/>
                <a:gd name="connsiteX875" fmla="*/ 803416 w 1695641"/>
                <a:gd name="connsiteY875" fmla="*/ 166367 h 384233"/>
                <a:gd name="connsiteX876" fmla="*/ 807254 w 1695641"/>
                <a:gd name="connsiteY876" fmla="*/ 170829 h 384233"/>
                <a:gd name="connsiteX877" fmla="*/ 809753 w 1695641"/>
                <a:gd name="connsiteY877" fmla="*/ 182966 h 384233"/>
                <a:gd name="connsiteX878" fmla="*/ 808236 w 1695641"/>
                <a:gd name="connsiteY878" fmla="*/ 187964 h 384233"/>
                <a:gd name="connsiteX879" fmla="*/ 799311 w 1695641"/>
                <a:gd name="connsiteY879" fmla="*/ 194122 h 384233"/>
                <a:gd name="connsiteX880" fmla="*/ 789315 w 1695641"/>
                <a:gd name="connsiteY880" fmla="*/ 197782 h 384233"/>
                <a:gd name="connsiteX881" fmla="*/ 786192 w 1695641"/>
                <a:gd name="connsiteY881" fmla="*/ 203583 h 384233"/>
                <a:gd name="connsiteX882" fmla="*/ 791011 w 1695641"/>
                <a:gd name="connsiteY882" fmla="*/ 207421 h 384233"/>
                <a:gd name="connsiteX883" fmla="*/ 804309 w 1695641"/>
                <a:gd name="connsiteY883" fmla="*/ 204922 h 384233"/>
                <a:gd name="connsiteX884" fmla="*/ 814305 w 1695641"/>
                <a:gd name="connsiteY884" fmla="*/ 204922 h 384233"/>
                <a:gd name="connsiteX885" fmla="*/ 826621 w 1695641"/>
                <a:gd name="connsiteY885" fmla="*/ 202423 h 384233"/>
                <a:gd name="connsiteX886" fmla="*/ 837420 w 1695641"/>
                <a:gd name="connsiteY886" fmla="*/ 202423 h 384233"/>
                <a:gd name="connsiteX887" fmla="*/ 846345 w 1695641"/>
                <a:gd name="connsiteY887" fmla="*/ 216435 h 384233"/>
                <a:gd name="connsiteX888" fmla="*/ 830548 w 1695641"/>
                <a:gd name="connsiteY888" fmla="*/ 239193 h 384233"/>
                <a:gd name="connsiteX889" fmla="*/ 816179 w 1695641"/>
                <a:gd name="connsiteY889" fmla="*/ 236694 h 384233"/>
                <a:gd name="connsiteX890" fmla="*/ 792439 w 1695641"/>
                <a:gd name="connsiteY890" fmla="*/ 237676 h 384233"/>
                <a:gd name="connsiteX891" fmla="*/ 779498 w 1695641"/>
                <a:gd name="connsiteY891" fmla="*/ 236873 h 384233"/>
                <a:gd name="connsiteX892" fmla="*/ 768163 w 1695641"/>
                <a:gd name="connsiteY892" fmla="*/ 238033 h 384233"/>
                <a:gd name="connsiteX893" fmla="*/ 755490 w 1695641"/>
                <a:gd name="connsiteY893" fmla="*/ 240175 h 384233"/>
                <a:gd name="connsiteX894" fmla="*/ 740050 w 1695641"/>
                <a:gd name="connsiteY894" fmla="*/ 243209 h 384233"/>
                <a:gd name="connsiteX895" fmla="*/ 724074 w 1695641"/>
                <a:gd name="connsiteY895" fmla="*/ 244815 h 384233"/>
                <a:gd name="connsiteX896" fmla="*/ 707652 w 1695641"/>
                <a:gd name="connsiteY896" fmla="*/ 249813 h 384233"/>
                <a:gd name="connsiteX897" fmla="*/ 697300 w 1695641"/>
                <a:gd name="connsiteY897" fmla="*/ 244369 h 384233"/>
                <a:gd name="connsiteX898" fmla="*/ 694980 w 1695641"/>
                <a:gd name="connsiteY898" fmla="*/ 230536 h 384233"/>
                <a:gd name="connsiteX899" fmla="*/ 695514 w 1695641"/>
                <a:gd name="connsiteY899" fmla="*/ 224200 h 384233"/>
                <a:gd name="connsiteX900" fmla="*/ 698995 w 1695641"/>
                <a:gd name="connsiteY900" fmla="*/ 216881 h 384233"/>
                <a:gd name="connsiteX901" fmla="*/ 702833 w 1695641"/>
                <a:gd name="connsiteY901" fmla="*/ 213758 h 384233"/>
                <a:gd name="connsiteX902" fmla="*/ 707652 w 1695641"/>
                <a:gd name="connsiteY902" fmla="*/ 216078 h 384233"/>
                <a:gd name="connsiteX903" fmla="*/ 721754 w 1695641"/>
                <a:gd name="connsiteY903" fmla="*/ 211259 h 384233"/>
                <a:gd name="connsiteX904" fmla="*/ 739604 w 1695641"/>
                <a:gd name="connsiteY904" fmla="*/ 203405 h 384233"/>
                <a:gd name="connsiteX905" fmla="*/ 736658 w 1695641"/>
                <a:gd name="connsiteY905" fmla="*/ 198407 h 384233"/>
                <a:gd name="connsiteX906" fmla="*/ 729340 w 1695641"/>
                <a:gd name="connsiteY906" fmla="*/ 197425 h 384233"/>
                <a:gd name="connsiteX907" fmla="*/ 723181 w 1695641"/>
                <a:gd name="connsiteY907" fmla="*/ 194301 h 384233"/>
                <a:gd name="connsiteX908" fmla="*/ 723181 w 1695641"/>
                <a:gd name="connsiteY908" fmla="*/ 188321 h 384233"/>
                <a:gd name="connsiteX909" fmla="*/ 723985 w 1695641"/>
                <a:gd name="connsiteY909" fmla="*/ 181003 h 384233"/>
                <a:gd name="connsiteX910" fmla="*/ 728001 w 1695641"/>
                <a:gd name="connsiteY910" fmla="*/ 175648 h 384233"/>
                <a:gd name="connsiteX911" fmla="*/ 732106 w 1695641"/>
                <a:gd name="connsiteY911" fmla="*/ 176986 h 384233"/>
                <a:gd name="connsiteX912" fmla="*/ 736480 w 1695641"/>
                <a:gd name="connsiteY912" fmla="*/ 176183 h 384233"/>
                <a:gd name="connsiteX913" fmla="*/ 740764 w 1695641"/>
                <a:gd name="connsiteY913" fmla="*/ 176183 h 384233"/>
                <a:gd name="connsiteX914" fmla="*/ 744602 w 1695641"/>
                <a:gd name="connsiteY914" fmla="*/ 172703 h 384233"/>
                <a:gd name="connsiteX915" fmla="*/ 745583 w 1695641"/>
                <a:gd name="connsiteY915" fmla="*/ 163778 h 384233"/>
                <a:gd name="connsiteX916" fmla="*/ 740317 w 1695641"/>
                <a:gd name="connsiteY916" fmla="*/ 163064 h 384233"/>
                <a:gd name="connsiteX917" fmla="*/ 733623 w 1695641"/>
                <a:gd name="connsiteY917" fmla="*/ 164939 h 384233"/>
                <a:gd name="connsiteX918" fmla="*/ 727465 w 1695641"/>
                <a:gd name="connsiteY918" fmla="*/ 166277 h 384233"/>
                <a:gd name="connsiteX919" fmla="*/ 722467 w 1695641"/>
                <a:gd name="connsiteY919" fmla="*/ 165563 h 384233"/>
                <a:gd name="connsiteX920" fmla="*/ 719968 w 1695641"/>
                <a:gd name="connsiteY920" fmla="*/ 161636 h 384233"/>
                <a:gd name="connsiteX921" fmla="*/ 718005 w 1695641"/>
                <a:gd name="connsiteY921" fmla="*/ 155924 h 384233"/>
                <a:gd name="connsiteX922" fmla="*/ 713543 w 1695641"/>
                <a:gd name="connsiteY922" fmla="*/ 147624 h 384233"/>
                <a:gd name="connsiteX923" fmla="*/ 711043 w 1695641"/>
                <a:gd name="connsiteY923" fmla="*/ 138699 h 384233"/>
                <a:gd name="connsiteX924" fmla="*/ 715863 w 1695641"/>
                <a:gd name="connsiteY924" fmla="*/ 124687 h 384233"/>
                <a:gd name="connsiteX925" fmla="*/ 713542 w 1695641"/>
                <a:gd name="connsiteY925" fmla="*/ 102108 h 384233"/>
                <a:gd name="connsiteX926" fmla="*/ 710686 w 1695641"/>
                <a:gd name="connsiteY926" fmla="*/ 92469 h 384233"/>
                <a:gd name="connsiteX927" fmla="*/ 711846 w 1695641"/>
                <a:gd name="connsiteY927" fmla="*/ 85150 h 384233"/>
                <a:gd name="connsiteX928" fmla="*/ 714346 w 1695641"/>
                <a:gd name="connsiteY928" fmla="*/ 72655 h 384233"/>
                <a:gd name="connsiteX929" fmla="*/ 720504 w 1695641"/>
                <a:gd name="connsiteY929" fmla="*/ 59982 h 384233"/>
                <a:gd name="connsiteX930" fmla="*/ 728447 w 1695641"/>
                <a:gd name="connsiteY930" fmla="*/ 64801 h 384233"/>
                <a:gd name="connsiteX931" fmla="*/ 735944 w 1695641"/>
                <a:gd name="connsiteY931" fmla="*/ 63998 h 384233"/>
                <a:gd name="connsiteX932" fmla="*/ 745762 w 1695641"/>
                <a:gd name="connsiteY932" fmla="*/ 60874 h 384233"/>
                <a:gd name="connsiteX933" fmla="*/ 762540 w 1695641"/>
                <a:gd name="connsiteY933" fmla="*/ 54002 h 384233"/>
                <a:gd name="connsiteX934" fmla="*/ 775839 w 1695641"/>
                <a:gd name="connsiteY934" fmla="*/ 52663 h 384233"/>
                <a:gd name="connsiteX935" fmla="*/ 815643 w 1695641"/>
                <a:gd name="connsiteY935" fmla="*/ 39723 h 384233"/>
                <a:gd name="connsiteX936" fmla="*/ 439014 w 1695641"/>
                <a:gd name="connsiteY936" fmla="*/ 1614 h 384233"/>
                <a:gd name="connsiteX937" fmla="*/ 445798 w 1695641"/>
                <a:gd name="connsiteY937" fmla="*/ 2328 h 384233"/>
                <a:gd name="connsiteX938" fmla="*/ 454187 w 1695641"/>
                <a:gd name="connsiteY938" fmla="*/ 2328 h 384233"/>
                <a:gd name="connsiteX939" fmla="*/ 458560 w 1695641"/>
                <a:gd name="connsiteY939" fmla="*/ 5808 h 384233"/>
                <a:gd name="connsiteX940" fmla="*/ 466415 w 1695641"/>
                <a:gd name="connsiteY940" fmla="*/ 8217 h 384233"/>
                <a:gd name="connsiteX941" fmla="*/ 469003 w 1695641"/>
                <a:gd name="connsiteY941" fmla="*/ 17142 h 384233"/>
                <a:gd name="connsiteX942" fmla="*/ 475072 w 1695641"/>
                <a:gd name="connsiteY942" fmla="*/ 30530 h 384233"/>
                <a:gd name="connsiteX943" fmla="*/ 467575 w 1695641"/>
                <a:gd name="connsiteY943" fmla="*/ 44275 h 384233"/>
                <a:gd name="connsiteX944" fmla="*/ 469003 w 1695641"/>
                <a:gd name="connsiteY944" fmla="*/ 48826 h 384233"/>
                <a:gd name="connsiteX945" fmla="*/ 495777 w 1695641"/>
                <a:gd name="connsiteY945" fmla="*/ 42579 h 384233"/>
                <a:gd name="connsiteX946" fmla="*/ 511039 w 1695641"/>
                <a:gd name="connsiteY946" fmla="*/ 39098 h 384233"/>
                <a:gd name="connsiteX947" fmla="*/ 517554 w 1695641"/>
                <a:gd name="connsiteY947" fmla="*/ 41865 h 384233"/>
                <a:gd name="connsiteX948" fmla="*/ 524337 w 1695641"/>
                <a:gd name="connsiteY948" fmla="*/ 44096 h 384233"/>
                <a:gd name="connsiteX949" fmla="*/ 532458 w 1695641"/>
                <a:gd name="connsiteY949" fmla="*/ 51236 h 384233"/>
                <a:gd name="connsiteX950" fmla="*/ 532280 w 1695641"/>
                <a:gd name="connsiteY950" fmla="*/ 51236 h 384233"/>
                <a:gd name="connsiteX951" fmla="*/ 535939 w 1695641"/>
                <a:gd name="connsiteY951" fmla="*/ 55252 h 384233"/>
                <a:gd name="connsiteX952" fmla="*/ 535493 w 1695641"/>
                <a:gd name="connsiteY952" fmla="*/ 63463 h 384233"/>
                <a:gd name="connsiteX953" fmla="*/ 520856 w 1695641"/>
                <a:gd name="connsiteY953" fmla="*/ 75868 h 384233"/>
                <a:gd name="connsiteX954" fmla="*/ 513002 w 1695641"/>
                <a:gd name="connsiteY954" fmla="*/ 73548 h 384233"/>
                <a:gd name="connsiteX955" fmla="*/ 499704 w 1695641"/>
                <a:gd name="connsiteY955" fmla="*/ 74440 h 384233"/>
                <a:gd name="connsiteX956" fmla="*/ 489083 w 1695641"/>
                <a:gd name="connsiteY956" fmla="*/ 75690 h 384233"/>
                <a:gd name="connsiteX957" fmla="*/ 479356 w 1695641"/>
                <a:gd name="connsiteY957" fmla="*/ 78635 h 384233"/>
                <a:gd name="connsiteX958" fmla="*/ 469627 w 1695641"/>
                <a:gd name="connsiteY958" fmla="*/ 82116 h 384233"/>
                <a:gd name="connsiteX959" fmla="*/ 460702 w 1695641"/>
                <a:gd name="connsiteY959" fmla="*/ 82116 h 384233"/>
                <a:gd name="connsiteX960" fmla="*/ 447136 w 1695641"/>
                <a:gd name="connsiteY960" fmla="*/ 87827 h 384233"/>
                <a:gd name="connsiteX961" fmla="*/ 415453 w 1695641"/>
                <a:gd name="connsiteY961" fmla="*/ 95681 h 384233"/>
                <a:gd name="connsiteX962" fmla="*/ 406528 w 1695641"/>
                <a:gd name="connsiteY962" fmla="*/ 98002 h 384233"/>
                <a:gd name="connsiteX963" fmla="*/ 397604 w 1695641"/>
                <a:gd name="connsiteY963" fmla="*/ 100233 h 384233"/>
                <a:gd name="connsiteX964" fmla="*/ 389571 w 1695641"/>
                <a:gd name="connsiteY964" fmla="*/ 102286 h 384233"/>
                <a:gd name="connsiteX965" fmla="*/ 382788 w 1695641"/>
                <a:gd name="connsiteY965" fmla="*/ 103178 h 384233"/>
                <a:gd name="connsiteX966" fmla="*/ 375470 w 1695641"/>
                <a:gd name="connsiteY966" fmla="*/ 105142 h 384233"/>
                <a:gd name="connsiteX967" fmla="*/ 369044 w 1695641"/>
                <a:gd name="connsiteY967" fmla="*/ 105142 h 384233"/>
                <a:gd name="connsiteX968" fmla="*/ 363956 w 1695641"/>
                <a:gd name="connsiteY968" fmla="*/ 105142 h 384233"/>
                <a:gd name="connsiteX969" fmla="*/ 355745 w 1695641"/>
                <a:gd name="connsiteY969" fmla="*/ 107373 h 384233"/>
                <a:gd name="connsiteX970" fmla="*/ 348784 w 1695641"/>
                <a:gd name="connsiteY970" fmla="*/ 109783 h 384233"/>
                <a:gd name="connsiteX971" fmla="*/ 342715 w 1695641"/>
                <a:gd name="connsiteY971" fmla="*/ 113264 h 384233"/>
                <a:gd name="connsiteX972" fmla="*/ 337806 w 1695641"/>
                <a:gd name="connsiteY972" fmla="*/ 109783 h 384233"/>
                <a:gd name="connsiteX973" fmla="*/ 328881 w 1695641"/>
                <a:gd name="connsiteY973" fmla="*/ 109248 h 384233"/>
                <a:gd name="connsiteX974" fmla="*/ 326561 w 1695641"/>
                <a:gd name="connsiteY974" fmla="*/ 99698 h 384233"/>
                <a:gd name="connsiteX975" fmla="*/ 326115 w 1695641"/>
                <a:gd name="connsiteY975" fmla="*/ 91844 h 384233"/>
                <a:gd name="connsiteX976" fmla="*/ 327810 w 1695641"/>
                <a:gd name="connsiteY976" fmla="*/ 85596 h 384233"/>
                <a:gd name="connsiteX977" fmla="*/ 345660 w 1695641"/>
                <a:gd name="connsiteY977" fmla="*/ 76671 h 384233"/>
                <a:gd name="connsiteX978" fmla="*/ 350391 w 1695641"/>
                <a:gd name="connsiteY978" fmla="*/ 79349 h 384233"/>
                <a:gd name="connsiteX979" fmla="*/ 360654 w 1695641"/>
                <a:gd name="connsiteY979" fmla="*/ 75868 h 384233"/>
                <a:gd name="connsiteX980" fmla="*/ 385198 w 1695641"/>
                <a:gd name="connsiteY980" fmla="*/ 70959 h 384233"/>
                <a:gd name="connsiteX981" fmla="*/ 395640 w 1695641"/>
                <a:gd name="connsiteY981" fmla="*/ 69531 h 384233"/>
                <a:gd name="connsiteX982" fmla="*/ 414828 w 1695641"/>
                <a:gd name="connsiteY982" fmla="*/ 63641 h 384233"/>
                <a:gd name="connsiteX983" fmla="*/ 422682 w 1695641"/>
                <a:gd name="connsiteY983" fmla="*/ 59090 h 384233"/>
                <a:gd name="connsiteX984" fmla="*/ 421790 w 1695641"/>
                <a:gd name="connsiteY984" fmla="*/ 53735 h 384233"/>
                <a:gd name="connsiteX985" fmla="*/ 416256 w 1695641"/>
                <a:gd name="connsiteY985" fmla="*/ 51950 h 384233"/>
                <a:gd name="connsiteX986" fmla="*/ 410990 w 1695641"/>
                <a:gd name="connsiteY986" fmla="*/ 47934 h 384233"/>
                <a:gd name="connsiteX987" fmla="*/ 412240 w 1695641"/>
                <a:gd name="connsiteY987" fmla="*/ 42400 h 384233"/>
                <a:gd name="connsiteX988" fmla="*/ 414293 w 1695641"/>
                <a:gd name="connsiteY988" fmla="*/ 37134 h 384233"/>
                <a:gd name="connsiteX989" fmla="*/ 416434 w 1695641"/>
                <a:gd name="connsiteY989" fmla="*/ 30530 h 384233"/>
                <a:gd name="connsiteX990" fmla="*/ 409741 w 1695641"/>
                <a:gd name="connsiteY990" fmla="*/ 14019 h 384233"/>
                <a:gd name="connsiteX991" fmla="*/ 411704 w 1695641"/>
                <a:gd name="connsiteY991" fmla="*/ 8396 h 384233"/>
                <a:gd name="connsiteX992" fmla="*/ 421790 w 1695641"/>
                <a:gd name="connsiteY992" fmla="*/ 6700 h 384233"/>
                <a:gd name="connsiteX993" fmla="*/ 427680 w 1695641"/>
                <a:gd name="connsiteY993" fmla="*/ 4380 h 384233"/>
                <a:gd name="connsiteX994" fmla="*/ 433303 w 1695641"/>
                <a:gd name="connsiteY994" fmla="*/ 3755 h 384233"/>
                <a:gd name="connsiteX995" fmla="*/ 439014 w 1695641"/>
                <a:gd name="connsiteY995" fmla="*/ 1614 h 384233"/>
                <a:gd name="connsiteX996" fmla="*/ 1616919 w 1695641"/>
                <a:gd name="connsiteY996" fmla="*/ 7 h 384233"/>
                <a:gd name="connsiteX997" fmla="*/ 1626380 w 1695641"/>
                <a:gd name="connsiteY997" fmla="*/ 7326 h 384233"/>
                <a:gd name="connsiteX998" fmla="*/ 1622363 w 1695641"/>
                <a:gd name="connsiteY998" fmla="*/ 18928 h 384233"/>
                <a:gd name="connsiteX999" fmla="*/ 1614599 w 1695641"/>
                <a:gd name="connsiteY999" fmla="*/ 29103 h 384233"/>
                <a:gd name="connsiteX1000" fmla="*/ 1614599 w 1695641"/>
                <a:gd name="connsiteY1000" fmla="*/ 38027 h 384233"/>
                <a:gd name="connsiteX1001" fmla="*/ 1619418 w 1695641"/>
                <a:gd name="connsiteY1001" fmla="*/ 45256 h 384233"/>
                <a:gd name="connsiteX1002" fmla="*/ 1608886 w 1695641"/>
                <a:gd name="connsiteY1002" fmla="*/ 66587 h 384233"/>
                <a:gd name="connsiteX1003" fmla="*/ 1600943 w 1695641"/>
                <a:gd name="connsiteY1003" fmla="*/ 78100 h 384233"/>
                <a:gd name="connsiteX1004" fmla="*/ 1610582 w 1695641"/>
                <a:gd name="connsiteY1004" fmla="*/ 83187 h 384233"/>
                <a:gd name="connsiteX1005" fmla="*/ 1615313 w 1695641"/>
                <a:gd name="connsiteY1005" fmla="*/ 90773 h 384233"/>
                <a:gd name="connsiteX1006" fmla="*/ 1624238 w 1695641"/>
                <a:gd name="connsiteY1006" fmla="*/ 81848 h 384233"/>
                <a:gd name="connsiteX1007" fmla="*/ 1616473 w 1695641"/>
                <a:gd name="connsiteY1007" fmla="*/ 79260 h 384233"/>
                <a:gd name="connsiteX1008" fmla="*/ 1614688 w 1695641"/>
                <a:gd name="connsiteY1008" fmla="*/ 70335 h 384233"/>
                <a:gd name="connsiteX1009" fmla="*/ 1619775 w 1695641"/>
                <a:gd name="connsiteY1009" fmla="*/ 66319 h 384233"/>
                <a:gd name="connsiteX1010" fmla="*/ 1623880 w 1695641"/>
                <a:gd name="connsiteY1010" fmla="*/ 61499 h 384233"/>
                <a:gd name="connsiteX1011" fmla="*/ 1623167 w 1695641"/>
                <a:gd name="connsiteY1011" fmla="*/ 53021 h 384233"/>
                <a:gd name="connsiteX1012" fmla="*/ 1630396 w 1695641"/>
                <a:gd name="connsiteY1012" fmla="*/ 49361 h 384233"/>
                <a:gd name="connsiteX1013" fmla="*/ 1634501 w 1695641"/>
                <a:gd name="connsiteY1013" fmla="*/ 43203 h 384233"/>
                <a:gd name="connsiteX1014" fmla="*/ 1636376 w 1695641"/>
                <a:gd name="connsiteY1014" fmla="*/ 36420 h 384233"/>
                <a:gd name="connsiteX1015" fmla="*/ 1631199 w 1695641"/>
                <a:gd name="connsiteY1015" fmla="*/ 23926 h 384233"/>
                <a:gd name="connsiteX1016" fmla="*/ 1657171 w 1695641"/>
                <a:gd name="connsiteY1016" fmla="*/ 10182 h 384233"/>
                <a:gd name="connsiteX1017" fmla="*/ 1659492 w 1695641"/>
                <a:gd name="connsiteY1017" fmla="*/ 6880 h 384233"/>
                <a:gd name="connsiteX1018" fmla="*/ 1667256 w 1695641"/>
                <a:gd name="connsiteY1018" fmla="*/ 5987 h 384233"/>
                <a:gd name="connsiteX1019" fmla="*/ 1675646 w 1695641"/>
                <a:gd name="connsiteY1019" fmla="*/ 11253 h 384233"/>
                <a:gd name="connsiteX1020" fmla="*/ 1677788 w 1695641"/>
                <a:gd name="connsiteY1020" fmla="*/ 17411 h 384233"/>
                <a:gd name="connsiteX1021" fmla="*/ 1676806 w 1695641"/>
                <a:gd name="connsiteY1021" fmla="*/ 28210 h 384233"/>
                <a:gd name="connsiteX1022" fmla="*/ 1665382 w 1695641"/>
                <a:gd name="connsiteY1022" fmla="*/ 37134 h 384233"/>
                <a:gd name="connsiteX1023" fmla="*/ 1656457 w 1695641"/>
                <a:gd name="connsiteY1023" fmla="*/ 58733 h 384233"/>
                <a:gd name="connsiteX1024" fmla="*/ 1653779 w 1695641"/>
                <a:gd name="connsiteY1024" fmla="*/ 66230 h 384233"/>
                <a:gd name="connsiteX1025" fmla="*/ 1651548 w 1695641"/>
                <a:gd name="connsiteY1025" fmla="*/ 75155 h 384233"/>
                <a:gd name="connsiteX1026" fmla="*/ 1649763 w 1695641"/>
                <a:gd name="connsiteY1026" fmla="*/ 86400 h 384233"/>
                <a:gd name="connsiteX1027" fmla="*/ 1654939 w 1695641"/>
                <a:gd name="connsiteY1027" fmla="*/ 88007 h 384233"/>
                <a:gd name="connsiteX1028" fmla="*/ 1665025 w 1695641"/>
                <a:gd name="connsiteY1028" fmla="*/ 82473 h 384233"/>
                <a:gd name="connsiteX1029" fmla="*/ 1671986 w 1695641"/>
                <a:gd name="connsiteY1029" fmla="*/ 82473 h 384233"/>
                <a:gd name="connsiteX1030" fmla="*/ 1677609 w 1695641"/>
                <a:gd name="connsiteY1030" fmla="*/ 86579 h 384233"/>
                <a:gd name="connsiteX1031" fmla="*/ 1683946 w 1695641"/>
                <a:gd name="connsiteY1031" fmla="*/ 88453 h 384233"/>
                <a:gd name="connsiteX1032" fmla="*/ 1691174 w 1695641"/>
                <a:gd name="connsiteY1032" fmla="*/ 91041 h 384233"/>
                <a:gd name="connsiteX1033" fmla="*/ 1691710 w 1695641"/>
                <a:gd name="connsiteY1033" fmla="*/ 90952 h 384233"/>
                <a:gd name="connsiteX1034" fmla="*/ 1695548 w 1695641"/>
                <a:gd name="connsiteY1034" fmla="*/ 107462 h 384233"/>
                <a:gd name="connsiteX1035" fmla="*/ 1691442 w 1695641"/>
                <a:gd name="connsiteY1035" fmla="*/ 122367 h 384233"/>
                <a:gd name="connsiteX1036" fmla="*/ 1668952 w 1695641"/>
                <a:gd name="connsiteY1036" fmla="*/ 128347 h 384233"/>
                <a:gd name="connsiteX1037" fmla="*/ 1661990 w 1695641"/>
                <a:gd name="connsiteY1037" fmla="*/ 131292 h 384233"/>
                <a:gd name="connsiteX1038" fmla="*/ 1653065 w 1695641"/>
                <a:gd name="connsiteY1038" fmla="*/ 130489 h 384233"/>
                <a:gd name="connsiteX1039" fmla="*/ 1641909 w 1695641"/>
                <a:gd name="connsiteY1039" fmla="*/ 130489 h 384233"/>
                <a:gd name="connsiteX1040" fmla="*/ 1622720 w 1695641"/>
                <a:gd name="connsiteY1040" fmla="*/ 144144 h 384233"/>
                <a:gd name="connsiteX1041" fmla="*/ 1615670 w 1695641"/>
                <a:gd name="connsiteY1041" fmla="*/ 151641 h 384233"/>
                <a:gd name="connsiteX1042" fmla="*/ 1604424 w 1695641"/>
                <a:gd name="connsiteY1042" fmla="*/ 161994 h 384233"/>
                <a:gd name="connsiteX1043" fmla="*/ 1602639 w 1695641"/>
                <a:gd name="connsiteY1043" fmla="*/ 172614 h 384233"/>
                <a:gd name="connsiteX1044" fmla="*/ 1607994 w 1695641"/>
                <a:gd name="connsiteY1044" fmla="*/ 173685 h 384233"/>
                <a:gd name="connsiteX1045" fmla="*/ 1617633 w 1695641"/>
                <a:gd name="connsiteY1045" fmla="*/ 169847 h 384233"/>
                <a:gd name="connsiteX1046" fmla="*/ 1623970 w 1695641"/>
                <a:gd name="connsiteY1046" fmla="*/ 166456 h 384233"/>
                <a:gd name="connsiteX1047" fmla="*/ 1635037 w 1695641"/>
                <a:gd name="connsiteY1047" fmla="*/ 172078 h 384233"/>
                <a:gd name="connsiteX1048" fmla="*/ 1645836 w 1695641"/>
                <a:gd name="connsiteY1048" fmla="*/ 176541 h 384233"/>
                <a:gd name="connsiteX1049" fmla="*/ 1650031 w 1695641"/>
                <a:gd name="connsiteY1049" fmla="*/ 180825 h 384233"/>
                <a:gd name="connsiteX1050" fmla="*/ 1647264 w 1695641"/>
                <a:gd name="connsiteY1050" fmla="*/ 192070 h 384233"/>
                <a:gd name="connsiteX1051" fmla="*/ 1640838 w 1695641"/>
                <a:gd name="connsiteY1051" fmla="*/ 197604 h 384233"/>
                <a:gd name="connsiteX1052" fmla="*/ 1629503 w 1695641"/>
                <a:gd name="connsiteY1052" fmla="*/ 199746 h 384233"/>
                <a:gd name="connsiteX1053" fmla="*/ 1621828 w 1695641"/>
                <a:gd name="connsiteY1053" fmla="*/ 202334 h 384233"/>
                <a:gd name="connsiteX1054" fmla="*/ 1603978 w 1695641"/>
                <a:gd name="connsiteY1054" fmla="*/ 210366 h 384233"/>
                <a:gd name="connsiteX1055" fmla="*/ 1604781 w 1695641"/>
                <a:gd name="connsiteY1055" fmla="*/ 222683 h 384233"/>
                <a:gd name="connsiteX1056" fmla="*/ 1603442 w 1695641"/>
                <a:gd name="connsiteY1056" fmla="*/ 233214 h 384233"/>
                <a:gd name="connsiteX1057" fmla="*/ 1600943 w 1695641"/>
                <a:gd name="connsiteY1057" fmla="*/ 245262 h 384233"/>
                <a:gd name="connsiteX1058" fmla="*/ 1596303 w 1695641"/>
                <a:gd name="connsiteY1058" fmla="*/ 253295 h 384233"/>
                <a:gd name="connsiteX1059" fmla="*/ 1587378 w 1695641"/>
                <a:gd name="connsiteY1059" fmla="*/ 270609 h 384233"/>
                <a:gd name="connsiteX1060" fmla="*/ 1574348 w 1695641"/>
                <a:gd name="connsiteY1060" fmla="*/ 275250 h 384233"/>
                <a:gd name="connsiteX1061" fmla="*/ 1563906 w 1695641"/>
                <a:gd name="connsiteY1061" fmla="*/ 278106 h 384233"/>
                <a:gd name="connsiteX1062" fmla="*/ 1548198 w 1695641"/>
                <a:gd name="connsiteY1062" fmla="*/ 278106 h 384233"/>
                <a:gd name="connsiteX1063" fmla="*/ 1547216 w 1695641"/>
                <a:gd name="connsiteY1063" fmla="*/ 268646 h 384233"/>
                <a:gd name="connsiteX1064" fmla="*/ 1532043 w 1695641"/>
                <a:gd name="connsiteY1064" fmla="*/ 254276 h 384233"/>
                <a:gd name="connsiteX1065" fmla="*/ 1540165 w 1695641"/>
                <a:gd name="connsiteY1065" fmla="*/ 250260 h 384233"/>
                <a:gd name="connsiteX1066" fmla="*/ 1559800 w 1695641"/>
                <a:gd name="connsiteY1066" fmla="*/ 246690 h 384233"/>
                <a:gd name="connsiteX1067" fmla="*/ 1575240 w 1695641"/>
                <a:gd name="connsiteY1067" fmla="*/ 219916 h 384233"/>
                <a:gd name="connsiteX1068" fmla="*/ 1570956 w 1695641"/>
                <a:gd name="connsiteY1068" fmla="*/ 213847 h 384233"/>
                <a:gd name="connsiteX1069" fmla="*/ 1556498 w 1695641"/>
                <a:gd name="connsiteY1069" fmla="*/ 216436 h 384233"/>
                <a:gd name="connsiteX1070" fmla="*/ 1541593 w 1695641"/>
                <a:gd name="connsiteY1070" fmla="*/ 219024 h 384233"/>
                <a:gd name="connsiteX1071" fmla="*/ 1529366 w 1695641"/>
                <a:gd name="connsiteY1071" fmla="*/ 223397 h 384233"/>
                <a:gd name="connsiteX1072" fmla="*/ 1518388 w 1695641"/>
                <a:gd name="connsiteY1072" fmla="*/ 220720 h 384233"/>
                <a:gd name="connsiteX1073" fmla="*/ 1513390 w 1695641"/>
                <a:gd name="connsiteY1073" fmla="*/ 218488 h 384233"/>
                <a:gd name="connsiteX1074" fmla="*/ 1512230 w 1695641"/>
                <a:gd name="connsiteY1074" fmla="*/ 210456 h 384233"/>
                <a:gd name="connsiteX1075" fmla="*/ 1514461 w 1695641"/>
                <a:gd name="connsiteY1075" fmla="*/ 199389 h 384233"/>
                <a:gd name="connsiteX1076" fmla="*/ 1527848 w 1695641"/>
                <a:gd name="connsiteY1076" fmla="*/ 191088 h 384233"/>
                <a:gd name="connsiteX1077" fmla="*/ 1537577 w 1695641"/>
                <a:gd name="connsiteY1077" fmla="*/ 193587 h 384233"/>
                <a:gd name="connsiteX1078" fmla="*/ 1547037 w 1695641"/>
                <a:gd name="connsiteY1078" fmla="*/ 187697 h 384233"/>
                <a:gd name="connsiteX1079" fmla="*/ 1558729 w 1695641"/>
                <a:gd name="connsiteY1079" fmla="*/ 184573 h 384233"/>
                <a:gd name="connsiteX1080" fmla="*/ 1565780 w 1695641"/>
                <a:gd name="connsiteY1080" fmla="*/ 181003 h 384233"/>
                <a:gd name="connsiteX1081" fmla="*/ 1568279 w 1695641"/>
                <a:gd name="connsiteY1081" fmla="*/ 176898 h 384233"/>
                <a:gd name="connsiteX1082" fmla="*/ 1569528 w 1695641"/>
                <a:gd name="connsiteY1082" fmla="*/ 167973 h 384233"/>
                <a:gd name="connsiteX1083" fmla="*/ 1572831 w 1695641"/>
                <a:gd name="connsiteY1083" fmla="*/ 159049 h 384233"/>
                <a:gd name="connsiteX1084" fmla="*/ 1566048 w 1695641"/>
                <a:gd name="connsiteY1084" fmla="*/ 158424 h 384233"/>
                <a:gd name="connsiteX1085" fmla="*/ 1558550 w 1695641"/>
                <a:gd name="connsiteY1085" fmla="*/ 163333 h 384233"/>
                <a:gd name="connsiteX1086" fmla="*/ 1550071 w 1695641"/>
                <a:gd name="connsiteY1086" fmla="*/ 167706 h 384233"/>
                <a:gd name="connsiteX1087" fmla="*/ 1542932 w 1695641"/>
                <a:gd name="connsiteY1087" fmla="*/ 167706 h 384233"/>
                <a:gd name="connsiteX1088" fmla="*/ 1540255 w 1695641"/>
                <a:gd name="connsiteY1088" fmla="*/ 161191 h 384233"/>
                <a:gd name="connsiteX1089" fmla="*/ 1542218 w 1695641"/>
                <a:gd name="connsiteY1089" fmla="*/ 151462 h 384233"/>
                <a:gd name="connsiteX1090" fmla="*/ 1549715 w 1695641"/>
                <a:gd name="connsiteY1090" fmla="*/ 133612 h 384233"/>
                <a:gd name="connsiteX1091" fmla="*/ 1560246 w 1695641"/>
                <a:gd name="connsiteY1091" fmla="*/ 132898 h 384233"/>
                <a:gd name="connsiteX1092" fmla="*/ 1564173 w 1695641"/>
                <a:gd name="connsiteY1092" fmla="*/ 130310 h 384233"/>
                <a:gd name="connsiteX1093" fmla="*/ 1573902 w 1695641"/>
                <a:gd name="connsiteY1093" fmla="*/ 129418 h 384233"/>
                <a:gd name="connsiteX1094" fmla="*/ 1584969 w 1695641"/>
                <a:gd name="connsiteY1094" fmla="*/ 126651 h 384233"/>
                <a:gd name="connsiteX1095" fmla="*/ 1593269 w 1695641"/>
                <a:gd name="connsiteY1095" fmla="*/ 125223 h 384233"/>
                <a:gd name="connsiteX1096" fmla="*/ 1600230 w 1695641"/>
                <a:gd name="connsiteY1096" fmla="*/ 122724 h 384233"/>
                <a:gd name="connsiteX1097" fmla="*/ 1604335 w 1695641"/>
                <a:gd name="connsiteY1097" fmla="*/ 119779 h 384233"/>
                <a:gd name="connsiteX1098" fmla="*/ 1614063 w 1695641"/>
                <a:gd name="connsiteY1098" fmla="*/ 119779 h 384233"/>
                <a:gd name="connsiteX1099" fmla="*/ 1622007 w 1695641"/>
                <a:gd name="connsiteY1099" fmla="*/ 119779 h 384233"/>
                <a:gd name="connsiteX1100" fmla="*/ 1630217 w 1695641"/>
                <a:gd name="connsiteY1100" fmla="*/ 121742 h 384233"/>
                <a:gd name="connsiteX1101" fmla="*/ 1639142 w 1695641"/>
                <a:gd name="connsiteY1101" fmla="*/ 117369 h 384233"/>
                <a:gd name="connsiteX1102" fmla="*/ 1644140 w 1695641"/>
                <a:gd name="connsiteY1102" fmla="*/ 107819 h 384233"/>
                <a:gd name="connsiteX1103" fmla="*/ 1632270 w 1695641"/>
                <a:gd name="connsiteY1103" fmla="*/ 109158 h 384233"/>
                <a:gd name="connsiteX1104" fmla="*/ 1619775 w 1695641"/>
                <a:gd name="connsiteY1104" fmla="*/ 110943 h 384233"/>
                <a:gd name="connsiteX1105" fmla="*/ 1600140 w 1695641"/>
                <a:gd name="connsiteY1105" fmla="*/ 112996 h 384233"/>
                <a:gd name="connsiteX1106" fmla="*/ 1590234 w 1695641"/>
                <a:gd name="connsiteY1106" fmla="*/ 115316 h 384233"/>
                <a:gd name="connsiteX1107" fmla="*/ 1580327 w 1695641"/>
                <a:gd name="connsiteY1107" fmla="*/ 117369 h 384233"/>
                <a:gd name="connsiteX1108" fmla="*/ 1564262 w 1695641"/>
                <a:gd name="connsiteY1108" fmla="*/ 119422 h 384233"/>
                <a:gd name="connsiteX1109" fmla="*/ 1551946 w 1695641"/>
                <a:gd name="connsiteY1109" fmla="*/ 121921 h 384233"/>
                <a:gd name="connsiteX1110" fmla="*/ 1537398 w 1695641"/>
                <a:gd name="connsiteY1110" fmla="*/ 127811 h 384233"/>
                <a:gd name="connsiteX1111" fmla="*/ 1528473 w 1695641"/>
                <a:gd name="connsiteY1111" fmla="*/ 139681 h 384233"/>
                <a:gd name="connsiteX1112" fmla="*/ 1524189 w 1695641"/>
                <a:gd name="connsiteY1112" fmla="*/ 144769 h 384233"/>
                <a:gd name="connsiteX1113" fmla="*/ 1505626 w 1695641"/>
                <a:gd name="connsiteY1113" fmla="*/ 158960 h 384233"/>
                <a:gd name="connsiteX1114" fmla="*/ 1498397 w 1695641"/>
                <a:gd name="connsiteY1114" fmla="*/ 156014 h 384233"/>
                <a:gd name="connsiteX1115" fmla="*/ 1492953 w 1695641"/>
                <a:gd name="connsiteY1115" fmla="*/ 138967 h 384233"/>
                <a:gd name="connsiteX1116" fmla="*/ 1492953 w 1695641"/>
                <a:gd name="connsiteY1116" fmla="*/ 121831 h 384233"/>
                <a:gd name="connsiteX1117" fmla="*/ 1495630 w 1695641"/>
                <a:gd name="connsiteY1117" fmla="*/ 114870 h 384233"/>
                <a:gd name="connsiteX1118" fmla="*/ 1500539 w 1695641"/>
                <a:gd name="connsiteY1118" fmla="*/ 111657 h 384233"/>
                <a:gd name="connsiteX1119" fmla="*/ 1512498 w 1695641"/>
                <a:gd name="connsiteY1119" fmla="*/ 91844 h 384233"/>
                <a:gd name="connsiteX1120" fmla="*/ 1515889 w 1695641"/>
                <a:gd name="connsiteY1120" fmla="*/ 91844 h 384233"/>
                <a:gd name="connsiteX1121" fmla="*/ 1518299 w 1695641"/>
                <a:gd name="connsiteY1121" fmla="*/ 107194 h 384233"/>
                <a:gd name="connsiteX1122" fmla="*/ 1518530 w 1695641"/>
                <a:gd name="connsiteY1122" fmla="*/ 108779 h 384233"/>
                <a:gd name="connsiteX1123" fmla="*/ 1523564 w 1695641"/>
                <a:gd name="connsiteY1123" fmla="*/ 111121 h 384233"/>
                <a:gd name="connsiteX1124" fmla="*/ 1533828 w 1695641"/>
                <a:gd name="connsiteY1124" fmla="*/ 107105 h 384233"/>
                <a:gd name="connsiteX1125" fmla="*/ 1537309 w 1695641"/>
                <a:gd name="connsiteY1125" fmla="*/ 103625 h 384233"/>
                <a:gd name="connsiteX1126" fmla="*/ 1534631 w 1695641"/>
                <a:gd name="connsiteY1126" fmla="*/ 96486 h 384233"/>
                <a:gd name="connsiteX1127" fmla="*/ 1532846 w 1695641"/>
                <a:gd name="connsiteY1127" fmla="*/ 86132 h 384233"/>
                <a:gd name="connsiteX1128" fmla="*/ 1534453 w 1695641"/>
                <a:gd name="connsiteY1128" fmla="*/ 64891 h 384233"/>
                <a:gd name="connsiteX1129" fmla="*/ 1532936 w 1695641"/>
                <a:gd name="connsiteY1129" fmla="*/ 42400 h 384233"/>
                <a:gd name="connsiteX1130" fmla="*/ 1530883 w 1695641"/>
                <a:gd name="connsiteY1130" fmla="*/ 29549 h 384233"/>
                <a:gd name="connsiteX1131" fmla="*/ 1535167 w 1695641"/>
                <a:gd name="connsiteY1131" fmla="*/ 22141 h 384233"/>
                <a:gd name="connsiteX1132" fmla="*/ 1541325 w 1695641"/>
                <a:gd name="connsiteY1132" fmla="*/ 22141 h 384233"/>
                <a:gd name="connsiteX1133" fmla="*/ 1544449 w 1695641"/>
                <a:gd name="connsiteY1133" fmla="*/ 20088 h 384233"/>
                <a:gd name="connsiteX1134" fmla="*/ 1547127 w 1695641"/>
                <a:gd name="connsiteY1134" fmla="*/ 24105 h 384233"/>
                <a:gd name="connsiteX1135" fmla="*/ 1548198 w 1695641"/>
                <a:gd name="connsiteY1135" fmla="*/ 31423 h 384233"/>
                <a:gd name="connsiteX1136" fmla="*/ 1549001 w 1695641"/>
                <a:gd name="connsiteY1136" fmla="*/ 40347 h 384233"/>
                <a:gd name="connsiteX1137" fmla="*/ 1549001 w 1695641"/>
                <a:gd name="connsiteY1137" fmla="*/ 45970 h 384233"/>
                <a:gd name="connsiteX1138" fmla="*/ 1549001 w 1695641"/>
                <a:gd name="connsiteY1138" fmla="*/ 52128 h 384233"/>
                <a:gd name="connsiteX1139" fmla="*/ 1549001 w 1695641"/>
                <a:gd name="connsiteY1139" fmla="*/ 59893 h 384233"/>
                <a:gd name="connsiteX1140" fmla="*/ 1549893 w 1695641"/>
                <a:gd name="connsiteY1140" fmla="*/ 75065 h 384233"/>
                <a:gd name="connsiteX1141" fmla="*/ 1551857 w 1695641"/>
                <a:gd name="connsiteY1141" fmla="*/ 85240 h 384233"/>
                <a:gd name="connsiteX1142" fmla="*/ 1551857 w 1695641"/>
                <a:gd name="connsiteY1142" fmla="*/ 92737 h 384233"/>
                <a:gd name="connsiteX1143" fmla="*/ 1548822 w 1695641"/>
                <a:gd name="connsiteY1143" fmla="*/ 101662 h 384233"/>
                <a:gd name="connsiteX1144" fmla="*/ 1553106 w 1695641"/>
                <a:gd name="connsiteY1144" fmla="*/ 106034 h 384233"/>
                <a:gd name="connsiteX1145" fmla="*/ 1561584 w 1695641"/>
                <a:gd name="connsiteY1145" fmla="*/ 103714 h 384233"/>
                <a:gd name="connsiteX1146" fmla="*/ 1568903 w 1695641"/>
                <a:gd name="connsiteY1146" fmla="*/ 103268 h 384233"/>
                <a:gd name="connsiteX1147" fmla="*/ 1580863 w 1695641"/>
                <a:gd name="connsiteY1147" fmla="*/ 101126 h 384233"/>
                <a:gd name="connsiteX1148" fmla="*/ 1587378 w 1695641"/>
                <a:gd name="connsiteY1148" fmla="*/ 98895 h 384233"/>
                <a:gd name="connsiteX1149" fmla="*/ 1592465 w 1695641"/>
                <a:gd name="connsiteY1149" fmla="*/ 95504 h 384233"/>
                <a:gd name="connsiteX1150" fmla="*/ 1593179 w 1695641"/>
                <a:gd name="connsiteY1150" fmla="*/ 91666 h 384233"/>
                <a:gd name="connsiteX1151" fmla="*/ 1586039 w 1695641"/>
                <a:gd name="connsiteY1151" fmla="*/ 90952 h 384233"/>
                <a:gd name="connsiteX1152" fmla="*/ 1579524 w 1695641"/>
                <a:gd name="connsiteY1152" fmla="*/ 93629 h 384233"/>
                <a:gd name="connsiteX1153" fmla="*/ 1577650 w 1695641"/>
                <a:gd name="connsiteY1153" fmla="*/ 87650 h 384233"/>
                <a:gd name="connsiteX1154" fmla="*/ 1573723 w 1695641"/>
                <a:gd name="connsiteY1154" fmla="*/ 82741 h 384233"/>
                <a:gd name="connsiteX1155" fmla="*/ 1571135 w 1695641"/>
                <a:gd name="connsiteY1155" fmla="*/ 90060 h 384233"/>
                <a:gd name="connsiteX1156" fmla="*/ 1568011 w 1695641"/>
                <a:gd name="connsiteY1156" fmla="*/ 94433 h 384233"/>
                <a:gd name="connsiteX1157" fmla="*/ 1563638 w 1695641"/>
                <a:gd name="connsiteY1157" fmla="*/ 96753 h 384233"/>
                <a:gd name="connsiteX1158" fmla="*/ 1559175 w 1695641"/>
                <a:gd name="connsiteY1158" fmla="*/ 88364 h 384233"/>
                <a:gd name="connsiteX1159" fmla="*/ 1559800 w 1695641"/>
                <a:gd name="connsiteY1159" fmla="*/ 71049 h 384233"/>
                <a:gd name="connsiteX1160" fmla="*/ 1557837 w 1695641"/>
                <a:gd name="connsiteY1160" fmla="*/ 59268 h 384233"/>
                <a:gd name="connsiteX1161" fmla="*/ 1557837 w 1695641"/>
                <a:gd name="connsiteY1161" fmla="*/ 42579 h 384233"/>
                <a:gd name="connsiteX1162" fmla="*/ 1556587 w 1695641"/>
                <a:gd name="connsiteY1162" fmla="*/ 36956 h 384233"/>
                <a:gd name="connsiteX1163" fmla="*/ 1559979 w 1695641"/>
                <a:gd name="connsiteY1163" fmla="*/ 28835 h 384233"/>
                <a:gd name="connsiteX1164" fmla="*/ 1565691 w 1695641"/>
                <a:gd name="connsiteY1164" fmla="*/ 25622 h 384233"/>
                <a:gd name="connsiteX1165" fmla="*/ 1568457 w 1695641"/>
                <a:gd name="connsiteY1165" fmla="*/ 34546 h 384233"/>
                <a:gd name="connsiteX1166" fmla="*/ 1570331 w 1695641"/>
                <a:gd name="connsiteY1166" fmla="*/ 40169 h 384233"/>
                <a:gd name="connsiteX1167" fmla="*/ 1573009 w 1695641"/>
                <a:gd name="connsiteY1167" fmla="*/ 59000 h 384233"/>
                <a:gd name="connsiteX1168" fmla="*/ 1575508 w 1695641"/>
                <a:gd name="connsiteY1168" fmla="*/ 63374 h 384233"/>
                <a:gd name="connsiteX1169" fmla="*/ 1585237 w 1695641"/>
                <a:gd name="connsiteY1169" fmla="*/ 63374 h 384233"/>
                <a:gd name="connsiteX1170" fmla="*/ 1588896 w 1695641"/>
                <a:gd name="connsiteY1170" fmla="*/ 68015 h 384233"/>
                <a:gd name="connsiteX1171" fmla="*/ 1597820 w 1695641"/>
                <a:gd name="connsiteY1171" fmla="*/ 59714 h 384233"/>
                <a:gd name="connsiteX1172" fmla="*/ 1593090 w 1695641"/>
                <a:gd name="connsiteY1172" fmla="*/ 48469 h 384233"/>
                <a:gd name="connsiteX1173" fmla="*/ 1585237 w 1695641"/>
                <a:gd name="connsiteY1173" fmla="*/ 51503 h 384233"/>
                <a:gd name="connsiteX1174" fmla="*/ 1579703 w 1695641"/>
                <a:gd name="connsiteY1174" fmla="*/ 54092 h 384233"/>
                <a:gd name="connsiteX1175" fmla="*/ 1579703 w 1695641"/>
                <a:gd name="connsiteY1175" fmla="*/ 42936 h 384233"/>
                <a:gd name="connsiteX1176" fmla="*/ 1583094 w 1695641"/>
                <a:gd name="connsiteY1176" fmla="*/ 34011 h 384233"/>
                <a:gd name="connsiteX1177" fmla="*/ 1579346 w 1695641"/>
                <a:gd name="connsiteY1177" fmla="*/ 24105 h 384233"/>
                <a:gd name="connsiteX1178" fmla="*/ 1585593 w 1695641"/>
                <a:gd name="connsiteY1178" fmla="*/ 17857 h 384233"/>
                <a:gd name="connsiteX1179" fmla="*/ 1592466 w 1695641"/>
                <a:gd name="connsiteY1179" fmla="*/ 23480 h 384233"/>
                <a:gd name="connsiteX1180" fmla="*/ 1600765 w 1695641"/>
                <a:gd name="connsiteY1180" fmla="*/ 12502 h 384233"/>
                <a:gd name="connsiteX1181" fmla="*/ 1606923 w 1695641"/>
                <a:gd name="connsiteY1181" fmla="*/ 1078 h 384233"/>
                <a:gd name="connsiteX1182" fmla="*/ 1611921 w 1695641"/>
                <a:gd name="connsiteY1182" fmla="*/ 1078 h 384233"/>
                <a:gd name="connsiteX1183" fmla="*/ 1616919 w 1695641"/>
                <a:gd name="connsiteY1183" fmla="*/ 7 h 38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</a:cxnLst>
              <a:rect l="l" t="t" r="r" b="b"/>
              <a:pathLst>
                <a:path w="1695641" h="384233">
                  <a:moveTo>
                    <a:pt x="337551" y="383456"/>
                  </a:moveTo>
                  <a:lnTo>
                    <a:pt x="338074" y="383688"/>
                  </a:lnTo>
                  <a:lnTo>
                    <a:pt x="337450" y="383510"/>
                  </a:lnTo>
                  <a:close/>
                  <a:moveTo>
                    <a:pt x="27042" y="352807"/>
                  </a:moveTo>
                  <a:lnTo>
                    <a:pt x="27132" y="370567"/>
                  </a:lnTo>
                  <a:lnTo>
                    <a:pt x="42750" y="370567"/>
                  </a:lnTo>
                  <a:cubicBezTo>
                    <a:pt x="45484" y="370803"/>
                    <a:pt x="48202" y="369971"/>
                    <a:pt x="50336" y="368247"/>
                  </a:cubicBezTo>
                  <a:cubicBezTo>
                    <a:pt x="52107" y="366307"/>
                    <a:pt x="53010" y="363728"/>
                    <a:pt x="52835" y="361107"/>
                  </a:cubicBezTo>
                  <a:cubicBezTo>
                    <a:pt x="52999" y="358734"/>
                    <a:pt x="52042" y="356421"/>
                    <a:pt x="50246" y="354859"/>
                  </a:cubicBezTo>
                  <a:cubicBezTo>
                    <a:pt x="47976" y="353295"/>
                    <a:pt x="45231" y="352569"/>
                    <a:pt x="42482" y="352807"/>
                  </a:cubicBezTo>
                  <a:close/>
                  <a:moveTo>
                    <a:pt x="27042" y="326836"/>
                  </a:moveTo>
                  <a:lnTo>
                    <a:pt x="27132" y="341562"/>
                  </a:lnTo>
                  <a:lnTo>
                    <a:pt x="41857" y="341562"/>
                  </a:lnTo>
                  <a:cubicBezTo>
                    <a:pt x="44417" y="341725"/>
                    <a:pt x="46960" y="341034"/>
                    <a:pt x="49086" y="339599"/>
                  </a:cubicBezTo>
                  <a:cubicBezTo>
                    <a:pt x="50717" y="338054"/>
                    <a:pt x="51568" y="335859"/>
                    <a:pt x="51407" y="333619"/>
                  </a:cubicBezTo>
                  <a:cubicBezTo>
                    <a:pt x="51533" y="331601"/>
                    <a:pt x="50583" y="329666"/>
                    <a:pt x="48908" y="328532"/>
                  </a:cubicBezTo>
                  <a:cubicBezTo>
                    <a:pt x="46601" y="327233"/>
                    <a:pt x="43962" y="326644"/>
                    <a:pt x="41322" y="326836"/>
                  </a:cubicBezTo>
                  <a:close/>
                  <a:moveTo>
                    <a:pt x="1530352" y="324967"/>
                  </a:moveTo>
                  <a:cubicBezTo>
                    <a:pt x="1526517" y="324361"/>
                    <a:pt x="1522450" y="325218"/>
                    <a:pt x="1519062" y="327682"/>
                  </a:cubicBezTo>
                  <a:cubicBezTo>
                    <a:pt x="1517776" y="328616"/>
                    <a:pt x="1516646" y="329746"/>
                    <a:pt x="1515712" y="331030"/>
                  </a:cubicBezTo>
                  <a:cubicBezTo>
                    <a:pt x="1512385" y="336364"/>
                    <a:pt x="1510823" y="342610"/>
                    <a:pt x="1511249" y="348880"/>
                  </a:cubicBezTo>
                  <a:cubicBezTo>
                    <a:pt x="1510937" y="354848"/>
                    <a:pt x="1512463" y="360766"/>
                    <a:pt x="1515623" y="365838"/>
                  </a:cubicBezTo>
                  <a:cubicBezTo>
                    <a:pt x="1520683" y="372640"/>
                    <a:pt x="1530299" y="374052"/>
                    <a:pt x="1537102" y="368992"/>
                  </a:cubicBezTo>
                  <a:cubicBezTo>
                    <a:pt x="1538300" y="368099"/>
                    <a:pt x="1539363" y="367037"/>
                    <a:pt x="1540255" y="365838"/>
                  </a:cubicBezTo>
                  <a:lnTo>
                    <a:pt x="1540255" y="365838"/>
                  </a:lnTo>
                  <a:cubicBezTo>
                    <a:pt x="1543483" y="360793"/>
                    <a:pt x="1545045" y="354861"/>
                    <a:pt x="1544717" y="348880"/>
                  </a:cubicBezTo>
                  <a:cubicBezTo>
                    <a:pt x="1545144" y="342610"/>
                    <a:pt x="1543582" y="336364"/>
                    <a:pt x="1540255" y="331030"/>
                  </a:cubicBezTo>
                  <a:cubicBezTo>
                    <a:pt x="1537792" y="327642"/>
                    <a:pt x="1534187" y="325573"/>
                    <a:pt x="1530352" y="324967"/>
                  </a:cubicBezTo>
                  <a:close/>
                  <a:moveTo>
                    <a:pt x="1404435" y="324962"/>
                  </a:moveTo>
                  <a:cubicBezTo>
                    <a:pt x="1400575" y="324364"/>
                    <a:pt x="1396487" y="325238"/>
                    <a:pt x="1393086" y="327727"/>
                  </a:cubicBezTo>
                  <a:cubicBezTo>
                    <a:pt x="1391822" y="328652"/>
                    <a:pt x="1390707" y="329767"/>
                    <a:pt x="1389782" y="331031"/>
                  </a:cubicBezTo>
                  <a:cubicBezTo>
                    <a:pt x="1386487" y="336375"/>
                    <a:pt x="1384956" y="342620"/>
                    <a:pt x="1385409" y="348881"/>
                  </a:cubicBezTo>
                  <a:cubicBezTo>
                    <a:pt x="1385055" y="354852"/>
                    <a:pt x="1386584" y="360783"/>
                    <a:pt x="1389782" y="365838"/>
                  </a:cubicBezTo>
                  <a:cubicBezTo>
                    <a:pt x="1394843" y="372640"/>
                    <a:pt x="1404459" y="374052"/>
                    <a:pt x="1411261" y="368991"/>
                  </a:cubicBezTo>
                  <a:cubicBezTo>
                    <a:pt x="1412460" y="368099"/>
                    <a:pt x="1413523" y="367037"/>
                    <a:pt x="1414415" y="365838"/>
                  </a:cubicBezTo>
                  <a:cubicBezTo>
                    <a:pt x="1417613" y="360783"/>
                    <a:pt x="1419142" y="354851"/>
                    <a:pt x="1418788" y="348881"/>
                  </a:cubicBezTo>
                  <a:cubicBezTo>
                    <a:pt x="1419240" y="342620"/>
                    <a:pt x="1417710" y="336375"/>
                    <a:pt x="1414415" y="331031"/>
                  </a:cubicBezTo>
                  <a:cubicBezTo>
                    <a:pt x="1411926" y="327630"/>
                    <a:pt x="1408295" y="325560"/>
                    <a:pt x="1404435" y="324962"/>
                  </a:cubicBezTo>
                  <a:close/>
                  <a:moveTo>
                    <a:pt x="939002" y="324962"/>
                  </a:moveTo>
                  <a:cubicBezTo>
                    <a:pt x="935142" y="324364"/>
                    <a:pt x="931054" y="325238"/>
                    <a:pt x="927653" y="327727"/>
                  </a:cubicBezTo>
                  <a:cubicBezTo>
                    <a:pt x="926389" y="328652"/>
                    <a:pt x="925274" y="329767"/>
                    <a:pt x="924349" y="331031"/>
                  </a:cubicBezTo>
                  <a:cubicBezTo>
                    <a:pt x="921053" y="336375"/>
                    <a:pt x="919523" y="342620"/>
                    <a:pt x="919976" y="348881"/>
                  </a:cubicBezTo>
                  <a:cubicBezTo>
                    <a:pt x="919622" y="354852"/>
                    <a:pt x="921151" y="360783"/>
                    <a:pt x="924349" y="365838"/>
                  </a:cubicBezTo>
                  <a:cubicBezTo>
                    <a:pt x="929410" y="372640"/>
                    <a:pt x="939026" y="374052"/>
                    <a:pt x="945828" y="368991"/>
                  </a:cubicBezTo>
                  <a:cubicBezTo>
                    <a:pt x="947027" y="368099"/>
                    <a:pt x="948090" y="367037"/>
                    <a:pt x="948982" y="365838"/>
                  </a:cubicBezTo>
                  <a:cubicBezTo>
                    <a:pt x="952180" y="360783"/>
                    <a:pt x="953709" y="354851"/>
                    <a:pt x="953355" y="348881"/>
                  </a:cubicBezTo>
                  <a:cubicBezTo>
                    <a:pt x="953807" y="342620"/>
                    <a:pt x="952277" y="336375"/>
                    <a:pt x="948982" y="331031"/>
                  </a:cubicBezTo>
                  <a:cubicBezTo>
                    <a:pt x="946493" y="327630"/>
                    <a:pt x="942861" y="325560"/>
                    <a:pt x="939002" y="324962"/>
                  </a:cubicBezTo>
                  <a:close/>
                  <a:moveTo>
                    <a:pt x="1636450" y="315451"/>
                  </a:moveTo>
                  <a:lnTo>
                    <a:pt x="1644036" y="315451"/>
                  </a:lnTo>
                  <a:lnTo>
                    <a:pt x="1651712" y="315451"/>
                  </a:lnTo>
                  <a:lnTo>
                    <a:pt x="1664518" y="344353"/>
                  </a:lnTo>
                  <a:lnTo>
                    <a:pt x="1664475" y="344457"/>
                  </a:lnTo>
                  <a:lnTo>
                    <a:pt x="1664564" y="344457"/>
                  </a:lnTo>
                  <a:lnTo>
                    <a:pt x="1664518" y="344353"/>
                  </a:lnTo>
                  <a:lnTo>
                    <a:pt x="1676522" y="315451"/>
                  </a:lnTo>
                  <a:lnTo>
                    <a:pt x="1683841" y="315451"/>
                  </a:lnTo>
                  <a:lnTo>
                    <a:pt x="1691070" y="315451"/>
                  </a:lnTo>
                  <a:lnTo>
                    <a:pt x="1670721" y="356951"/>
                  </a:lnTo>
                  <a:lnTo>
                    <a:pt x="1670721" y="382388"/>
                  </a:lnTo>
                  <a:lnTo>
                    <a:pt x="1664385" y="382388"/>
                  </a:lnTo>
                  <a:lnTo>
                    <a:pt x="1657870" y="382388"/>
                  </a:lnTo>
                  <a:lnTo>
                    <a:pt x="1657870" y="357219"/>
                  </a:lnTo>
                  <a:close/>
                  <a:moveTo>
                    <a:pt x="1445726" y="315451"/>
                  </a:moveTo>
                  <a:lnTo>
                    <a:pt x="1452152" y="315451"/>
                  </a:lnTo>
                  <a:lnTo>
                    <a:pt x="1458578" y="315451"/>
                  </a:lnTo>
                  <a:lnTo>
                    <a:pt x="1458578" y="370428"/>
                  </a:lnTo>
                  <a:lnTo>
                    <a:pt x="1489101" y="370428"/>
                  </a:lnTo>
                  <a:lnTo>
                    <a:pt x="1489101" y="376408"/>
                  </a:lnTo>
                  <a:lnTo>
                    <a:pt x="1489101" y="382298"/>
                  </a:lnTo>
                  <a:lnTo>
                    <a:pt x="1445726" y="382298"/>
                  </a:lnTo>
                  <a:close/>
                  <a:moveTo>
                    <a:pt x="1309711" y="315451"/>
                  </a:moveTo>
                  <a:lnTo>
                    <a:pt x="1316405" y="315451"/>
                  </a:lnTo>
                  <a:lnTo>
                    <a:pt x="1323099" y="315451"/>
                  </a:lnTo>
                  <a:lnTo>
                    <a:pt x="1347820" y="362396"/>
                  </a:lnTo>
                  <a:lnTo>
                    <a:pt x="1347820" y="315451"/>
                  </a:lnTo>
                  <a:lnTo>
                    <a:pt x="1353800" y="315451"/>
                  </a:lnTo>
                  <a:lnTo>
                    <a:pt x="1359868" y="315451"/>
                  </a:lnTo>
                  <a:lnTo>
                    <a:pt x="1359868" y="382298"/>
                  </a:lnTo>
                  <a:lnTo>
                    <a:pt x="1353442" y="382298"/>
                  </a:lnTo>
                  <a:lnTo>
                    <a:pt x="1347016" y="382298"/>
                  </a:lnTo>
                  <a:lnTo>
                    <a:pt x="1321670" y="334104"/>
                  </a:lnTo>
                  <a:lnTo>
                    <a:pt x="1321670" y="382298"/>
                  </a:lnTo>
                  <a:lnTo>
                    <a:pt x="1315691" y="382298"/>
                  </a:lnTo>
                  <a:lnTo>
                    <a:pt x="1309711" y="382298"/>
                  </a:lnTo>
                  <a:close/>
                  <a:moveTo>
                    <a:pt x="1244559" y="315451"/>
                  </a:moveTo>
                  <a:lnTo>
                    <a:pt x="1250896" y="315451"/>
                  </a:lnTo>
                  <a:lnTo>
                    <a:pt x="1257322" y="315451"/>
                  </a:lnTo>
                  <a:lnTo>
                    <a:pt x="1257322" y="340530"/>
                  </a:lnTo>
                  <a:lnTo>
                    <a:pt x="1281418" y="340530"/>
                  </a:lnTo>
                  <a:lnTo>
                    <a:pt x="1281418" y="315451"/>
                  </a:lnTo>
                  <a:lnTo>
                    <a:pt x="1287844" y="315451"/>
                  </a:lnTo>
                  <a:lnTo>
                    <a:pt x="1294270" y="315451"/>
                  </a:lnTo>
                  <a:lnTo>
                    <a:pt x="1294270" y="382298"/>
                  </a:lnTo>
                  <a:lnTo>
                    <a:pt x="1287844" y="382298"/>
                  </a:lnTo>
                  <a:lnTo>
                    <a:pt x="1281418" y="382298"/>
                  </a:lnTo>
                  <a:lnTo>
                    <a:pt x="1281418" y="352043"/>
                  </a:lnTo>
                  <a:lnTo>
                    <a:pt x="1257322" y="352043"/>
                  </a:lnTo>
                  <a:lnTo>
                    <a:pt x="1257322" y="382298"/>
                  </a:lnTo>
                  <a:lnTo>
                    <a:pt x="1250985" y="382298"/>
                  </a:lnTo>
                  <a:lnTo>
                    <a:pt x="1244559" y="382298"/>
                  </a:lnTo>
                  <a:close/>
                  <a:moveTo>
                    <a:pt x="1119075" y="315451"/>
                  </a:moveTo>
                  <a:lnTo>
                    <a:pt x="1164324" y="315451"/>
                  </a:lnTo>
                  <a:lnTo>
                    <a:pt x="1164324" y="321341"/>
                  </a:lnTo>
                  <a:lnTo>
                    <a:pt x="1164324" y="327321"/>
                  </a:lnTo>
                  <a:lnTo>
                    <a:pt x="1131927" y="327321"/>
                  </a:lnTo>
                  <a:lnTo>
                    <a:pt x="1131927" y="341512"/>
                  </a:lnTo>
                  <a:lnTo>
                    <a:pt x="1162003" y="341512"/>
                  </a:lnTo>
                  <a:lnTo>
                    <a:pt x="1162003" y="347224"/>
                  </a:lnTo>
                  <a:lnTo>
                    <a:pt x="1162003" y="353024"/>
                  </a:lnTo>
                  <a:lnTo>
                    <a:pt x="1131927" y="353024"/>
                  </a:lnTo>
                  <a:lnTo>
                    <a:pt x="1131927" y="370428"/>
                  </a:lnTo>
                  <a:lnTo>
                    <a:pt x="1165752" y="370428"/>
                  </a:lnTo>
                  <a:lnTo>
                    <a:pt x="1165752" y="376408"/>
                  </a:lnTo>
                  <a:lnTo>
                    <a:pt x="1165752" y="382298"/>
                  </a:lnTo>
                  <a:lnTo>
                    <a:pt x="1119075" y="382298"/>
                  </a:lnTo>
                  <a:close/>
                  <a:moveTo>
                    <a:pt x="1057939" y="315451"/>
                  </a:moveTo>
                  <a:lnTo>
                    <a:pt x="1108007" y="315451"/>
                  </a:lnTo>
                  <a:lnTo>
                    <a:pt x="1108007" y="321341"/>
                  </a:lnTo>
                  <a:lnTo>
                    <a:pt x="1108007" y="327321"/>
                  </a:lnTo>
                  <a:lnTo>
                    <a:pt x="1089354" y="327321"/>
                  </a:lnTo>
                  <a:lnTo>
                    <a:pt x="1089354" y="382298"/>
                  </a:lnTo>
                  <a:lnTo>
                    <a:pt x="1083017" y="382298"/>
                  </a:lnTo>
                  <a:lnTo>
                    <a:pt x="1076592" y="382298"/>
                  </a:lnTo>
                  <a:lnTo>
                    <a:pt x="1076592" y="327321"/>
                  </a:lnTo>
                  <a:lnTo>
                    <a:pt x="1057939" y="327321"/>
                  </a:lnTo>
                  <a:lnTo>
                    <a:pt x="1057939" y="321431"/>
                  </a:lnTo>
                  <a:close/>
                  <a:moveTo>
                    <a:pt x="980293" y="315451"/>
                  </a:moveTo>
                  <a:lnTo>
                    <a:pt x="1024024" y="315451"/>
                  </a:lnTo>
                  <a:lnTo>
                    <a:pt x="1024024" y="321341"/>
                  </a:lnTo>
                  <a:lnTo>
                    <a:pt x="1024024" y="327321"/>
                  </a:lnTo>
                  <a:lnTo>
                    <a:pt x="993145" y="327321"/>
                  </a:lnTo>
                  <a:lnTo>
                    <a:pt x="993145" y="342494"/>
                  </a:lnTo>
                  <a:lnTo>
                    <a:pt x="1020098" y="342494"/>
                  </a:lnTo>
                  <a:lnTo>
                    <a:pt x="1020098" y="348295"/>
                  </a:lnTo>
                  <a:lnTo>
                    <a:pt x="1020098" y="354006"/>
                  </a:lnTo>
                  <a:lnTo>
                    <a:pt x="993145" y="354006"/>
                  </a:lnTo>
                  <a:lnTo>
                    <a:pt x="993145" y="382298"/>
                  </a:lnTo>
                  <a:lnTo>
                    <a:pt x="986719" y="382298"/>
                  </a:lnTo>
                  <a:lnTo>
                    <a:pt x="980293" y="382298"/>
                  </a:lnTo>
                  <a:close/>
                  <a:moveTo>
                    <a:pt x="822323" y="315451"/>
                  </a:moveTo>
                  <a:lnTo>
                    <a:pt x="867661" y="315451"/>
                  </a:lnTo>
                  <a:lnTo>
                    <a:pt x="867661" y="321341"/>
                  </a:lnTo>
                  <a:lnTo>
                    <a:pt x="867661" y="327321"/>
                  </a:lnTo>
                  <a:lnTo>
                    <a:pt x="835175" y="327321"/>
                  </a:lnTo>
                  <a:lnTo>
                    <a:pt x="835175" y="341512"/>
                  </a:lnTo>
                  <a:lnTo>
                    <a:pt x="865251" y="341512"/>
                  </a:lnTo>
                  <a:lnTo>
                    <a:pt x="865251" y="347224"/>
                  </a:lnTo>
                  <a:lnTo>
                    <a:pt x="865251" y="353024"/>
                  </a:lnTo>
                  <a:lnTo>
                    <a:pt x="835175" y="353024"/>
                  </a:lnTo>
                  <a:lnTo>
                    <a:pt x="835175" y="370428"/>
                  </a:lnTo>
                  <a:lnTo>
                    <a:pt x="869089" y="370428"/>
                  </a:lnTo>
                  <a:lnTo>
                    <a:pt x="869089" y="376408"/>
                  </a:lnTo>
                  <a:lnTo>
                    <a:pt x="869089" y="382298"/>
                  </a:lnTo>
                  <a:lnTo>
                    <a:pt x="822323" y="382298"/>
                  </a:lnTo>
                  <a:close/>
                  <a:moveTo>
                    <a:pt x="761277" y="315451"/>
                  </a:moveTo>
                  <a:lnTo>
                    <a:pt x="811256" y="315451"/>
                  </a:lnTo>
                  <a:lnTo>
                    <a:pt x="811256" y="321341"/>
                  </a:lnTo>
                  <a:lnTo>
                    <a:pt x="811256" y="327321"/>
                  </a:lnTo>
                  <a:lnTo>
                    <a:pt x="792692" y="327321"/>
                  </a:lnTo>
                  <a:lnTo>
                    <a:pt x="792692" y="382298"/>
                  </a:lnTo>
                  <a:lnTo>
                    <a:pt x="786266" y="382298"/>
                  </a:lnTo>
                  <a:lnTo>
                    <a:pt x="779841" y="382298"/>
                  </a:lnTo>
                  <a:lnTo>
                    <a:pt x="779841" y="327321"/>
                  </a:lnTo>
                  <a:lnTo>
                    <a:pt x="761277" y="327321"/>
                  </a:lnTo>
                  <a:lnTo>
                    <a:pt x="761277" y="321431"/>
                  </a:lnTo>
                  <a:close/>
                  <a:moveTo>
                    <a:pt x="640166" y="315451"/>
                  </a:moveTo>
                  <a:lnTo>
                    <a:pt x="690145" y="315451"/>
                  </a:lnTo>
                  <a:lnTo>
                    <a:pt x="690145" y="321341"/>
                  </a:lnTo>
                  <a:lnTo>
                    <a:pt x="690145" y="327321"/>
                  </a:lnTo>
                  <a:lnTo>
                    <a:pt x="671581" y="327321"/>
                  </a:lnTo>
                  <a:lnTo>
                    <a:pt x="671581" y="382298"/>
                  </a:lnTo>
                  <a:lnTo>
                    <a:pt x="665155" y="382298"/>
                  </a:lnTo>
                  <a:lnTo>
                    <a:pt x="658730" y="382298"/>
                  </a:lnTo>
                  <a:lnTo>
                    <a:pt x="658730" y="327321"/>
                  </a:lnTo>
                  <a:lnTo>
                    <a:pt x="640166" y="327321"/>
                  </a:lnTo>
                  <a:lnTo>
                    <a:pt x="640166" y="321431"/>
                  </a:lnTo>
                  <a:close/>
                  <a:moveTo>
                    <a:pt x="617140" y="315451"/>
                  </a:moveTo>
                  <a:lnTo>
                    <a:pt x="623566" y="315451"/>
                  </a:lnTo>
                  <a:lnTo>
                    <a:pt x="629992" y="315451"/>
                  </a:lnTo>
                  <a:lnTo>
                    <a:pt x="629992" y="382298"/>
                  </a:lnTo>
                  <a:lnTo>
                    <a:pt x="623655" y="382298"/>
                  </a:lnTo>
                  <a:lnTo>
                    <a:pt x="617140" y="382298"/>
                  </a:lnTo>
                  <a:close/>
                  <a:moveTo>
                    <a:pt x="557165" y="315451"/>
                  </a:moveTo>
                  <a:lnTo>
                    <a:pt x="607144" y="315451"/>
                  </a:lnTo>
                  <a:lnTo>
                    <a:pt x="607144" y="321341"/>
                  </a:lnTo>
                  <a:lnTo>
                    <a:pt x="607144" y="327321"/>
                  </a:lnTo>
                  <a:lnTo>
                    <a:pt x="588580" y="327321"/>
                  </a:lnTo>
                  <a:lnTo>
                    <a:pt x="588580" y="382298"/>
                  </a:lnTo>
                  <a:lnTo>
                    <a:pt x="582154" y="382298"/>
                  </a:lnTo>
                  <a:lnTo>
                    <a:pt x="575729" y="382298"/>
                  </a:lnTo>
                  <a:lnTo>
                    <a:pt x="575729" y="327321"/>
                  </a:lnTo>
                  <a:lnTo>
                    <a:pt x="557165" y="327321"/>
                  </a:lnTo>
                  <a:lnTo>
                    <a:pt x="557165" y="321431"/>
                  </a:lnTo>
                  <a:close/>
                  <a:moveTo>
                    <a:pt x="435876" y="315451"/>
                  </a:moveTo>
                  <a:lnTo>
                    <a:pt x="442659" y="315451"/>
                  </a:lnTo>
                  <a:lnTo>
                    <a:pt x="449353" y="315451"/>
                  </a:lnTo>
                  <a:lnTo>
                    <a:pt x="474074" y="362396"/>
                  </a:lnTo>
                  <a:lnTo>
                    <a:pt x="474074" y="315451"/>
                  </a:lnTo>
                  <a:lnTo>
                    <a:pt x="480054" y="315451"/>
                  </a:lnTo>
                  <a:lnTo>
                    <a:pt x="486123" y="315451"/>
                  </a:lnTo>
                  <a:lnTo>
                    <a:pt x="486123" y="382298"/>
                  </a:lnTo>
                  <a:lnTo>
                    <a:pt x="479697" y="382298"/>
                  </a:lnTo>
                  <a:lnTo>
                    <a:pt x="473271" y="382298"/>
                  </a:lnTo>
                  <a:lnTo>
                    <a:pt x="447925" y="334104"/>
                  </a:lnTo>
                  <a:lnTo>
                    <a:pt x="447925" y="382298"/>
                  </a:lnTo>
                  <a:lnTo>
                    <a:pt x="441945" y="382298"/>
                  </a:lnTo>
                  <a:lnTo>
                    <a:pt x="435876" y="382298"/>
                  </a:lnTo>
                  <a:close/>
                  <a:moveTo>
                    <a:pt x="408298" y="315451"/>
                  </a:moveTo>
                  <a:lnTo>
                    <a:pt x="414635" y="315451"/>
                  </a:lnTo>
                  <a:lnTo>
                    <a:pt x="421150" y="315451"/>
                  </a:lnTo>
                  <a:lnTo>
                    <a:pt x="421150" y="382298"/>
                  </a:lnTo>
                  <a:lnTo>
                    <a:pt x="414724" y="382298"/>
                  </a:lnTo>
                  <a:lnTo>
                    <a:pt x="408298" y="382298"/>
                  </a:lnTo>
                  <a:close/>
                  <a:moveTo>
                    <a:pt x="246043" y="315451"/>
                  </a:moveTo>
                  <a:lnTo>
                    <a:pt x="252737" y="315451"/>
                  </a:lnTo>
                  <a:lnTo>
                    <a:pt x="259520" y="315451"/>
                  </a:lnTo>
                  <a:lnTo>
                    <a:pt x="284152" y="362396"/>
                  </a:lnTo>
                  <a:lnTo>
                    <a:pt x="284152" y="315451"/>
                  </a:lnTo>
                  <a:lnTo>
                    <a:pt x="290131" y="315451"/>
                  </a:lnTo>
                  <a:lnTo>
                    <a:pt x="296200" y="315451"/>
                  </a:lnTo>
                  <a:lnTo>
                    <a:pt x="296200" y="382298"/>
                  </a:lnTo>
                  <a:lnTo>
                    <a:pt x="289775" y="382298"/>
                  </a:lnTo>
                  <a:lnTo>
                    <a:pt x="283349" y="382298"/>
                  </a:lnTo>
                  <a:lnTo>
                    <a:pt x="258002" y="334104"/>
                  </a:lnTo>
                  <a:lnTo>
                    <a:pt x="258002" y="382298"/>
                  </a:lnTo>
                  <a:lnTo>
                    <a:pt x="252023" y="382298"/>
                  </a:lnTo>
                  <a:lnTo>
                    <a:pt x="246043" y="382298"/>
                  </a:lnTo>
                  <a:close/>
                  <a:moveTo>
                    <a:pt x="218377" y="315451"/>
                  </a:moveTo>
                  <a:lnTo>
                    <a:pt x="224803" y="315451"/>
                  </a:lnTo>
                  <a:lnTo>
                    <a:pt x="231229" y="315451"/>
                  </a:lnTo>
                  <a:lnTo>
                    <a:pt x="231229" y="382298"/>
                  </a:lnTo>
                  <a:lnTo>
                    <a:pt x="224803" y="382298"/>
                  </a:lnTo>
                  <a:lnTo>
                    <a:pt x="218377" y="382298"/>
                  </a:lnTo>
                  <a:close/>
                  <a:moveTo>
                    <a:pt x="140016" y="315451"/>
                  </a:moveTo>
                  <a:lnTo>
                    <a:pt x="146442" y="315451"/>
                  </a:lnTo>
                  <a:lnTo>
                    <a:pt x="152868" y="315451"/>
                  </a:lnTo>
                  <a:lnTo>
                    <a:pt x="152868" y="382298"/>
                  </a:lnTo>
                  <a:lnTo>
                    <a:pt x="146531" y="382298"/>
                  </a:lnTo>
                  <a:lnTo>
                    <a:pt x="140016" y="382298"/>
                  </a:lnTo>
                  <a:close/>
                  <a:moveTo>
                    <a:pt x="80487" y="315451"/>
                  </a:moveTo>
                  <a:lnTo>
                    <a:pt x="125736" y="315451"/>
                  </a:lnTo>
                  <a:lnTo>
                    <a:pt x="125736" y="321341"/>
                  </a:lnTo>
                  <a:lnTo>
                    <a:pt x="125736" y="327321"/>
                  </a:lnTo>
                  <a:lnTo>
                    <a:pt x="93339" y="327321"/>
                  </a:lnTo>
                  <a:lnTo>
                    <a:pt x="93339" y="341512"/>
                  </a:lnTo>
                  <a:lnTo>
                    <a:pt x="123415" y="341512"/>
                  </a:lnTo>
                  <a:lnTo>
                    <a:pt x="123415" y="347224"/>
                  </a:lnTo>
                  <a:lnTo>
                    <a:pt x="123415" y="353024"/>
                  </a:lnTo>
                  <a:lnTo>
                    <a:pt x="93339" y="353024"/>
                  </a:lnTo>
                  <a:lnTo>
                    <a:pt x="93339" y="370428"/>
                  </a:lnTo>
                  <a:lnTo>
                    <a:pt x="127164" y="370428"/>
                  </a:lnTo>
                  <a:lnTo>
                    <a:pt x="127164" y="376408"/>
                  </a:lnTo>
                  <a:lnTo>
                    <a:pt x="127164" y="382298"/>
                  </a:lnTo>
                  <a:lnTo>
                    <a:pt x="80487" y="382298"/>
                  </a:lnTo>
                  <a:close/>
                  <a:moveTo>
                    <a:pt x="190189" y="315324"/>
                  </a:moveTo>
                  <a:lnTo>
                    <a:pt x="202952" y="315324"/>
                  </a:lnTo>
                  <a:lnTo>
                    <a:pt x="202952" y="363429"/>
                  </a:lnTo>
                  <a:cubicBezTo>
                    <a:pt x="203391" y="369006"/>
                    <a:pt x="201593" y="374529"/>
                    <a:pt x="197954" y="378779"/>
                  </a:cubicBezTo>
                  <a:cubicBezTo>
                    <a:pt x="193965" y="382522"/>
                    <a:pt x="188596" y="384430"/>
                    <a:pt x="183138" y="384045"/>
                  </a:cubicBezTo>
                  <a:cubicBezTo>
                    <a:pt x="177434" y="384531"/>
                    <a:pt x="171819" y="382397"/>
                    <a:pt x="167878" y="378243"/>
                  </a:cubicBezTo>
                  <a:cubicBezTo>
                    <a:pt x="164222" y="373053"/>
                    <a:pt x="162602" y="366701"/>
                    <a:pt x="163326" y="360394"/>
                  </a:cubicBezTo>
                  <a:lnTo>
                    <a:pt x="163326" y="356914"/>
                  </a:lnTo>
                  <a:lnTo>
                    <a:pt x="175553" y="356914"/>
                  </a:lnTo>
                  <a:lnTo>
                    <a:pt x="175553" y="360930"/>
                  </a:lnTo>
                  <a:cubicBezTo>
                    <a:pt x="175263" y="364005"/>
                    <a:pt x="175850" y="367100"/>
                    <a:pt x="177248" y="369854"/>
                  </a:cubicBezTo>
                  <a:cubicBezTo>
                    <a:pt x="178479" y="371845"/>
                    <a:pt x="180717" y="372981"/>
                    <a:pt x="183049" y="372799"/>
                  </a:cubicBezTo>
                  <a:cubicBezTo>
                    <a:pt x="185103" y="373001"/>
                    <a:pt x="187128" y="372204"/>
                    <a:pt x="188493" y="370657"/>
                  </a:cubicBezTo>
                  <a:cubicBezTo>
                    <a:pt x="189773" y="368572"/>
                    <a:pt x="190366" y="366136"/>
                    <a:pt x="190189" y="363697"/>
                  </a:cubicBezTo>
                  <a:close/>
                  <a:moveTo>
                    <a:pt x="14815" y="315323"/>
                  </a:moveTo>
                  <a:lnTo>
                    <a:pt x="44891" y="315323"/>
                  </a:lnTo>
                  <a:cubicBezTo>
                    <a:pt x="49926" y="315025"/>
                    <a:pt x="54891" y="316617"/>
                    <a:pt x="58814" y="319785"/>
                  </a:cubicBezTo>
                  <a:cubicBezTo>
                    <a:pt x="62292" y="322980"/>
                    <a:pt x="64159" y="327564"/>
                    <a:pt x="63902" y="332280"/>
                  </a:cubicBezTo>
                  <a:cubicBezTo>
                    <a:pt x="64223" y="337166"/>
                    <a:pt x="62079" y="341889"/>
                    <a:pt x="58189" y="344864"/>
                  </a:cubicBezTo>
                  <a:cubicBezTo>
                    <a:pt x="57592" y="345431"/>
                    <a:pt x="56897" y="345885"/>
                    <a:pt x="56137" y="346203"/>
                  </a:cubicBezTo>
                  <a:cubicBezTo>
                    <a:pt x="57541" y="346765"/>
                    <a:pt x="58862" y="347515"/>
                    <a:pt x="60064" y="348434"/>
                  </a:cubicBezTo>
                  <a:cubicBezTo>
                    <a:pt x="64038" y="351475"/>
                    <a:pt x="66245" y="356290"/>
                    <a:pt x="65954" y="361285"/>
                  </a:cubicBezTo>
                  <a:cubicBezTo>
                    <a:pt x="66360" y="367075"/>
                    <a:pt x="64207" y="372751"/>
                    <a:pt x="60064" y="376815"/>
                  </a:cubicBezTo>
                  <a:cubicBezTo>
                    <a:pt x="55269" y="380702"/>
                    <a:pt x="49174" y="382617"/>
                    <a:pt x="43017" y="382170"/>
                  </a:cubicBezTo>
                  <a:lnTo>
                    <a:pt x="15083" y="382170"/>
                  </a:lnTo>
                  <a:close/>
                  <a:moveTo>
                    <a:pt x="700246" y="315235"/>
                  </a:moveTo>
                  <a:lnTo>
                    <a:pt x="713098" y="315235"/>
                  </a:lnTo>
                  <a:lnTo>
                    <a:pt x="713098" y="357360"/>
                  </a:lnTo>
                  <a:cubicBezTo>
                    <a:pt x="712840" y="361202"/>
                    <a:pt x="713911" y="365014"/>
                    <a:pt x="716132" y="368159"/>
                  </a:cubicBezTo>
                  <a:cubicBezTo>
                    <a:pt x="718400" y="370658"/>
                    <a:pt x="721692" y="371974"/>
                    <a:pt x="725057" y="371729"/>
                  </a:cubicBezTo>
                  <a:cubicBezTo>
                    <a:pt x="728374" y="372003"/>
                    <a:pt x="731642" y="370795"/>
                    <a:pt x="733982" y="368427"/>
                  </a:cubicBezTo>
                  <a:cubicBezTo>
                    <a:pt x="736148" y="365165"/>
                    <a:pt x="737124" y="361257"/>
                    <a:pt x="736749" y="357360"/>
                  </a:cubicBezTo>
                  <a:lnTo>
                    <a:pt x="736749" y="315235"/>
                  </a:lnTo>
                  <a:lnTo>
                    <a:pt x="749958" y="315235"/>
                  </a:lnTo>
                  <a:lnTo>
                    <a:pt x="749958" y="356914"/>
                  </a:lnTo>
                  <a:cubicBezTo>
                    <a:pt x="750641" y="364295"/>
                    <a:pt x="748575" y="371668"/>
                    <a:pt x="744156" y="377620"/>
                  </a:cubicBezTo>
                  <a:cubicBezTo>
                    <a:pt x="738981" y="382290"/>
                    <a:pt x="732089" y="384588"/>
                    <a:pt x="725146" y="383956"/>
                  </a:cubicBezTo>
                  <a:cubicBezTo>
                    <a:pt x="718247" y="384495"/>
                    <a:pt x="711440" y="382097"/>
                    <a:pt x="706404" y="377352"/>
                  </a:cubicBezTo>
                  <a:cubicBezTo>
                    <a:pt x="701929" y="371517"/>
                    <a:pt x="699739" y="364250"/>
                    <a:pt x="700246" y="356914"/>
                  </a:cubicBezTo>
                  <a:close/>
                  <a:moveTo>
                    <a:pt x="1526374" y="313761"/>
                  </a:moveTo>
                  <a:cubicBezTo>
                    <a:pt x="1533763" y="313349"/>
                    <a:pt x="1541309" y="315755"/>
                    <a:pt x="1547261" y="321079"/>
                  </a:cubicBezTo>
                  <a:cubicBezTo>
                    <a:pt x="1548062" y="321795"/>
                    <a:pt x="1548821" y="322555"/>
                    <a:pt x="1549537" y="323355"/>
                  </a:cubicBezTo>
                  <a:cubicBezTo>
                    <a:pt x="1555243" y="330769"/>
                    <a:pt x="1558093" y="339986"/>
                    <a:pt x="1557570" y="349327"/>
                  </a:cubicBezTo>
                  <a:cubicBezTo>
                    <a:pt x="1558076" y="358500"/>
                    <a:pt x="1555221" y="367544"/>
                    <a:pt x="1549537" y="374763"/>
                  </a:cubicBezTo>
                  <a:cubicBezTo>
                    <a:pt x="1538598" y="386667"/>
                    <a:pt x="1520079" y="387448"/>
                    <a:pt x="1508175" y="376508"/>
                  </a:cubicBezTo>
                  <a:cubicBezTo>
                    <a:pt x="1507569" y="375951"/>
                    <a:pt x="1506986" y="375369"/>
                    <a:pt x="1506430" y="374763"/>
                  </a:cubicBezTo>
                  <a:cubicBezTo>
                    <a:pt x="1500747" y="367544"/>
                    <a:pt x="1497891" y="358500"/>
                    <a:pt x="1498397" y="349327"/>
                  </a:cubicBezTo>
                  <a:cubicBezTo>
                    <a:pt x="1497873" y="339986"/>
                    <a:pt x="1500724" y="330769"/>
                    <a:pt x="1506430" y="323355"/>
                  </a:cubicBezTo>
                  <a:cubicBezTo>
                    <a:pt x="1511753" y="317404"/>
                    <a:pt x="1518985" y="314173"/>
                    <a:pt x="1526374" y="313761"/>
                  </a:cubicBezTo>
                  <a:close/>
                  <a:moveTo>
                    <a:pt x="1400517" y="313754"/>
                  </a:moveTo>
                  <a:cubicBezTo>
                    <a:pt x="1407929" y="313349"/>
                    <a:pt x="1415496" y="315772"/>
                    <a:pt x="1421460" y="321118"/>
                  </a:cubicBezTo>
                  <a:cubicBezTo>
                    <a:pt x="1422246" y="321823"/>
                    <a:pt x="1422992" y="322570"/>
                    <a:pt x="1423697" y="323355"/>
                  </a:cubicBezTo>
                  <a:cubicBezTo>
                    <a:pt x="1429378" y="330778"/>
                    <a:pt x="1432198" y="339997"/>
                    <a:pt x="1431641" y="349327"/>
                  </a:cubicBezTo>
                  <a:cubicBezTo>
                    <a:pt x="1432173" y="358490"/>
                    <a:pt x="1429349" y="367532"/>
                    <a:pt x="1423697" y="374763"/>
                  </a:cubicBezTo>
                  <a:cubicBezTo>
                    <a:pt x="1412711" y="386691"/>
                    <a:pt x="1394135" y="387455"/>
                    <a:pt x="1382207" y="376469"/>
                  </a:cubicBezTo>
                  <a:cubicBezTo>
                    <a:pt x="1381615" y="375924"/>
                    <a:pt x="1381046" y="375355"/>
                    <a:pt x="1380501" y="374763"/>
                  </a:cubicBezTo>
                  <a:lnTo>
                    <a:pt x="1380500" y="374763"/>
                  </a:lnTo>
                  <a:cubicBezTo>
                    <a:pt x="1374886" y="367513"/>
                    <a:pt x="1372065" y="358484"/>
                    <a:pt x="1372557" y="349327"/>
                  </a:cubicBezTo>
                  <a:cubicBezTo>
                    <a:pt x="1372047" y="340003"/>
                    <a:pt x="1374862" y="330800"/>
                    <a:pt x="1380500" y="323355"/>
                  </a:cubicBezTo>
                  <a:cubicBezTo>
                    <a:pt x="1385847" y="317391"/>
                    <a:pt x="1393104" y="314159"/>
                    <a:pt x="1400517" y="313754"/>
                  </a:cubicBezTo>
                  <a:close/>
                  <a:moveTo>
                    <a:pt x="935084" y="313754"/>
                  </a:moveTo>
                  <a:cubicBezTo>
                    <a:pt x="942496" y="313349"/>
                    <a:pt x="950063" y="315772"/>
                    <a:pt x="956027" y="321118"/>
                  </a:cubicBezTo>
                  <a:cubicBezTo>
                    <a:pt x="956813" y="321823"/>
                    <a:pt x="957559" y="322570"/>
                    <a:pt x="958264" y="323355"/>
                  </a:cubicBezTo>
                  <a:cubicBezTo>
                    <a:pt x="963945" y="330778"/>
                    <a:pt x="966765" y="339997"/>
                    <a:pt x="966208" y="349327"/>
                  </a:cubicBezTo>
                  <a:cubicBezTo>
                    <a:pt x="966740" y="358490"/>
                    <a:pt x="963916" y="367532"/>
                    <a:pt x="958264" y="374763"/>
                  </a:cubicBezTo>
                  <a:cubicBezTo>
                    <a:pt x="947278" y="386691"/>
                    <a:pt x="928702" y="387455"/>
                    <a:pt x="916774" y="376469"/>
                  </a:cubicBezTo>
                  <a:cubicBezTo>
                    <a:pt x="916182" y="375924"/>
                    <a:pt x="915613" y="375355"/>
                    <a:pt x="915068" y="374763"/>
                  </a:cubicBezTo>
                  <a:lnTo>
                    <a:pt x="915067" y="374763"/>
                  </a:lnTo>
                  <a:cubicBezTo>
                    <a:pt x="909452" y="367513"/>
                    <a:pt x="906632" y="358484"/>
                    <a:pt x="907124" y="349327"/>
                  </a:cubicBezTo>
                  <a:cubicBezTo>
                    <a:pt x="906614" y="340003"/>
                    <a:pt x="909429" y="330800"/>
                    <a:pt x="915067" y="323355"/>
                  </a:cubicBezTo>
                  <a:cubicBezTo>
                    <a:pt x="920413" y="317391"/>
                    <a:pt x="927671" y="314159"/>
                    <a:pt x="935084" y="313754"/>
                  </a:cubicBezTo>
                  <a:close/>
                  <a:moveTo>
                    <a:pt x="1598624" y="313717"/>
                  </a:moveTo>
                  <a:cubicBezTo>
                    <a:pt x="1605317" y="313413"/>
                    <a:pt x="1611889" y="315572"/>
                    <a:pt x="1617099" y="319786"/>
                  </a:cubicBezTo>
                  <a:cubicBezTo>
                    <a:pt x="1621980" y="323927"/>
                    <a:pt x="1625027" y="329829"/>
                    <a:pt x="1625578" y="336207"/>
                  </a:cubicBezTo>
                  <a:lnTo>
                    <a:pt x="1612994" y="336207"/>
                  </a:lnTo>
                  <a:cubicBezTo>
                    <a:pt x="1612548" y="333173"/>
                    <a:pt x="1610909" y="330443"/>
                    <a:pt x="1608442" y="328621"/>
                  </a:cubicBezTo>
                  <a:cubicBezTo>
                    <a:pt x="1605968" y="326472"/>
                    <a:pt x="1602795" y="325298"/>
                    <a:pt x="1599517" y="325319"/>
                  </a:cubicBezTo>
                  <a:cubicBezTo>
                    <a:pt x="1594372" y="325068"/>
                    <a:pt x="1589445" y="327415"/>
                    <a:pt x="1586397" y="331566"/>
                  </a:cubicBezTo>
                  <a:cubicBezTo>
                    <a:pt x="1580217" y="342345"/>
                    <a:pt x="1580217" y="355594"/>
                    <a:pt x="1586397" y="366373"/>
                  </a:cubicBezTo>
                  <a:cubicBezTo>
                    <a:pt x="1589591" y="370415"/>
                    <a:pt x="1594553" y="372647"/>
                    <a:pt x="1599696" y="372353"/>
                  </a:cubicBezTo>
                  <a:cubicBezTo>
                    <a:pt x="1604408" y="372523"/>
                    <a:pt x="1608846" y="370134"/>
                    <a:pt x="1611298" y="366106"/>
                  </a:cubicBezTo>
                  <a:cubicBezTo>
                    <a:pt x="1612941" y="363609"/>
                    <a:pt x="1614092" y="360823"/>
                    <a:pt x="1614689" y="357895"/>
                  </a:cubicBezTo>
                  <a:lnTo>
                    <a:pt x="1600231" y="357895"/>
                  </a:lnTo>
                  <a:lnTo>
                    <a:pt x="1600231" y="346382"/>
                  </a:lnTo>
                  <a:lnTo>
                    <a:pt x="1626024" y="346382"/>
                  </a:lnTo>
                  <a:lnTo>
                    <a:pt x="1626024" y="382081"/>
                  </a:lnTo>
                  <a:lnTo>
                    <a:pt x="1617099" y="382081"/>
                  </a:lnTo>
                  <a:lnTo>
                    <a:pt x="1615850" y="373156"/>
                  </a:lnTo>
                  <a:lnTo>
                    <a:pt x="1615671" y="374762"/>
                  </a:lnTo>
                  <a:cubicBezTo>
                    <a:pt x="1611817" y="380856"/>
                    <a:pt x="1605027" y="384454"/>
                    <a:pt x="1597821" y="384223"/>
                  </a:cubicBezTo>
                  <a:lnTo>
                    <a:pt x="1597821" y="383687"/>
                  </a:lnTo>
                  <a:cubicBezTo>
                    <a:pt x="1589696" y="384122"/>
                    <a:pt x="1581814" y="380838"/>
                    <a:pt x="1576401" y="374762"/>
                  </a:cubicBezTo>
                  <a:cubicBezTo>
                    <a:pt x="1565540" y="359348"/>
                    <a:pt x="1565540" y="338770"/>
                    <a:pt x="1576401" y="323356"/>
                  </a:cubicBezTo>
                  <a:cubicBezTo>
                    <a:pt x="1581942" y="316909"/>
                    <a:pt x="1590131" y="313358"/>
                    <a:pt x="1598624" y="313717"/>
                  </a:cubicBezTo>
                  <a:close/>
                  <a:moveTo>
                    <a:pt x="1205662" y="313538"/>
                  </a:moveTo>
                  <a:cubicBezTo>
                    <a:pt x="1212206" y="313370"/>
                    <a:pt x="1218575" y="315663"/>
                    <a:pt x="1223511" y="319964"/>
                  </a:cubicBezTo>
                  <a:cubicBezTo>
                    <a:pt x="1228575" y="324432"/>
                    <a:pt x="1231762" y="330648"/>
                    <a:pt x="1232436" y="337367"/>
                  </a:cubicBezTo>
                  <a:lnTo>
                    <a:pt x="1219584" y="337367"/>
                  </a:lnTo>
                  <a:cubicBezTo>
                    <a:pt x="1219368" y="333950"/>
                    <a:pt x="1217831" y="330749"/>
                    <a:pt x="1215300" y="328442"/>
                  </a:cubicBezTo>
                  <a:cubicBezTo>
                    <a:pt x="1212801" y="326346"/>
                    <a:pt x="1209638" y="325208"/>
                    <a:pt x="1206376" y="325229"/>
                  </a:cubicBezTo>
                  <a:cubicBezTo>
                    <a:pt x="1201775" y="325133"/>
                    <a:pt x="1197479" y="327519"/>
                    <a:pt x="1195130" y="331477"/>
                  </a:cubicBezTo>
                  <a:cubicBezTo>
                    <a:pt x="1192174" y="336718"/>
                    <a:pt x="1190781" y="342695"/>
                    <a:pt x="1191114" y="348702"/>
                  </a:cubicBezTo>
                  <a:cubicBezTo>
                    <a:pt x="1190786" y="354566"/>
                    <a:pt x="1192182" y="360400"/>
                    <a:pt x="1195130" y="365480"/>
                  </a:cubicBezTo>
                  <a:cubicBezTo>
                    <a:pt x="1199377" y="371772"/>
                    <a:pt x="1207921" y="373429"/>
                    <a:pt x="1214212" y="369182"/>
                  </a:cubicBezTo>
                  <a:cubicBezTo>
                    <a:pt x="1214751" y="368818"/>
                    <a:pt x="1215264" y="368416"/>
                    <a:pt x="1215746" y="367979"/>
                  </a:cubicBezTo>
                  <a:cubicBezTo>
                    <a:pt x="1218269" y="365409"/>
                    <a:pt x="1219789" y="362022"/>
                    <a:pt x="1220030" y="358430"/>
                  </a:cubicBezTo>
                  <a:lnTo>
                    <a:pt x="1231901" y="358787"/>
                  </a:lnTo>
                  <a:cubicBezTo>
                    <a:pt x="1231455" y="365737"/>
                    <a:pt x="1228469" y="372281"/>
                    <a:pt x="1223511" y="377172"/>
                  </a:cubicBezTo>
                  <a:cubicBezTo>
                    <a:pt x="1218688" y="381706"/>
                    <a:pt x="1212280" y="384172"/>
                    <a:pt x="1205662" y="384044"/>
                  </a:cubicBezTo>
                  <a:cubicBezTo>
                    <a:pt x="1197672" y="384371"/>
                    <a:pt x="1190008" y="380854"/>
                    <a:pt x="1185045" y="374584"/>
                  </a:cubicBezTo>
                  <a:cubicBezTo>
                    <a:pt x="1179596" y="367262"/>
                    <a:pt x="1176880" y="358263"/>
                    <a:pt x="1177370" y="349148"/>
                  </a:cubicBezTo>
                  <a:cubicBezTo>
                    <a:pt x="1176859" y="339865"/>
                    <a:pt x="1179571" y="330691"/>
                    <a:pt x="1185045" y="323177"/>
                  </a:cubicBezTo>
                  <a:cubicBezTo>
                    <a:pt x="1189961" y="316827"/>
                    <a:pt x="1197637" y="313239"/>
                    <a:pt x="1205662" y="313538"/>
                  </a:cubicBezTo>
                  <a:close/>
                  <a:moveTo>
                    <a:pt x="523890" y="313538"/>
                  </a:moveTo>
                  <a:cubicBezTo>
                    <a:pt x="530060" y="313268"/>
                    <a:pt x="536098" y="315376"/>
                    <a:pt x="540758" y="319428"/>
                  </a:cubicBezTo>
                  <a:cubicBezTo>
                    <a:pt x="545164" y="323595"/>
                    <a:pt x="547732" y="329342"/>
                    <a:pt x="547898" y="335404"/>
                  </a:cubicBezTo>
                  <a:lnTo>
                    <a:pt x="534867" y="335404"/>
                  </a:lnTo>
                  <a:cubicBezTo>
                    <a:pt x="534768" y="332433"/>
                    <a:pt x="533364" y="329658"/>
                    <a:pt x="531029" y="327817"/>
                  </a:cubicBezTo>
                  <a:cubicBezTo>
                    <a:pt x="528456" y="325908"/>
                    <a:pt x="525308" y="324932"/>
                    <a:pt x="522105" y="325051"/>
                  </a:cubicBezTo>
                  <a:cubicBezTo>
                    <a:pt x="519376" y="324860"/>
                    <a:pt x="516674" y="325687"/>
                    <a:pt x="514519" y="327371"/>
                  </a:cubicBezTo>
                  <a:cubicBezTo>
                    <a:pt x="512626" y="328989"/>
                    <a:pt x="511602" y="331401"/>
                    <a:pt x="511752" y="333886"/>
                  </a:cubicBezTo>
                  <a:cubicBezTo>
                    <a:pt x="511747" y="335850"/>
                    <a:pt x="512853" y="337647"/>
                    <a:pt x="514608" y="338527"/>
                  </a:cubicBezTo>
                  <a:cubicBezTo>
                    <a:pt x="518481" y="340299"/>
                    <a:pt x="522558" y="341588"/>
                    <a:pt x="526745" y="342365"/>
                  </a:cubicBezTo>
                  <a:cubicBezTo>
                    <a:pt x="533196" y="343499"/>
                    <a:pt x="539302" y="346094"/>
                    <a:pt x="544595" y="349951"/>
                  </a:cubicBezTo>
                  <a:cubicBezTo>
                    <a:pt x="547906" y="353655"/>
                    <a:pt x="549523" y="358571"/>
                    <a:pt x="549058" y="363517"/>
                  </a:cubicBezTo>
                  <a:cubicBezTo>
                    <a:pt x="549373" y="369321"/>
                    <a:pt x="546842" y="374915"/>
                    <a:pt x="542274" y="378510"/>
                  </a:cubicBezTo>
                  <a:cubicBezTo>
                    <a:pt x="536941" y="382434"/>
                    <a:pt x="530413" y="384390"/>
                    <a:pt x="523801" y="384044"/>
                  </a:cubicBezTo>
                  <a:cubicBezTo>
                    <a:pt x="517327" y="384352"/>
                    <a:pt x="510968" y="382254"/>
                    <a:pt x="505951" y="378153"/>
                  </a:cubicBezTo>
                  <a:cubicBezTo>
                    <a:pt x="501401" y="373800"/>
                    <a:pt x="498849" y="367761"/>
                    <a:pt x="498900" y="361464"/>
                  </a:cubicBezTo>
                  <a:lnTo>
                    <a:pt x="511306" y="361465"/>
                  </a:lnTo>
                  <a:cubicBezTo>
                    <a:pt x="511240" y="364591"/>
                    <a:pt x="512543" y="367591"/>
                    <a:pt x="514876" y="369675"/>
                  </a:cubicBezTo>
                  <a:cubicBezTo>
                    <a:pt x="517438" y="371617"/>
                    <a:pt x="520587" y="372624"/>
                    <a:pt x="523801" y="372531"/>
                  </a:cubicBezTo>
                  <a:cubicBezTo>
                    <a:pt x="527148" y="372709"/>
                    <a:pt x="530482" y="371968"/>
                    <a:pt x="533439" y="370389"/>
                  </a:cubicBezTo>
                  <a:cubicBezTo>
                    <a:pt x="535592" y="369168"/>
                    <a:pt x="536921" y="366884"/>
                    <a:pt x="536920" y="364410"/>
                  </a:cubicBezTo>
                  <a:cubicBezTo>
                    <a:pt x="537065" y="362238"/>
                    <a:pt x="536130" y="360135"/>
                    <a:pt x="534421" y="358787"/>
                  </a:cubicBezTo>
                  <a:cubicBezTo>
                    <a:pt x="531167" y="356996"/>
                    <a:pt x="527638" y="355759"/>
                    <a:pt x="523979" y="355128"/>
                  </a:cubicBezTo>
                  <a:cubicBezTo>
                    <a:pt x="517004" y="353942"/>
                    <a:pt x="510351" y="351328"/>
                    <a:pt x="504434" y="347452"/>
                  </a:cubicBezTo>
                  <a:cubicBezTo>
                    <a:pt x="500957" y="344156"/>
                    <a:pt x="499153" y="339466"/>
                    <a:pt x="499525" y="334690"/>
                  </a:cubicBezTo>
                  <a:cubicBezTo>
                    <a:pt x="499229" y="328819"/>
                    <a:pt x="501627" y="323134"/>
                    <a:pt x="506040" y="319249"/>
                  </a:cubicBezTo>
                  <a:cubicBezTo>
                    <a:pt x="511041" y="315135"/>
                    <a:pt x="517429" y="313092"/>
                    <a:pt x="523890" y="313538"/>
                  </a:cubicBezTo>
                  <a:close/>
                  <a:moveTo>
                    <a:pt x="336367" y="313293"/>
                  </a:moveTo>
                  <a:cubicBezTo>
                    <a:pt x="343627" y="312654"/>
                    <a:pt x="351114" y="314597"/>
                    <a:pt x="357351" y="319250"/>
                  </a:cubicBezTo>
                  <a:cubicBezTo>
                    <a:pt x="362264" y="323367"/>
                    <a:pt x="365317" y="329284"/>
                    <a:pt x="365830" y="335672"/>
                  </a:cubicBezTo>
                  <a:lnTo>
                    <a:pt x="352978" y="335672"/>
                  </a:lnTo>
                  <a:cubicBezTo>
                    <a:pt x="352614" y="332631"/>
                    <a:pt x="350996" y="329881"/>
                    <a:pt x="348515" y="328086"/>
                  </a:cubicBezTo>
                  <a:cubicBezTo>
                    <a:pt x="346042" y="325937"/>
                    <a:pt x="342868" y="324762"/>
                    <a:pt x="339591" y="324783"/>
                  </a:cubicBezTo>
                  <a:cubicBezTo>
                    <a:pt x="334457" y="324581"/>
                    <a:pt x="329551" y="326917"/>
                    <a:pt x="326472" y="331031"/>
                  </a:cubicBezTo>
                  <a:cubicBezTo>
                    <a:pt x="322986" y="336304"/>
                    <a:pt x="321325" y="342574"/>
                    <a:pt x="321741" y="348881"/>
                  </a:cubicBezTo>
                  <a:cubicBezTo>
                    <a:pt x="321325" y="354995"/>
                    <a:pt x="322923" y="361077"/>
                    <a:pt x="326293" y="366195"/>
                  </a:cubicBezTo>
                  <a:cubicBezTo>
                    <a:pt x="329495" y="370225"/>
                    <a:pt x="334451" y="372454"/>
                    <a:pt x="339591" y="372175"/>
                  </a:cubicBezTo>
                  <a:cubicBezTo>
                    <a:pt x="344295" y="372308"/>
                    <a:pt x="348715" y="369928"/>
                    <a:pt x="351193" y="365928"/>
                  </a:cubicBezTo>
                  <a:cubicBezTo>
                    <a:pt x="352800" y="363413"/>
                    <a:pt x="353948" y="360633"/>
                    <a:pt x="354584" y="357717"/>
                  </a:cubicBezTo>
                  <a:lnTo>
                    <a:pt x="340127" y="357717"/>
                  </a:lnTo>
                  <a:lnTo>
                    <a:pt x="340127" y="346203"/>
                  </a:lnTo>
                  <a:lnTo>
                    <a:pt x="366187" y="346203"/>
                  </a:lnTo>
                  <a:lnTo>
                    <a:pt x="366187" y="381903"/>
                  </a:lnTo>
                  <a:lnTo>
                    <a:pt x="357262" y="381903"/>
                  </a:lnTo>
                  <a:lnTo>
                    <a:pt x="356012" y="372978"/>
                  </a:lnTo>
                  <a:lnTo>
                    <a:pt x="355299" y="374049"/>
                  </a:lnTo>
                  <a:lnTo>
                    <a:pt x="337551" y="383456"/>
                  </a:lnTo>
                  <a:lnTo>
                    <a:pt x="316743" y="374228"/>
                  </a:lnTo>
                  <a:cubicBezTo>
                    <a:pt x="306039" y="358763"/>
                    <a:pt x="306039" y="338284"/>
                    <a:pt x="316743" y="322820"/>
                  </a:cubicBezTo>
                  <a:cubicBezTo>
                    <a:pt x="322074" y="317150"/>
                    <a:pt x="329107" y="313931"/>
                    <a:pt x="336367" y="313293"/>
                  </a:cubicBezTo>
                  <a:close/>
                  <a:moveTo>
                    <a:pt x="381539" y="228751"/>
                  </a:moveTo>
                  <a:lnTo>
                    <a:pt x="381449" y="228930"/>
                  </a:lnTo>
                  <a:lnTo>
                    <a:pt x="381464" y="228833"/>
                  </a:lnTo>
                  <a:close/>
                  <a:moveTo>
                    <a:pt x="350212" y="205101"/>
                  </a:moveTo>
                  <a:cubicBezTo>
                    <a:pt x="356549" y="205101"/>
                    <a:pt x="356906" y="216256"/>
                    <a:pt x="359137" y="216256"/>
                  </a:cubicBezTo>
                  <a:cubicBezTo>
                    <a:pt x="362394" y="215993"/>
                    <a:pt x="365588" y="215210"/>
                    <a:pt x="368597" y="213936"/>
                  </a:cubicBezTo>
                  <a:cubicBezTo>
                    <a:pt x="372253" y="213720"/>
                    <a:pt x="375918" y="213720"/>
                    <a:pt x="379575" y="213936"/>
                  </a:cubicBezTo>
                  <a:cubicBezTo>
                    <a:pt x="381360" y="213936"/>
                    <a:pt x="383413" y="214293"/>
                    <a:pt x="383413" y="215721"/>
                  </a:cubicBezTo>
                  <a:cubicBezTo>
                    <a:pt x="383772" y="217846"/>
                    <a:pt x="383460" y="220030"/>
                    <a:pt x="382520" y="221968"/>
                  </a:cubicBezTo>
                  <a:lnTo>
                    <a:pt x="381464" y="228833"/>
                  </a:lnTo>
                  <a:lnTo>
                    <a:pt x="376719" y="234017"/>
                  </a:lnTo>
                  <a:cubicBezTo>
                    <a:pt x="376005" y="235177"/>
                    <a:pt x="372524" y="235980"/>
                    <a:pt x="371810" y="237676"/>
                  </a:cubicBezTo>
                  <a:cubicBezTo>
                    <a:pt x="370204" y="241692"/>
                    <a:pt x="370204" y="245352"/>
                    <a:pt x="368330" y="247583"/>
                  </a:cubicBezTo>
                  <a:cubicBezTo>
                    <a:pt x="366455" y="249814"/>
                    <a:pt x="364313" y="250439"/>
                    <a:pt x="361368" y="252313"/>
                  </a:cubicBezTo>
                  <a:cubicBezTo>
                    <a:pt x="358423" y="254188"/>
                    <a:pt x="355299" y="252492"/>
                    <a:pt x="353336" y="253027"/>
                  </a:cubicBezTo>
                  <a:cubicBezTo>
                    <a:pt x="350016" y="254992"/>
                    <a:pt x="346442" y="256494"/>
                    <a:pt x="342715" y="257490"/>
                  </a:cubicBezTo>
                  <a:cubicBezTo>
                    <a:pt x="336200" y="257490"/>
                    <a:pt x="330041" y="254544"/>
                    <a:pt x="330041" y="247048"/>
                  </a:cubicBezTo>
                  <a:cubicBezTo>
                    <a:pt x="330041" y="245263"/>
                    <a:pt x="331380" y="240978"/>
                    <a:pt x="331380" y="239193"/>
                  </a:cubicBezTo>
                  <a:cubicBezTo>
                    <a:pt x="331380" y="237408"/>
                    <a:pt x="329506" y="234731"/>
                    <a:pt x="329506" y="232946"/>
                  </a:cubicBezTo>
                  <a:cubicBezTo>
                    <a:pt x="329506" y="231161"/>
                    <a:pt x="332808" y="227769"/>
                    <a:pt x="333344" y="225627"/>
                  </a:cubicBezTo>
                  <a:cubicBezTo>
                    <a:pt x="334396" y="219048"/>
                    <a:pt x="337865" y="213097"/>
                    <a:pt x="343072" y="208939"/>
                  </a:cubicBezTo>
                  <a:cubicBezTo>
                    <a:pt x="345482" y="207689"/>
                    <a:pt x="348427" y="205101"/>
                    <a:pt x="350212" y="205101"/>
                  </a:cubicBezTo>
                  <a:close/>
                  <a:moveTo>
                    <a:pt x="469269" y="183145"/>
                  </a:moveTo>
                  <a:cubicBezTo>
                    <a:pt x="471590" y="182788"/>
                    <a:pt x="472750" y="185377"/>
                    <a:pt x="476410" y="184752"/>
                  </a:cubicBezTo>
                  <a:cubicBezTo>
                    <a:pt x="477570" y="184663"/>
                    <a:pt x="481943" y="188500"/>
                    <a:pt x="483639" y="188500"/>
                  </a:cubicBezTo>
                  <a:cubicBezTo>
                    <a:pt x="485985" y="189175"/>
                    <a:pt x="488440" y="189388"/>
                    <a:pt x="490868" y="189125"/>
                  </a:cubicBezTo>
                  <a:cubicBezTo>
                    <a:pt x="493010" y="188857"/>
                    <a:pt x="496312" y="191356"/>
                    <a:pt x="498008" y="191356"/>
                  </a:cubicBezTo>
                  <a:cubicBezTo>
                    <a:pt x="500084" y="191204"/>
                    <a:pt x="502145" y="190876"/>
                    <a:pt x="504166" y="190375"/>
                  </a:cubicBezTo>
                  <a:cubicBezTo>
                    <a:pt x="507825" y="189660"/>
                    <a:pt x="516036" y="199567"/>
                    <a:pt x="518802" y="203316"/>
                  </a:cubicBezTo>
                  <a:lnTo>
                    <a:pt x="517999" y="203494"/>
                  </a:lnTo>
                  <a:cubicBezTo>
                    <a:pt x="519478" y="205225"/>
                    <a:pt x="520764" y="207110"/>
                    <a:pt x="521837" y="209117"/>
                  </a:cubicBezTo>
                  <a:cubicBezTo>
                    <a:pt x="522358" y="211529"/>
                    <a:pt x="522358" y="214024"/>
                    <a:pt x="521837" y="216435"/>
                  </a:cubicBezTo>
                  <a:cubicBezTo>
                    <a:pt x="520587" y="220363"/>
                    <a:pt x="518267" y="221434"/>
                    <a:pt x="516660" y="223219"/>
                  </a:cubicBezTo>
                  <a:cubicBezTo>
                    <a:pt x="515054" y="225004"/>
                    <a:pt x="514429" y="229288"/>
                    <a:pt x="512644" y="231430"/>
                  </a:cubicBezTo>
                  <a:cubicBezTo>
                    <a:pt x="511269" y="233437"/>
                    <a:pt x="509684" y="235292"/>
                    <a:pt x="507915" y="236963"/>
                  </a:cubicBezTo>
                  <a:cubicBezTo>
                    <a:pt x="505453" y="238652"/>
                    <a:pt x="502650" y="239780"/>
                    <a:pt x="499704" y="240265"/>
                  </a:cubicBezTo>
                  <a:cubicBezTo>
                    <a:pt x="497740" y="240265"/>
                    <a:pt x="494706" y="239730"/>
                    <a:pt x="492742" y="240265"/>
                  </a:cubicBezTo>
                  <a:cubicBezTo>
                    <a:pt x="489351" y="241158"/>
                    <a:pt x="487834" y="243746"/>
                    <a:pt x="485424" y="243746"/>
                  </a:cubicBezTo>
                  <a:cubicBezTo>
                    <a:pt x="483014" y="243746"/>
                    <a:pt x="480604" y="241515"/>
                    <a:pt x="479712" y="237677"/>
                  </a:cubicBezTo>
                  <a:cubicBezTo>
                    <a:pt x="479712" y="235714"/>
                    <a:pt x="480693" y="232054"/>
                    <a:pt x="479712" y="229645"/>
                  </a:cubicBezTo>
                  <a:cubicBezTo>
                    <a:pt x="477548" y="226158"/>
                    <a:pt x="475581" y="222553"/>
                    <a:pt x="473821" y="218845"/>
                  </a:cubicBezTo>
                  <a:cubicBezTo>
                    <a:pt x="473643" y="214472"/>
                    <a:pt x="469091" y="212330"/>
                    <a:pt x="469091" y="209474"/>
                  </a:cubicBezTo>
                  <a:cubicBezTo>
                    <a:pt x="469105" y="205810"/>
                    <a:pt x="468151" y="202209"/>
                    <a:pt x="466324" y="199032"/>
                  </a:cubicBezTo>
                  <a:cubicBezTo>
                    <a:pt x="465696" y="196898"/>
                    <a:pt x="465887" y="194607"/>
                    <a:pt x="466860" y="192606"/>
                  </a:cubicBezTo>
                  <a:cubicBezTo>
                    <a:pt x="468288" y="190642"/>
                    <a:pt x="466324" y="185377"/>
                    <a:pt x="469269" y="183145"/>
                  </a:cubicBezTo>
                  <a:close/>
                  <a:moveTo>
                    <a:pt x="443656" y="131382"/>
                  </a:moveTo>
                  <a:cubicBezTo>
                    <a:pt x="441416" y="131221"/>
                    <a:pt x="439168" y="131525"/>
                    <a:pt x="437051" y="132274"/>
                  </a:cubicBezTo>
                  <a:cubicBezTo>
                    <a:pt x="434463" y="133881"/>
                    <a:pt x="431964" y="132988"/>
                    <a:pt x="430269" y="134505"/>
                  </a:cubicBezTo>
                  <a:cubicBezTo>
                    <a:pt x="428719" y="135792"/>
                    <a:pt x="427009" y="136872"/>
                    <a:pt x="425181" y="137718"/>
                  </a:cubicBezTo>
                  <a:cubicBezTo>
                    <a:pt x="420652" y="139316"/>
                    <a:pt x="416238" y="141225"/>
                    <a:pt x="411972" y="143429"/>
                  </a:cubicBezTo>
                  <a:cubicBezTo>
                    <a:pt x="409426" y="144715"/>
                    <a:pt x="407859" y="147362"/>
                    <a:pt x="407956" y="150212"/>
                  </a:cubicBezTo>
                  <a:cubicBezTo>
                    <a:pt x="408049" y="153328"/>
                    <a:pt x="410553" y="155831"/>
                    <a:pt x="413668" y="155924"/>
                  </a:cubicBezTo>
                  <a:cubicBezTo>
                    <a:pt x="417176" y="155436"/>
                    <a:pt x="420582" y="154381"/>
                    <a:pt x="423753" y="152801"/>
                  </a:cubicBezTo>
                  <a:cubicBezTo>
                    <a:pt x="427144" y="150748"/>
                    <a:pt x="428840" y="148160"/>
                    <a:pt x="433214" y="145482"/>
                  </a:cubicBezTo>
                  <a:cubicBezTo>
                    <a:pt x="436161" y="143562"/>
                    <a:pt x="438807" y="141215"/>
                    <a:pt x="441068" y="138521"/>
                  </a:cubicBezTo>
                  <a:cubicBezTo>
                    <a:pt x="442763" y="135576"/>
                    <a:pt x="444994" y="131382"/>
                    <a:pt x="443656" y="131382"/>
                  </a:cubicBezTo>
                  <a:close/>
                  <a:moveTo>
                    <a:pt x="757186" y="117012"/>
                  </a:moveTo>
                  <a:cubicBezTo>
                    <a:pt x="753664" y="117335"/>
                    <a:pt x="750172" y="117932"/>
                    <a:pt x="746743" y="118797"/>
                  </a:cubicBezTo>
                  <a:cubicBezTo>
                    <a:pt x="745289" y="120293"/>
                    <a:pt x="744405" y="122250"/>
                    <a:pt x="744244" y="124330"/>
                  </a:cubicBezTo>
                  <a:cubicBezTo>
                    <a:pt x="743988" y="126097"/>
                    <a:pt x="744268" y="127900"/>
                    <a:pt x="745048" y="129507"/>
                  </a:cubicBezTo>
                  <a:cubicBezTo>
                    <a:pt x="747993" y="130488"/>
                    <a:pt x="752188" y="131470"/>
                    <a:pt x="753973" y="130488"/>
                  </a:cubicBezTo>
                  <a:lnTo>
                    <a:pt x="754062" y="130488"/>
                  </a:lnTo>
                  <a:cubicBezTo>
                    <a:pt x="757511" y="128113"/>
                    <a:pt x="759707" y="124311"/>
                    <a:pt x="760042" y="120135"/>
                  </a:cubicBezTo>
                  <a:cubicBezTo>
                    <a:pt x="760062" y="119979"/>
                    <a:pt x="760069" y="119821"/>
                    <a:pt x="760062" y="119664"/>
                  </a:cubicBezTo>
                  <a:cubicBezTo>
                    <a:pt x="760000" y="118137"/>
                    <a:pt x="758712" y="116950"/>
                    <a:pt x="757186" y="117012"/>
                  </a:cubicBezTo>
                  <a:close/>
                  <a:moveTo>
                    <a:pt x="788423" y="107730"/>
                  </a:moveTo>
                  <a:cubicBezTo>
                    <a:pt x="785924" y="108444"/>
                    <a:pt x="784139" y="110407"/>
                    <a:pt x="780302" y="110407"/>
                  </a:cubicBezTo>
                  <a:cubicBezTo>
                    <a:pt x="778427" y="112549"/>
                    <a:pt x="779231" y="116654"/>
                    <a:pt x="779319" y="118529"/>
                  </a:cubicBezTo>
                  <a:cubicBezTo>
                    <a:pt x="779409" y="120403"/>
                    <a:pt x="783157" y="123080"/>
                    <a:pt x="784317" y="123080"/>
                  </a:cubicBezTo>
                  <a:cubicBezTo>
                    <a:pt x="788190" y="122402"/>
                    <a:pt x="791506" y="119915"/>
                    <a:pt x="793242" y="116387"/>
                  </a:cubicBezTo>
                  <a:lnTo>
                    <a:pt x="793600" y="116387"/>
                  </a:lnTo>
                  <a:cubicBezTo>
                    <a:pt x="793827" y="114132"/>
                    <a:pt x="793827" y="111859"/>
                    <a:pt x="793600" y="109604"/>
                  </a:cubicBezTo>
                  <a:cubicBezTo>
                    <a:pt x="793242" y="107284"/>
                    <a:pt x="790922" y="107016"/>
                    <a:pt x="788423" y="107730"/>
                  </a:cubicBezTo>
                  <a:close/>
                  <a:moveTo>
                    <a:pt x="462041" y="97466"/>
                  </a:moveTo>
                  <a:cubicBezTo>
                    <a:pt x="464711" y="98128"/>
                    <a:pt x="467289" y="99117"/>
                    <a:pt x="469716" y="100412"/>
                  </a:cubicBezTo>
                  <a:cubicBezTo>
                    <a:pt x="471501" y="100412"/>
                    <a:pt x="476856" y="99252"/>
                    <a:pt x="478641" y="100412"/>
                  </a:cubicBezTo>
                  <a:cubicBezTo>
                    <a:pt x="483100" y="102721"/>
                    <a:pt x="487316" y="105471"/>
                    <a:pt x="491225" y="108623"/>
                  </a:cubicBezTo>
                  <a:cubicBezTo>
                    <a:pt x="492681" y="111998"/>
                    <a:pt x="493845" y="115491"/>
                    <a:pt x="494706" y="119065"/>
                  </a:cubicBezTo>
                  <a:cubicBezTo>
                    <a:pt x="495617" y="121695"/>
                    <a:pt x="495617" y="124556"/>
                    <a:pt x="494706" y="127187"/>
                  </a:cubicBezTo>
                  <a:cubicBezTo>
                    <a:pt x="490970" y="130589"/>
                    <a:pt x="487424" y="134193"/>
                    <a:pt x="484085" y="137985"/>
                  </a:cubicBezTo>
                  <a:lnTo>
                    <a:pt x="483728" y="137985"/>
                  </a:lnTo>
                  <a:cubicBezTo>
                    <a:pt x="482224" y="141066"/>
                    <a:pt x="480525" y="144047"/>
                    <a:pt x="478641" y="146910"/>
                  </a:cubicBezTo>
                  <a:cubicBezTo>
                    <a:pt x="472535" y="156287"/>
                    <a:pt x="466962" y="166001"/>
                    <a:pt x="461951" y="176006"/>
                  </a:cubicBezTo>
                  <a:cubicBezTo>
                    <a:pt x="459705" y="179275"/>
                    <a:pt x="457261" y="182405"/>
                    <a:pt x="454633" y="185377"/>
                  </a:cubicBezTo>
                  <a:cubicBezTo>
                    <a:pt x="453087" y="186598"/>
                    <a:pt x="450997" y="186872"/>
                    <a:pt x="449189" y="186091"/>
                  </a:cubicBezTo>
                  <a:cubicBezTo>
                    <a:pt x="447851" y="185555"/>
                    <a:pt x="444013" y="188233"/>
                    <a:pt x="444013" y="191892"/>
                  </a:cubicBezTo>
                  <a:cubicBezTo>
                    <a:pt x="443853" y="195510"/>
                    <a:pt x="444431" y="199123"/>
                    <a:pt x="445709" y="202513"/>
                  </a:cubicBezTo>
                  <a:cubicBezTo>
                    <a:pt x="446781" y="218232"/>
                    <a:pt x="446781" y="234006"/>
                    <a:pt x="445709" y="249725"/>
                  </a:cubicBezTo>
                  <a:cubicBezTo>
                    <a:pt x="444935" y="255317"/>
                    <a:pt x="441648" y="260247"/>
                    <a:pt x="436784" y="263113"/>
                  </a:cubicBezTo>
                  <a:cubicBezTo>
                    <a:pt x="434195" y="264362"/>
                    <a:pt x="430536" y="271145"/>
                    <a:pt x="427234" y="272662"/>
                  </a:cubicBezTo>
                  <a:cubicBezTo>
                    <a:pt x="423932" y="274180"/>
                    <a:pt x="420094" y="277214"/>
                    <a:pt x="418309" y="277214"/>
                  </a:cubicBezTo>
                  <a:cubicBezTo>
                    <a:pt x="416587" y="277035"/>
                    <a:pt x="415074" y="275993"/>
                    <a:pt x="414293" y="274447"/>
                  </a:cubicBezTo>
                  <a:cubicBezTo>
                    <a:pt x="413489" y="273376"/>
                    <a:pt x="410009" y="272841"/>
                    <a:pt x="408045" y="271681"/>
                  </a:cubicBezTo>
                  <a:cubicBezTo>
                    <a:pt x="406082" y="270520"/>
                    <a:pt x="405189" y="268914"/>
                    <a:pt x="403136" y="267843"/>
                  </a:cubicBezTo>
                  <a:cubicBezTo>
                    <a:pt x="400161" y="267059"/>
                    <a:pt x="397370" y="265694"/>
                    <a:pt x="394926" y="263827"/>
                  </a:cubicBezTo>
                  <a:cubicBezTo>
                    <a:pt x="392873" y="261863"/>
                    <a:pt x="392517" y="259007"/>
                    <a:pt x="390464" y="255437"/>
                  </a:cubicBezTo>
                  <a:cubicBezTo>
                    <a:pt x="387608" y="250350"/>
                    <a:pt x="378058" y="245441"/>
                    <a:pt x="377880" y="242585"/>
                  </a:cubicBezTo>
                  <a:cubicBezTo>
                    <a:pt x="377701" y="239729"/>
                    <a:pt x="385019" y="239283"/>
                    <a:pt x="385912" y="239283"/>
                  </a:cubicBezTo>
                  <a:cubicBezTo>
                    <a:pt x="391981" y="239104"/>
                    <a:pt x="396086" y="243388"/>
                    <a:pt x="397781" y="243388"/>
                  </a:cubicBezTo>
                  <a:cubicBezTo>
                    <a:pt x="403850" y="243388"/>
                    <a:pt x="406795" y="241157"/>
                    <a:pt x="407331" y="232232"/>
                  </a:cubicBezTo>
                  <a:cubicBezTo>
                    <a:pt x="407331" y="230447"/>
                    <a:pt x="407331" y="226252"/>
                    <a:pt x="407331" y="224467"/>
                  </a:cubicBezTo>
                  <a:cubicBezTo>
                    <a:pt x="406969" y="220937"/>
                    <a:pt x="406969" y="217378"/>
                    <a:pt x="407331" y="213847"/>
                  </a:cubicBezTo>
                  <a:cubicBezTo>
                    <a:pt x="407502" y="209078"/>
                    <a:pt x="408069" y="204331"/>
                    <a:pt x="409027" y="199657"/>
                  </a:cubicBezTo>
                  <a:cubicBezTo>
                    <a:pt x="409027" y="198229"/>
                    <a:pt x="407688" y="194837"/>
                    <a:pt x="406439" y="194837"/>
                  </a:cubicBezTo>
                  <a:cubicBezTo>
                    <a:pt x="403493" y="195551"/>
                    <a:pt x="400548" y="192695"/>
                    <a:pt x="398763" y="192695"/>
                  </a:cubicBezTo>
                  <a:cubicBezTo>
                    <a:pt x="396978" y="192695"/>
                    <a:pt x="394480" y="193766"/>
                    <a:pt x="392695" y="193766"/>
                  </a:cubicBezTo>
                  <a:cubicBezTo>
                    <a:pt x="389429" y="193835"/>
                    <a:pt x="386166" y="193536"/>
                    <a:pt x="382967" y="192874"/>
                  </a:cubicBezTo>
                  <a:cubicBezTo>
                    <a:pt x="381611" y="192074"/>
                    <a:pt x="380427" y="191012"/>
                    <a:pt x="379486" y="189750"/>
                  </a:cubicBezTo>
                  <a:cubicBezTo>
                    <a:pt x="378551" y="187456"/>
                    <a:pt x="377891" y="185059"/>
                    <a:pt x="377522" y="182610"/>
                  </a:cubicBezTo>
                  <a:cubicBezTo>
                    <a:pt x="377076" y="181985"/>
                    <a:pt x="376541" y="178772"/>
                    <a:pt x="375827" y="178772"/>
                  </a:cubicBezTo>
                  <a:cubicBezTo>
                    <a:pt x="375648" y="176720"/>
                    <a:pt x="374934" y="173328"/>
                    <a:pt x="374934" y="171275"/>
                  </a:cubicBezTo>
                  <a:cubicBezTo>
                    <a:pt x="374934" y="169223"/>
                    <a:pt x="373149" y="165474"/>
                    <a:pt x="372524" y="160298"/>
                  </a:cubicBezTo>
                  <a:cubicBezTo>
                    <a:pt x="371900" y="155121"/>
                    <a:pt x="370204" y="151819"/>
                    <a:pt x="370204" y="146196"/>
                  </a:cubicBezTo>
                  <a:cubicBezTo>
                    <a:pt x="369490" y="137718"/>
                    <a:pt x="369490" y="133613"/>
                    <a:pt x="369490" y="131917"/>
                  </a:cubicBezTo>
                  <a:cubicBezTo>
                    <a:pt x="370025" y="121832"/>
                    <a:pt x="376005" y="119601"/>
                    <a:pt x="378415" y="115763"/>
                  </a:cubicBezTo>
                  <a:cubicBezTo>
                    <a:pt x="381003" y="114335"/>
                    <a:pt x="383502" y="111747"/>
                    <a:pt x="386626" y="112104"/>
                  </a:cubicBezTo>
                  <a:cubicBezTo>
                    <a:pt x="389750" y="112461"/>
                    <a:pt x="390642" y="113621"/>
                    <a:pt x="393944" y="115941"/>
                  </a:cubicBezTo>
                  <a:cubicBezTo>
                    <a:pt x="395190" y="117422"/>
                    <a:pt x="396352" y="118971"/>
                    <a:pt x="397424" y="120582"/>
                  </a:cubicBezTo>
                  <a:cubicBezTo>
                    <a:pt x="402743" y="120193"/>
                    <a:pt x="407916" y="118672"/>
                    <a:pt x="412597" y="116120"/>
                  </a:cubicBezTo>
                  <a:cubicBezTo>
                    <a:pt x="414917" y="114870"/>
                    <a:pt x="419915" y="114870"/>
                    <a:pt x="423842" y="113085"/>
                  </a:cubicBezTo>
                  <a:cubicBezTo>
                    <a:pt x="426420" y="111705"/>
                    <a:pt x="429187" y="110712"/>
                    <a:pt x="432053" y="110140"/>
                  </a:cubicBezTo>
                  <a:cubicBezTo>
                    <a:pt x="433838" y="110140"/>
                    <a:pt x="434374" y="109426"/>
                    <a:pt x="438479" y="108266"/>
                  </a:cubicBezTo>
                  <a:cubicBezTo>
                    <a:pt x="441676" y="107782"/>
                    <a:pt x="444724" y="106593"/>
                    <a:pt x="447404" y="104785"/>
                  </a:cubicBezTo>
                  <a:cubicBezTo>
                    <a:pt x="449279" y="103446"/>
                    <a:pt x="450974" y="102375"/>
                    <a:pt x="452492" y="101483"/>
                  </a:cubicBezTo>
                  <a:cubicBezTo>
                    <a:pt x="453922" y="100605"/>
                    <a:pt x="455413" y="99830"/>
                    <a:pt x="456953" y="99162"/>
                  </a:cubicBezTo>
                  <a:cubicBezTo>
                    <a:pt x="458322" y="97883"/>
                    <a:pt x="460179" y="97264"/>
                    <a:pt x="462041" y="97466"/>
                  </a:cubicBezTo>
                  <a:close/>
                  <a:moveTo>
                    <a:pt x="754508" y="82830"/>
                  </a:moveTo>
                  <a:cubicBezTo>
                    <a:pt x="752366" y="84972"/>
                    <a:pt x="745583" y="82830"/>
                    <a:pt x="745583" y="88988"/>
                  </a:cubicBezTo>
                  <a:cubicBezTo>
                    <a:pt x="745672" y="92023"/>
                    <a:pt x="744423" y="96039"/>
                    <a:pt x="746565" y="97913"/>
                  </a:cubicBezTo>
                  <a:cubicBezTo>
                    <a:pt x="746565" y="97913"/>
                    <a:pt x="748261" y="101929"/>
                    <a:pt x="750402" y="100234"/>
                  </a:cubicBezTo>
                  <a:cubicBezTo>
                    <a:pt x="754687" y="97021"/>
                    <a:pt x="760042" y="95682"/>
                    <a:pt x="760577" y="90595"/>
                  </a:cubicBezTo>
                  <a:lnTo>
                    <a:pt x="761023" y="90327"/>
                  </a:lnTo>
                  <a:cubicBezTo>
                    <a:pt x="761827" y="83454"/>
                    <a:pt x="760131" y="81491"/>
                    <a:pt x="754508" y="82830"/>
                  </a:cubicBezTo>
                  <a:close/>
                  <a:moveTo>
                    <a:pt x="802702" y="69710"/>
                  </a:moveTo>
                  <a:cubicBezTo>
                    <a:pt x="795117" y="72120"/>
                    <a:pt x="782890" y="71763"/>
                    <a:pt x="782265" y="77742"/>
                  </a:cubicBezTo>
                  <a:cubicBezTo>
                    <a:pt x="781997" y="80866"/>
                    <a:pt x="781997" y="86221"/>
                    <a:pt x="785210" y="87381"/>
                  </a:cubicBezTo>
                  <a:cubicBezTo>
                    <a:pt x="788796" y="88283"/>
                    <a:pt x="792522" y="88495"/>
                    <a:pt x="796188" y="88006"/>
                  </a:cubicBezTo>
                  <a:cubicBezTo>
                    <a:pt x="799655" y="85373"/>
                    <a:pt x="802214" y="81722"/>
                    <a:pt x="803505" y="77564"/>
                  </a:cubicBezTo>
                  <a:cubicBezTo>
                    <a:pt x="803505" y="75690"/>
                    <a:pt x="803595" y="70513"/>
                    <a:pt x="802702" y="69710"/>
                  </a:cubicBezTo>
                  <a:close/>
                  <a:moveTo>
                    <a:pt x="1094368" y="67658"/>
                  </a:moveTo>
                  <a:cubicBezTo>
                    <a:pt x="1096701" y="68098"/>
                    <a:pt x="1098813" y="69326"/>
                    <a:pt x="1100348" y="71139"/>
                  </a:cubicBezTo>
                  <a:cubicBezTo>
                    <a:pt x="1103472" y="74441"/>
                    <a:pt x="1106863" y="76047"/>
                    <a:pt x="1109273" y="79438"/>
                  </a:cubicBezTo>
                  <a:cubicBezTo>
                    <a:pt x="1110654" y="81991"/>
                    <a:pt x="1111561" y="84773"/>
                    <a:pt x="1111950" y="87649"/>
                  </a:cubicBezTo>
                  <a:cubicBezTo>
                    <a:pt x="1112486" y="89613"/>
                    <a:pt x="1115430" y="92022"/>
                    <a:pt x="1115430" y="93093"/>
                  </a:cubicBezTo>
                  <a:cubicBezTo>
                    <a:pt x="1114806" y="100769"/>
                    <a:pt x="1109184" y="100590"/>
                    <a:pt x="1101597" y="105945"/>
                  </a:cubicBezTo>
                  <a:cubicBezTo>
                    <a:pt x="1097439" y="108210"/>
                    <a:pt x="1093745" y="111237"/>
                    <a:pt x="1090709" y="114870"/>
                  </a:cubicBezTo>
                  <a:cubicBezTo>
                    <a:pt x="1088320" y="117292"/>
                    <a:pt x="1085466" y="119205"/>
                    <a:pt x="1082319" y="120493"/>
                  </a:cubicBezTo>
                  <a:cubicBezTo>
                    <a:pt x="1073840" y="124152"/>
                    <a:pt x="1066254" y="123795"/>
                    <a:pt x="1065630" y="132185"/>
                  </a:cubicBezTo>
                  <a:cubicBezTo>
                    <a:pt x="1065005" y="140574"/>
                    <a:pt x="1069646" y="137183"/>
                    <a:pt x="1069646" y="146108"/>
                  </a:cubicBezTo>
                  <a:cubicBezTo>
                    <a:pt x="1069247" y="148439"/>
                    <a:pt x="1068299" y="150641"/>
                    <a:pt x="1066879" y="152533"/>
                  </a:cubicBezTo>
                  <a:cubicBezTo>
                    <a:pt x="1065557" y="154226"/>
                    <a:pt x="1064779" y="156280"/>
                    <a:pt x="1064648" y="158423"/>
                  </a:cubicBezTo>
                  <a:cubicBezTo>
                    <a:pt x="1064626" y="160617"/>
                    <a:pt x="1064041" y="162767"/>
                    <a:pt x="1062952" y="164671"/>
                  </a:cubicBezTo>
                  <a:cubicBezTo>
                    <a:pt x="1061975" y="166727"/>
                    <a:pt x="1061574" y="169010"/>
                    <a:pt x="1061792" y="171275"/>
                  </a:cubicBezTo>
                  <a:cubicBezTo>
                    <a:pt x="1061613" y="179486"/>
                    <a:pt x="1060275" y="186359"/>
                    <a:pt x="1062684" y="188411"/>
                  </a:cubicBezTo>
                  <a:cubicBezTo>
                    <a:pt x="1072955" y="187582"/>
                    <a:pt x="1083266" y="187344"/>
                    <a:pt x="1093565" y="187697"/>
                  </a:cubicBezTo>
                  <a:cubicBezTo>
                    <a:pt x="1097313" y="187697"/>
                    <a:pt x="1098831" y="185198"/>
                    <a:pt x="1101598" y="184574"/>
                  </a:cubicBezTo>
                  <a:cubicBezTo>
                    <a:pt x="1104116" y="184016"/>
                    <a:pt x="1106692" y="183746"/>
                    <a:pt x="1109273" y="183770"/>
                  </a:cubicBezTo>
                  <a:cubicBezTo>
                    <a:pt x="1112131" y="184257"/>
                    <a:pt x="1114940" y="185004"/>
                    <a:pt x="1117662" y="186002"/>
                  </a:cubicBezTo>
                  <a:cubicBezTo>
                    <a:pt x="1120517" y="187296"/>
                    <a:pt x="1123262" y="188819"/>
                    <a:pt x="1125872" y="190553"/>
                  </a:cubicBezTo>
                  <a:cubicBezTo>
                    <a:pt x="1128907" y="192695"/>
                    <a:pt x="1134351" y="193856"/>
                    <a:pt x="1136582" y="199478"/>
                  </a:cubicBezTo>
                  <a:cubicBezTo>
                    <a:pt x="1137264" y="201857"/>
                    <a:pt x="1137595" y="204322"/>
                    <a:pt x="1137564" y="206797"/>
                  </a:cubicBezTo>
                  <a:lnTo>
                    <a:pt x="1136046" y="206975"/>
                  </a:lnTo>
                  <a:cubicBezTo>
                    <a:pt x="1136051" y="207971"/>
                    <a:pt x="1136434" y="208928"/>
                    <a:pt x="1137117" y="209653"/>
                  </a:cubicBezTo>
                  <a:cubicBezTo>
                    <a:pt x="1137779" y="210848"/>
                    <a:pt x="1138030" y="212228"/>
                    <a:pt x="1137832" y="213580"/>
                  </a:cubicBezTo>
                  <a:cubicBezTo>
                    <a:pt x="1137415" y="215863"/>
                    <a:pt x="1136502" y="218026"/>
                    <a:pt x="1135154" y="219917"/>
                  </a:cubicBezTo>
                  <a:cubicBezTo>
                    <a:pt x="1133726" y="222148"/>
                    <a:pt x="1131941" y="225360"/>
                    <a:pt x="1129799" y="225360"/>
                  </a:cubicBezTo>
                  <a:cubicBezTo>
                    <a:pt x="1124087" y="225538"/>
                    <a:pt x="1121231" y="226074"/>
                    <a:pt x="1119357" y="225985"/>
                  </a:cubicBezTo>
                  <a:cubicBezTo>
                    <a:pt x="1117483" y="225895"/>
                    <a:pt x="1111950" y="224021"/>
                    <a:pt x="1108023" y="224021"/>
                  </a:cubicBezTo>
                  <a:cubicBezTo>
                    <a:pt x="1104096" y="224021"/>
                    <a:pt x="1101330" y="225092"/>
                    <a:pt x="1096421" y="225003"/>
                  </a:cubicBezTo>
                  <a:cubicBezTo>
                    <a:pt x="1091512" y="224914"/>
                    <a:pt x="1082677" y="224021"/>
                    <a:pt x="1077232" y="223397"/>
                  </a:cubicBezTo>
                  <a:cubicBezTo>
                    <a:pt x="1073752" y="222951"/>
                    <a:pt x="1062863" y="223843"/>
                    <a:pt x="1059382" y="223397"/>
                  </a:cubicBezTo>
                  <a:cubicBezTo>
                    <a:pt x="1053395" y="222836"/>
                    <a:pt x="1047355" y="223319"/>
                    <a:pt x="1041532" y="224824"/>
                  </a:cubicBezTo>
                  <a:lnTo>
                    <a:pt x="1024486" y="227234"/>
                  </a:lnTo>
                  <a:cubicBezTo>
                    <a:pt x="1018418" y="228127"/>
                    <a:pt x="1010564" y="226788"/>
                    <a:pt x="1005119" y="226788"/>
                  </a:cubicBezTo>
                  <a:cubicBezTo>
                    <a:pt x="993442" y="227877"/>
                    <a:pt x="981920" y="230241"/>
                    <a:pt x="970758" y="233839"/>
                  </a:cubicBezTo>
                  <a:cubicBezTo>
                    <a:pt x="956567" y="238747"/>
                    <a:pt x="931757" y="250261"/>
                    <a:pt x="928633" y="249904"/>
                  </a:cubicBezTo>
                  <a:cubicBezTo>
                    <a:pt x="925509" y="249547"/>
                    <a:pt x="918905" y="240711"/>
                    <a:pt x="912568" y="234731"/>
                  </a:cubicBezTo>
                  <a:cubicBezTo>
                    <a:pt x="912032" y="231781"/>
                    <a:pt x="912032" y="228757"/>
                    <a:pt x="912568" y="225806"/>
                  </a:cubicBezTo>
                  <a:cubicBezTo>
                    <a:pt x="913155" y="222152"/>
                    <a:pt x="912819" y="218408"/>
                    <a:pt x="911586" y="214919"/>
                  </a:cubicBezTo>
                  <a:cubicBezTo>
                    <a:pt x="913996" y="210724"/>
                    <a:pt x="928008" y="205547"/>
                    <a:pt x="929436" y="205190"/>
                  </a:cubicBezTo>
                  <a:cubicBezTo>
                    <a:pt x="930864" y="204833"/>
                    <a:pt x="936398" y="206975"/>
                    <a:pt x="939789" y="206172"/>
                  </a:cubicBezTo>
                  <a:cubicBezTo>
                    <a:pt x="941574" y="205726"/>
                    <a:pt x="954247" y="200549"/>
                    <a:pt x="961208" y="198050"/>
                  </a:cubicBezTo>
                  <a:cubicBezTo>
                    <a:pt x="963975" y="197158"/>
                    <a:pt x="967991" y="196979"/>
                    <a:pt x="970133" y="196355"/>
                  </a:cubicBezTo>
                  <a:cubicBezTo>
                    <a:pt x="976737" y="194302"/>
                    <a:pt x="986466" y="189393"/>
                    <a:pt x="993606" y="186537"/>
                  </a:cubicBezTo>
                  <a:cubicBezTo>
                    <a:pt x="1008868" y="180468"/>
                    <a:pt x="1009671" y="162083"/>
                    <a:pt x="1011991" y="155121"/>
                  </a:cubicBezTo>
                  <a:cubicBezTo>
                    <a:pt x="1013215" y="151744"/>
                    <a:pt x="1013849" y="148182"/>
                    <a:pt x="1013866" y="144591"/>
                  </a:cubicBezTo>
                  <a:cubicBezTo>
                    <a:pt x="1013955" y="141110"/>
                    <a:pt x="1013687" y="136915"/>
                    <a:pt x="1011991" y="136290"/>
                  </a:cubicBezTo>
                  <a:cubicBezTo>
                    <a:pt x="1008985" y="136545"/>
                    <a:pt x="1006001" y="137023"/>
                    <a:pt x="1003066" y="137718"/>
                  </a:cubicBezTo>
                  <a:cubicBezTo>
                    <a:pt x="999308" y="139010"/>
                    <a:pt x="995274" y="139287"/>
                    <a:pt x="991375" y="138522"/>
                  </a:cubicBezTo>
                  <a:cubicBezTo>
                    <a:pt x="987805" y="136826"/>
                    <a:pt x="988340" y="132631"/>
                    <a:pt x="987805" y="127901"/>
                  </a:cubicBezTo>
                  <a:cubicBezTo>
                    <a:pt x="986663" y="123101"/>
                    <a:pt x="984259" y="118696"/>
                    <a:pt x="980843" y="115138"/>
                  </a:cubicBezTo>
                  <a:cubicBezTo>
                    <a:pt x="979504" y="111888"/>
                    <a:pt x="978895" y="108385"/>
                    <a:pt x="979058" y="104874"/>
                  </a:cubicBezTo>
                  <a:cubicBezTo>
                    <a:pt x="979147" y="103000"/>
                    <a:pt x="978166" y="96842"/>
                    <a:pt x="978166" y="94968"/>
                  </a:cubicBezTo>
                  <a:cubicBezTo>
                    <a:pt x="978166" y="90059"/>
                    <a:pt x="982807" y="89702"/>
                    <a:pt x="987091" y="87560"/>
                  </a:cubicBezTo>
                  <a:cubicBezTo>
                    <a:pt x="992398" y="88487"/>
                    <a:pt x="997644" y="89739"/>
                    <a:pt x="1002799" y="91308"/>
                  </a:cubicBezTo>
                  <a:cubicBezTo>
                    <a:pt x="1015402" y="89943"/>
                    <a:pt x="1027918" y="87857"/>
                    <a:pt x="1040283" y="85061"/>
                  </a:cubicBezTo>
                  <a:cubicBezTo>
                    <a:pt x="1043050" y="84436"/>
                    <a:pt x="1046084" y="83454"/>
                    <a:pt x="1046798" y="83276"/>
                  </a:cubicBezTo>
                  <a:cubicBezTo>
                    <a:pt x="1047512" y="83097"/>
                    <a:pt x="1050100" y="81937"/>
                    <a:pt x="1051439" y="81491"/>
                  </a:cubicBezTo>
                  <a:cubicBezTo>
                    <a:pt x="1061232" y="78619"/>
                    <a:pt x="1070665" y="74636"/>
                    <a:pt x="1079553" y="69622"/>
                  </a:cubicBezTo>
                  <a:cubicBezTo>
                    <a:pt x="1082103" y="68745"/>
                    <a:pt x="1084808" y="68410"/>
                    <a:pt x="1087496" y="68640"/>
                  </a:cubicBezTo>
                  <a:cubicBezTo>
                    <a:pt x="1089804" y="68442"/>
                    <a:pt x="1092097" y="68114"/>
                    <a:pt x="1094368" y="67658"/>
                  </a:cubicBezTo>
                  <a:close/>
                  <a:moveTo>
                    <a:pt x="699531" y="57304"/>
                  </a:moveTo>
                  <a:cubicBezTo>
                    <a:pt x="703905" y="54716"/>
                    <a:pt x="706136" y="64355"/>
                    <a:pt x="707564" y="67836"/>
                  </a:cubicBezTo>
                  <a:cubicBezTo>
                    <a:pt x="708367" y="69531"/>
                    <a:pt x="705958" y="76136"/>
                    <a:pt x="705689" y="78456"/>
                  </a:cubicBezTo>
                  <a:cubicBezTo>
                    <a:pt x="705422" y="80777"/>
                    <a:pt x="702030" y="83633"/>
                    <a:pt x="702030" y="90594"/>
                  </a:cubicBezTo>
                  <a:cubicBezTo>
                    <a:pt x="702120" y="93718"/>
                    <a:pt x="699264" y="96039"/>
                    <a:pt x="695426" y="99519"/>
                  </a:cubicBezTo>
                  <a:cubicBezTo>
                    <a:pt x="691500" y="103315"/>
                    <a:pt x="687834" y="107371"/>
                    <a:pt x="684449" y="111656"/>
                  </a:cubicBezTo>
                  <a:cubicBezTo>
                    <a:pt x="682660" y="115916"/>
                    <a:pt x="682254" y="120631"/>
                    <a:pt x="683288" y="125133"/>
                  </a:cubicBezTo>
                  <a:cubicBezTo>
                    <a:pt x="683288" y="126650"/>
                    <a:pt x="681414" y="131470"/>
                    <a:pt x="684091" y="134058"/>
                  </a:cubicBezTo>
                  <a:cubicBezTo>
                    <a:pt x="686769" y="136647"/>
                    <a:pt x="689714" y="133880"/>
                    <a:pt x="691231" y="134058"/>
                  </a:cubicBezTo>
                  <a:cubicBezTo>
                    <a:pt x="692749" y="134237"/>
                    <a:pt x="691767" y="137271"/>
                    <a:pt x="693552" y="140573"/>
                  </a:cubicBezTo>
                  <a:cubicBezTo>
                    <a:pt x="696854" y="146910"/>
                    <a:pt x="697925" y="147892"/>
                    <a:pt x="697925" y="151016"/>
                  </a:cubicBezTo>
                  <a:cubicBezTo>
                    <a:pt x="697835" y="152801"/>
                    <a:pt x="697835" y="154318"/>
                    <a:pt x="696408" y="155210"/>
                  </a:cubicBezTo>
                  <a:cubicBezTo>
                    <a:pt x="688142" y="160192"/>
                    <a:pt x="681098" y="166962"/>
                    <a:pt x="675791" y="175023"/>
                  </a:cubicBezTo>
                  <a:cubicBezTo>
                    <a:pt x="675205" y="177764"/>
                    <a:pt x="675551" y="180623"/>
                    <a:pt x="676773" y="183145"/>
                  </a:cubicBezTo>
                  <a:cubicBezTo>
                    <a:pt x="678468" y="183145"/>
                    <a:pt x="682752" y="183145"/>
                    <a:pt x="684627" y="183145"/>
                  </a:cubicBezTo>
                  <a:lnTo>
                    <a:pt x="684359" y="183680"/>
                  </a:lnTo>
                  <a:cubicBezTo>
                    <a:pt x="687161" y="184454"/>
                    <a:pt x="689654" y="186075"/>
                    <a:pt x="691499" y="188321"/>
                  </a:cubicBezTo>
                  <a:cubicBezTo>
                    <a:pt x="692783" y="190686"/>
                    <a:pt x="693515" y="193310"/>
                    <a:pt x="693641" y="195997"/>
                  </a:cubicBezTo>
                  <a:cubicBezTo>
                    <a:pt x="692302" y="207332"/>
                    <a:pt x="682485" y="214382"/>
                    <a:pt x="673560" y="220094"/>
                  </a:cubicBezTo>
                  <a:cubicBezTo>
                    <a:pt x="664636" y="225806"/>
                    <a:pt x="648481" y="232054"/>
                    <a:pt x="640806" y="236426"/>
                  </a:cubicBezTo>
                  <a:cubicBezTo>
                    <a:pt x="634469" y="240085"/>
                    <a:pt x="628490" y="249189"/>
                    <a:pt x="624830" y="250706"/>
                  </a:cubicBezTo>
                  <a:cubicBezTo>
                    <a:pt x="624830" y="250706"/>
                    <a:pt x="620457" y="252134"/>
                    <a:pt x="618494" y="250706"/>
                  </a:cubicBezTo>
                  <a:cubicBezTo>
                    <a:pt x="615585" y="249656"/>
                    <a:pt x="612601" y="248820"/>
                    <a:pt x="609569" y="248207"/>
                  </a:cubicBezTo>
                  <a:cubicBezTo>
                    <a:pt x="606535" y="247225"/>
                    <a:pt x="607963" y="242941"/>
                    <a:pt x="605732" y="240353"/>
                  </a:cubicBezTo>
                  <a:cubicBezTo>
                    <a:pt x="603399" y="238081"/>
                    <a:pt x="601521" y="235385"/>
                    <a:pt x="600198" y="232411"/>
                  </a:cubicBezTo>
                  <a:cubicBezTo>
                    <a:pt x="598334" y="227827"/>
                    <a:pt x="597481" y="222895"/>
                    <a:pt x="597699" y="217952"/>
                  </a:cubicBezTo>
                  <a:cubicBezTo>
                    <a:pt x="600361" y="211650"/>
                    <a:pt x="605490" y="206714"/>
                    <a:pt x="611889" y="204297"/>
                  </a:cubicBezTo>
                  <a:cubicBezTo>
                    <a:pt x="614707" y="202459"/>
                    <a:pt x="617419" y="200462"/>
                    <a:pt x="620011" y="198317"/>
                  </a:cubicBezTo>
                  <a:cubicBezTo>
                    <a:pt x="622492" y="196941"/>
                    <a:pt x="624512" y="194860"/>
                    <a:pt x="625812" y="192337"/>
                  </a:cubicBezTo>
                  <a:cubicBezTo>
                    <a:pt x="626587" y="190485"/>
                    <a:pt x="627099" y="188532"/>
                    <a:pt x="627329" y="186536"/>
                  </a:cubicBezTo>
                  <a:cubicBezTo>
                    <a:pt x="627508" y="183502"/>
                    <a:pt x="629025" y="181271"/>
                    <a:pt x="629024" y="179039"/>
                  </a:cubicBezTo>
                  <a:cubicBezTo>
                    <a:pt x="628779" y="176816"/>
                    <a:pt x="627843" y="174725"/>
                    <a:pt x="626347" y="173060"/>
                  </a:cubicBezTo>
                  <a:cubicBezTo>
                    <a:pt x="624905" y="171595"/>
                    <a:pt x="623807" y="169826"/>
                    <a:pt x="623134" y="167884"/>
                  </a:cubicBezTo>
                  <a:cubicBezTo>
                    <a:pt x="623134" y="167795"/>
                    <a:pt x="616709" y="160387"/>
                    <a:pt x="616708" y="156728"/>
                  </a:cubicBezTo>
                  <a:cubicBezTo>
                    <a:pt x="616921" y="151088"/>
                    <a:pt x="621344" y="146513"/>
                    <a:pt x="626972" y="146107"/>
                  </a:cubicBezTo>
                  <a:cubicBezTo>
                    <a:pt x="628757" y="145393"/>
                    <a:pt x="632059" y="146107"/>
                    <a:pt x="633844" y="146107"/>
                  </a:cubicBezTo>
                  <a:cubicBezTo>
                    <a:pt x="638128" y="145750"/>
                    <a:pt x="641163" y="141644"/>
                    <a:pt x="643484" y="138164"/>
                  </a:cubicBezTo>
                  <a:cubicBezTo>
                    <a:pt x="644724" y="133376"/>
                    <a:pt x="645441" y="128469"/>
                    <a:pt x="645625" y="123527"/>
                  </a:cubicBezTo>
                  <a:cubicBezTo>
                    <a:pt x="647053" y="118529"/>
                    <a:pt x="641074" y="117725"/>
                    <a:pt x="638128" y="116565"/>
                  </a:cubicBezTo>
                  <a:cubicBezTo>
                    <a:pt x="635296" y="115136"/>
                    <a:pt x="632298" y="114057"/>
                    <a:pt x="629203" y="113352"/>
                  </a:cubicBezTo>
                  <a:cubicBezTo>
                    <a:pt x="626794" y="113174"/>
                    <a:pt x="624741" y="110318"/>
                    <a:pt x="623581" y="107195"/>
                  </a:cubicBezTo>
                  <a:cubicBezTo>
                    <a:pt x="622421" y="104071"/>
                    <a:pt x="621438" y="105053"/>
                    <a:pt x="618940" y="104071"/>
                  </a:cubicBezTo>
                  <a:cubicBezTo>
                    <a:pt x="616440" y="103089"/>
                    <a:pt x="616440" y="94611"/>
                    <a:pt x="616440" y="93629"/>
                  </a:cubicBezTo>
                  <a:cubicBezTo>
                    <a:pt x="616440" y="92647"/>
                    <a:pt x="619029" y="91576"/>
                    <a:pt x="621260" y="90594"/>
                  </a:cubicBezTo>
                  <a:cubicBezTo>
                    <a:pt x="623492" y="89613"/>
                    <a:pt x="623492" y="88006"/>
                    <a:pt x="624919" y="84972"/>
                  </a:cubicBezTo>
                  <a:cubicBezTo>
                    <a:pt x="626348" y="81937"/>
                    <a:pt x="629650" y="81223"/>
                    <a:pt x="632684" y="80420"/>
                  </a:cubicBezTo>
                  <a:cubicBezTo>
                    <a:pt x="636094" y="80219"/>
                    <a:pt x="639491" y="79831"/>
                    <a:pt x="642859" y="79260"/>
                  </a:cubicBezTo>
                  <a:cubicBezTo>
                    <a:pt x="657138" y="73459"/>
                    <a:pt x="673292" y="57483"/>
                    <a:pt x="686947" y="58197"/>
                  </a:cubicBezTo>
                  <a:cubicBezTo>
                    <a:pt x="693908" y="58643"/>
                    <a:pt x="696764" y="58822"/>
                    <a:pt x="699531" y="57304"/>
                  </a:cubicBezTo>
                  <a:close/>
                  <a:moveTo>
                    <a:pt x="1315527" y="56948"/>
                  </a:moveTo>
                  <a:cubicBezTo>
                    <a:pt x="1318829" y="57483"/>
                    <a:pt x="1327665" y="55966"/>
                    <a:pt x="1328468" y="57483"/>
                  </a:cubicBezTo>
                  <a:cubicBezTo>
                    <a:pt x="1331034" y="61243"/>
                    <a:pt x="1334628" y="64186"/>
                    <a:pt x="1338821" y="65962"/>
                  </a:cubicBezTo>
                  <a:cubicBezTo>
                    <a:pt x="1342302" y="67747"/>
                    <a:pt x="1340785" y="70157"/>
                    <a:pt x="1341231" y="73280"/>
                  </a:cubicBezTo>
                  <a:cubicBezTo>
                    <a:pt x="1341677" y="76403"/>
                    <a:pt x="1343641" y="77653"/>
                    <a:pt x="1342659" y="80330"/>
                  </a:cubicBezTo>
                  <a:cubicBezTo>
                    <a:pt x="1341677" y="83008"/>
                    <a:pt x="1339268" y="87738"/>
                    <a:pt x="1337215" y="93450"/>
                  </a:cubicBezTo>
                  <a:cubicBezTo>
                    <a:pt x="1337215" y="94699"/>
                    <a:pt x="1335608" y="101125"/>
                    <a:pt x="1337215" y="101125"/>
                  </a:cubicBezTo>
                  <a:cubicBezTo>
                    <a:pt x="1339066" y="101238"/>
                    <a:pt x="1340907" y="100769"/>
                    <a:pt x="1342481" y="99787"/>
                  </a:cubicBezTo>
                  <a:cubicBezTo>
                    <a:pt x="1343284" y="99430"/>
                    <a:pt x="1346854" y="97645"/>
                    <a:pt x="1349085" y="96841"/>
                  </a:cubicBezTo>
                  <a:cubicBezTo>
                    <a:pt x="1351765" y="96244"/>
                    <a:pt x="1354370" y="95347"/>
                    <a:pt x="1356849" y="94164"/>
                  </a:cubicBezTo>
                  <a:cubicBezTo>
                    <a:pt x="1359884" y="92022"/>
                    <a:pt x="1363899" y="87738"/>
                    <a:pt x="1365774" y="87738"/>
                  </a:cubicBezTo>
                  <a:cubicBezTo>
                    <a:pt x="1365774" y="87738"/>
                    <a:pt x="1377644" y="84257"/>
                    <a:pt x="1379697" y="87738"/>
                  </a:cubicBezTo>
                  <a:cubicBezTo>
                    <a:pt x="1381749" y="91219"/>
                    <a:pt x="1386747" y="90862"/>
                    <a:pt x="1391835" y="91665"/>
                  </a:cubicBezTo>
                  <a:cubicBezTo>
                    <a:pt x="1396922" y="92468"/>
                    <a:pt x="1400224" y="100679"/>
                    <a:pt x="1400224" y="107641"/>
                  </a:cubicBezTo>
                  <a:cubicBezTo>
                    <a:pt x="1400313" y="110497"/>
                    <a:pt x="1400135" y="111657"/>
                    <a:pt x="1397011" y="111657"/>
                  </a:cubicBezTo>
                  <a:cubicBezTo>
                    <a:pt x="1395316" y="111746"/>
                    <a:pt x="1393441" y="114602"/>
                    <a:pt x="1390318" y="116655"/>
                  </a:cubicBezTo>
                  <a:cubicBezTo>
                    <a:pt x="1385448" y="119456"/>
                    <a:pt x="1380266" y="121672"/>
                    <a:pt x="1374877" y="123259"/>
                  </a:cubicBezTo>
                  <a:cubicBezTo>
                    <a:pt x="1372162" y="125072"/>
                    <a:pt x="1369137" y="126372"/>
                    <a:pt x="1365952" y="127097"/>
                  </a:cubicBezTo>
                  <a:cubicBezTo>
                    <a:pt x="1362025" y="127633"/>
                    <a:pt x="1358545" y="127811"/>
                    <a:pt x="1355600" y="128436"/>
                  </a:cubicBezTo>
                  <a:cubicBezTo>
                    <a:pt x="1350073" y="129792"/>
                    <a:pt x="1344737" y="131830"/>
                    <a:pt x="1339714" y="134505"/>
                  </a:cubicBezTo>
                  <a:cubicBezTo>
                    <a:pt x="1337572" y="136775"/>
                    <a:pt x="1335795" y="139365"/>
                    <a:pt x="1334448" y="142180"/>
                  </a:cubicBezTo>
                  <a:cubicBezTo>
                    <a:pt x="1333207" y="146359"/>
                    <a:pt x="1333894" y="150875"/>
                    <a:pt x="1336322" y="154496"/>
                  </a:cubicBezTo>
                  <a:cubicBezTo>
                    <a:pt x="1343755" y="164620"/>
                    <a:pt x="1352590" y="173635"/>
                    <a:pt x="1362561" y="181271"/>
                  </a:cubicBezTo>
                  <a:cubicBezTo>
                    <a:pt x="1367291" y="185287"/>
                    <a:pt x="1373985" y="199121"/>
                    <a:pt x="1381928" y="203137"/>
                  </a:cubicBezTo>
                  <a:cubicBezTo>
                    <a:pt x="1389014" y="206991"/>
                    <a:pt x="1395684" y="211568"/>
                    <a:pt x="1401831" y="216791"/>
                  </a:cubicBezTo>
                  <a:cubicBezTo>
                    <a:pt x="1405455" y="218711"/>
                    <a:pt x="1409288" y="220210"/>
                    <a:pt x="1413255" y="221254"/>
                  </a:cubicBezTo>
                  <a:cubicBezTo>
                    <a:pt x="1416825" y="222771"/>
                    <a:pt x="1419948" y="226073"/>
                    <a:pt x="1422179" y="226877"/>
                  </a:cubicBezTo>
                  <a:cubicBezTo>
                    <a:pt x="1427980" y="228840"/>
                    <a:pt x="1432978" y="230625"/>
                    <a:pt x="1441903" y="234195"/>
                  </a:cubicBezTo>
                  <a:cubicBezTo>
                    <a:pt x="1444045" y="235088"/>
                    <a:pt x="1447615" y="235355"/>
                    <a:pt x="1448686" y="237319"/>
                  </a:cubicBezTo>
                  <a:lnTo>
                    <a:pt x="1447972" y="238211"/>
                  </a:lnTo>
                  <a:cubicBezTo>
                    <a:pt x="1448865" y="239907"/>
                    <a:pt x="1446008" y="241424"/>
                    <a:pt x="1445830" y="243388"/>
                  </a:cubicBezTo>
                  <a:cubicBezTo>
                    <a:pt x="1445652" y="245351"/>
                    <a:pt x="1446544" y="248654"/>
                    <a:pt x="1444849" y="250706"/>
                  </a:cubicBezTo>
                  <a:cubicBezTo>
                    <a:pt x="1442106" y="254223"/>
                    <a:pt x="1437969" y="256373"/>
                    <a:pt x="1433514" y="256597"/>
                  </a:cubicBezTo>
                  <a:cubicBezTo>
                    <a:pt x="1431639" y="256775"/>
                    <a:pt x="1430211" y="259453"/>
                    <a:pt x="1428873" y="260435"/>
                  </a:cubicBezTo>
                  <a:cubicBezTo>
                    <a:pt x="1427534" y="261416"/>
                    <a:pt x="1425570" y="261416"/>
                    <a:pt x="1424231" y="261416"/>
                  </a:cubicBezTo>
                  <a:cubicBezTo>
                    <a:pt x="1420742" y="261430"/>
                    <a:pt x="1417254" y="261221"/>
                    <a:pt x="1413790" y="260792"/>
                  </a:cubicBezTo>
                  <a:cubicBezTo>
                    <a:pt x="1410192" y="260988"/>
                    <a:pt x="1406588" y="260988"/>
                    <a:pt x="1402991" y="260792"/>
                  </a:cubicBezTo>
                  <a:cubicBezTo>
                    <a:pt x="1399756" y="260763"/>
                    <a:pt x="1396553" y="260158"/>
                    <a:pt x="1393530" y="259007"/>
                  </a:cubicBezTo>
                  <a:cubicBezTo>
                    <a:pt x="1387640" y="255615"/>
                    <a:pt x="1383178" y="258114"/>
                    <a:pt x="1378715" y="256954"/>
                  </a:cubicBezTo>
                  <a:cubicBezTo>
                    <a:pt x="1375212" y="256323"/>
                    <a:pt x="1372152" y="254207"/>
                    <a:pt x="1370326" y="251153"/>
                  </a:cubicBezTo>
                  <a:cubicBezTo>
                    <a:pt x="1367470" y="243209"/>
                    <a:pt x="1371307" y="240889"/>
                    <a:pt x="1357474" y="228215"/>
                  </a:cubicBezTo>
                  <a:cubicBezTo>
                    <a:pt x="1352255" y="222358"/>
                    <a:pt x="1347397" y="216188"/>
                    <a:pt x="1342927" y="209741"/>
                  </a:cubicBezTo>
                  <a:cubicBezTo>
                    <a:pt x="1340205" y="206163"/>
                    <a:pt x="1337222" y="202793"/>
                    <a:pt x="1334002" y="199656"/>
                  </a:cubicBezTo>
                  <a:cubicBezTo>
                    <a:pt x="1324898" y="192963"/>
                    <a:pt x="1316777" y="183681"/>
                    <a:pt x="1313742" y="181806"/>
                  </a:cubicBezTo>
                  <a:cubicBezTo>
                    <a:pt x="1312671" y="181182"/>
                    <a:pt x="1306602" y="195640"/>
                    <a:pt x="1299730" y="203048"/>
                  </a:cubicBezTo>
                  <a:cubicBezTo>
                    <a:pt x="1292858" y="210455"/>
                    <a:pt x="1287860" y="213935"/>
                    <a:pt x="1279470" y="222860"/>
                  </a:cubicBezTo>
                  <a:cubicBezTo>
                    <a:pt x="1273347" y="228287"/>
                    <a:pt x="1266306" y="232580"/>
                    <a:pt x="1258676" y="235534"/>
                  </a:cubicBezTo>
                  <a:cubicBezTo>
                    <a:pt x="1255195" y="237854"/>
                    <a:pt x="1247252" y="241424"/>
                    <a:pt x="1243236" y="243923"/>
                  </a:cubicBezTo>
                  <a:cubicBezTo>
                    <a:pt x="1239219" y="246422"/>
                    <a:pt x="1232169" y="246065"/>
                    <a:pt x="1229045" y="247583"/>
                  </a:cubicBezTo>
                  <a:cubicBezTo>
                    <a:pt x="1226572" y="248550"/>
                    <a:pt x="1223936" y="249034"/>
                    <a:pt x="1221280" y="249011"/>
                  </a:cubicBezTo>
                  <a:cubicBezTo>
                    <a:pt x="1219138" y="248654"/>
                    <a:pt x="1217621" y="245619"/>
                    <a:pt x="1216014" y="244459"/>
                  </a:cubicBezTo>
                  <a:cubicBezTo>
                    <a:pt x="1214408" y="243299"/>
                    <a:pt x="1214408" y="237497"/>
                    <a:pt x="1211998" y="236426"/>
                  </a:cubicBezTo>
                  <a:cubicBezTo>
                    <a:pt x="1209673" y="235855"/>
                    <a:pt x="1207403" y="235079"/>
                    <a:pt x="1205216" y="234106"/>
                  </a:cubicBezTo>
                  <a:cubicBezTo>
                    <a:pt x="1203787" y="232767"/>
                    <a:pt x="1204947" y="230536"/>
                    <a:pt x="1209589" y="229019"/>
                  </a:cubicBezTo>
                  <a:cubicBezTo>
                    <a:pt x="1213290" y="227763"/>
                    <a:pt x="1216692" y="225757"/>
                    <a:pt x="1219584" y="223128"/>
                  </a:cubicBezTo>
                  <a:cubicBezTo>
                    <a:pt x="1222038" y="221665"/>
                    <a:pt x="1224341" y="219960"/>
                    <a:pt x="1226457" y="218041"/>
                  </a:cubicBezTo>
                  <a:cubicBezTo>
                    <a:pt x="1227260" y="217059"/>
                    <a:pt x="1230116" y="216613"/>
                    <a:pt x="1231277" y="215899"/>
                  </a:cubicBezTo>
                  <a:cubicBezTo>
                    <a:pt x="1242604" y="206299"/>
                    <a:pt x="1253333" y="196016"/>
                    <a:pt x="1263406" y="185109"/>
                  </a:cubicBezTo>
                  <a:cubicBezTo>
                    <a:pt x="1269165" y="178903"/>
                    <a:pt x="1273411" y="171450"/>
                    <a:pt x="1275812" y="163332"/>
                  </a:cubicBezTo>
                  <a:cubicBezTo>
                    <a:pt x="1277331" y="160588"/>
                    <a:pt x="1278215" y="157538"/>
                    <a:pt x="1278400" y="154407"/>
                  </a:cubicBezTo>
                  <a:cubicBezTo>
                    <a:pt x="1278132" y="152979"/>
                    <a:pt x="1273848" y="154407"/>
                    <a:pt x="1271974" y="154407"/>
                  </a:cubicBezTo>
                  <a:cubicBezTo>
                    <a:pt x="1270100" y="154407"/>
                    <a:pt x="1268940" y="154317"/>
                    <a:pt x="1267065" y="154407"/>
                  </a:cubicBezTo>
                  <a:cubicBezTo>
                    <a:pt x="1265191" y="154496"/>
                    <a:pt x="1262603" y="156192"/>
                    <a:pt x="1260461" y="156192"/>
                  </a:cubicBezTo>
                  <a:cubicBezTo>
                    <a:pt x="1258409" y="156906"/>
                    <a:pt x="1256176" y="156906"/>
                    <a:pt x="1254124" y="156192"/>
                  </a:cubicBezTo>
                  <a:cubicBezTo>
                    <a:pt x="1250732" y="155121"/>
                    <a:pt x="1248947" y="152265"/>
                    <a:pt x="1244395" y="151640"/>
                  </a:cubicBezTo>
                  <a:cubicBezTo>
                    <a:pt x="1238254" y="149462"/>
                    <a:pt x="1233867" y="144005"/>
                    <a:pt x="1233060" y="137539"/>
                  </a:cubicBezTo>
                  <a:cubicBezTo>
                    <a:pt x="1232290" y="134229"/>
                    <a:pt x="1233467" y="130769"/>
                    <a:pt x="1236095" y="128614"/>
                  </a:cubicBezTo>
                  <a:cubicBezTo>
                    <a:pt x="1238416" y="126919"/>
                    <a:pt x="1239576" y="124509"/>
                    <a:pt x="1241451" y="123081"/>
                  </a:cubicBezTo>
                  <a:cubicBezTo>
                    <a:pt x="1243325" y="121653"/>
                    <a:pt x="1246716" y="121474"/>
                    <a:pt x="1248234" y="120493"/>
                  </a:cubicBezTo>
                  <a:cubicBezTo>
                    <a:pt x="1249751" y="119511"/>
                    <a:pt x="1251357" y="117726"/>
                    <a:pt x="1253945" y="116744"/>
                  </a:cubicBezTo>
                  <a:cubicBezTo>
                    <a:pt x="1256534" y="115762"/>
                    <a:pt x="1263138" y="116744"/>
                    <a:pt x="1267869" y="116744"/>
                  </a:cubicBezTo>
                  <a:cubicBezTo>
                    <a:pt x="1275999" y="115676"/>
                    <a:pt x="1283813" y="112909"/>
                    <a:pt x="1290805" y="108622"/>
                  </a:cubicBezTo>
                  <a:cubicBezTo>
                    <a:pt x="1290563" y="101325"/>
                    <a:pt x="1292062" y="94073"/>
                    <a:pt x="1295178" y="87470"/>
                  </a:cubicBezTo>
                  <a:cubicBezTo>
                    <a:pt x="1296233" y="83087"/>
                    <a:pt x="1296744" y="78591"/>
                    <a:pt x="1296695" y="74084"/>
                  </a:cubicBezTo>
                  <a:cubicBezTo>
                    <a:pt x="1297185" y="70239"/>
                    <a:pt x="1296974" y="66338"/>
                    <a:pt x="1296071" y="62570"/>
                  </a:cubicBezTo>
                  <a:cubicBezTo>
                    <a:pt x="1295981" y="59357"/>
                    <a:pt x="1297766" y="59000"/>
                    <a:pt x="1299641" y="58465"/>
                  </a:cubicBezTo>
                  <a:cubicBezTo>
                    <a:pt x="1305531" y="56858"/>
                    <a:pt x="1305442" y="59090"/>
                    <a:pt x="1308566" y="59179"/>
                  </a:cubicBezTo>
                  <a:cubicBezTo>
                    <a:pt x="1311689" y="59268"/>
                    <a:pt x="1312225" y="56412"/>
                    <a:pt x="1315527" y="56948"/>
                  </a:cubicBezTo>
                  <a:close/>
                  <a:moveTo>
                    <a:pt x="80146" y="54092"/>
                  </a:moveTo>
                  <a:cubicBezTo>
                    <a:pt x="81841" y="54271"/>
                    <a:pt x="83805" y="57127"/>
                    <a:pt x="86750" y="57751"/>
                  </a:cubicBezTo>
                  <a:cubicBezTo>
                    <a:pt x="89695" y="58376"/>
                    <a:pt x="93889" y="58287"/>
                    <a:pt x="97280" y="58912"/>
                  </a:cubicBezTo>
                  <a:cubicBezTo>
                    <a:pt x="99066" y="58912"/>
                    <a:pt x="106205" y="58912"/>
                    <a:pt x="107991" y="58912"/>
                  </a:cubicBezTo>
                  <a:cubicBezTo>
                    <a:pt x="110404" y="59059"/>
                    <a:pt x="112766" y="59665"/>
                    <a:pt x="114952" y="60697"/>
                  </a:cubicBezTo>
                  <a:cubicBezTo>
                    <a:pt x="116023" y="61322"/>
                    <a:pt x="119772" y="62125"/>
                    <a:pt x="121110" y="63642"/>
                  </a:cubicBezTo>
                  <a:cubicBezTo>
                    <a:pt x="124141" y="66452"/>
                    <a:pt x="126412" y="69983"/>
                    <a:pt x="127715" y="73906"/>
                  </a:cubicBezTo>
                  <a:lnTo>
                    <a:pt x="126554" y="74352"/>
                  </a:lnTo>
                  <a:cubicBezTo>
                    <a:pt x="127001" y="77565"/>
                    <a:pt x="126019" y="78636"/>
                    <a:pt x="126019" y="81135"/>
                  </a:cubicBezTo>
                  <a:cubicBezTo>
                    <a:pt x="126412" y="84575"/>
                    <a:pt x="126412" y="88048"/>
                    <a:pt x="126019" y="91488"/>
                  </a:cubicBezTo>
                  <a:cubicBezTo>
                    <a:pt x="125573" y="93273"/>
                    <a:pt x="122895" y="97646"/>
                    <a:pt x="120753" y="102734"/>
                  </a:cubicBezTo>
                  <a:cubicBezTo>
                    <a:pt x="119991" y="106563"/>
                    <a:pt x="119485" y="110438"/>
                    <a:pt x="119236" y="114335"/>
                  </a:cubicBezTo>
                  <a:cubicBezTo>
                    <a:pt x="119147" y="119779"/>
                    <a:pt x="118879" y="123796"/>
                    <a:pt x="118076" y="135398"/>
                  </a:cubicBezTo>
                  <a:cubicBezTo>
                    <a:pt x="117897" y="139325"/>
                    <a:pt x="116826" y="142984"/>
                    <a:pt x="116201" y="148250"/>
                  </a:cubicBezTo>
                  <a:cubicBezTo>
                    <a:pt x="115934" y="150213"/>
                    <a:pt x="115398" y="155747"/>
                    <a:pt x="115398" y="159138"/>
                  </a:cubicBezTo>
                  <a:cubicBezTo>
                    <a:pt x="115309" y="164226"/>
                    <a:pt x="117629" y="165208"/>
                    <a:pt x="117897" y="166546"/>
                  </a:cubicBezTo>
                  <a:cubicBezTo>
                    <a:pt x="118165" y="167885"/>
                    <a:pt x="118254" y="168153"/>
                    <a:pt x="118611" y="170830"/>
                  </a:cubicBezTo>
                  <a:cubicBezTo>
                    <a:pt x="118968" y="173508"/>
                    <a:pt x="120486" y="174757"/>
                    <a:pt x="120039" y="177524"/>
                  </a:cubicBezTo>
                  <a:cubicBezTo>
                    <a:pt x="119593" y="180290"/>
                    <a:pt x="117272" y="184931"/>
                    <a:pt x="116023" y="191892"/>
                  </a:cubicBezTo>
                  <a:cubicBezTo>
                    <a:pt x="115375" y="195057"/>
                    <a:pt x="113559" y="197861"/>
                    <a:pt x="110936" y="199746"/>
                  </a:cubicBezTo>
                  <a:cubicBezTo>
                    <a:pt x="106406" y="203538"/>
                    <a:pt x="101279" y="206553"/>
                    <a:pt x="95763" y="208671"/>
                  </a:cubicBezTo>
                  <a:cubicBezTo>
                    <a:pt x="89695" y="210635"/>
                    <a:pt x="85947" y="219024"/>
                    <a:pt x="82466" y="221255"/>
                  </a:cubicBezTo>
                  <a:cubicBezTo>
                    <a:pt x="77924" y="223641"/>
                    <a:pt x="73245" y="225757"/>
                    <a:pt x="68454" y="227592"/>
                  </a:cubicBezTo>
                  <a:cubicBezTo>
                    <a:pt x="62069" y="230345"/>
                    <a:pt x="56070" y="233915"/>
                    <a:pt x="50604" y="238213"/>
                  </a:cubicBezTo>
                  <a:cubicBezTo>
                    <a:pt x="47096" y="240096"/>
                    <a:pt x="43421" y="241650"/>
                    <a:pt x="39626" y="242854"/>
                  </a:cubicBezTo>
                  <a:cubicBezTo>
                    <a:pt x="34255" y="247413"/>
                    <a:pt x="28524" y="251531"/>
                    <a:pt x="22491" y="255170"/>
                  </a:cubicBezTo>
                  <a:cubicBezTo>
                    <a:pt x="19010" y="256687"/>
                    <a:pt x="14816" y="248744"/>
                    <a:pt x="11513" y="245263"/>
                  </a:cubicBezTo>
                  <a:cubicBezTo>
                    <a:pt x="9305" y="243271"/>
                    <a:pt x="6949" y="241451"/>
                    <a:pt x="4463" y="239820"/>
                  </a:cubicBezTo>
                  <a:cubicBezTo>
                    <a:pt x="2499" y="238213"/>
                    <a:pt x="3213" y="233661"/>
                    <a:pt x="2499" y="230895"/>
                  </a:cubicBezTo>
                  <a:cubicBezTo>
                    <a:pt x="1785" y="228128"/>
                    <a:pt x="0" y="224379"/>
                    <a:pt x="0" y="223130"/>
                  </a:cubicBezTo>
                  <a:cubicBezTo>
                    <a:pt x="185" y="220509"/>
                    <a:pt x="1848" y="218223"/>
                    <a:pt x="4284" y="217239"/>
                  </a:cubicBezTo>
                  <a:cubicBezTo>
                    <a:pt x="6248" y="216614"/>
                    <a:pt x="9014" y="217507"/>
                    <a:pt x="10889" y="216614"/>
                  </a:cubicBezTo>
                  <a:cubicBezTo>
                    <a:pt x="14472" y="214879"/>
                    <a:pt x="17904" y="212849"/>
                    <a:pt x="21152" y="210545"/>
                  </a:cubicBezTo>
                  <a:cubicBezTo>
                    <a:pt x="24569" y="208581"/>
                    <a:pt x="28274" y="207166"/>
                    <a:pt x="32129" y="206351"/>
                  </a:cubicBezTo>
                  <a:cubicBezTo>
                    <a:pt x="38706" y="203293"/>
                    <a:pt x="45059" y="199773"/>
                    <a:pt x="51139" y="195819"/>
                  </a:cubicBezTo>
                  <a:cubicBezTo>
                    <a:pt x="54263" y="194123"/>
                    <a:pt x="60064" y="191268"/>
                    <a:pt x="60064" y="186894"/>
                  </a:cubicBezTo>
                  <a:cubicBezTo>
                    <a:pt x="60309" y="180167"/>
                    <a:pt x="60130" y="173430"/>
                    <a:pt x="59529" y="166725"/>
                  </a:cubicBezTo>
                  <a:cubicBezTo>
                    <a:pt x="58547" y="164672"/>
                    <a:pt x="54798" y="163869"/>
                    <a:pt x="54799" y="163869"/>
                  </a:cubicBezTo>
                  <a:cubicBezTo>
                    <a:pt x="51901" y="164711"/>
                    <a:pt x="48891" y="165103"/>
                    <a:pt x="45874" y="165029"/>
                  </a:cubicBezTo>
                  <a:cubicBezTo>
                    <a:pt x="43004" y="165824"/>
                    <a:pt x="40200" y="166839"/>
                    <a:pt x="37484" y="168063"/>
                  </a:cubicBezTo>
                  <a:cubicBezTo>
                    <a:pt x="35788" y="168867"/>
                    <a:pt x="32754" y="169670"/>
                    <a:pt x="31147" y="168867"/>
                  </a:cubicBezTo>
                  <a:cubicBezTo>
                    <a:pt x="29324" y="168385"/>
                    <a:pt x="27816" y="167106"/>
                    <a:pt x="27042" y="165386"/>
                  </a:cubicBezTo>
                  <a:cubicBezTo>
                    <a:pt x="25876" y="162055"/>
                    <a:pt x="25243" y="158561"/>
                    <a:pt x="25168" y="155033"/>
                  </a:cubicBezTo>
                  <a:cubicBezTo>
                    <a:pt x="24100" y="152765"/>
                    <a:pt x="23493" y="150308"/>
                    <a:pt x="23383" y="147804"/>
                  </a:cubicBezTo>
                  <a:cubicBezTo>
                    <a:pt x="24201" y="142971"/>
                    <a:pt x="24470" y="138060"/>
                    <a:pt x="24187" y="133167"/>
                  </a:cubicBezTo>
                  <a:cubicBezTo>
                    <a:pt x="24187" y="127365"/>
                    <a:pt x="29005" y="125402"/>
                    <a:pt x="33111" y="124688"/>
                  </a:cubicBezTo>
                  <a:cubicBezTo>
                    <a:pt x="37216" y="123974"/>
                    <a:pt x="40875" y="120939"/>
                    <a:pt x="44981" y="120940"/>
                  </a:cubicBezTo>
                  <a:cubicBezTo>
                    <a:pt x="47969" y="121031"/>
                    <a:pt x="50960" y="120822"/>
                    <a:pt x="53906" y="120315"/>
                  </a:cubicBezTo>
                  <a:cubicBezTo>
                    <a:pt x="58137" y="119092"/>
                    <a:pt x="62165" y="117258"/>
                    <a:pt x="65866" y="114871"/>
                  </a:cubicBezTo>
                  <a:cubicBezTo>
                    <a:pt x="68186" y="111479"/>
                    <a:pt x="71667" y="109337"/>
                    <a:pt x="71667" y="103983"/>
                  </a:cubicBezTo>
                  <a:cubicBezTo>
                    <a:pt x="72202" y="93898"/>
                    <a:pt x="75326" y="89435"/>
                    <a:pt x="75326" y="80510"/>
                  </a:cubicBezTo>
                  <a:cubicBezTo>
                    <a:pt x="75727" y="74809"/>
                    <a:pt x="73529" y="69232"/>
                    <a:pt x="69346" y="65338"/>
                  </a:cubicBezTo>
                  <a:cubicBezTo>
                    <a:pt x="68499" y="64036"/>
                    <a:pt x="68499" y="62357"/>
                    <a:pt x="69346" y="61054"/>
                  </a:cubicBezTo>
                  <a:cubicBezTo>
                    <a:pt x="71825" y="59675"/>
                    <a:pt x="74081" y="57930"/>
                    <a:pt x="76040" y="55877"/>
                  </a:cubicBezTo>
                  <a:cubicBezTo>
                    <a:pt x="76950" y="54541"/>
                    <a:pt x="78547" y="53847"/>
                    <a:pt x="80146" y="54092"/>
                  </a:cubicBezTo>
                  <a:close/>
                  <a:moveTo>
                    <a:pt x="206879" y="42222"/>
                  </a:moveTo>
                  <a:cubicBezTo>
                    <a:pt x="210984" y="42400"/>
                    <a:pt x="211520" y="44720"/>
                    <a:pt x="213394" y="46059"/>
                  </a:cubicBezTo>
                  <a:cubicBezTo>
                    <a:pt x="215106" y="46839"/>
                    <a:pt x="216957" y="47264"/>
                    <a:pt x="218838" y="47308"/>
                  </a:cubicBezTo>
                  <a:cubicBezTo>
                    <a:pt x="220534" y="47576"/>
                    <a:pt x="222140" y="49986"/>
                    <a:pt x="223033" y="52038"/>
                  </a:cubicBezTo>
                  <a:cubicBezTo>
                    <a:pt x="225018" y="56145"/>
                    <a:pt x="226171" y="60604"/>
                    <a:pt x="226424" y="65158"/>
                  </a:cubicBezTo>
                  <a:cubicBezTo>
                    <a:pt x="226067" y="74886"/>
                    <a:pt x="219195" y="77028"/>
                    <a:pt x="216696" y="83008"/>
                  </a:cubicBezTo>
                  <a:cubicBezTo>
                    <a:pt x="215714" y="85897"/>
                    <a:pt x="215084" y="88893"/>
                    <a:pt x="214822" y="91933"/>
                  </a:cubicBezTo>
                  <a:cubicBezTo>
                    <a:pt x="215714" y="96842"/>
                    <a:pt x="220712" y="98181"/>
                    <a:pt x="222854" y="94700"/>
                  </a:cubicBezTo>
                  <a:cubicBezTo>
                    <a:pt x="226871" y="93808"/>
                    <a:pt x="228120" y="91487"/>
                    <a:pt x="230887" y="90148"/>
                  </a:cubicBezTo>
                  <a:cubicBezTo>
                    <a:pt x="233654" y="88810"/>
                    <a:pt x="237581" y="93272"/>
                    <a:pt x="243827" y="94700"/>
                  </a:cubicBezTo>
                  <a:cubicBezTo>
                    <a:pt x="247308" y="95503"/>
                    <a:pt x="248736" y="104160"/>
                    <a:pt x="251056" y="108177"/>
                  </a:cubicBezTo>
                  <a:cubicBezTo>
                    <a:pt x="252105" y="111280"/>
                    <a:pt x="252617" y="114540"/>
                    <a:pt x="252573" y="117815"/>
                  </a:cubicBezTo>
                  <a:cubicBezTo>
                    <a:pt x="252450" y="120293"/>
                    <a:pt x="250640" y="122362"/>
                    <a:pt x="248200" y="122813"/>
                  </a:cubicBezTo>
                  <a:cubicBezTo>
                    <a:pt x="245077" y="123527"/>
                    <a:pt x="243202" y="123973"/>
                    <a:pt x="239276" y="125133"/>
                  </a:cubicBezTo>
                  <a:cubicBezTo>
                    <a:pt x="236343" y="126399"/>
                    <a:pt x="233700" y="128252"/>
                    <a:pt x="231512" y="130577"/>
                  </a:cubicBezTo>
                  <a:cubicBezTo>
                    <a:pt x="228031" y="133076"/>
                    <a:pt x="224371" y="133612"/>
                    <a:pt x="220623" y="136646"/>
                  </a:cubicBezTo>
                  <a:cubicBezTo>
                    <a:pt x="215467" y="140568"/>
                    <a:pt x="209581" y="143420"/>
                    <a:pt x="203309" y="145036"/>
                  </a:cubicBezTo>
                  <a:cubicBezTo>
                    <a:pt x="200105" y="150958"/>
                    <a:pt x="198074" y="157443"/>
                    <a:pt x="197329" y="164135"/>
                  </a:cubicBezTo>
                  <a:cubicBezTo>
                    <a:pt x="196927" y="167122"/>
                    <a:pt x="197140" y="170159"/>
                    <a:pt x="197954" y="173060"/>
                  </a:cubicBezTo>
                  <a:cubicBezTo>
                    <a:pt x="199471" y="178415"/>
                    <a:pt x="198132" y="183502"/>
                    <a:pt x="202773" y="188857"/>
                  </a:cubicBezTo>
                  <a:cubicBezTo>
                    <a:pt x="206381" y="192262"/>
                    <a:pt x="211038" y="194339"/>
                    <a:pt x="215982" y="194747"/>
                  </a:cubicBezTo>
                  <a:cubicBezTo>
                    <a:pt x="219173" y="194803"/>
                    <a:pt x="222347" y="195222"/>
                    <a:pt x="225443" y="195997"/>
                  </a:cubicBezTo>
                  <a:cubicBezTo>
                    <a:pt x="227615" y="196718"/>
                    <a:pt x="229859" y="197197"/>
                    <a:pt x="232136" y="197425"/>
                  </a:cubicBezTo>
                  <a:cubicBezTo>
                    <a:pt x="234118" y="198766"/>
                    <a:pt x="236375" y="199651"/>
                    <a:pt x="238741" y="200013"/>
                  </a:cubicBezTo>
                  <a:cubicBezTo>
                    <a:pt x="242225" y="199869"/>
                    <a:pt x="245712" y="200230"/>
                    <a:pt x="249093" y="201084"/>
                  </a:cubicBezTo>
                  <a:lnTo>
                    <a:pt x="249539" y="201262"/>
                  </a:lnTo>
                  <a:cubicBezTo>
                    <a:pt x="254091" y="204023"/>
                    <a:pt x="256414" y="209348"/>
                    <a:pt x="255340" y="214561"/>
                  </a:cubicBezTo>
                  <a:cubicBezTo>
                    <a:pt x="253892" y="219592"/>
                    <a:pt x="252163" y="224537"/>
                    <a:pt x="250164" y="229376"/>
                  </a:cubicBezTo>
                  <a:cubicBezTo>
                    <a:pt x="248914" y="233303"/>
                    <a:pt x="248111" y="237409"/>
                    <a:pt x="245880" y="239105"/>
                  </a:cubicBezTo>
                  <a:cubicBezTo>
                    <a:pt x="243649" y="240800"/>
                    <a:pt x="237938" y="239551"/>
                    <a:pt x="234725" y="240800"/>
                  </a:cubicBezTo>
                  <a:cubicBezTo>
                    <a:pt x="231242" y="242290"/>
                    <a:pt x="227528" y="243166"/>
                    <a:pt x="223747" y="243388"/>
                  </a:cubicBezTo>
                  <a:cubicBezTo>
                    <a:pt x="221069" y="243388"/>
                    <a:pt x="217767" y="240800"/>
                    <a:pt x="216071" y="240086"/>
                  </a:cubicBezTo>
                  <a:cubicBezTo>
                    <a:pt x="212225" y="238941"/>
                    <a:pt x="208195" y="238546"/>
                    <a:pt x="204201" y="238926"/>
                  </a:cubicBezTo>
                  <a:cubicBezTo>
                    <a:pt x="200988" y="238926"/>
                    <a:pt x="192509" y="238926"/>
                    <a:pt x="192509" y="238926"/>
                  </a:cubicBezTo>
                  <a:cubicBezTo>
                    <a:pt x="190724" y="238926"/>
                    <a:pt x="186887" y="236873"/>
                    <a:pt x="182603" y="236070"/>
                  </a:cubicBezTo>
                  <a:cubicBezTo>
                    <a:pt x="178319" y="235267"/>
                    <a:pt x="171269" y="236248"/>
                    <a:pt x="168145" y="235267"/>
                  </a:cubicBezTo>
                  <a:cubicBezTo>
                    <a:pt x="165511" y="234318"/>
                    <a:pt x="163041" y="232964"/>
                    <a:pt x="160827" y="231250"/>
                  </a:cubicBezTo>
                  <a:cubicBezTo>
                    <a:pt x="158053" y="227967"/>
                    <a:pt x="155769" y="224299"/>
                    <a:pt x="154044" y="220362"/>
                  </a:cubicBezTo>
                  <a:cubicBezTo>
                    <a:pt x="153394" y="216170"/>
                    <a:pt x="153096" y="211931"/>
                    <a:pt x="153151" y="207688"/>
                  </a:cubicBezTo>
                  <a:cubicBezTo>
                    <a:pt x="152794" y="205279"/>
                    <a:pt x="150027" y="194390"/>
                    <a:pt x="150027" y="192605"/>
                  </a:cubicBezTo>
                  <a:lnTo>
                    <a:pt x="149403" y="183145"/>
                  </a:lnTo>
                  <a:cubicBezTo>
                    <a:pt x="149393" y="180133"/>
                    <a:pt x="149005" y="177135"/>
                    <a:pt x="148243" y="174221"/>
                  </a:cubicBezTo>
                  <a:cubicBezTo>
                    <a:pt x="147133" y="169636"/>
                    <a:pt x="146653" y="164922"/>
                    <a:pt x="146814" y="160209"/>
                  </a:cubicBezTo>
                  <a:cubicBezTo>
                    <a:pt x="146725" y="152890"/>
                    <a:pt x="148867" y="151730"/>
                    <a:pt x="150563" y="137628"/>
                  </a:cubicBezTo>
                  <a:cubicBezTo>
                    <a:pt x="150741" y="136200"/>
                    <a:pt x="153687" y="131916"/>
                    <a:pt x="153687" y="130577"/>
                  </a:cubicBezTo>
                  <a:cubicBezTo>
                    <a:pt x="154222" y="123616"/>
                    <a:pt x="155739" y="123705"/>
                    <a:pt x="156364" y="118975"/>
                  </a:cubicBezTo>
                  <a:cubicBezTo>
                    <a:pt x="156989" y="114246"/>
                    <a:pt x="158863" y="108534"/>
                    <a:pt x="158863" y="107106"/>
                  </a:cubicBezTo>
                  <a:cubicBezTo>
                    <a:pt x="159934" y="99876"/>
                    <a:pt x="159934" y="90505"/>
                    <a:pt x="159935" y="88631"/>
                  </a:cubicBezTo>
                  <a:cubicBezTo>
                    <a:pt x="160293" y="84775"/>
                    <a:pt x="161194" y="80990"/>
                    <a:pt x="162612" y="77385"/>
                  </a:cubicBezTo>
                  <a:cubicBezTo>
                    <a:pt x="164268" y="71523"/>
                    <a:pt x="165549" y="65561"/>
                    <a:pt x="166450" y="59535"/>
                  </a:cubicBezTo>
                  <a:cubicBezTo>
                    <a:pt x="166149" y="55456"/>
                    <a:pt x="166299" y="51355"/>
                    <a:pt x="166896" y="47308"/>
                  </a:cubicBezTo>
                  <a:cubicBezTo>
                    <a:pt x="168145" y="43025"/>
                    <a:pt x="170376" y="42311"/>
                    <a:pt x="173946" y="42311"/>
                  </a:cubicBezTo>
                  <a:cubicBezTo>
                    <a:pt x="175552" y="42222"/>
                    <a:pt x="180282" y="44096"/>
                    <a:pt x="182870" y="44185"/>
                  </a:cubicBezTo>
                  <a:cubicBezTo>
                    <a:pt x="185459" y="44274"/>
                    <a:pt x="189029" y="42490"/>
                    <a:pt x="190814" y="42490"/>
                  </a:cubicBezTo>
                  <a:cubicBezTo>
                    <a:pt x="193221" y="42817"/>
                    <a:pt x="195606" y="43294"/>
                    <a:pt x="197954" y="43917"/>
                  </a:cubicBezTo>
                  <a:cubicBezTo>
                    <a:pt x="200879" y="43118"/>
                    <a:pt x="203864" y="42551"/>
                    <a:pt x="206879" y="42222"/>
                  </a:cubicBezTo>
                  <a:close/>
                  <a:moveTo>
                    <a:pt x="815643" y="39723"/>
                  </a:moveTo>
                  <a:cubicBezTo>
                    <a:pt x="818945" y="39723"/>
                    <a:pt x="821623" y="43203"/>
                    <a:pt x="824568" y="43203"/>
                  </a:cubicBezTo>
                  <a:cubicBezTo>
                    <a:pt x="830552" y="42768"/>
                    <a:pt x="836566" y="43218"/>
                    <a:pt x="842418" y="44541"/>
                  </a:cubicBezTo>
                  <a:lnTo>
                    <a:pt x="843222" y="44988"/>
                  </a:lnTo>
                  <a:cubicBezTo>
                    <a:pt x="844293" y="45880"/>
                    <a:pt x="845007" y="51146"/>
                    <a:pt x="846256" y="52306"/>
                  </a:cubicBezTo>
                  <a:cubicBezTo>
                    <a:pt x="849746" y="55593"/>
                    <a:pt x="851933" y="60031"/>
                    <a:pt x="852414" y="64801"/>
                  </a:cubicBezTo>
                  <a:cubicBezTo>
                    <a:pt x="852147" y="68371"/>
                    <a:pt x="847416" y="74083"/>
                    <a:pt x="847416" y="75422"/>
                  </a:cubicBezTo>
                  <a:cubicBezTo>
                    <a:pt x="847680" y="78856"/>
                    <a:pt x="846869" y="82286"/>
                    <a:pt x="845096" y="85239"/>
                  </a:cubicBezTo>
                  <a:cubicBezTo>
                    <a:pt x="841506" y="90134"/>
                    <a:pt x="838511" y="95436"/>
                    <a:pt x="836171" y="101037"/>
                  </a:cubicBezTo>
                  <a:cubicBezTo>
                    <a:pt x="835189" y="102911"/>
                    <a:pt x="829120" y="107730"/>
                    <a:pt x="828138" y="109961"/>
                  </a:cubicBezTo>
                  <a:cubicBezTo>
                    <a:pt x="822069" y="123795"/>
                    <a:pt x="815286" y="133434"/>
                    <a:pt x="810288" y="147267"/>
                  </a:cubicBezTo>
                  <a:cubicBezTo>
                    <a:pt x="809485" y="149498"/>
                    <a:pt x="806005" y="154050"/>
                    <a:pt x="804309" y="153247"/>
                  </a:cubicBezTo>
                  <a:cubicBezTo>
                    <a:pt x="801982" y="152200"/>
                    <a:pt x="799318" y="152200"/>
                    <a:pt x="796991" y="153247"/>
                  </a:cubicBezTo>
                  <a:cubicBezTo>
                    <a:pt x="795831" y="154229"/>
                    <a:pt x="790922" y="154139"/>
                    <a:pt x="789315" y="155746"/>
                  </a:cubicBezTo>
                  <a:cubicBezTo>
                    <a:pt x="787709" y="157352"/>
                    <a:pt x="779498" y="156103"/>
                    <a:pt x="777892" y="159227"/>
                  </a:cubicBezTo>
                  <a:cubicBezTo>
                    <a:pt x="776731" y="162088"/>
                    <a:pt x="776731" y="165290"/>
                    <a:pt x="777892" y="168152"/>
                  </a:cubicBezTo>
                  <a:cubicBezTo>
                    <a:pt x="780480" y="171186"/>
                    <a:pt x="785746" y="168152"/>
                    <a:pt x="786816" y="166545"/>
                  </a:cubicBezTo>
                  <a:cubicBezTo>
                    <a:pt x="788535" y="164480"/>
                    <a:pt x="791092" y="163301"/>
                    <a:pt x="793778" y="163332"/>
                  </a:cubicBezTo>
                  <a:cubicBezTo>
                    <a:pt x="796873" y="164684"/>
                    <a:pt x="800104" y="165701"/>
                    <a:pt x="803416" y="166367"/>
                  </a:cubicBezTo>
                  <a:cubicBezTo>
                    <a:pt x="805615" y="166715"/>
                    <a:pt x="807238" y="168603"/>
                    <a:pt x="807254" y="170829"/>
                  </a:cubicBezTo>
                  <a:cubicBezTo>
                    <a:pt x="807310" y="174996"/>
                    <a:pt x="808158" y="179116"/>
                    <a:pt x="809753" y="182966"/>
                  </a:cubicBezTo>
                  <a:cubicBezTo>
                    <a:pt x="809826" y="184756"/>
                    <a:pt x="809290" y="186517"/>
                    <a:pt x="808236" y="187964"/>
                  </a:cubicBezTo>
                  <a:cubicBezTo>
                    <a:pt x="805533" y="190386"/>
                    <a:pt x="802535" y="192455"/>
                    <a:pt x="799311" y="194122"/>
                  </a:cubicBezTo>
                  <a:cubicBezTo>
                    <a:pt x="797169" y="195461"/>
                    <a:pt x="792350" y="195818"/>
                    <a:pt x="789315" y="197782"/>
                  </a:cubicBezTo>
                  <a:cubicBezTo>
                    <a:pt x="787473" y="199164"/>
                    <a:pt x="786332" y="201285"/>
                    <a:pt x="786192" y="203583"/>
                  </a:cubicBezTo>
                  <a:cubicBezTo>
                    <a:pt x="786192" y="207421"/>
                    <a:pt x="789137" y="207421"/>
                    <a:pt x="791011" y="207421"/>
                  </a:cubicBezTo>
                  <a:cubicBezTo>
                    <a:pt x="792886" y="207421"/>
                    <a:pt x="800649" y="204922"/>
                    <a:pt x="804309" y="204922"/>
                  </a:cubicBezTo>
                  <a:cubicBezTo>
                    <a:pt x="807639" y="205090"/>
                    <a:pt x="810975" y="205090"/>
                    <a:pt x="814305" y="204922"/>
                  </a:cubicBezTo>
                  <a:cubicBezTo>
                    <a:pt x="818289" y="203576"/>
                    <a:pt x="822427" y="202736"/>
                    <a:pt x="826621" y="202423"/>
                  </a:cubicBezTo>
                  <a:cubicBezTo>
                    <a:pt x="830548" y="203405"/>
                    <a:pt x="834921" y="199745"/>
                    <a:pt x="837420" y="202423"/>
                  </a:cubicBezTo>
                  <a:cubicBezTo>
                    <a:pt x="837420" y="207064"/>
                    <a:pt x="846345" y="209206"/>
                    <a:pt x="846345" y="216435"/>
                  </a:cubicBezTo>
                  <a:cubicBezTo>
                    <a:pt x="846345" y="226788"/>
                    <a:pt x="839473" y="238479"/>
                    <a:pt x="830548" y="239193"/>
                  </a:cubicBezTo>
                  <a:cubicBezTo>
                    <a:pt x="826799" y="239550"/>
                    <a:pt x="829388" y="236694"/>
                    <a:pt x="816179" y="236694"/>
                  </a:cubicBezTo>
                  <a:cubicBezTo>
                    <a:pt x="804398" y="236873"/>
                    <a:pt x="794313" y="237676"/>
                    <a:pt x="792439" y="237676"/>
                  </a:cubicBezTo>
                  <a:cubicBezTo>
                    <a:pt x="788111" y="237730"/>
                    <a:pt x="783785" y="237461"/>
                    <a:pt x="779498" y="236873"/>
                  </a:cubicBezTo>
                  <a:cubicBezTo>
                    <a:pt x="775694" y="236953"/>
                    <a:pt x="771903" y="237341"/>
                    <a:pt x="768163" y="238033"/>
                  </a:cubicBezTo>
                  <a:cubicBezTo>
                    <a:pt x="764006" y="239103"/>
                    <a:pt x="759767" y="239819"/>
                    <a:pt x="755490" y="240175"/>
                  </a:cubicBezTo>
                  <a:cubicBezTo>
                    <a:pt x="750187" y="240099"/>
                    <a:pt x="744928" y="241132"/>
                    <a:pt x="740050" y="243209"/>
                  </a:cubicBezTo>
                  <a:cubicBezTo>
                    <a:pt x="734793" y="244284"/>
                    <a:pt x="729440" y="244822"/>
                    <a:pt x="724074" y="244815"/>
                  </a:cubicBezTo>
                  <a:cubicBezTo>
                    <a:pt x="718794" y="247063"/>
                    <a:pt x="713289" y="248740"/>
                    <a:pt x="707652" y="249813"/>
                  </a:cubicBezTo>
                  <a:cubicBezTo>
                    <a:pt x="704618" y="250170"/>
                    <a:pt x="697568" y="249278"/>
                    <a:pt x="697300" y="244369"/>
                  </a:cubicBezTo>
                  <a:cubicBezTo>
                    <a:pt x="697032" y="239460"/>
                    <a:pt x="694355" y="236873"/>
                    <a:pt x="694980" y="230536"/>
                  </a:cubicBezTo>
                  <a:cubicBezTo>
                    <a:pt x="695515" y="228662"/>
                    <a:pt x="695515" y="225628"/>
                    <a:pt x="695514" y="224200"/>
                  </a:cubicBezTo>
                  <a:cubicBezTo>
                    <a:pt x="695531" y="221364"/>
                    <a:pt x="696806" y="218683"/>
                    <a:pt x="698995" y="216881"/>
                  </a:cubicBezTo>
                  <a:cubicBezTo>
                    <a:pt x="699620" y="216703"/>
                    <a:pt x="701048" y="213579"/>
                    <a:pt x="702833" y="213758"/>
                  </a:cubicBezTo>
                  <a:cubicBezTo>
                    <a:pt x="704618" y="213936"/>
                    <a:pt x="704975" y="216078"/>
                    <a:pt x="707652" y="216078"/>
                  </a:cubicBezTo>
                  <a:cubicBezTo>
                    <a:pt x="712524" y="215024"/>
                    <a:pt x="717256" y="213406"/>
                    <a:pt x="721754" y="211259"/>
                  </a:cubicBezTo>
                  <a:cubicBezTo>
                    <a:pt x="727548" y="208299"/>
                    <a:pt x="733508" y="205677"/>
                    <a:pt x="739604" y="203405"/>
                  </a:cubicBezTo>
                  <a:cubicBezTo>
                    <a:pt x="741924" y="200102"/>
                    <a:pt x="738086" y="198407"/>
                    <a:pt x="736658" y="198407"/>
                  </a:cubicBezTo>
                  <a:cubicBezTo>
                    <a:pt x="734185" y="199074"/>
                    <a:pt x="731549" y="198720"/>
                    <a:pt x="729340" y="197425"/>
                  </a:cubicBezTo>
                  <a:cubicBezTo>
                    <a:pt x="725681" y="196800"/>
                    <a:pt x="724163" y="195908"/>
                    <a:pt x="723181" y="194301"/>
                  </a:cubicBezTo>
                  <a:cubicBezTo>
                    <a:pt x="722200" y="192695"/>
                    <a:pt x="722913" y="190820"/>
                    <a:pt x="723181" y="188321"/>
                  </a:cubicBezTo>
                  <a:cubicBezTo>
                    <a:pt x="723449" y="185822"/>
                    <a:pt x="723627" y="183145"/>
                    <a:pt x="723985" y="181003"/>
                  </a:cubicBezTo>
                  <a:cubicBezTo>
                    <a:pt x="724342" y="178861"/>
                    <a:pt x="724609" y="175648"/>
                    <a:pt x="728001" y="175648"/>
                  </a:cubicBezTo>
                  <a:cubicBezTo>
                    <a:pt x="729875" y="175648"/>
                    <a:pt x="730321" y="176986"/>
                    <a:pt x="732106" y="176986"/>
                  </a:cubicBezTo>
                  <a:cubicBezTo>
                    <a:pt x="733891" y="176986"/>
                    <a:pt x="734694" y="176183"/>
                    <a:pt x="736480" y="176183"/>
                  </a:cubicBezTo>
                  <a:cubicBezTo>
                    <a:pt x="737898" y="176420"/>
                    <a:pt x="739346" y="176420"/>
                    <a:pt x="740764" y="176183"/>
                  </a:cubicBezTo>
                  <a:cubicBezTo>
                    <a:pt x="742345" y="175407"/>
                    <a:pt x="743675" y="174201"/>
                    <a:pt x="744602" y="172703"/>
                  </a:cubicBezTo>
                  <a:cubicBezTo>
                    <a:pt x="745404" y="169800"/>
                    <a:pt x="745737" y="166786"/>
                    <a:pt x="745583" y="163778"/>
                  </a:cubicBezTo>
                  <a:cubicBezTo>
                    <a:pt x="745226" y="161369"/>
                    <a:pt x="743084" y="161726"/>
                    <a:pt x="740317" y="163064"/>
                  </a:cubicBezTo>
                  <a:cubicBezTo>
                    <a:pt x="738138" y="163858"/>
                    <a:pt x="735899" y="164485"/>
                    <a:pt x="733623" y="164939"/>
                  </a:cubicBezTo>
                  <a:cubicBezTo>
                    <a:pt x="731596" y="165492"/>
                    <a:pt x="729541" y="165939"/>
                    <a:pt x="727465" y="166277"/>
                  </a:cubicBezTo>
                  <a:cubicBezTo>
                    <a:pt x="725773" y="166284"/>
                    <a:pt x="724089" y="166044"/>
                    <a:pt x="722467" y="165563"/>
                  </a:cubicBezTo>
                  <a:cubicBezTo>
                    <a:pt x="719968" y="164939"/>
                    <a:pt x="720593" y="163422"/>
                    <a:pt x="719968" y="161636"/>
                  </a:cubicBezTo>
                  <a:cubicBezTo>
                    <a:pt x="718959" y="159873"/>
                    <a:pt x="718293" y="157936"/>
                    <a:pt x="718005" y="155924"/>
                  </a:cubicBezTo>
                  <a:cubicBezTo>
                    <a:pt x="718362" y="150837"/>
                    <a:pt x="714256" y="148963"/>
                    <a:pt x="713543" y="147624"/>
                  </a:cubicBezTo>
                  <a:cubicBezTo>
                    <a:pt x="712198" y="144817"/>
                    <a:pt x="711352" y="141797"/>
                    <a:pt x="711043" y="138699"/>
                  </a:cubicBezTo>
                  <a:cubicBezTo>
                    <a:pt x="711043" y="132898"/>
                    <a:pt x="716488" y="128346"/>
                    <a:pt x="715863" y="124687"/>
                  </a:cubicBezTo>
                  <a:cubicBezTo>
                    <a:pt x="714242" y="117272"/>
                    <a:pt x="713464" y="109697"/>
                    <a:pt x="713542" y="102108"/>
                  </a:cubicBezTo>
                  <a:cubicBezTo>
                    <a:pt x="713810" y="100055"/>
                    <a:pt x="710686" y="96574"/>
                    <a:pt x="710686" y="92469"/>
                  </a:cubicBezTo>
                  <a:cubicBezTo>
                    <a:pt x="710819" y="89995"/>
                    <a:pt x="711207" y="87543"/>
                    <a:pt x="711846" y="85150"/>
                  </a:cubicBezTo>
                  <a:cubicBezTo>
                    <a:pt x="713127" y="81087"/>
                    <a:pt x="713965" y="76898"/>
                    <a:pt x="714346" y="72655"/>
                  </a:cubicBezTo>
                  <a:cubicBezTo>
                    <a:pt x="713810" y="67033"/>
                    <a:pt x="716666" y="59982"/>
                    <a:pt x="720504" y="59982"/>
                  </a:cubicBezTo>
                  <a:cubicBezTo>
                    <a:pt x="724342" y="59982"/>
                    <a:pt x="724252" y="64801"/>
                    <a:pt x="728447" y="64801"/>
                  </a:cubicBezTo>
                  <a:cubicBezTo>
                    <a:pt x="730972" y="64931"/>
                    <a:pt x="733503" y="64661"/>
                    <a:pt x="735944" y="63998"/>
                  </a:cubicBezTo>
                  <a:cubicBezTo>
                    <a:pt x="736837" y="63373"/>
                    <a:pt x="743709" y="61677"/>
                    <a:pt x="745762" y="60874"/>
                  </a:cubicBezTo>
                  <a:cubicBezTo>
                    <a:pt x="751741" y="58732"/>
                    <a:pt x="756025" y="56055"/>
                    <a:pt x="762540" y="54002"/>
                  </a:cubicBezTo>
                  <a:cubicBezTo>
                    <a:pt x="766914" y="52663"/>
                    <a:pt x="772358" y="53823"/>
                    <a:pt x="775839" y="52663"/>
                  </a:cubicBezTo>
                  <a:cubicBezTo>
                    <a:pt x="785478" y="49361"/>
                    <a:pt x="812341" y="39723"/>
                    <a:pt x="815643" y="39723"/>
                  </a:cubicBezTo>
                  <a:close/>
                  <a:moveTo>
                    <a:pt x="439014" y="1614"/>
                  </a:moveTo>
                  <a:cubicBezTo>
                    <a:pt x="441289" y="1698"/>
                    <a:pt x="443556" y="1936"/>
                    <a:pt x="445798" y="2328"/>
                  </a:cubicBezTo>
                  <a:cubicBezTo>
                    <a:pt x="448591" y="2507"/>
                    <a:pt x="451394" y="2507"/>
                    <a:pt x="454187" y="2328"/>
                  </a:cubicBezTo>
                  <a:cubicBezTo>
                    <a:pt x="456329" y="2328"/>
                    <a:pt x="457668" y="5094"/>
                    <a:pt x="458560" y="5808"/>
                  </a:cubicBezTo>
                  <a:cubicBezTo>
                    <a:pt x="459453" y="6522"/>
                    <a:pt x="465076" y="6790"/>
                    <a:pt x="466415" y="8217"/>
                  </a:cubicBezTo>
                  <a:cubicBezTo>
                    <a:pt x="467753" y="9645"/>
                    <a:pt x="467575" y="14197"/>
                    <a:pt x="469003" y="17142"/>
                  </a:cubicBezTo>
                  <a:cubicBezTo>
                    <a:pt x="470431" y="20088"/>
                    <a:pt x="474715" y="21605"/>
                    <a:pt x="475072" y="30530"/>
                  </a:cubicBezTo>
                  <a:cubicBezTo>
                    <a:pt x="475429" y="39455"/>
                    <a:pt x="473019" y="39633"/>
                    <a:pt x="467575" y="44275"/>
                  </a:cubicBezTo>
                  <a:cubicBezTo>
                    <a:pt x="466057" y="46238"/>
                    <a:pt x="466236" y="49362"/>
                    <a:pt x="469003" y="48826"/>
                  </a:cubicBezTo>
                  <a:cubicBezTo>
                    <a:pt x="473912" y="47844"/>
                    <a:pt x="491582" y="43917"/>
                    <a:pt x="495777" y="42579"/>
                  </a:cubicBezTo>
                  <a:cubicBezTo>
                    <a:pt x="500764" y="41016"/>
                    <a:pt x="505867" y="39852"/>
                    <a:pt x="511039" y="39098"/>
                  </a:cubicBezTo>
                  <a:cubicBezTo>
                    <a:pt x="512734" y="38919"/>
                    <a:pt x="515501" y="41329"/>
                    <a:pt x="517554" y="41865"/>
                  </a:cubicBezTo>
                  <a:cubicBezTo>
                    <a:pt x="519606" y="42400"/>
                    <a:pt x="523623" y="42222"/>
                    <a:pt x="524337" y="44096"/>
                  </a:cubicBezTo>
                  <a:cubicBezTo>
                    <a:pt x="525728" y="47651"/>
                    <a:pt x="528754" y="50312"/>
                    <a:pt x="532458" y="51236"/>
                  </a:cubicBezTo>
                  <a:lnTo>
                    <a:pt x="532280" y="51236"/>
                  </a:lnTo>
                  <a:cubicBezTo>
                    <a:pt x="534197" y="51715"/>
                    <a:pt x="535639" y="53299"/>
                    <a:pt x="535939" y="55252"/>
                  </a:cubicBezTo>
                  <a:cubicBezTo>
                    <a:pt x="535939" y="56948"/>
                    <a:pt x="535493" y="59804"/>
                    <a:pt x="535493" y="63463"/>
                  </a:cubicBezTo>
                  <a:cubicBezTo>
                    <a:pt x="534957" y="69174"/>
                    <a:pt x="525140" y="73191"/>
                    <a:pt x="520856" y="75868"/>
                  </a:cubicBezTo>
                  <a:cubicBezTo>
                    <a:pt x="519428" y="76850"/>
                    <a:pt x="518000" y="73548"/>
                    <a:pt x="513002" y="73548"/>
                  </a:cubicBezTo>
                  <a:cubicBezTo>
                    <a:pt x="511306" y="73637"/>
                    <a:pt x="501399" y="74440"/>
                    <a:pt x="499704" y="74440"/>
                  </a:cubicBezTo>
                  <a:lnTo>
                    <a:pt x="489083" y="75690"/>
                  </a:lnTo>
                  <a:cubicBezTo>
                    <a:pt x="486674" y="76225"/>
                    <a:pt x="481676" y="77921"/>
                    <a:pt x="479356" y="78635"/>
                  </a:cubicBezTo>
                  <a:cubicBezTo>
                    <a:pt x="476037" y="79570"/>
                    <a:pt x="472786" y="80734"/>
                    <a:pt x="469627" y="82116"/>
                  </a:cubicBezTo>
                  <a:cubicBezTo>
                    <a:pt x="468199" y="83008"/>
                    <a:pt x="464719" y="81402"/>
                    <a:pt x="460702" y="82116"/>
                  </a:cubicBezTo>
                  <a:cubicBezTo>
                    <a:pt x="458918" y="82473"/>
                    <a:pt x="452581" y="86310"/>
                    <a:pt x="447136" y="87827"/>
                  </a:cubicBezTo>
                  <a:cubicBezTo>
                    <a:pt x="436406" y="89705"/>
                    <a:pt x="425818" y="92329"/>
                    <a:pt x="415453" y="95681"/>
                  </a:cubicBezTo>
                  <a:cubicBezTo>
                    <a:pt x="413132" y="98002"/>
                    <a:pt x="408313" y="97020"/>
                    <a:pt x="406528" y="98002"/>
                  </a:cubicBezTo>
                  <a:cubicBezTo>
                    <a:pt x="404743" y="98984"/>
                    <a:pt x="400014" y="98984"/>
                    <a:pt x="397604" y="100233"/>
                  </a:cubicBezTo>
                  <a:cubicBezTo>
                    <a:pt x="393588" y="102286"/>
                    <a:pt x="391802" y="101126"/>
                    <a:pt x="389571" y="102286"/>
                  </a:cubicBezTo>
                  <a:cubicBezTo>
                    <a:pt x="387406" y="103093"/>
                    <a:pt x="385087" y="103398"/>
                    <a:pt x="382788" y="103178"/>
                  </a:cubicBezTo>
                  <a:cubicBezTo>
                    <a:pt x="380309" y="103673"/>
                    <a:pt x="377864" y="104328"/>
                    <a:pt x="375470" y="105142"/>
                  </a:cubicBezTo>
                  <a:cubicBezTo>
                    <a:pt x="373356" y="105630"/>
                    <a:pt x="371158" y="105630"/>
                    <a:pt x="369044" y="105142"/>
                  </a:cubicBezTo>
                  <a:cubicBezTo>
                    <a:pt x="367357" y="104892"/>
                    <a:pt x="365643" y="104892"/>
                    <a:pt x="363956" y="105142"/>
                  </a:cubicBezTo>
                  <a:cubicBezTo>
                    <a:pt x="362261" y="107373"/>
                    <a:pt x="359048" y="107373"/>
                    <a:pt x="355745" y="107373"/>
                  </a:cubicBezTo>
                  <a:cubicBezTo>
                    <a:pt x="353323" y="107845"/>
                    <a:pt x="350980" y="108656"/>
                    <a:pt x="348784" y="109783"/>
                  </a:cubicBezTo>
                  <a:cubicBezTo>
                    <a:pt x="348248" y="111390"/>
                    <a:pt x="345393" y="112817"/>
                    <a:pt x="342715" y="113264"/>
                  </a:cubicBezTo>
                  <a:cubicBezTo>
                    <a:pt x="340038" y="113710"/>
                    <a:pt x="341644" y="111568"/>
                    <a:pt x="337806" y="109783"/>
                  </a:cubicBezTo>
                  <a:cubicBezTo>
                    <a:pt x="336021" y="109248"/>
                    <a:pt x="332005" y="110765"/>
                    <a:pt x="328881" y="109248"/>
                  </a:cubicBezTo>
                  <a:cubicBezTo>
                    <a:pt x="325758" y="107730"/>
                    <a:pt x="325936" y="103357"/>
                    <a:pt x="326561" y="99698"/>
                  </a:cubicBezTo>
                  <a:cubicBezTo>
                    <a:pt x="326650" y="98894"/>
                    <a:pt x="326115" y="95503"/>
                    <a:pt x="326115" y="91844"/>
                  </a:cubicBezTo>
                  <a:cubicBezTo>
                    <a:pt x="325731" y="89613"/>
                    <a:pt x="326352" y="87327"/>
                    <a:pt x="327810" y="85596"/>
                  </a:cubicBezTo>
                  <a:cubicBezTo>
                    <a:pt x="333196" y="81606"/>
                    <a:pt x="339237" y="78586"/>
                    <a:pt x="345660" y="76671"/>
                  </a:cubicBezTo>
                  <a:cubicBezTo>
                    <a:pt x="347356" y="76314"/>
                    <a:pt x="349052" y="79349"/>
                    <a:pt x="350391" y="79349"/>
                  </a:cubicBezTo>
                  <a:cubicBezTo>
                    <a:pt x="351729" y="79349"/>
                    <a:pt x="357977" y="75868"/>
                    <a:pt x="360654" y="75868"/>
                  </a:cubicBezTo>
                  <a:cubicBezTo>
                    <a:pt x="368950" y="74869"/>
                    <a:pt x="377156" y="73229"/>
                    <a:pt x="385198" y="70959"/>
                  </a:cubicBezTo>
                  <a:cubicBezTo>
                    <a:pt x="389393" y="69531"/>
                    <a:pt x="393230" y="71495"/>
                    <a:pt x="395640" y="69531"/>
                  </a:cubicBezTo>
                  <a:cubicBezTo>
                    <a:pt x="401920" y="67209"/>
                    <a:pt x="408327" y="65242"/>
                    <a:pt x="414828" y="63641"/>
                  </a:cubicBezTo>
                  <a:cubicBezTo>
                    <a:pt x="417148" y="63106"/>
                    <a:pt x="421432" y="61946"/>
                    <a:pt x="422682" y="59090"/>
                  </a:cubicBezTo>
                  <a:cubicBezTo>
                    <a:pt x="422816" y="57259"/>
                    <a:pt x="422510" y="55423"/>
                    <a:pt x="421790" y="53735"/>
                  </a:cubicBezTo>
                  <a:cubicBezTo>
                    <a:pt x="420718" y="50968"/>
                    <a:pt x="418576" y="51950"/>
                    <a:pt x="416256" y="51950"/>
                  </a:cubicBezTo>
                  <a:cubicBezTo>
                    <a:pt x="414051" y="51336"/>
                    <a:pt x="412165" y="49898"/>
                    <a:pt x="410990" y="47934"/>
                  </a:cubicBezTo>
                  <a:cubicBezTo>
                    <a:pt x="410879" y="46008"/>
                    <a:pt x="411312" y="44090"/>
                    <a:pt x="412240" y="42400"/>
                  </a:cubicBezTo>
                  <a:cubicBezTo>
                    <a:pt x="412954" y="40437"/>
                    <a:pt x="413400" y="39633"/>
                    <a:pt x="414293" y="37134"/>
                  </a:cubicBezTo>
                  <a:cubicBezTo>
                    <a:pt x="415124" y="34973"/>
                    <a:pt x="415839" y="32768"/>
                    <a:pt x="416434" y="30530"/>
                  </a:cubicBezTo>
                  <a:cubicBezTo>
                    <a:pt x="417595" y="26871"/>
                    <a:pt x="410633" y="16786"/>
                    <a:pt x="409741" y="14019"/>
                  </a:cubicBezTo>
                  <a:cubicBezTo>
                    <a:pt x="409310" y="11926"/>
                    <a:pt x="410065" y="9766"/>
                    <a:pt x="411704" y="8396"/>
                  </a:cubicBezTo>
                  <a:cubicBezTo>
                    <a:pt x="414739" y="5272"/>
                    <a:pt x="418219" y="6700"/>
                    <a:pt x="421790" y="6700"/>
                  </a:cubicBezTo>
                  <a:cubicBezTo>
                    <a:pt x="423891" y="6335"/>
                    <a:pt x="425894" y="5545"/>
                    <a:pt x="427680" y="4380"/>
                  </a:cubicBezTo>
                  <a:cubicBezTo>
                    <a:pt x="428840" y="3755"/>
                    <a:pt x="430715" y="4648"/>
                    <a:pt x="433303" y="3755"/>
                  </a:cubicBezTo>
                  <a:cubicBezTo>
                    <a:pt x="435891" y="2863"/>
                    <a:pt x="435891" y="1614"/>
                    <a:pt x="439014" y="1614"/>
                  </a:cubicBezTo>
                  <a:close/>
                  <a:moveTo>
                    <a:pt x="1616919" y="7"/>
                  </a:moveTo>
                  <a:cubicBezTo>
                    <a:pt x="1621024" y="275"/>
                    <a:pt x="1623970" y="4113"/>
                    <a:pt x="1626380" y="7326"/>
                  </a:cubicBezTo>
                  <a:cubicBezTo>
                    <a:pt x="1628789" y="10539"/>
                    <a:pt x="1625487" y="16162"/>
                    <a:pt x="1622363" y="18928"/>
                  </a:cubicBezTo>
                  <a:cubicBezTo>
                    <a:pt x="1619035" y="21684"/>
                    <a:pt x="1616379" y="25164"/>
                    <a:pt x="1614599" y="29103"/>
                  </a:cubicBezTo>
                  <a:cubicBezTo>
                    <a:pt x="1614063" y="30263"/>
                    <a:pt x="1614063" y="37580"/>
                    <a:pt x="1614599" y="38027"/>
                  </a:cubicBezTo>
                  <a:cubicBezTo>
                    <a:pt x="1615134" y="38473"/>
                    <a:pt x="1619150" y="41240"/>
                    <a:pt x="1619418" y="45256"/>
                  </a:cubicBezTo>
                  <a:cubicBezTo>
                    <a:pt x="1619686" y="49272"/>
                    <a:pt x="1615848" y="52396"/>
                    <a:pt x="1608886" y="66587"/>
                  </a:cubicBezTo>
                  <a:cubicBezTo>
                    <a:pt x="1609154" y="66765"/>
                    <a:pt x="1602639" y="75690"/>
                    <a:pt x="1600943" y="78100"/>
                  </a:cubicBezTo>
                  <a:cubicBezTo>
                    <a:pt x="1599248" y="80510"/>
                    <a:pt x="1605227" y="84615"/>
                    <a:pt x="1610582" y="83187"/>
                  </a:cubicBezTo>
                  <a:cubicBezTo>
                    <a:pt x="1613438" y="82384"/>
                    <a:pt x="1608886" y="90773"/>
                    <a:pt x="1615313" y="90773"/>
                  </a:cubicBezTo>
                  <a:cubicBezTo>
                    <a:pt x="1620221" y="90773"/>
                    <a:pt x="1626112" y="86400"/>
                    <a:pt x="1624238" y="81848"/>
                  </a:cubicBezTo>
                  <a:cubicBezTo>
                    <a:pt x="1622631" y="80331"/>
                    <a:pt x="1619507" y="81848"/>
                    <a:pt x="1616473" y="79260"/>
                  </a:cubicBezTo>
                  <a:cubicBezTo>
                    <a:pt x="1613438" y="76672"/>
                    <a:pt x="1613528" y="70335"/>
                    <a:pt x="1614688" y="70335"/>
                  </a:cubicBezTo>
                  <a:cubicBezTo>
                    <a:pt x="1616747" y="69534"/>
                    <a:pt x="1618519" y="68136"/>
                    <a:pt x="1619775" y="66319"/>
                  </a:cubicBezTo>
                  <a:cubicBezTo>
                    <a:pt x="1620757" y="65337"/>
                    <a:pt x="1623880" y="63106"/>
                    <a:pt x="1623880" y="61499"/>
                  </a:cubicBezTo>
                  <a:cubicBezTo>
                    <a:pt x="1623880" y="59893"/>
                    <a:pt x="1619240" y="58733"/>
                    <a:pt x="1623167" y="53021"/>
                  </a:cubicBezTo>
                  <a:cubicBezTo>
                    <a:pt x="1625666" y="49361"/>
                    <a:pt x="1628789" y="49718"/>
                    <a:pt x="1630396" y="49361"/>
                  </a:cubicBezTo>
                  <a:cubicBezTo>
                    <a:pt x="1632002" y="49004"/>
                    <a:pt x="1633609" y="45167"/>
                    <a:pt x="1634501" y="43203"/>
                  </a:cubicBezTo>
                  <a:cubicBezTo>
                    <a:pt x="1635521" y="41071"/>
                    <a:pt x="1636155" y="38774"/>
                    <a:pt x="1636376" y="36420"/>
                  </a:cubicBezTo>
                  <a:cubicBezTo>
                    <a:pt x="1636465" y="30799"/>
                    <a:pt x="1630128" y="28299"/>
                    <a:pt x="1631199" y="23926"/>
                  </a:cubicBezTo>
                  <a:cubicBezTo>
                    <a:pt x="1633430" y="15090"/>
                    <a:pt x="1654940" y="11699"/>
                    <a:pt x="1657171" y="10182"/>
                  </a:cubicBezTo>
                  <a:cubicBezTo>
                    <a:pt x="1657795" y="9736"/>
                    <a:pt x="1658331" y="7772"/>
                    <a:pt x="1659492" y="6880"/>
                  </a:cubicBezTo>
                  <a:cubicBezTo>
                    <a:pt x="1661723" y="5188"/>
                    <a:pt x="1664699" y="4846"/>
                    <a:pt x="1667256" y="5987"/>
                  </a:cubicBezTo>
                  <a:cubicBezTo>
                    <a:pt x="1670221" y="7457"/>
                    <a:pt x="1673031" y="9221"/>
                    <a:pt x="1675646" y="11253"/>
                  </a:cubicBezTo>
                  <a:cubicBezTo>
                    <a:pt x="1677350" y="12815"/>
                    <a:pt x="1678155" y="15128"/>
                    <a:pt x="1677788" y="17411"/>
                  </a:cubicBezTo>
                  <a:cubicBezTo>
                    <a:pt x="1677430" y="20088"/>
                    <a:pt x="1676003" y="27586"/>
                    <a:pt x="1676806" y="28210"/>
                  </a:cubicBezTo>
                  <a:cubicBezTo>
                    <a:pt x="1677609" y="28835"/>
                    <a:pt x="1669220" y="33386"/>
                    <a:pt x="1665382" y="37134"/>
                  </a:cubicBezTo>
                  <a:cubicBezTo>
                    <a:pt x="1660510" y="43395"/>
                    <a:pt x="1657427" y="50860"/>
                    <a:pt x="1656457" y="58733"/>
                  </a:cubicBezTo>
                  <a:cubicBezTo>
                    <a:pt x="1656278" y="59447"/>
                    <a:pt x="1654047" y="64802"/>
                    <a:pt x="1653779" y="66230"/>
                  </a:cubicBezTo>
                  <a:cubicBezTo>
                    <a:pt x="1653511" y="67658"/>
                    <a:pt x="1652530" y="71674"/>
                    <a:pt x="1651548" y="75155"/>
                  </a:cubicBezTo>
                  <a:cubicBezTo>
                    <a:pt x="1650325" y="78776"/>
                    <a:pt x="1649722" y="82578"/>
                    <a:pt x="1649763" y="86400"/>
                  </a:cubicBezTo>
                  <a:cubicBezTo>
                    <a:pt x="1650031" y="88631"/>
                    <a:pt x="1653065" y="88007"/>
                    <a:pt x="1654939" y="88007"/>
                  </a:cubicBezTo>
                  <a:cubicBezTo>
                    <a:pt x="1658751" y="87138"/>
                    <a:pt x="1662244" y="85221"/>
                    <a:pt x="1665025" y="82473"/>
                  </a:cubicBezTo>
                  <a:cubicBezTo>
                    <a:pt x="1667329" y="82085"/>
                    <a:pt x="1669682" y="82085"/>
                    <a:pt x="1671986" y="82473"/>
                  </a:cubicBezTo>
                  <a:cubicBezTo>
                    <a:pt x="1673771" y="83009"/>
                    <a:pt x="1675645" y="85954"/>
                    <a:pt x="1677609" y="86579"/>
                  </a:cubicBezTo>
                  <a:cubicBezTo>
                    <a:pt x="1679572" y="87203"/>
                    <a:pt x="1682339" y="87382"/>
                    <a:pt x="1683946" y="88453"/>
                  </a:cubicBezTo>
                  <a:cubicBezTo>
                    <a:pt x="1685552" y="89524"/>
                    <a:pt x="1689032" y="88453"/>
                    <a:pt x="1691174" y="91041"/>
                  </a:cubicBezTo>
                  <a:lnTo>
                    <a:pt x="1691710" y="90952"/>
                  </a:lnTo>
                  <a:cubicBezTo>
                    <a:pt x="1694680" y="95921"/>
                    <a:pt x="1696022" y="101693"/>
                    <a:pt x="1695548" y="107462"/>
                  </a:cubicBezTo>
                  <a:cubicBezTo>
                    <a:pt x="1695402" y="112689"/>
                    <a:pt x="1693994" y="117803"/>
                    <a:pt x="1691442" y="122367"/>
                  </a:cubicBezTo>
                  <a:cubicBezTo>
                    <a:pt x="1684679" y="126488"/>
                    <a:pt x="1676868" y="128564"/>
                    <a:pt x="1668952" y="128347"/>
                  </a:cubicBezTo>
                  <a:cubicBezTo>
                    <a:pt x="1666327" y="128340"/>
                    <a:pt x="1663813" y="129403"/>
                    <a:pt x="1661990" y="131292"/>
                  </a:cubicBezTo>
                  <a:cubicBezTo>
                    <a:pt x="1659028" y="132230"/>
                    <a:pt x="1655812" y="131941"/>
                    <a:pt x="1653065" y="130489"/>
                  </a:cubicBezTo>
                  <a:cubicBezTo>
                    <a:pt x="1649401" y="129592"/>
                    <a:pt x="1645574" y="129592"/>
                    <a:pt x="1641909" y="130489"/>
                  </a:cubicBezTo>
                  <a:cubicBezTo>
                    <a:pt x="1634094" y="132617"/>
                    <a:pt x="1627291" y="137457"/>
                    <a:pt x="1622720" y="144144"/>
                  </a:cubicBezTo>
                  <a:cubicBezTo>
                    <a:pt x="1621023" y="147185"/>
                    <a:pt x="1618601" y="149760"/>
                    <a:pt x="1615670" y="151641"/>
                  </a:cubicBezTo>
                  <a:cubicBezTo>
                    <a:pt x="1611417" y="154501"/>
                    <a:pt x="1607626" y="157993"/>
                    <a:pt x="1604424" y="161994"/>
                  </a:cubicBezTo>
                  <a:cubicBezTo>
                    <a:pt x="1602518" y="165184"/>
                    <a:pt x="1601881" y="168975"/>
                    <a:pt x="1602639" y="172614"/>
                  </a:cubicBezTo>
                  <a:cubicBezTo>
                    <a:pt x="1602996" y="173685"/>
                    <a:pt x="1605406" y="174309"/>
                    <a:pt x="1607994" y="173685"/>
                  </a:cubicBezTo>
                  <a:cubicBezTo>
                    <a:pt x="1611137" y="172237"/>
                    <a:pt x="1614355" y="170956"/>
                    <a:pt x="1617633" y="169847"/>
                  </a:cubicBezTo>
                  <a:cubicBezTo>
                    <a:pt x="1620221" y="169490"/>
                    <a:pt x="1621828" y="166278"/>
                    <a:pt x="1623970" y="166456"/>
                  </a:cubicBezTo>
                  <a:cubicBezTo>
                    <a:pt x="1626112" y="166635"/>
                    <a:pt x="1628968" y="170650"/>
                    <a:pt x="1635037" y="172078"/>
                  </a:cubicBezTo>
                  <a:cubicBezTo>
                    <a:pt x="1636911" y="172614"/>
                    <a:pt x="1640392" y="174845"/>
                    <a:pt x="1645836" y="176541"/>
                  </a:cubicBezTo>
                  <a:cubicBezTo>
                    <a:pt x="1646550" y="176719"/>
                    <a:pt x="1650834" y="177612"/>
                    <a:pt x="1650031" y="180825"/>
                  </a:cubicBezTo>
                  <a:cubicBezTo>
                    <a:pt x="1649891" y="184724"/>
                    <a:pt x="1648950" y="188552"/>
                    <a:pt x="1647264" y="192070"/>
                  </a:cubicBezTo>
                  <a:cubicBezTo>
                    <a:pt x="1645390" y="194301"/>
                    <a:pt x="1643159" y="197068"/>
                    <a:pt x="1640838" y="197604"/>
                  </a:cubicBezTo>
                  <a:cubicBezTo>
                    <a:pt x="1636643" y="198407"/>
                    <a:pt x="1634144" y="198496"/>
                    <a:pt x="1629503" y="199746"/>
                  </a:cubicBezTo>
                  <a:cubicBezTo>
                    <a:pt x="1627183" y="200371"/>
                    <a:pt x="1625487" y="201709"/>
                    <a:pt x="1621828" y="202334"/>
                  </a:cubicBezTo>
                  <a:cubicBezTo>
                    <a:pt x="1618169" y="202959"/>
                    <a:pt x="1603978" y="205636"/>
                    <a:pt x="1603978" y="210366"/>
                  </a:cubicBezTo>
                  <a:cubicBezTo>
                    <a:pt x="1604463" y="214455"/>
                    <a:pt x="1604731" y="218566"/>
                    <a:pt x="1604781" y="222683"/>
                  </a:cubicBezTo>
                  <a:cubicBezTo>
                    <a:pt x="1604577" y="226220"/>
                    <a:pt x="1604129" y="229738"/>
                    <a:pt x="1603442" y="233214"/>
                  </a:cubicBezTo>
                  <a:cubicBezTo>
                    <a:pt x="1601919" y="237055"/>
                    <a:pt x="1601073" y="241132"/>
                    <a:pt x="1600943" y="245262"/>
                  </a:cubicBezTo>
                  <a:cubicBezTo>
                    <a:pt x="1601211" y="249011"/>
                    <a:pt x="1596839" y="252581"/>
                    <a:pt x="1596303" y="253295"/>
                  </a:cubicBezTo>
                  <a:cubicBezTo>
                    <a:pt x="1593447" y="259453"/>
                    <a:pt x="1593894" y="268557"/>
                    <a:pt x="1587378" y="270609"/>
                  </a:cubicBezTo>
                  <a:cubicBezTo>
                    <a:pt x="1583140" y="272438"/>
                    <a:pt x="1578787" y="273989"/>
                    <a:pt x="1574348" y="275250"/>
                  </a:cubicBezTo>
                  <a:cubicBezTo>
                    <a:pt x="1570753" y="275722"/>
                    <a:pt x="1567240" y="276683"/>
                    <a:pt x="1563906" y="278106"/>
                  </a:cubicBezTo>
                  <a:cubicBezTo>
                    <a:pt x="1558776" y="279598"/>
                    <a:pt x="1553327" y="279598"/>
                    <a:pt x="1548198" y="278106"/>
                  </a:cubicBezTo>
                  <a:cubicBezTo>
                    <a:pt x="1546323" y="276589"/>
                    <a:pt x="1547216" y="271591"/>
                    <a:pt x="1547216" y="268646"/>
                  </a:cubicBezTo>
                  <a:cubicBezTo>
                    <a:pt x="1547127" y="263201"/>
                    <a:pt x="1533382" y="257489"/>
                    <a:pt x="1532043" y="254276"/>
                  </a:cubicBezTo>
                  <a:cubicBezTo>
                    <a:pt x="1530704" y="251063"/>
                    <a:pt x="1535435" y="251153"/>
                    <a:pt x="1540165" y="250260"/>
                  </a:cubicBezTo>
                  <a:cubicBezTo>
                    <a:pt x="1548287" y="248832"/>
                    <a:pt x="1555962" y="247940"/>
                    <a:pt x="1559800" y="246690"/>
                  </a:cubicBezTo>
                  <a:cubicBezTo>
                    <a:pt x="1567833" y="243745"/>
                    <a:pt x="1571224" y="227324"/>
                    <a:pt x="1575240" y="219916"/>
                  </a:cubicBezTo>
                  <a:cubicBezTo>
                    <a:pt x="1576490" y="217596"/>
                    <a:pt x="1576133" y="213847"/>
                    <a:pt x="1570956" y="213847"/>
                  </a:cubicBezTo>
                  <a:cubicBezTo>
                    <a:pt x="1566068" y="214260"/>
                    <a:pt x="1561227" y="215127"/>
                    <a:pt x="1556498" y="216436"/>
                  </a:cubicBezTo>
                  <a:cubicBezTo>
                    <a:pt x="1551612" y="217718"/>
                    <a:pt x="1546626" y="218584"/>
                    <a:pt x="1541593" y="219024"/>
                  </a:cubicBezTo>
                  <a:cubicBezTo>
                    <a:pt x="1538291" y="219202"/>
                    <a:pt x="1531329" y="223397"/>
                    <a:pt x="1529366" y="223397"/>
                  </a:cubicBezTo>
                  <a:cubicBezTo>
                    <a:pt x="1525796" y="223486"/>
                    <a:pt x="1522672" y="224914"/>
                    <a:pt x="1518388" y="220720"/>
                  </a:cubicBezTo>
                  <a:cubicBezTo>
                    <a:pt x="1516809" y="219796"/>
                    <a:pt x="1515133" y="219047"/>
                    <a:pt x="1513390" y="218488"/>
                  </a:cubicBezTo>
                  <a:cubicBezTo>
                    <a:pt x="1510981" y="217239"/>
                    <a:pt x="1512230" y="212330"/>
                    <a:pt x="1512230" y="210456"/>
                  </a:cubicBezTo>
                  <a:cubicBezTo>
                    <a:pt x="1512492" y="206685"/>
                    <a:pt x="1513241" y="202966"/>
                    <a:pt x="1514461" y="199389"/>
                  </a:cubicBezTo>
                  <a:cubicBezTo>
                    <a:pt x="1517569" y="194875"/>
                    <a:pt x="1522423" y="191866"/>
                    <a:pt x="1527848" y="191088"/>
                  </a:cubicBezTo>
                  <a:cubicBezTo>
                    <a:pt x="1529723" y="191088"/>
                    <a:pt x="1535614" y="193587"/>
                    <a:pt x="1537577" y="193587"/>
                  </a:cubicBezTo>
                  <a:cubicBezTo>
                    <a:pt x="1539540" y="193587"/>
                    <a:pt x="1543914" y="189393"/>
                    <a:pt x="1547037" y="187697"/>
                  </a:cubicBezTo>
                  <a:cubicBezTo>
                    <a:pt x="1550831" y="186303"/>
                    <a:pt x="1554745" y="185257"/>
                    <a:pt x="1558729" y="184573"/>
                  </a:cubicBezTo>
                  <a:cubicBezTo>
                    <a:pt x="1561265" y="183794"/>
                    <a:pt x="1563649" y="182586"/>
                    <a:pt x="1565780" y="181003"/>
                  </a:cubicBezTo>
                  <a:cubicBezTo>
                    <a:pt x="1567743" y="179843"/>
                    <a:pt x="1567565" y="178861"/>
                    <a:pt x="1568279" y="176898"/>
                  </a:cubicBezTo>
                  <a:cubicBezTo>
                    <a:pt x="1568993" y="174934"/>
                    <a:pt x="1568636" y="169847"/>
                    <a:pt x="1569528" y="167973"/>
                  </a:cubicBezTo>
                  <a:cubicBezTo>
                    <a:pt x="1570964" y="165133"/>
                    <a:pt x="1572072" y="162139"/>
                    <a:pt x="1572831" y="159049"/>
                  </a:cubicBezTo>
                  <a:cubicBezTo>
                    <a:pt x="1573277" y="156550"/>
                    <a:pt x="1567922" y="158424"/>
                    <a:pt x="1566048" y="158424"/>
                  </a:cubicBezTo>
                  <a:cubicBezTo>
                    <a:pt x="1563096" y="159236"/>
                    <a:pt x="1560475" y="160953"/>
                    <a:pt x="1558550" y="163333"/>
                  </a:cubicBezTo>
                  <a:cubicBezTo>
                    <a:pt x="1556144" y="165490"/>
                    <a:pt x="1553225" y="166996"/>
                    <a:pt x="1550071" y="167706"/>
                  </a:cubicBezTo>
                  <a:cubicBezTo>
                    <a:pt x="1547760" y="168508"/>
                    <a:pt x="1545244" y="168508"/>
                    <a:pt x="1542932" y="167706"/>
                  </a:cubicBezTo>
                  <a:cubicBezTo>
                    <a:pt x="1540254" y="166278"/>
                    <a:pt x="1540254" y="164404"/>
                    <a:pt x="1540255" y="161191"/>
                  </a:cubicBezTo>
                  <a:cubicBezTo>
                    <a:pt x="1539977" y="157827"/>
                    <a:pt x="1540657" y="154455"/>
                    <a:pt x="1542218" y="151462"/>
                  </a:cubicBezTo>
                  <a:cubicBezTo>
                    <a:pt x="1543824" y="149588"/>
                    <a:pt x="1543200" y="139592"/>
                    <a:pt x="1549715" y="133612"/>
                  </a:cubicBezTo>
                  <a:cubicBezTo>
                    <a:pt x="1551857" y="131738"/>
                    <a:pt x="1557837" y="134326"/>
                    <a:pt x="1560246" y="132898"/>
                  </a:cubicBezTo>
                  <a:cubicBezTo>
                    <a:pt x="1561510" y="131970"/>
                    <a:pt x="1562821" y="131107"/>
                    <a:pt x="1564173" y="130310"/>
                  </a:cubicBezTo>
                  <a:cubicBezTo>
                    <a:pt x="1566315" y="129418"/>
                    <a:pt x="1571314" y="130042"/>
                    <a:pt x="1573902" y="129418"/>
                  </a:cubicBezTo>
                  <a:cubicBezTo>
                    <a:pt x="1577653" y="128771"/>
                    <a:pt x="1581353" y="127846"/>
                    <a:pt x="1584969" y="126651"/>
                  </a:cubicBezTo>
                  <a:cubicBezTo>
                    <a:pt x="1586308" y="126205"/>
                    <a:pt x="1591662" y="126205"/>
                    <a:pt x="1593269" y="125223"/>
                  </a:cubicBezTo>
                  <a:cubicBezTo>
                    <a:pt x="1594875" y="124241"/>
                    <a:pt x="1594340" y="124509"/>
                    <a:pt x="1600230" y="122724"/>
                  </a:cubicBezTo>
                  <a:cubicBezTo>
                    <a:pt x="1599694" y="122546"/>
                    <a:pt x="1602639" y="120760"/>
                    <a:pt x="1604335" y="119779"/>
                  </a:cubicBezTo>
                  <a:cubicBezTo>
                    <a:pt x="1607560" y="119288"/>
                    <a:pt x="1610839" y="119288"/>
                    <a:pt x="1614063" y="119779"/>
                  </a:cubicBezTo>
                  <a:cubicBezTo>
                    <a:pt x="1617009" y="120403"/>
                    <a:pt x="1620578" y="119779"/>
                    <a:pt x="1622007" y="119779"/>
                  </a:cubicBezTo>
                  <a:cubicBezTo>
                    <a:pt x="1624610" y="120901"/>
                    <a:pt x="1627388" y="121565"/>
                    <a:pt x="1630217" y="121742"/>
                  </a:cubicBezTo>
                  <a:cubicBezTo>
                    <a:pt x="1632092" y="121653"/>
                    <a:pt x="1637179" y="117369"/>
                    <a:pt x="1639142" y="117369"/>
                  </a:cubicBezTo>
                  <a:cubicBezTo>
                    <a:pt x="1642760" y="115665"/>
                    <a:pt x="1644802" y="111763"/>
                    <a:pt x="1644140" y="107819"/>
                  </a:cubicBezTo>
                  <a:cubicBezTo>
                    <a:pt x="1640140" y="107702"/>
                    <a:pt x="1636144" y="108153"/>
                    <a:pt x="1632270" y="109158"/>
                  </a:cubicBezTo>
                  <a:cubicBezTo>
                    <a:pt x="1629593" y="110229"/>
                    <a:pt x="1621560" y="110050"/>
                    <a:pt x="1619775" y="110943"/>
                  </a:cubicBezTo>
                  <a:cubicBezTo>
                    <a:pt x="1613474" y="113125"/>
                    <a:pt x="1606756" y="113827"/>
                    <a:pt x="1600140" y="112996"/>
                  </a:cubicBezTo>
                  <a:cubicBezTo>
                    <a:pt x="1596725" y="113165"/>
                    <a:pt x="1593369" y="113951"/>
                    <a:pt x="1590234" y="115316"/>
                  </a:cubicBezTo>
                  <a:cubicBezTo>
                    <a:pt x="1587006" y="116321"/>
                    <a:pt x="1583688" y="117009"/>
                    <a:pt x="1580327" y="117369"/>
                  </a:cubicBezTo>
                  <a:cubicBezTo>
                    <a:pt x="1574941" y="117780"/>
                    <a:pt x="1569579" y="118465"/>
                    <a:pt x="1564262" y="119422"/>
                  </a:cubicBezTo>
                  <a:cubicBezTo>
                    <a:pt x="1561496" y="120047"/>
                    <a:pt x="1555605" y="120939"/>
                    <a:pt x="1551946" y="121921"/>
                  </a:cubicBezTo>
                  <a:cubicBezTo>
                    <a:pt x="1546839" y="123178"/>
                    <a:pt x="1541940" y="125161"/>
                    <a:pt x="1537398" y="127811"/>
                  </a:cubicBezTo>
                  <a:cubicBezTo>
                    <a:pt x="1533856" y="131307"/>
                    <a:pt x="1530849" y="135307"/>
                    <a:pt x="1528473" y="139681"/>
                  </a:cubicBezTo>
                  <a:cubicBezTo>
                    <a:pt x="1527210" y="141509"/>
                    <a:pt x="1525776" y="143213"/>
                    <a:pt x="1524189" y="144769"/>
                  </a:cubicBezTo>
                  <a:cubicBezTo>
                    <a:pt x="1516960" y="150035"/>
                    <a:pt x="1512498" y="157710"/>
                    <a:pt x="1505626" y="158960"/>
                  </a:cubicBezTo>
                  <a:cubicBezTo>
                    <a:pt x="1502822" y="159825"/>
                    <a:pt x="1499797" y="158592"/>
                    <a:pt x="1498397" y="156014"/>
                  </a:cubicBezTo>
                  <a:cubicBezTo>
                    <a:pt x="1495300" y="150824"/>
                    <a:pt x="1493437" y="144992"/>
                    <a:pt x="1492953" y="138967"/>
                  </a:cubicBezTo>
                  <a:cubicBezTo>
                    <a:pt x="1492953" y="133523"/>
                    <a:pt x="1496076" y="132185"/>
                    <a:pt x="1492953" y="121831"/>
                  </a:cubicBezTo>
                  <a:cubicBezTo>
                    <a:pt x="1492487" y="119195"/>
                    <a:pt x="1493517" y="116516"/>
                    <a:pt x="1495630" y="114870"/>
                  </a:cubicBezTo>
                  <a:cubicBezTo>
                    <a:pt x="1497446" y="114103"/>
                    <a:pt x="1499109" y="113014"/>
                    <a:pt x="1500539" y="111657"/>
                  </a:cubicBezTo>
                  <a:cubicBezTo>
                    <a:pt x="1504881" y="105275"/>
                    <a:pt x="1508873" y="98660"/>
                    <a:pt x="1512498" y="91844"/>
                  </a:cubicBezTo>
                  <a:cubicBezTo>
                    <a:pt x="1512498" y="91844"/>
                    <a:pt x="1514461" y="90684"/>
                    <a:pt x="1515889" y="91844"/>
                  </a:cubicBezTo>
                  <a:cubicBezTo>
                    <a:pt x="1517444" y="96814"/>
                    <a:pt x="1518256" y="101988"/>
                    <a:pt x="1518299" y="107194"/>
                  </a:cubicBezTo>
                  <a:cubicBezTo>
                    <a:pt x="1518267" y="107733"/>
                    <a:pt x="1518345" y="108272"/>
                    <a:pt x="1518530" y="108779"/>
                  </a:cubicBezTo>
                  <a:cubicBezTo>
                    <a:pt x="1519273" y="110816"/>
                    <a:pt x="1521527" y="111865"/>
                    <a:pt x="1523564" y="111121"/>
                  </a:cubicBezTo>
                  <a:cubicBezTo>
                    <a:pt x="1527188" y="110367"/>
                    <a:pt x="1530657" y="109009"/>
                    <a:pt x="1533828" y="107105"/>
                  </a:cubicBezTo>
                  <a:cubicBezTo>
                    <a:pt x="1534453" y="106659"/>
                    <a:pt x="1537309" y="105410"/>
                    <a:pt x="1537309" y="103625"/>
                  </a:cubicBezTo>
                  <a:cubicBezTo>
                    <a:pt x="1536694" y="101150"/>
                    <a:pt x="1535795" y="98754"/>
                    <a:pt x="1534631" y="96486"/>
                  </a:cubicBezTo>
                  <a:cubicBezTo>
                    <a:pt x="1533677" y="93106"/>
                    <a:pt x="1533080" y="89636"/>
                    <a:pt x="1532846" y="86132"/>
                  </a:cubicBezTo>
                  <a:cubicBezTo>
                    <a:pt x="1532846" y="84258"/>
                    <a:pt x="1533650" y="73191"/>
                    <a:pt x="1534453" y="64891"/>
                  </a:cubicBezTo>
                  <a:cubicBezTo>
                    <a:pt x="1534989" y="60250"/>
                    <a:pt x="1532936" y="54716"/>
                    <a:pt x="1532936" y="42400"/>
                  </a:cubicBezTo>
                  <a:cubicBezTo>
                    <a:pt x="1533136" y="38021"/>
                    <a:pt x="1532437" y="33648"/>
                    <a:pt x="1530883" y="29549"/>
                  </a:cubicBezTo>
                  <a:cubicBezTo>
                    <a:pt x="1528652" y="28210"/>
                    <a:pt x="1531687" y="22944"/>
                    <a:pt x="1535167" y="22141"/>
                  </a:cubicBezTo>
                  <a:cubicBezTo>
                    <a:pt x="1537216" y="21964"/>
                    <a:pt x="1539277" y="21964"/>
                    <a:pt x="1541325" y="22141"/>
                  </a:cubicBezTo>
                  <a:cubicBezTo>
                    <a:pt x="1542664" y="22052"/>
                    <a:pt x="1542485" y="19285"/>
                    <a:pt x="1544449" y="20088"/>
                  </a:cubicBezTo>
                  <a:cubicBezTo>
                    <a:pt x="1546412" y="20892"/>
                    <a:pt x="1546056" y="21249"/>
                    <a:pt x="1547127" y="24105"/>
                  </a:cubicBezTo>
                  <a:cubicBezTo>
                    <a:pt x="1548198" y="26961"/>
                    <a:pt x="1547394" y="28478"/>
                    <a:pt x="1548198" y="31423"/>
                  </a:cubicBezTo>
                  <a:cubicBezTo>
                    <a:pt x="1549001" y="34368"/>
                    <a:pt x="1547751" y="38651"/>
                    <a:pt x="1549001" y="40347"/>
                  </a:cubicBezTo>
                  <a:cubicBezTo>
                    <a:pt x="1549781" y="42141"/>
                    <a:pt x="1549781" y="44177"/>
                    <a:pt x="1549001" y="45970"/>
                  </a:cubicBezTo>
                  <a:cubicBezTo>
                    <a:pt x="1548629" y="48006"/>
                    <a:pt x="1548629" y="50092"/>
                    <a:pt x="1549001" y="52128"/>
                  </a:cubicBezTo>
                  <a:cubicBezTo>
                    <a:pt x="1549715" y="54449"/>
                    <a:pt x="1548733" y="56858"/>
                    <a:pt x="1549001" y="59893"/>
                  </a:cubicBezTo>
                  <a:cubicBezTo>
                    <a:pt x="1549269" y="62927"/>
                    <a:pt x="1549893" y="72923"/>
                    <a:pt x="1549893" y="75065"/>
                  </a:cubicBezTo>
                  <a:cubicBezTo>
                    <a:pt x="1549893" y="77207"/>
                    <a:pt x="1552392" y="80599"/>
                    <a:pt x="1551857" y="85240"/>
                  </a:cubicBezTo>
                  <a:cubicBezTo>
                    <a:pt x="1551857" y="87114"/>
                    <a:pt x="1551857" y="90952"/>
                    <a:pt x="1551857" y="92737"/>
                  </a:cubicBezTo>
                  <a:cubicBezTo>
                    <a:pt x="1551321" y="96575"/>
                    <a:pt x="1548019" y="99520"/>
                    <a:pt x="1548822" y="101662"/>
                  </a:cubicBezTo>
                  <a:cubicBezTo>
                    <a:pt x="1549600" y="103639"/>
                    <a:pt x="1551146" y="105216"/>
                    <a:pt x="1553106" y="106034"/>
                  </a:cubicBezTo>
                  <a:cubicBezTo>
                    <a:pt x="1555516" y="106570"/>
                    <a:pt x="1559621" y="103714"/>
                    <a:pt x="1561584" y="103714"/>
                  </a:cubicBezTo>
                  <a:cubicBezTo>
                    <a:pt x="1564032" y="103777"/>
                    <a:pt x="1566481" y="103628"/>
                    <a:pt x="1568903" y="103268"/>
                  </a:cubicBezTo>
                  <a:cubicBezTo>
                    <a:pt x="1572798" y="102113"/>
                    <a:pt x="1576809" y="101395"/>
                    <a:pt x="1580863" y="101126"/>
                  </a:cubicBezTo>
                  <a:cubicBezTo>
                    <a:pt x="1582648" y="101037"/>
                    <a:pt x="1585772" y="98895"/>
                    <a:pt x="1587378" y="98895"/>
                  </a:cubicBezTo>
                  <a:cubicBezTo>
                    <a:pt x="1589266" y="98083"/>
                    <a:pt x="1590990" y="96934"/>
                    <a:pt x="1592465" y="95504"/>
                  </a:cubicBezTo>
                  <a:cubicBezTo>
                    <a:pt x="1593542" y="94532"/>
                    <a:pt x="1593834" y="92960"/>
                    <a:pt x="1593179" y="91666"/>
                  </a:cubicBezTo>
                  <a:cubicBezTo>
                    <a:pt x="1591930" y="88542"/>
                    <a:pt x="1589342" y="89792"/>
                    <a:pt x="1586039" y="90952"/>
                  </a:cubicBezTo>
                  <a:cubicBezTo>
                    <a:pt x="1584254" y="91666"/>
                    <a:pt x="1580685" y="94790"/>
                    <a:pt x="1579524" y="93629"/>
                  </a:cubicBezTo>
                  <a:cubicBezTo>
                    <a:pt x="1577479" y="92395"/>
                    <a:pt x="1576675" y="89830"/>
                    <a:pt x="1577650" y="87650"/>
                  </a:cubicBezTo>
                  <a:cubicBezTo>
                    <a:pt x="1578096" y="85686"/>
                    <a:pt x="1576312" y="81938"/>
                    <a:pt x="1573723" y="82741"/>
                  </a:cubicBezTo>
                  <a:cubicBezTo>
                    <a:pt x="1571135" y="83544"/>
                    <a:pt x="1570956" y="87293"/>
                    <a:pt x="1571135" y="90060"/>
                  </a:cubicBezTo>
                  <a:cubicBezTo>
                    <a:pt x="1571314" y="92826"/>
                    <a:pt x="1569260" y="93451"/>
                    <a:pt x="1568011" y="94433"/>
                  </a:cubicBezTo>
                  <a:cubicBezTo>
                    <a:pt x="1566762" y="95414"/>
                    <a:pt x="1565601" y="97556"/>
                    <a:pt x="1563638" y="96753"/>
                  </a:cubicBezTo>
                  <a:cubicBezTo>
                    <a:pt x="1560661" y="95046"/>
                    <a:pt x="1558927" y="91786"/>
                    <a:pt x="1559175" y="88364"/>
                  </a:cubicBezTo>
                  <a:cubicBezTo>
                    <a:pt x="1559086" y="86489"/>
                    <a:pt x="1559800" y="72834"/>
                    <a:pt x="1559800" y="71049"/>
                  </a:cubicBezTo>
                  <a:cubicBezTo>
                    <a:pt x="1560157" y="67390"/>
                    <a:pt x="1557837" y="62392"/>
                    <a:pt x="1557837" y="59268"/>
                  </a:cubicBezTo>
                  <a:cubicBezTo>
                    <a:pt x="1558130" y="53709"/>
                    <a:pt x="1558130" y="48139"/>
                    <a:pt x="1557837" y="42579"/>
                  </a:cubicBezTo>
                  <a:cubicBezTo>
                    <a:pt x="1557530" y="40682"/>
                    <a:pt x="1557114" y="38804"/>
                    <a:pt x="1556587" y="36956"/>
                  </a:cubicBezTo>
                  <a:cubicBezTo>
                    <a:pt x="1556852" y="33964"/>
                    <a:pt x="1558037" y="31126"/>
                    <a:pt x="1559979" y="28835"/>
                  </a:cubicBezTo>
                  <a:cubicBezTo>
                    <a:pt x="1561439" y="27117"/>
                    <a:pt x="1563465" y="25978"/>
                    <a:pt x="1565691" y="25622"/>
                  </a:cubicBezTo>
                  <a:cubicBezTo>
                    <a:pt x="1567833" y="25176"/>
                    <a:pt x="1568458" y="30709"/>
                    <a:pt x="1568457" y="34546"/>
                  </a:cubicBezTo>
                  <a:cubicBezTo>
                    <a:pt x="1568376" y="36586"/>
                    <a:pt x="1569042" y="38585"/>
                    <a:pt x="1570331" y="40169"/>
                  </a:cubicBezTo>
                  <a:cubicBezTo>
                    <a:pt x="1572019" y="46307"/>
                    <a:pt x="1572919" y="52635"/>
                    <a:pt x="1573009" y="59000"/>
                  </a:cubicBezTo>
                  <a:cubicBezTo>
                    <a:pt x="1572920" y="62481"/>
                    <a:pt x="1573455" y="62035"/>
                    <a:pt x="1575508" y="63374"/>
                  </a:cubicBezTo>
                  <a:cubicBezTo>
                    <a:pt x="1577561" y="64712"/>
                    <a:pt x="1583719" y="62124"/>
                    <a:pt x="1585237" y="63374"/>
                  </a:cubicBezTo>
                  <a:cubicBezTo>
                    <a:pt x="1586754" y="64623"/>
                    <a:pt x="1587468" y="68015"/>
                    <a:pt x="1588896" y="68015"/>
                  </a:cubicBezTo>
                  <a:cubicBezTo>
                    <a:pt x="1593447" y="68639"/>
                    <a:pt x="1596571" y="61499"/>
                    <a:pt x="1597820" y="59714"/>
                  </a:cubicBezTo>
                  <a:cubicBezTo>
                    <a:pt x="1601122" y="55073"/>
                    <a:pt x="1594072" y="48648"/>
                    <a:pt x="1593090" y="48469"/>
                  </a:cubicBezTo>
                  <a:cubicBezTo>
                    <a:pt x="1592108" y="48290"/>
                    <a:pt x="1589252" y="50879"/>
                    <a:pt x="1585237" y="51503"/>
                  </a:cubicBezTo>
                  <a:cubicBezTo>
                    <a:pt x="1581220" y="52128"/>
                    <a:pt x="1582916" y="54984"/>
                    <a:pt x="1579703" y="54092"/>
                  </a:cubicBezTo>
                  <a:cubicBezTo>
                    <a:pt x="1576490" y="53199"/>
                    <a:pt x="1577918" y="46148"/>
                    <a:pt x="1579703" y="42936"/>
                  </a:cubicBezTo>
                  <a:cubicBezTo>
                    <a:pt x="1581521" y="40271"/>
                    <a:pt x="1582683" y="37212"/>
                    <a:pt x="1583094" y="34011"/>
                  </a:cubicBezTo>
                  <a:cubicBezTo>
                    <a:pt x="1582737" y="30174"/>
                    <a:pt x="1579346" y="25533"/>
                    <a:pt x="1579346" y="24105"/>
                  </a:cubicBezTo>
                  <a:cubicBezTo>
                    <a:pt x="1579346" y="22677"/>
                    <a:pt x="1583719" y="17946"/>
                    <a:pt x="1585593" y="17857"/>
                  </a:cubicBezTo>
                  <a:cubicBezTo>
                    <a:pt x="1587468" y="17768"/>
                    <a:pt x="1590681" y="23480"/>
                    <a:pt x="1592466" y="23480"/>
                  </a:cubicBezTo>
                  <a:cubicBezTo>
                    <a:pt x="1594250" y="23480"/>
                    <a:pt x="1598713" y="16518"/>
                    <a:pt x="1600765" y="12502"/>
                  </a:cubicBezTo>
                  <a:cubicBezTo>
                    <a:pt x="1602104" y="10003"/>
                    <a:pt x="1602907" y="2863"/>
                    <a:pt x="1606923" y="1078"/>
                  </a:cubicBezTo>
                  <a:cubicBezTo>
                    <a:pt x="1608530" y="1078"/>
                    <a:pt x="1610761" y="1881"/>
                    <a:pt x="1611921" y="1078"/>
                  </a:cubicBezTo>
                  <a:cubicBezTo>
                    <a:pt x="1613472" y="309"/>
                    <a:pt x="1615190" y="-59"/>
                    <a:pt x="1616919" y="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8776F0A3-AE43-4E9D-8CD7-B51DE50155D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68000" y="514800"/>
              <a:ext cx="507600" cy="507600"/>
              <a:chOff x="2216986" y="864164"/>
              <a:chExt cx="5847244" cy="5847244"/>
            </a:xfrm>
          </p:grpSpPr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70C77EE7-C5ED-4C80-8BB2-080C0678F623}"/>
                  </a:ext>
                </a:extLst>
              </p:cNvPr>
              <p:cNvSpPr/>
              <p:nvPr userDrawn="1"/>
            </p:nvSpPr>
            <p:spPr>
              <a:xfrm>
                <a:off x="2953301" y="1600488"/>
                <a:ext cx="4374605" cy="4374605"/>
              </a:xfrm>
              <a:custGeom>
                <a:avLst/>
                <a:gdLst>
                  <a:gd name="connsiteX0" fmla="*/ -365 w 404050"/>
                  <a:gd name="connsiteY0" fmla="*/ 201889 h 404050"/>
                  <a:gd name="connsiteX1" fmla="*/ 201660 w 404050"/>
                  <a:gd name="connsiteY1" fmla="*/ -136 h 404050"/>
                  <a:gd name="connsiteX2" fmla="*/ 403685 w 404050"/>
                  <a:gd name="connsiteY2" fmla="*/ 201889 h 404050"/>
                  <a:gd name="connsiteX3" fmla="*/ 201660 w 404050"/>
                  <a:gd name="connsiteY3" fmla="*/ 403914 h 404050"/>
                  <a:gd name="connsiteX4" fmla="*/ -365 w 404050"/>
                  <a:gd name="connsiteY4" fmla="*/ 201889 h 40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050" h="404050">
                    <a:moveTo>
                      <a:pt x="-365" y="201889"/>
                    </a:moveTo>
                    <a:cubicBezTo>
                      <a:pt x="-365" y="90314"/>
                      <a:pt x="90085" y="-136"/>
                      <a:pt x="201660" y="-136"/>
                    </a:cubicBezTo>
                    <a:cubicBezTo>
                      <a:pt x="313236" y="-136"/>
                      <a:pt x="403685" y="90314"/>
                      <a:pt x="403685" y="201889"/>
                    </a:cubicBezTo>
                    <a:cubicBezTo>
                      <a:pt x="403685" y="313465"/>
                      <a:pt x="313236" y="403914"/>
                      <a:pt x="201660" y="403914"/>
                    </a:cubicBezTo>
                    <a:cubicBezTo>
                      <a:pt x="90107" y="403862"/>
                      <a:pt x="-312" y="313443"/>
                      <a:pt x="-365" y="201889"/>
                    </a:cubicBezTo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AF5AB7A1-E922-4165-B6A2-74ACE11E8FFC}"/>
                  </a:ext>
                </a:extLst>
              </p:cNvPr>
              <p:cNvSpPr/>
              <p:nvPr/>
            </p:nvSpPr>
            <p:spPr>
              <a:xfrm>
                <a:off x="4296171" y="5162025"/>
                <a:ext cx="1689209" cy="788797"/>
              </a:xfrm>
              <a:custGeom>
                <a:avLst/>
                <a:gdLst>
                  <a:gd name="connsiteX0" fmla="*/ 884371 w 1689209"/>
                  <a:gd name="connsiteY0" fmla="*/ 777495 h 788797"/>
                  <a:gd name="connsiteX1" fmla="*/ 884308 w 1689209"/>
                  <a:gd name="connsiteY1" fmla="*/ 777576 h 788797"/>
                  <a:gd name="connsiteX2" fmla="*/ 881730 w 1689209"/>
                  <a:gd name="connsiteY2" fmla="*/ 778607 h 788797"/>
                  <a:gd name="connsiteX3" fmla="*/ 1398399 w 1689209"/>
                  <a:gd name="connsiteY3" fmla="*/ 610508 h 788797"/>
                  <a:gd name="connsiteX4" fmla="*/ 1409735 w 1689209"/>
                  <a:gd name="connsiteY4" fmla="*/ 635258 h 788797"/>
                  <a:gd name="connsiteX5" fmla="*/ 1398399 w 1689209"/>
                  <a:gd name="connsiteY5" fmla="*/ 709509 h 788797"/>
                  <a:gd name="connsiteX6" fmla="*/ 1391177 w 1689209"/>
                  <a:gd name="connsiteY6" fmla="*/ 639383 h 788797"/>
                  <a:gd name="connsiteX7" fmla="*/ 1398399 w 1689209"/>
                  <a:gd name="connsiteY7" fmla="*/ 610508 h 788797"/>
                  <a:gd name="connsiteX8" fmla="*/ 900298 w 1689209"/>
                  <a:gd name="connsiteY8" fmla="*/ 610508 h 788797"/>
                  <a:gd name="connsiteX9" fmla="*/ 912673 w 1689209"/>
                  <a:gd name="connsiteY9" fmla="*/ 635258 h 788797"/>
                  <a:gd name="connsiteX10" fmla="*/ 900298 w 1689209"/>
                  <a:gd name="connsiteY10" fmla="*/ 709509 h 788797"/>
                  <a:gd name="connsiteX11" fmla="*/ 893076 w 1689209"/>
                  <a:gd name="connsiteY11" fmla="*/ 639383 h 788797"/>
                  <a:gd name="connsiteX12" fmla="*/ 900298 w 1689209"/>
                  <a:gd name="connsiteY12" fmla="*/ 610508 h 788797"/>
                  <a:gd name="connsiteX13" fmla="*/ 1312802 w 1689209"/>
                  <a:gd name="connsiteY13" fmla="*/ 607412 h 788797"/>
                  <a:gd name="connsiteX14" fmla="*/ 1323120 w 1689209"/>
                  <a:gd name="connsiteY14" fmla="*/ 635259 h 788797"/>
                  <a:gd name="connsiteX15" fmla="*/ 1314860 w 1689209"/>
                  <a:gd name="connsiteY15" fmla="*/ 708481 h 788797"/>
                  <a:gd name="connsiteX16" fmla="*/ 1300427 w 1689209"/>
                  <a:gd name="connsiteY16" fmla="*/ 638344 h 788797"/>
                  <a:gd name="connsiteX17" fmla="*/ 1312802 w 1689209"/>
                  <a:gd name="connsiteY17" fmla="*/ 607412 h 788797"/>
                  <a:gd name="connsiteX18" fmla="*/ 818826 w 1689209"/>
                  <a:gd name="connsiteY18" fmla="*/ 607412 h 788797"/>
                  <a:gd name="connsiteX19" fmla="*/ 829144 w 1689209"/>
                  <a:gd name="connsiteY19" fmla="*/ 635259 h 788797"/>
                  <a:gd name="connsiteX20" fmla="*/ 819866 w 1689209"/>
                  <a:gd name="connsiteY20" fmla="*/ 709510 h 788797"/>
                  <a:gd name="connsiteX21" fmla="*/ 805422 w 1689209"/>
                  <a:gd name="connsiteY21" fmla="*/ 638344 h 788797"/>
                  <a:gd name="connsiteX22" fmla="*/ 818826 w 1689209"/>
                  <a:gd name="connsiteY22" fmla="*/ 607412 h 788797"/>
                  <a:gd name="connsiteX23" fmla="*/ 320211 w 1689209"/>
                  <a:gd name="connsiteY23" fmla="*/ 606386 h 788797"/>
                  <a:gd name="connsiteX24" fmla="*/ 327946 w 1689209"/>
                  <a:gd name="connsiteY24" fmla="*/ 609480 h 788797"/>
                  <a:gd name="connsiteX25" fmla="*/ 327946 w 1689209"/>
                  <a:gd name="connsiteY25" fmla="*/ 705385 h 788797"/>
                  <a:gd name="connsiteX26" fmla="*/ 310418 w 1689209"/>
                  <a:gd name="connsiteY26" fmla="*/ 705385 h 788797"/>
                  <a:gd name="connsiteX27" fmla="*/ 310418 w 1689209"/>
                  <a:gd name="connsiteY27" fmla="*/ 608452 h 788797"/>
                  <a:gd name="connsiteX28" fmla="*/ 312475 w 1689209"/>
                  <a:gd name="connsiteY28" fmla="*/ 609480 h 788797"/>
                  <a:gd name="connsiteX29" fmla="*/ 320211 w 1689209"/>
                  <a:gd name="connsiteY29" fmla="*/ 606386 h 788797"/>
                  <a:gd name="connsiteX30" fmla="*/ 397044 w 1689209"/>
                  <a:gd name="connsiteY30" fmla="*/ 601229 h 788797"/>
                  <a:gd name="connsiteX31" fmla="*/ 405294 w 1689209"/>
                  <a:gd name="connsiteY31" fmla="*/ 635258 h 788797"/>
                  <a:gd name="connsiteX32" fmla="*/ 397044 w 1689209"/>
                  <a:gd name="connsiteY32" fmla="*/ 704356 h 788797"/>
                  <a:gd name="connsiteX33" fmla="*/ 387765 w 1689209"/>
                  <a:gd name="connsiteY33" fmla="*/ 635258 h 788797"/>
                  <a:gd name="connsiteX34" fmla="*/ 397044 w 1689209"/>
                  <a:gd name="connsiteY34" fmla="*/ 601229 h 788797"/>
                  <a:gd name="connsiteX35" fmla="*/ 362834 w 1689209"/>
                  <a:gd name="connsiteY35" fmla="*/ 586035 h 788797"/>
                  <a:gd name="connsiteX36" fmla="*/ 369196 w 1689209"/>
                  <a:gd name="connsiteY36" fmla="*/ 591951 h 788797"/>
                  <a:gd name="connsiteX37" fmla="*/ 369196 w 1689209"/>
                  <a:gd name="connsiteY37" fmla="*/ 711577 h 788797"/>
                  <a:gd name="connsiteX38" fmla="*/ 348571 w 1689209"/>
                  <a:gd name="connsiteY38" fmla="*/ 711577 h 788797"/>
                  <a:gd name="connsiteX39" fmla="*/ 348571 w 1689209"/>
                  <a:gd name="connsiteY39" fmla="*/ 595036 h 788797"/>
                  <a:gd name="connsiteX40" fmla="*/ 348571 w 1689209"/>
                  <a:gd name="connsiteY40" fmla="*/ 591951 h 788797"/>
                  <a:gd name="connsiteX41" fmla="*/ 354158 w 1689209"/>
                  <a:gd name="connsiteY41" fmla="*/ 586364 h 788797"/>
                  <a:gd name="connsiteX42" fmla="*/ 362834 w 1689209"/>
                  <a:gd name="connsiteY42" fmla="*/ 586035 h 788797"/>
                  <a:gd name="connsiteX43" fmla="*/ 1360234 w 1689209"/>
                  <a:gd name="connsiteY43" fmla="*/ 585758 h 788797"/>
                  <a:gd name="connsiteX44" fmla="*/ 1371581 w 1689209"/>
                  <a:gd name="connsiteY44" fmla="*/ 630105 h 788797"/>
                  <a:gd name="connsiteX45" fmla="*/ 1359206 w 1689209"/>
                  <a:gd name="connsiteY45" fmla="*/ 715692 h 788797"/>
                  <a:gd name="connsiteX46" fmla="*/ 1346831 w 1689209"/>
                  <a:gd name="connsiteY46" fmla="*/ 629066 h 788797"/>
                  <a:gd name="connsiteX47" fmla="*/ 1360234 w 1689209"/>
                  <a:gd name="connsiteY47" fmla="*/ 585758 h 788797"/>
                  <a:gd name="connsiteX48" fmla="*/ 863173 w 1689209"/>
                  <a:gd name="connsiteY48" fmla="*/ 585758 h 788797"/>
                  <a:gd name="connsiteX49" fmla="*/ 873481 w 1689209"/>
                  <a:gd name="connsiteY49" fmla="*/ 630105 h 788797"/>
                  <a:gd name="connsiteX50" fmla="*/ 861105 w 1689209"/>
                  <a:gd name="connsiteY50" fmla="*/ 715692 h 788797"/>
                  <a:gd name="connsiteX51" fmla="*/ 848730 w 1689209"/>
                  <a:gd name="connsiteY51" fmla="*/ 629066 h 788797"/>
                  <a:gd name="connsiteX52" fmla="*/ 863173 w 1689209"/>
                  <a:gd name="connsiteY52" fmla="*/ 585758 h 788797"/>
                  <a:gd name="connsiteX53" fmla="*/ 651698 w 1689209"/>
                  <a:gd name="connsiteY53" fmla="*/ 575844 h 788797"/>
                  <a:gd name="connsiteX54" fmla="*/ 788738 w 1689209"/>
                  <a:gd name="connsiteY54" fmla="*/ 678111 h 788797"/>
                  <a:gd name="connsiteX55" fmla="*/ 797172 w 1689209"/>
                  <a:gd name="connsiteY55" fmla="*/ 744567 h 788797"/>
                  <a:gd name="connsiteX56" fmla="*/ 914731 w 1689209"/>
                  <a:gd name="connsiteY56" fmla="*/ 744567 h 788797"/>
                  <a:gd name="connsiteX57" fmla="*/ 959078 w 1689209"/>
                  <a:gd name="connsiteY57" fmla="*/ 641440 h 788797"/>
                  <a:gd name="connsiteX58" fmla="*/ 1084886 w 1689209"/>
                  <a:gd name="connsiteY58" fmla="*/ 590911 h 788797"/>
                  <a:gd name="connsiteX59" fmla="*/ 1260206 w 1689209"/>
                  <a:gd name="connsiteY59" fmla="*/ 637315 h 788797"/>
                  <a:gd name="connsiteX60" fmla="*/ 1294234 w 1689209"/>
                  <a:gd name="connsiteY60" fmla="*/ 750760 h 788797"/>
                  <a:gd name="connsiteX61" fmla="*/ 1412832 w 1689209"/>
                  <a:gd name="connsiteY61" fmla="*/ 750760 h 788797"/>
                  <a:gd name="connsiteX62" fmla="*/ 1480890 w 1689209"/>
                  <a:gd name="connsiteY62" fmla="*/ 614633 h 788797"/>
                  <a:gd name="connsiteX63" fmla="*/ 1603612 w 1689209"/>
                  <a:gd name="connsiteY63" fmla="*/ 586786 h 788797"/>
                  <a:gd name="connsiteX64" fmla="*/ 1603612 w 1689209"/>
                  <a:gd name="connsiteY64" fmla="*/ 630105 h 788797"/>
                  <a:gd name="connsiteX65" fmla="*/ 1481929 w 1689209"/>
                  <a:gd name="connsiteY65" fmla="*/ 647633 h 788797"/>
                  <a:gd name="connsiteX66" fmla="*/ 1431400 w 1689209"/>
                  <a:gd name="connsiteY66" fmla="*/ 750760 h 788797"/>
                  <a:gd name="connsiteX67" fmla="*/ 1426236 w 1689209"/>
                  <a:gd name="connsiteY67" fmla="*/ 766231 h 788797"/>
                  <a:gd name="connsiteX68" fmla="*/ 1362303 w 1689209"/>
                  <a:gd name="connsiteY68" fmla="*/ 778607 h 788797"/>
                  <a:gd name="connsiteX69" fmla="*/ 1363633 w 1689209"/>
                  <a:gd name="connsiteY69" fmla="*/ 776539 h 788797"/>
                  <a:gd name="connsiteX70" fmla="*/ 1363672 w 1689209"/>
                  <a:gd name="connsiteY70" fmla="*/ 776479 h 788797"/>
                  <a:gd name="connsiteX71" fmla="*/ 1394264 w 1689209"/>
                  <a:gd name="connsiteY71" fmla="*/ 763135 h 788797"/>
                  <a:gd name="connsiteX72" fmla="*/ 1331360 w 1689209"/>
                  <a:gd name="connsiteY72" fmla="*/ 776539 h 788797"/>
                  <a:gd name="connsiteX73" fmla="*/ 1309706 w 1689209"/>
                  <a:gd name="connsiteY73" fmla="*/ 776539 h 788797"/>
                  <a:gd name="connsiteX74" fmla="*/ 1327235 w 1689209"/>
                  <a:gd name="connsiteY74" fmla="*/ 771385 h 788797"/>
                  <a:gd name="connsiteX75" fmla="*/ 1224109 w 1689209"/>
                  <a:gd name="connsiteY75" fmla="*/ 771385 h 788797"/>
                  <a:gd name="connsiteX76" fmla="*/ 1166358 w 1689209"/>
                  <a:gd name="connsiteY76" fmla="*/ 638355 h 788797"/>
                  <a:gd name="connsiteX77" fmla="*/ 1015800 w 1689209"/>
                  <a:gd name="connsiteY77" fmla="*/ 631133 h 788797"/>
                  <a:gd name="connsiteX78" fmla="*/ 940520 w 1689209"/>
                  <a:gd name="connsiteY78" fmla="*/ 746635 h 788797"/>
                  <a:gd name="connsiteX79" fmla="*/ 933299 w 1689209"/>
                  <a:gd name="connsiteY79" fmla="*/ 764164 h 788797"/>
                  <a:gd name="connsiteX80" fmla="*/ 931231 w 1689209"/>
                  <a:gd name="connsiteY80" fmla="*/ 741481 h 788797"/>
                  <a:gd name="connsiteX81" fmla="*/ 931231 w 1689209"/>
                  <a:gd name="connsiteY81" fmla="*/ 786857 h 788797"/>
                  <a:gd name="connsiteX82" fmla="*/ 877605 w 1689209"/>
                  <a:gd name="connsiteY82" fmla="*/ 786857 h 788797"/>
                  <a:gd name="connsiteX83" fmla="*/ 900298 w 1689209"/>
                  <a:gd name="connsiteY83" fmla="*/ 778607 h 788797"/>
                  <a:gd name="connsiteX84" fmla="*/ 889082 w 1689209"/>
                  <a:gd name="connsiteY84" fmla="*/ 775513 h 788797"/>
                  <a:gd name="connsiteX85" fmla="*/ 884371 w 1689209"/>
                  <a:gd name="connsiteY85" fmla="*/ 777495 h 788797"/>
                  <a:gd name="connsiteX86" fmla="*/ 889980 w 1689209"/>
                  <a:gd name="connsiteY86" fmla="*/ 770357 h 788797"/>
                  <a:gd name="connsiteX87" fmla="*/ 860077 w 1689209"/>
                  <a:gd name="connsiteY87" fmla="*/ 770357 h 788797"/>
                  <a:gd name="connsiteX88" fmla="*/ 871423 w 1689209"/>
                  <a:gd name="connsiteY88" fmla="*/ 763135 h 788797"/>
                  <a:gd name="connsiteX89" fmla="*/ 820894 w 1689209"/>
                  <a:gd name="connsiteY89" fmla="*/ 763135 h 788797"/>
                  <a:gd name="connsiteX90" fmla="*/ 831201 w 1689209"/>
                  <a:gd name="connsiteY90" fmla="*/ 754885 h 788797"/>
                  <a:gd name="connsiteX91" fmla="*/ 728075 w 1689209"/>
                  <a:gd name="connsiteY91" fmla="*/ 754885 h 788797"/>
                  <a:gd name="connsiteX92" fmla="*/ 670325 w 1689209"/>
                  <a:gd name="connsiteY92" fmla="*/ 621854 h 788797"/>
                  <a:gd name="connsiteX93" fmla="*/ 519755 w 1689209"/>
                  <a:gd name="connsiteY93" fmla="*/ 614633 h 788797"/>
                  <a:gd name="connsiteX94" fmla="*/ 444476 w 1689209"/>
                  <a:gd name="connsiteY94" fmla="*/ 730134 h 788797"/>
                  <a:gd name="connsiteX95" fmla="*/ 431072 w 1689209"/>
                  <a:gd name="connsiteY95" fmla="*/ 730134 h 788797"/>
                  <a:gd name="connsiteX96" fmla="*/ 465101 w 1689209"/>
                  <a:gd name="connsiteY96" fmla="*/ 635258 h 788797"/>
                  <a:gd name="connsiteX97" fmla="*/ 590920 w 1689209"/>
                  <a:gd name="connsiteY97" fmla="*/ 584729 h 788797"/>
                  <a:gd name="connsiteX98" fmla="*/ 651698 w 1689209"/>
                  <a:gd name="connsiteY98" fmla="*/ 575844 h 788797"/>
                  <a:gd name="connsiteX99" fmla="*/ 70137 w 1689209"/>
                  <a:gd name="connsiteY99" fmla="*/ 573383 h 788797"/>
                  <a:gd name="connsiteX100" fmla="*/ 199042 w 1689209"/>
                  <a:gd name="connsiteY100" fmla="*/ 596065 h 788797"/>
                  <a:gd name="connsiteX101" fmla="*/ 281543 w 1689209"/>
                  <a:gd name="connsiteY101" fmla="*/ 723942 h 788797"/>
                  <a:gd name="connsiteX102" fmla="*/ 310418 w 1689209"/>
                  <a:gd name="connsiteY102" fmla="*/ 723942 h 788797"/>
                  <a:gd name="connsiteX103" fmla="*/ 321765 w 1689209"/>
                  <a:gd name="connsiteY103" fmla="*/ 738374 h 788797"/>
                  <a:gd name="connsiteX104" fmla="*/ 424891 w 1689209"/>
                  <a:gd name="connsiteY104" fmla="*/ 738374 h 788797"/>
                  <a:gd name="connsiteX105" fmla="*/ 424891 w 1689209"/>
                  <a:gd name="connsiteY105" fmla="*/ 776539 h 788797"/>
                  <a:gd name="connsiteX106" fmla="*/ 330015 w 1689209"/>
                  <a:gd name="connsiteY106" fmla="*/ 776539 h 788797"/>
                  <a:gd name="connsiteX107" fmla="*/ 383630 w 1689209"/>
                  <a:gd name="connsiteY107" fmla="*/ 770346 h 788797"/>
                  <a:gd name="connsiteX108" fmla="*/ 325890 w 1689209"/>
                  <a:gd name="connsiteY108" fmla="*/ 770346 h 788797"/>
                  <a:gd name="connsiteX109" fmla="*/ 344447 w 1689209"/>
                  <a:gd name="connsiteY109" fmla="*/ 764164 h 788797"/>
                  <a:gd name="connsiteX110" fmla="*/ 286697 w 1689209"/>
                  <a:gd name="connsiteY110" fmla="*/ 764164 h 788797"/>
                  <a:gd name="connsiteX111" fmla="*/ 286697 w 1689209"/>
                  <a:gd name="connsiteY111" fmla="*/ 740442 h 788797"/>
                  <a:gd name="connsiteX112" fmla="*/ 218639 w 1689209"/>
                  <a:gd name="connsiteY112" fmla="*/ 740442 h 788797"/>
                  <a:gd name="connsiteX113" fmla="*/ 165013 w 1689209"/>
                  <a:gd name="connsiteY113" fmla="*/ 619787 h 788797"/>
                  <a:gd name="connsiteX114" fmla="*/ 82512 w 1689209"/>
                  <a:gd name="connsiteY114" fmla="*/ 589883 h 788797"/>
                  <a:gd name="connsiteX115" fmla="*/ 68069 w 1689209"/>
                  <a:gd name="connsiteY115" fmla="*/ 576469 h 788797"/>
                  <a:gd name="connsiteX116" fmla="*/ 833341 w 1689209"/>
                  <a:gd name="connsiteY116" fmla="*/ 5257 h 788797"/>
                  <a:gd name="connsiteX117" fmla="*/ 854912 w 1689209"/>
                  <a:gd name="connsiteY117" fmla="*/ 31973 h 788797"/>
                  <a:gd name="connsiteX118" fmla="*/ 878634 w 1689209"/>
                  <a:gd name="connsiteY118" fmla="*/ 54666 h 788797"/>
                  <a:gd name="connsiteX119" fmla="*/ 872452 w 1689209"/>
                  <a:gd name="connsiteY119" fmla="*/ 61877 h 788797"/>
                  <a:gd name="connsiteX120" fmla="*/ 872441 w 1689209"/>
                  <a:gd name="connsiteY120" fmla="*/ 243379 h 788797"/>
                  <a:gd name="connsiteX121" fmla="*/ 964231 w 1689209"/>
                  <a:gd name="connsiteY121" fmla="*/ 258850 h 788797"/>
                  <a:gd name="connsiteX122" fmla="*/ 1035385 w 1689209"/>
                  <a:gd name="connsiteY122" fmla="*/ 302169 h 788797"/>
                  <a:gd name="connsiteX123" fmla="*/ 1103454 w 1689209"/>
                  <a:gd name="connsiteY123" fmla="*/ 321755 h 788797"/>
                  <a:gd name="connsiteX124" fmla="*/ 1138511 w 1689209"/>
                  <a:gd name="connsiteY124" fmla="*/ 355784 h 788797"/>
                  <a:gd name="connsiteX125" fmla="*/ 1177704 w 1689209"/>
                  <a:gd name="connsiteY125" fmla="*/ 355784 h 788797"/>
                  <a:gd name="connsiteX126" fmla="*/ 1233387 w 1689209"/>
                  <a:gd name="connsiteY126" fmla="*/ 397034 h 788797"/>
                  <a:gd name="connsiteX127" fmla="*/ 1275677 w 1689209"/>
                  <a:gd name="connsiteY127" fmla="*/ 423852 h 788797"/>
                  <a:gd name="connsiteX128" fmla="*/ 1296291 w 1689209"/>
                  <a:gd name="connsiteY128" fmla="*/ 449631 h 788797"/>
                  <a:gd name="connsiteX129" fmla="*/ 1335484 w 1689209"/>
                  <a:gd name="connsiteY129" fmla="*/ 466132 h 788797"/>
                  <a:gd name="connsiteX130" fmla="*/ 1380860 w 1689209"/>
                  <a:gd name="connsiteY130" fmla="*/ 471285 h 788797"/>
                  <a:gd name="connsiteX131" fmla="*/ 1438610 w 1689209"/>
                  <a:gd name="connsiteY131" fmla="*/ 495007 h 788797"/>
                  <a:gd name="connsiteX132" fmla="*/ 1524208 w 1689209"/>
                  <a:gd name="connsiteY132" fmla="*/ 542450 h 788797"/>
                  <a:gd name="connsiteX133" fmla="*/ 1689209 w 1689209"/>
                  <a:gd name="connsiteY133" fmla="*/ 569258 h 788797"/>
                  <a:gd name="connsiteX134" fmla="*/ 0 w 1689209"/>
                  <a:gd name="connsiteY134" fmla="*/ 569258 h 788797"/>
                  <a:gd name="connsiteX135" fmla="*/ 206252 w 1689209"/>
                  <a:gd name="connsiteY135" fmla="*/ 545536 h 788797"/>
                  <a:gd name="connsiteX136" fmla="*/ 294946 w 1689209"/>
                  <a:gd name="connsiteY136" fmla="*/ 498103 h 788797"/>
                  <a:gd name="connsiteX137" fmla="*/ 342379 w 1689209"/>
                  <a:gd name="connsiteY137" fmla="*/ 452728 h 788797"/>
                  <a:gd name="connsiteX138" fmla="*/ 389822 w 1689209"/>
                  <a:gd name="connsiteY138" fmla="*/ 429006 h 788797"/>
                  <a:gd name="connsiteX139" fmla="*/ 432101 w 1689209"/>
                  <a:gd name="connsiteY139" fmla="*/ 405295 h 788797"/>
                  <a:gd name="connsiteX140" fmla="*/ 469226 w 1689209"/>
                  <a:gd name="connsiteY140" fmla="*/ 357852 h 788797"/>
                  <a:gd name="connsiteX141" fmla="*/ 523880 w 1689209"/>
                  <a:gd name="connsiteY141" fmla="*/ 337226 h 788797"/>
                  <a:gd name="connsiteX142" fmla="*/ 577506 w 1689209"/>
                  <a:gd name="connsiteY142" fmla="*/ 300101 h 788797"/>
                  <a:gd name="connsiteX143" fmla="*/ 645574 w 1689209"/>
                  <a:gd name="connsiteY143" fmla="*/ 281533 h 788797"/>
                  <a:gd name="connsiteX144" fmla="*/ 706411 w 1689209"/>
                  <a:gd name="connsiteY144" fmla="*/ 244407 h 788797"/>
                  <a:gd name="connsiteX145" fmla="*/ 802326 w 1689209"/>
                  <a:gd name="connsiteY145" fmla="*/ 239254 h 788797"/>
                  <a:gd name="connsiteX146" fmla="*/ 802326 w 1689209"/>
                  <a:gd name="connsiteY146" fmla="*/ 59819 h 788797"/>
                  <a:gd name="connsiteX147" fmla="*/ 794076 w 1689209"/>
                  <a:gd name="connsiteY147" fmla="*/ 51569 h 788797"/>
                  <a:gd name="connsiteX148" fmla="*/ 816758 w 1689209"/>
                  <a:gd name="connsiteY148" fmla="*/ 26819 h 788797"/>
                  <a:gd name="connsiteX149" fmla="*/ 837383 w 1689209"/>
                  <a:gd name="connsiteY149" fmla="*/ 0 h 788797"/>
                  <a:gd name="connsiteX150" fmla="*/ 833341 w 1689209"/>
                  <a:gd name="connsiteY150" fmla="*/ 5257 h 788797"/>
                  <a:gd name="connsiteX151" fmla="*/ 833258 w 1689209"/>
                  <a:gd name="connsiteY151" fmla="*/ 5154 h 78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1689209" h="788797">
                    <a:moveTo>
                      <a:pt x="884371" y="777495"/>
                    </a:moveTo>
                    <a:lnTo>
                      <a:pt x="884308" y="777576"/>
                    </a:lnTo>
                    <a:cubicBezTo>
                      <a:pt x="881987" y="778607"/>
                      <a:pt x="880182" y="778607"/>
                      <a:pt x="881730" y="778607"/>
                    </a:cubicBezTo>
                    <a:close/>
                    <a:moveTo>
                      <a:pt x="1398399" y="610508"/>
                    </a:moveTo>
                    <a:cubicBezTo>
                      <a:pt x="1409735" y="610508"/>
                      <a:pt x="1411803" y="620826"/>
                      <a:pt x="1409735" y="635258"/>
                    </a:cubicBezTo>
                    <a:cubicBezTo>
                      <a:pt x="1407678" y="649701"/>
                      <a:pt x="1405610" y="709509"/>
                      <a:pt x="1398399" y="709509"/>
                    </a:cubicBezTo>
                    <a:cubicBezTo>
                      <a:pt x="1391177" y="709509"/>
                      <a:pt x="1391177" y="661037"/>
                      <a:pt x="1391177" y="639383"/>
                    </a:cubicBezTo>
                    <a:cubicBezTo>
                      <a:pt x="1391177" y="617729"/>
                      <a:pt x="1391177" y="610508"/>
                      <a:pt x="1398399" y="610508"/>
                    </a:cubicBezTo>
                    <a:close/>
                    <a:moveTo>
                      <a:pt x="900298" y="610508"/>
                    </a:moveTo>
                    <a:cubicBezTo>
                      <a:pt x="912673" y="610508"/>
                      <a:pt x="914731" y="620826"/>
                      <a:pt x="912673" y="635258"/>
                    </a:cubicBezTo>
                    <a:cubicBezTo>
                      <a:pt x="910605" y="649701"/>
                      <a:pt x="907520" y="709509"/>
                      <a:pt x="900298" y="709509"/>
                    </a:cubicBezTo>
                    <a:cubicBezTo>
                      <a:pt x="893076" y="709509"/>
                      <a:pt x="893076" y="661037"/>
                      <a:pt x="893076" y="639383"/>
                    </a:cubicBezTo>
                    <a:cubicBezTo>
                      <a:pt x="893076" y="617729"/>
                      <a:pt x="893076" y="610508"/>
                      <a:pt x="900298" y="610508"/>
                    </a:cubicBezTo>
                    <a:close/>
                    <a:moveTo>
                      <a:pt x="1312802" y="607412"/>
                    </a:moveTo>
                    <a:cubicBezTo>
                      <a:pt x="1323120" y="607412"/>
                      <a:pt x="1323120" y="621855"/>
                      <a:pt x="1323120" y="635259"/>
                    </a:cubicBezTo>
                    <a:cubicBezTo>
                      <a:pt x="1323120" y="648662"/>
                      <a:pt x="1329303" y="708481"/>
                      <a:pt x="1314860" y="708481"/>
                    </a:cubicBezTo>
                    <a:cubicBezTo>
                      <a:pt x="1300427" y="708481"/>
                      <a:pt x="1300427" y="660009"/>
                      <a:pt x="1300427" y="638344"/>
                    </a:cubicBezTo>
                    <a:cubicBezTo>
                      <a:pt x="1300427" y="616690"/>
                      <a:pt x="1300427" y="607412"/>
                      <a:pt x="1312802" y="607412"/>
                    </a:cubicBezTo>
                    <a:close/>
                    <a:moveTo>
                      <a:pt x="818826" y="607412"/>
                    </a:moveTo>
                    <a:cubicBezTo>
                      <a:pt x="829144" y="607412"/>
                      <a:pt x="829144" y="621855"/>
                      <a:pt x="829144" y="635259"/>
                    </a:cubicBezTo>
                    <a:cubicBezTo>
                      <a:pt x="829144" y="648662"/>
                      <a:pt x="828116" y="709510"/>
                      <a:pt x="819866" y="709510"/>
                    </a:cubicBezTo>
                    <a:cubicBezTo>
                      <a:pt x="811615" y="709510"/>
                      <a:pt x="805422" y="660009"/>
                      <a:pt x="805422" y="638344"/>
                    </a:cubicBezTo>
                    <a:cubicBezTo>
                      <a:pt x="805422" y="616690"/>
                      <a:pt x="805422" y="607412"/>
                      <a:pt x="818826" y="607412"/>
                    </a:cubicBezTo>
                    <a:close/>
                    <a:moveTo>
                      <a:pt x="320211" y="606386"/>
                    </a:moveTo>
                    <a:cubicBezTo>
                      <a:pt x="324078" y="605355"/>
                      <a:pt x="327946" y="605355"/>
                      <a:pt x="327946" y="609480"/>
                    </a:cubicBezTo>
                    <a:cubicBezTo>
                      <a:pt x="330003" y="641409"/>
                      <a:pt x="330003" y="673445"/>
                      <a:pt x="327946" y="705385"/>
                    </a:cubicBezTo>
                    <a:cubicBezTo>
                      <a:pt x="327946" y="712606"/>
                      <a:pt x="310418" y="715692"/>
                      <a:pt x="310418" y="705385"/>
                    </a:cubicBezTo>
                    <a:cubicBezTo>
                      <a:pt x="308339" y="673110"/>
                      <a:pt x="308339" y="640726"/>
                      <a:pt x="310418" y="608452"/>
                    </a:cubicBezTo>
                    <a:lnTo>
                      <a:pt x="312475" y="609480"/>
                    </a:lnTo>
                    <a:cubicBezTo>
                      <a:pt x="312475" y="609480"/>
                      <a:pt x="316343" y="607418"/>
                      <a:pt x="320211" y="606386"/>
                    </a:cubicBezTo>
                    <a:close/>
                    <a:moveTo>
                      <a:pt x="397044" y="601229"/>
                    </a:moveTo>
                    <a:cubicBezTo>
                      <a:pt x="405294" y="600190"/>
                      <a:pt x="405294" y="627008"/>
                      <a:pt x="405294" y="635258"/>
                    </a:cubicBezTo>
                    <a:cubicBezTo>
                      <a:pt x="405294" y="643508"/>
                      <a:pt x="406322" y="704356"/>
                      <a:pt x="397044" y="704356"/>
                    </a:cubicBezTo>
                    <a:cubicBezTo>
                      <a:pt x="387765" y="704356"/>
                      <a:pt x="387765" y="651758"/>
                      <a:pt x="387765" y="635258"/>
                    </a:cubicBezTo>
                    <a:cubicBezTo>
                      <a:pt x="387765" y="618758"/>
                      <a:pt x="386725" y="601229"/>
                      <a:pt x="397044" y="601229"/>
                    </a:cubicBezTo>
                    <a:close/>
                    <a:moveTo>
                      <a:pt x="362834" y="586035"/>
                    </a:moveTo>
                    <a:cubicBezTo>
                      <a:pt x="365556" y="587046"/>
                      <a:pt x="367892" y="589098"/>
                      <a:pt x="369196" y="591951"/>
                    </a:cubicBezTo>
                    <a:cubicBezTo>
                      <a:pt x="371275" y="631794"/>
                      <a:pt x="371275" y="671723"/>
                      <a:pt x="369196" y="711577"/>
                    </a:cubicBezTo>
                    <a:cubicBezTo>
                      <a:pt x="369196" y="717759"/>
                      <a:pt x="348571" y="716730"/>
                      <a:pt x="348571" y="711577"/>
                    </a:cubicBezTo>
                    <a:cubicBezTo>
                      <a:pt x="344901" y="672817"/>
                      <a:pt x="344901" y="633797"/>
                      <a:pt x="348571" y="595036"/>
                    </a:cubicBezTo>
                    <a:lnTo>
                      <a:pt x="348571" y="591951"/>
                    </a:lnTo>
                    <a:cubicBezTo>
                      <a:pt x="349708" y="589471"/>
                      <a:pt x="351690" y="587490"/>
                      <a:pt x="354158" y="586364"/>
                    </a:cubicBezTo>
                    <a:cubicBezTo>
                      <a:pt x="357006" y="585054"/>
                      <a:pt x="360113" y="585024"/>
                      <a:pt x="362834" y="586035"/>
                    </a:cubicBezTo>
                    <a:close/>
                    <a:moveTo>
                      <a:pt x="1360234" y="585758"/>
                    </a:moveTo>
                    <a:cubicBezTo>
                      <a:pt x="1371581" y="585758"/>
                      <a:pt x="1371581" y="607412"/>
                      <a:pt x="1371581" y="630105"/>
                    </a:cubicBezTo>
                    <a:cubicBezTo>
                      <a:pt x="1371581" y="652787"/>
                      <a:pt x="1371581" y="715692"/>
                      <a:pt x="1359206" y="715692"/>
                    </a:cubicBezTo>
                    <a:cubicBezTo>
                      <a:pt x="1346831" y="715692"/>
                      <a:pt x="1346831" y="649691"/>
                      <a:pt x="1346831" y="629066"/>
                    </a:cubicBezTo>
                    <a:cubicBezTo>
                      <a:pt x="1346831" y="608451"/>
                      <a:pt x="1342706" y="585758"/>
                      <a:pt x="1360234" y="585758"/>
                    </a:cubicBezTo>
                    <a:close/>
                    <a:moveTo>
                      <a:pt x="863173" y="585758"/>
                    </a:moveTo>
                    <a:cubicBezTo>
                      <a:pt x="878645" y="585758"/>
                      <a:pt x="873481" y="607412"/>
                      <a:pt x="873481" y="630105"/>
                    </a:cubicBezTo>
                    <a:cubicBezTo>
                      <a:pt x="873481" y="652787"/>
                      <a:pt x="873481" y="715692"/>
                      <a:pt x="861105" y="715692"/>
                    </a:cubicBezTo>
                    <a:cubicBezTo>
                      <a:pt x="848730" y="715692"/>
                      <a:pt x="848730" y="649691"/>
                      <a:pt x="848730" y="629066"/>
                    </a:cubicBezTo>
                    <a:cubicBezTo>
                      <a:pt x="848730" y="608451"/>
                      <a:pt x="845644" y="585758"/>
                      <a:pt x="863173" y="585758"/>
                    </a:cubicBezTo>
                    <a:close/>
                    <a:moveTo>
                      <a:pt x="651698" y="575844"/>
                    </a:moveTo>
                    <a:cubicBezTo>
                      <a:pt x="711885" y="579205"/>
                      <a:pt x="767114" y="617803"/>
                      <a:pt x="788738" y="678111"/>
                    </a:cubicBezTo>
                    <a:cubicBezTo>
                      <a:pt x="796371" y="699386"/>
                      <a:pt x="799251" y="722068"/>
                      <a:pt x="797172" y="744567"/>
                    </a:cubicBezTo>
                    <a:lnTo>
                      <a:pt x="914731" y="744567"/>
                    </a:lnTo>
                    <a:cubicBezTo>
                      <a:pt x="924215" y="708156"/>
                      <a:pt x="939167" y="673380"/>
                      <a:pt x="959078" y="641440"/>
                    </a:cubicBezTo>
                    <a:cubicBezTo>
                      <a:pt x="992273" y="608007"/>
                      <a:pt x="1037789" y="589720"/>
                      <a:pt x="1084886" y="590911"/>
                    </a:cubicBezTo>
                    <a:cubicBezTo>
                      <a:pt x="1147216" y="581708"/>
                      <a:pt x="1210597" y="598490"/>
                      <a:pt x="1260206" y="637315"/>
                    </a:cubicBezTo>
                    <a:cubicBezTo>
                      <a:pt x="1281773" y="671279"/>
                      <a:pt x="1293552" y="710538"/>
                      <a:pt x="1294234" y="750760"/>
                    </a:cubicBezTo>
                    <a:lnTo>
                      <a:pt x="1412832" y="750760"/>
                    </a:lnTo>
                    <a:cubicBezTo>
                      <a:pt x="1424189" y="700555"/>
                      <a:pt x="1447543" y="653848"/>
                      <a:pt x="1480890" y="614633"/>
                    </a:cubicBezTo>
                    <a:cubicBezTo>
                      <a:pt x="1517907" y="592795"/>
                      <a:pt x="1560803" y="583062"/>
                      <a:pt x="1603612" y="586786"/>
                    </a:cubicBezTo>
                    <a:lnTo>
                      <a:pt x="1603612" y="630105"/>
                    </a:lnTo>
                    <a:cubicBezTo>
                      <a:pt x="1562221" y="625665"/>
                      <a:pt x="1520386" y="631685"/>
                      <a:pt x="1481929" y="647633"/>
                    </a:cubicBezTo>
                    <a:cubicBezTo>
                      <a:pt x="1455208" y="676227"/>
                      <a:pt x="1437626" y="712129"/>
                      <a:pt x="1431400" y="750760"/>
                    </a:cubicBezTo>
                    <a:cubicBezTo>
                      <a:pt x="1431389" y="763135"/>
                      <a:pt x="1438611" y="760038"/>
                      <a:pt x="1426236" y="766231"/>
                    </a:cubicBezTo>
                    <a:cubicBezTo>
                      <a:pt x="1405632" y="773421"/>
                      <a:pt x="1384097" y="777589"/>
                      <a:pt x="1362303" y="778607"/>
                    </a:cubicBezTo>
                    <a:lnTo>
                      <a:pt x="1363633" y="776539"/>
                    </a:lnTo>
                    <a:lnTo>
                      <a:pt x="1363672" y="776479"/>
                    </a:lnTo>
                    <a:cubicBezTo>
                      <a:pt x="1371259" y="772609"/>
                      <a:pt x="1393492" y="764678"/>
                      <a:pt x="1394264" y="763135"/>
                    </a:cubicBezTo>
                    <a:cubicBezTo>
                      <a:pt x="1395303" y="761067"/>
                      <a:pt x="1338581" y="776539"/>
                      <a:pt x="1331360" y="776539"/>
                    </a:cubicBezTo>
                    <a:lnTo>
                      <a:pt x="1309706" y="776539"/>
                    </a:lnTo>
                    <a:lnTo>
                      <a:pt x="1327235" y="771385"/>
                    </a:lnTo>
                    <a:lnTo>
                      <a:pt x="1224109" y="771385"/>
                    </a:lnTo>
                    <a:cubicBezTo>
                      <a:pt x="1224109" y="771385"/>
                      <a:pt x="1229262" y="662066"/>
                      <a:pt x="1166358" y="638355"/>
                    </a:cubicBezTo>
                    <a:cubicBezTo>
                      <a:pt x="1118536" y="618520"/>
                      <a:pt x="1065300" y="615965"/>
                      <a:pt x="1015800" y="631133"/>
                    </a:cubicBezTo>
                    <a:cubicBezTo>
                      <a:pt x="962174" y="649690"/>
                      <a:pt x="948760" y="741481"/>
                      <a:pt x="940520" y="746635"/>
                    </a:cubicBezTo>
                    <a:cubicBezTo>
                      <a:pt x="937500" y="752211"/>
                      <a:pt x="935074" y="758079"/>
                      <a:pt x="933299" y="764164"/>
                    </a:cubicBezTo>
                    <a:lnTo>
                      <a:pt x="931231" y="741481"/>
                    </a:lnTo>
                    <a:cubicBezTo>
                      <a:pt x="926813" y="756282"/>
                      <a:pt x="926813" y="772046"/>
                      <a:pt x="931231" y="786857"/>
                    </a:cubicBezTo>
                    <a:cubicBezTo>
                      <a:pt x="913453" y="789444"/>
                      <a:pt x="895383" y="789444"/>
                      <a:pt x="877605" y="786857"/>
                    </a:cubicBezTo>
                    <a:cubicBezTo>
                      <a:pt x="870384" y="786857"/>
                      <a:pt x="908549" y="786857"/>
                      <a:pt x="900298" y="778607"/>
                    </a:cubicBezTo>
                    <a:cubicBezTo>
                      <a:pt x="896173" y="774482"/>
                      <a:pt x="892305" y="774482"/>
                      <a:pt x="889082" y="775513"/>
                    </a:cubicBezTo>
                    <a:lnTo>
                      <a:pt x="884371" y="777495"/>
                    </a:lnTo>
                    <a:lnTo>
                      <a:pt x="889980" y="770357"/>
                    </a:lnTo>
                    <a:cubicBezTo>
                      <a:pt x="891009" y="762106"/>
                      <a:pt x="864202" y="770357"/>
                      <a:pt x="860077" y="770357"/>
                    </a:cubicBezTo>
                    <a:cubicBezTo>
                      <a:pt x="855952" y="770357"/>
                      <a:pt x="871423" y="763135"/>
                      <a:pt x="871423" y="763135"/>
                    </a:cubicBezTo>
                    <a:lnTo>
                      <a:pt x="820894" y="763135"/>
                    </a:lnTo>
                    <a:lnTo>
                      <a:pt x="831201" y="754885"/>
                    </a:lnTo>
                    <a:lnTo>
                      <a:pt x="728075" y="754885"/>
                    </a:lnTo>
                    <a:cubicBezTo>
                      <a:pt x="728075" y="754885"/>
                      <a:pt x="734268" y="645565"/>
                      <a:pt x="670325" y="621854"/>
                    </a:cubicBezTo>
                    <a:cubicBezTo>
                      <a:pt x="622513" y="601933"/>
                      <a:pt x="569245" y="599378"/>
                      <a:pt x="519755" y="614633"/>
                    </a:cubicBezTo>
                    <a:cubicBezTo>
                      <a:pt x="466130" y="633190"/>
                      <a:pt x="452726" y="724981"/>
                      <a:pt x="444476" y="730134"/>
                    </a:cubicBezTo>
                    <a:cubicBezTo>
                      <a:pt x="436226" y="735288"/>
                      <a:pt x="431072" y="730134"/>
                      <a:pt x="431072" y="730134"/>
                    </a:cubicBezTo>
                    <a:cubicBezTo>
                      <a:pt x="435869" y="696528"/>
                      <a:pt x="447454" y="664253"/>
                      <a:pt x="465101" y="635258"/>
                    </a:cubicBezTo>
                    <a:cubicBezTo>
                      <a:pt x="498091" y="601500"/>
                      <a:pt x="543748" y="583159"/>
                      <a:pt x="590920" y="584729"/>
                    </a:cubicBezTo>
                    <a:cubicBezTo>
                      <a:pt x="611023" y="577518"/>
                      <a:pt x="631636" y="574723"/>
                      <a:pt x="651698" y="575844"/>
                    </a:cubicBezTo>
                    <a:close/>
                    <a:moveTo>
                      <a:pt x="70137" y="573383"/>
                    </a:moveTo>
                    <a:cubicBezTo>
                      <a:pt x="114214" y="571943"/>
                      <a:pt x="158106" y="579663"/>
                      <a:pt x="199042" y="596065"/>
                    </a:cubicBezTo>
                    <a:cubicBezTo>
                      <a:pt x="260918" y="620816"/>
                      <a:pt x="281543" y="723942"/>
                      <a:pt x="281543" y="723942"/>
                    </a:cubicBezTo>
                    <a:lnTo>
                      <a:pt x="310418" y="723942"/>
                    </a:lnTo>
                    <a:cubicBezTo>
                      <a:pt x="321765" y="724971"/>
                      <a:pt x="321765" y="738374"/>
                      <a:pt x="321765" y="738374"/>
                    </a:cubicBezTo>
                    <a:lnTo>
                      <a:pt x="424891" y="738374"/>
                    </a:lnTo>
                    <a:cubicBezTo>
                      <a:pt x="424891" y="738374"/>
                      <a:pt x="433141" y="769318"/>
                      <a:pt x="424891" y="776539"/>
                    </a:cubicBezTo>
                    <a:cubicBezTo>
                      <a:pt x="393363" y="780101"/>
                      <a:pt x="361532" y="780101"/>
                      <a:pt x="330015" y="776539"/>
                    </a:cubicBezTo>
                    <a:cubicBezTo>
                      <a:pt x="315572" y="776539"/>
                      <a:pt x="379515" y="770346"/>
                      <a:pt x="383630" y="770346"/>
                    </a:cubicBezTo>
                    <a:cubicBezTo>
                      <a:pt x="387766" y="770346"/>
                      <a:pt x="342390" y="771386"/>
                      <a:pt x="325890" y="770346"/>
                    </a:cubicBezTo>
                    <a:cubicBezTo>
                      <a:pt x="309379" y="769318"/>
                      <a:pt x="344447" y="764164"/>
                      <a:pt x="344447" y="764164"/>
                    </a:cubicBezTo>
                    <a:lnTo>
                      <a:pt x="286697" y="764164"/>
                    </a:lnTo>
                    <a:lnTo>
                      <a:pt x="286697" y="740442"/>
                    </a:lnTo>
                    <a:lnTo>
                      <a:pt x="218639" y="740442"/>
                    </a:lnTo>
                    <a:cubicBezTo>
                      <a:pt x="218639" y="740442"/>
                      <a:pt x="211417" y="647634"/>
                      <a:pt x="165013" y="619787"/>
                    </a:cubicBezTo>
                    <a:cubicBezTo>
                      <a:pt x="139115" y="605842"/>
                      <a:pt x="111323" y="595773"/>
                      <a:pt x="82512" y="589883"/>
                    </a:cubicBezTo>
                    <a:cubicBezTo>
                      <a:pt x="75107" y="589450"/>
                      <a:pt x="69044" y="583820"/>
                      <a:pt x="68069" y="576469"/>
                    </a:cubicBezTo>
                    <a:close/>
                    <a:moveTo>
                      <a:pt x="833341" y="5257"/>
                    </a:moveTo>
                    <a:lnTo>
                      <a:pt x="854912" y="31973"/>
                    </a:lnTo>
                    <a:cubicBezTo>
                      <a:pt x="864201" y="41251"/>
                      <a:pt x="877605" y="47444"/>
                      <a:pt x="878634" y="54666"/>
                    </a:cubicBezTo>
                    <a:cubicBezTo>
                      <a:pt x="879662" y="61877"/>
                      <a:pt x="872452" y="61877"/>
                      <a:pt x="872452" y="61877"/>
                    </a:cubicBezTo>
                    <a:lnTo>
                      <a:pt x="872441" y="243379"/>
                    </a:lnTo>
                    <a:cubicBezTo>
                      <a:pt x="903785" y="242047"/>
                      <a:pt x="935063" y="247320"/>
                      <a:pt x="964231" y="258850"/>
                    </a:cubicBezTo>
                    <a:cubicBezTo>
                      <a:pt x="985885" y="276379"/>
                      <a:pt x="1026107" y="289794"/>
                      <a:pt x="1035385" y="302169"/>
                    </a:cubicBezTo>
                    <a:cubicBezTo>
                      <a:pt x="1044664" y="314533"/>
                      <a:pt x="1085914" y="317630"/>
                      <a:pt x="1103454" y="321755"/>
                    </a:cubicBezTo>
                    <a:cubicBezTo>
                      <a:pt x="1120982" y="325880"/>
                      <a:pt x="1129232" y="355784"/>
                      <a:pt x="1138511" y="355784"/>
                    </a:cubicBezTo>
                    <a:cubicBezTo>
                      <a:pt x="1147790" y="355784"/>
                      <a:pt x="1163261" y="350630"/>
                      <a:pt x="1177704" y="355784"/>
                    </a:cubicBezTo>
                    <a:cubicBezTo>
                      <a:pt x="1192137" y="360948"/>
                      <a:pt x="1217915" y="388784"/>
                      <a:pt x="1233387" y="397034"/>
                    </a:cubicBezTo>
                    <a:cubicBezTo>
                      <a:pt x="1248859" y="405295"/>
                      <a:pt x="1268455" y="407352"/>
                      <a:pt x="1275677" y="423852"/>
                    </a:cubicBezTo>
                    <a:cubicBezTo>
                      <a:pt x="1282887" y="440353"/>
                      <a:pt x="1278762" y="449631"/>
                      <a:pt x="1296291" y="449631"/>
                    </a:cubicBezTo>
                    <a:cubicBezTo>
                      <a:pt x="1311178" y="448960"/>
                      <a:pt x="1325567" y="455023"/>
                      <a:pt x="1335484" y="466132"/>
                    </a:cubicBezTo>
                    <a:cubicBezTo>
                      <a:pt x="1342706" y="471285"/>
                      <a:pt x="1372610" y="469228"/>
                      <a:pt x="1380860" y="471285"/>
                    </a:cubicBezTo>
                    <a:cubicBezTo>
                      <a:pt x="1389110" y="473353"/>
                      <a:pt x="1420042" y="488825"/>
                      <a:pt x="1438610" y="495007"/>
                    </a:cubicBezTo>
                    <a:cubicBezTo>
                      <a:pt x="1468850" y="507512"/>
                      <a:pt x="1497563" y="523427"/>
                      <a:pt x="1524208" y="542450"/>
                    </a:cubicBezTo>
                    <a:cubicBezTo>
                      <a:pt x="1579966" y="545774"/>
                      <a:pt x="1635248" y="554761"/>
                      <a:pt x="1689209" y="569258"/>
                    </a:cubicBezTo>
                    <a:lnTo>
                      <a:pt x="0" y="569258"/>
                    </a:lnTo>
                    <a:cubicBezTo>
                      <a:pt x="0" y="569258"/>
                      <a:pt x="59819" y="557911"/>
                      <a:pt x="206252" y="545536"/>
                    </a:cubicBezTo>
                    <a:cubicBezTo>
                      <a:pt x="232172" y="523698"/>
                      <a:pt x="262390" y="507534"/>
                      <a:pt x="294946" y="498103"/>
                    </a:cubicBezTo>
                    <a:cubicBezTo>
                      <a:pt x="305253" y="497075"/>
                      <a:pt x="338254" y="458910"/>
                      <a:pt x="342379" y="452728"/>
                    </a:cubicBezTo>
                    <a:cubicBezTo>
                      <a:pt x="346504" y="446535"/>
                      <a:pt x="382600" y="452728"/>
                      <a:pt x="389822" y="429006"/>
                    </a:cubicBezTo>
                    <a:cubicBezTo>
                      <a:pt x="397033" y="405295"/>
                      <a:pt x="419726" y="409409"/>
                      <a:pt x="432101" y="405295"/>
                    </a:cubicBezTo>
                    <a:cubicBezTo>
                      <a:pt x="444476" y="401159"/>
                      <a:pt x="459948" y="363005"/>
                      <a:pt x="469226" y="357852"/>
                    </a:cubicBezTo>
                    <a:cubicBezTo>
                      <a:pt x="478505" y="352698"/>
                      <a:pt x="504284" y="344448"/>
                      <a:pt x="523880" y="337226"/>
                    </a:cubicBezTo>
                    <a:cubicBezTo>
                      <a:pt x="543477" y="330005"/>
                      <a:pt x="563074" y="300101"/>
                      <a:pt x="577506" y="300101"/>
                    </a:cubicBezTo>
                    <a:cubicBezTo>
                      <a:pt x="601206" y="298531"/>
                      <a:pt x="624354" y="292219"/>
                      <a:pt x="645574" y="281533"/>
                    </a:cubicBezTo>
                    <a:cubicBezTo>
                      <a:pt x="665160" y="268129"/>
                      <a:pt x="687853" y="255754"/>
                      <a:pt x="706411" y="244407"/>
                    </a:cubicBezTo>
                    <a:cubicBezTo>
                      <a:pt x="737949" y="237933"/>
                      <a:pt x="770278" y="236201"/>
                      <a:pt x="802326" y="239254"/>
                    </a:cubicBezTo>
                    <a:lnTo>
                      <a:pt x="802326" y="59819"/>
                    </a:lnTo>
                    <a:lnTo>
                      <a:pt x="794076" y="51569"/>
                    </a:lnTo>
                    <a:cubicBezTo>
                      <a:pt x="789951" y="48473"/>
                      <a:pt x="806451" y="38166"/>
                      <a:pt x="816758" y="26819"/>
                    </a:cubicBezTo>
                    <a:close/>
                    <a:moveTo>
                      <a:pt x="837383" y="0"/>
                    </a:moveTo>
                    <a:lnTo>
                      <a:pt x="833341" y="5257"/>
                    </a:lnTo>
                    <a:lnTo>
                      <a:pt x="833258" y="5154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11B432B3-4D67-4BD9-BFEE-CA88315950B2}"/>
                  </a:ext>
                </a:extLst>
              </p:cNvPr>
              <p:cNvSpPr/>
              <p:nvPr/>
            </p:nvSpPr>
            <p:spPr>
              <a:xfrm>
                <a:off x="2252210" y="898783"/>
                <a:ext cx="5775066" cy="5775066"/>
              </a:xfrm>
              <a:custGeom>
                <a:avLst/>
                <a:gdLst>
                  <a:gd name="connsiteX0" fmla="*/ 680730 w 1362920"/>
                  <a:gd name="connsiteY0" fmla="*/ 165255 h 1362920"/>
                  <a:gd name="connsiteX1" fmla="*/ 164524 w 1362920"/>
                  <a:gd name="connsiteY1" fmla="*/ 681460 h 1362920"/>
                  <a:gd name="connsiteX2" fmla="*/ 680730 w 1362920"/>
                  <a:gd name="connsiteY2" fmla="*/ 1197665 h 1362920"/>
                  <a:gd name="connsiteX3" fmla="*/ 1196935 w 1362920"/>
                  <a:gd name="connsiteY3" fmla="*/ 681460 h 1362920"/>
                  <a:gd name="connsiteX4" fmla="*/ 680730 w 1362920"/>
                  <a:gd name="connsiteY4" fmla="*/ 165255 h 1362920"/>
                  <a:gd name="connsiteX5" fmla="*/ 681460 w 1362920"/>
                  <a:gd name="connsiteY5" fmla="*/ 0 h 1362920"/>
                  <a:gd name="connsiteX6" fmla="*/ 1362920 w 1362920"/>
                  <a:gd name="connsiteY6" fmla="*/ 681460 h 1362920"/>
                  <a:gd name="connsiteX7" fmla="*/ 681460 w 1362920"/>
                  <a:gd name="connsiteY7" fmla="*/ 1362920 h 1362920"/>
                  <a:gd name="connsiteX8" fmla="*/ 0 w 1362920"/>
                  <a:gd name="connsiteY8" fmla="*/ 681460 h 1362920"/>
                  <a:gd name="connsiteX9" fmla="*/ 681460 w 1362920"/>
                  <a:gd name="connsiteY9" fmla="*/ 0 h 136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2920" h="1362920">
                    <a:moveTo>
                      <a:pt x="680730" y="165255"/>
                    </a:moveTo>
                    <a:cubicBezTo>
                      <a:pt x="395638" y="165255"/>
                      <a:pt x="164524" y="396368"/>
                      <a:pt x="164524" y="681460"/>
                    </a:cubicBezTo>
                    <a:cubicBezTo>
                      <a:pt x="164660" y="966497"/>
                      <a:pt x="395694" y="1197532"/>
                      <a:pt x="680730" y="1197665"/>
                    </a:cubicBezTo>
                    <a:cubicBezTo>
                      <a:pt x="965823" y="1197665"/>
                      <a:pt x="1196935" y="966554"/>
                      <a:pt x="1196935" y="681460"/>
                    </a:cubicBezTo>
                    <a:cubicBezTo>
                      <a:pt x="1196935" y="396368"/>
                      <a:pt x="965823" y="165255"/>
                      <a:pt x="680730" y="165255"/>
                    </a:cubicBezTo>
                    <a:close/>
                    <a:moveTo>
                      <a:pt x="681460" y="0"/>
                    </a:moveTo>
                    <a:cubicBezTo>
                      <a:pt x="1057819" y="0"/>
                      <a:pt x="1362920" y="305101"/>
                      <a:pt x="1362920" y="681460"/>
                    </a:cubicBezTo>
                    <a:cubicBezTo>
                      <a:pt x="1362920" y="1057819"/>
                      <a:pt x="1057819" y="1362920"/>
                      <a:pt x="681460" y="1362920"/>
                    </a:cubicBezTo>
                    <a:cubicBezTo>
                      <a:pt x="305101" y="1362920"/>
                      <a:pt x="0" y="1057819"/>
                      <a:pt x="0" y="681460"/>
                    </a:cubicBezTo>
                    <a:cubicBezTo>
                      <a:pt x="0" y="305101"/>
                      <a:pt x="305101" y="0"/>
                      <a:pt x="681460" y="0"/>
                    </a:cubicBezTo>
                    <a:close/>
                  </a:path>
                </a:pathLst>
              </a:custGeom>
              <a:solidFill>
                <a:srgbClr val="A13F0B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CB71029B-2440-42A1-94AE-8491E7E4EDB0}"/>
                  </a:ext>
                </a:extLst>
              </p:cNvPr>
              <p:cNvSpPr/>
              <p:nvPr/>
            </p:nvSpPr>
            <p:spPr>
              <a:xfrm>
                <a:off x="2216986" y="864164"/>
                <a:ext cx="5847244" cy="5847244"/>
              </a:xfrm>
              <a:custGeom>
                <a:avLst/>
                <a:gdLst>
                  <a:gd name="connsiteX0" fmla="*/ 269669 w 540067"/>
                  <a:gd name="connsiteY0" fmla="*/ 539932 h 540067"/>
                  <a:gd name="connsiteX1" fmla="*/ -365 w 540067"/>
                  <a:gd name="connsiteY1" fmla="*/ 269898 h 540067"/>
                  <a:gd name="connsiteX2" fmla="*/ 269669 w 540067"/>
                  <a:gd name="connsiteY2" fmla="*/ -136 h 540067"/>
                  <a:gd name="connsiteX3" fmla="*/ 539703 w 540067"/>
                  <a:gd name="connsiteY3" fmla="*/ 269898 h 540067"/>
                  <a:gd name="connsiteX4" fmla="*/ 269669 w 540067"/>
                  <a:gd name="connsiteY4" fmla="*/ 539932 h 540067"/>
                  <a:gd name="connsiteX5" fmla="*/ 269669 w 540067"/>
                  <a:gd name="connsiteY5" fmla="*/ 7198 h 540067"/>
                  <a:gd name="connsiteX6" fmla="*/ 6779 w 540067"/>
                  <a:gd name="connsiteY6" fmla="*/ 269898 h 540067"/>
                  <a:gd name="connsiteX7" fmla="*/ 269478 w 540067"/>
                  <a:gd name="connsiteY7" fmla="*/ 532788 h 540067"/>
                  <a:gd name="connsiteX8" fmla="*/ 532368 w 540067"/>
                  <a:gd name="connsiteY8" fmla="*/ 270089 h 540067"/>
                  <a:gd name="connsiteX9" fmla="*/ 532368 w 540067"/>
                  <a:gd name="connsiteY9" fmla="*/ 269898 h 540067"/>
                  <a:gd name="connsiteX10" fmla="*/ 269573 w 540067"/>
                  <a:gd name="connsiteY10" fmla="*/ 7199 h 540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067" h="540067">
                    <a:moveTo>
                      <a:pt x="269669" y="539932"/>
                    </a:moveTo>
                    <a:cubicBezTo>
                      <a:pt x="120533" y="539932"/>
                      <a:pt x="-365" y="419034"/>
                      <a:pt x="-365" y="269898"/>
                    </a:cubicBezTo>
                    <a:cubicBezTo>
                      <a:pt x="-365" y="120762"/>
                      <a:pt x="120533" y="-136"/>
                      <a:pt x="269669" y="-136"/>
                    </a:cubicBezTo>
                    <a:cubicBezTo>
                      <a:pt x="418804" y="-136"/>
                      <a:pt x="539703" y="120762"/>
                      <a:pt x="539703" y="269898"/>
                    </a:cubicBezTo>
                    <a:cubicBezTo>
                      <a:pt x="539545" y="418968"/>
                      <a:pt x="418739" y="539774"/>
                      <a:pt x="269669" y="539932"/>
                    </a:cubicBezTo>
                    <a:moveTo>
                      <a:pt x="269669" y="7198"/>
                    </a:moveTo>
                    <a:cubicBezTo>
                      <a:pt x="124531" y="7146"/>
                      <a:pt x="6831" y="124760"/>
                      <a:pt x="6779" y="269898"/>
                    </a:cubicBezTo>
                    <a:cubicBezTo>
                      <a:pt x="6726" y="415036"/>
                      <a:pt x="124341" y="532735"/>
                      <a:pt x="269478" y="532788"/>
                    </a:cubicBezTo>
                    <a:cubicBezTo>
                      <a:pt x="414616" y="532841"/>
                      <a:pt x="532316" y="415226"/>
                      <a:pt x="532368" y="270089"/>
                    </a:cubicBezTo>
                    <a:cubicBezTo>
                      <a:pt x="532368" y="270025"/>
                      <a:pt x="532368" y="269962"/>
                      <a:pt x="532368" y="269898"/>
                    </a:cubicBezTo>
                    <a:cubicBezTo>
                      <a:pt x="532211" y="124841"/>
                      <a:pt x="414630" y="7304"/>
                      <a:pt x="269573" y="7199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A4DCAA0F-8391-4160-856D-74300CF0EB45}"/>
                  </a:ext>
                </a:extLst>
              </p:cNvPr>
              <p:cNvSpPr/>
              <p:nvPr/>
            </p:nvSpPr>
            <p:spPr>
              <a:xfrm>
                <a:off x="2925454" y="1572645"/>
                <a:ext cx="4430295" cy="4430295"/>
              </a:xfrm>
              <a:custGeom>
                <a:avLst/>
                <a:gdLst>
                  <a:gd name="connsiteX0" fmla="*/ 204232 w 409194"/>
                  <a:gd name="connsiteY0" fmla="*/ 409058 h 409194"/>
                  <a:gd name="connsiteX1" fmla="*/ -365 w 409194"/>
                  <a:gd name="connsiteY1" fmla="*/ 204461 h 409194"/>
                  <a:gd name="connsiteX2" fmla="*/ 204232 w 409194"/>
                  <a:gd name="connsiteY2" fmla="*/ -136 h 409194"/>
                  <a:gd name="connsiteX3" fmla="*/ 408829 w 409194"/>
                  <a:gd name="connsiteY3" fmla="*/ 204461 h 409194"/>
                  <a:gd name="connsiteX4" fmla="*/ 204232 w 409194"/>
                  <a:gd name="connsiteY4" fmla="*/ 409058 h 409194"/>
                  <a:gd name="connsiteX5" fmla="*/ 204232 w 409194"/>
                  <a:gd name="connsiteY5" fmla="*/ 5008 h 409194"/>
                  <a:gd name="connsiteX6" fmla="*/ 4779 w 409194"/>
                  <a:gd name="connsiteY6" fmla="*/ 204461 h 409194"/>
                  <a:gd name="connsiteX7" fmla="*/ 204232 w 409194"/>
                  <a:gd name="connsiteY7" fmla="*/ 403915 h 409194"/>
                  <a:gd name="connsiteX8" fmla="*/ 403686 w 409194"/>
                  <a:gd name="connsiteY8" fmla="*/ 204461 h 409194"/>
                  <a:gd name="connsiteX9" fmla="*/ 204232 w 409194"/>
                  <a:gd name="connsiteY9" fmla="*/ 5008 h 409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4" h="409194">
                    <a:moveTo>
                      <a:pt x="204232" y="409058"/>
                    </a:moveTo>
                    <a:cubicBezTo>
                      <a:pt x="91236" y="409058"/>
                      <a:pt x="-365" y="317457"/>
                      <a:pt x="-365" y="204461"/>
                    </a:cubicBezTo>
                    <a:cubicBezTo>
                      <a:pt x="-365" y="91465"/>
                      <a:pt x="91236" y="-136"/>
                      <a:pt x="204232" y="-136"/>
                    </a:cubicBezTo>
                    <a:cubicBezTo>
                      <a:pt x="317228" y="-136"/>
                      <a:pt x="408829" y="91465"/>
                      <a:pt x="408829" y="204461"/>
                    </a:cubicBezTo>
                    <a:cubicBezTo>
                      <a:pt x="408672" y="317392"/>
                      <a:pt x="317163" y="408901"/>
                      <a:pt x="204232" y="409058"/>
                    </a:cubicBezTo>
                    <a:moveTo>
                      <a:pt x="204232" y="5008"/>
                    </a:moveTo>
                    <a:cubicBezTo>
                      <a:pt x="94077" y="5008"/>
                      <a:pt x="4779" y="94306"/>
                      <a:pt x="4779" y="204461"/>
                    </a:cubicBezTo>
                    <a:cubicBezTo>
                      <a:pt x="4779" y="314616"/>
                      <a:pt x="94077" y="403915"/>
                      <a:pt x="204232" y="403915"/>
                    </a:cubicBezTo>
                    <a:cubicBezTo>
                      <a:pt x="314387" y="403915"/>
                      <a:pt x="403686" y="314616"/>
                      <a:pt x="403686" y="204461"/>
                    </a:cubicBezTo>
                    <a:cubicBezTo>
                      <a:pt x="403372" y="94436"/>
                      <a:pt x="314257" y="5322"/>
                      <a:pt x="204232" y="5008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711C51F1-CA4B-409A-8383-0BF605F3EBE6}"/>
                  </a:ext>
                </a:extLst>
              </p:cNvPr>
              <p:cNvSpPr/>
              <p:nvPr/>
            </p:nvSpPr>
            <p:spPr>
              <a:xfrm>
                <a:off x="4803560" y="5511495"/>
                <a:ext cx="663105" cy="184906"/>
              </a:xfrm>
              <a:custGeom>
                <a:avLst/>
                <a:gdLst>
                  <a:gd name="connsiteX0" fmla="*/ 430891 w 663105"/>
                  <a:gd name="connsiteY0" fmla="*/ 41814 h 184906"/>
                  <a:gd name="connsiteX1" fmla="*/ 364890 w 663105"/>
                  <a:gd name="connsiteY1" fmla="*/ 121216 h 184906"/>
                  <a:gd name="connsiteX2" fmla="*/ 431919 w 663105"/>
                  <a:gd name="connsiteY2" fmla="*/ 121216 h 184906"/>
                  <a:gd name="connsiteX3" fmla="*/ 431919 w 663105"/>
                  <a:gd name="connsiteY3" fmla="*/ 41814 h 184906"/>
                  <a:gd name="connsiteX4" fmla="*/ 591939 w 663105"/>
                  <a:gd name="connsiteY4" fmla="*/ 25910 h 184906"/>
                  <a:gd name="connsiteX5" fmla="*/ 548632 w 663105"/>
                  <a:gd name="connsiteY5" fmla="*/ 96035 h 184906"/>
                  <a:gd name="connsiteX6" fmla="*/ 591939 w 663105"/>
                  <a:gd name="connsiteY6" fmla="*/ 165132 h 184906"/>
                  <a:gd name="connsiteX7" fmla="*/ 635257 w 663105"/>
                  <a:gd name="connsiteY7" fmla="*/ 96035 h 184906"/>
                  <a:gd name="connsiteX8" fmla="*/ 591939 w 663105"/>
                  <a:gd name="connsiteY8" fmla="*/ 25910 h 184906"/>
                  <a:gd name="connsiteX9" fmla="*/ 226833 w 663105"/>
                  <a:gd name="connsiteY9" fmla="*/ 20253 h 184906"/>
                  <a:gd name="connsiteX10" fmla="*/ 196296 w 663105"/>
                  <a:gd name="connsiteY10" fmla="*/ 31255 h 184906"/>
                  <a:gd name="connsiteX11" fmla="*/ 184471 w 663105"/>
                  <a:gd name="connsiteY11" fmla="*/ 59635 h 184906"/>
                  <a:gd name="connsiteX12" fmla="*/ 196296 w 663105"/>
                  <a:gd name="connsiteY12" fmla="*/ 88078 h 184906"/>
                  <a:gd name="connsiteX13" fmla="*/ 226833 w 663105"/>
                  <a:gd name="connsiteY13" fmla="*/ 99142 h 184906"/>
                  <a:gd name="connsiteX14" fmla="*/ 257369 w 663105"/>
                  <a:gd name="connsiteY14" fmla="*/ 88015 h 184906"/>
                  <a:gd name="connsiteX15" fmla="*/ 269194 w 663105"/>
                  <a:gd name="connsiteY15" fmla="*/ 59635 h 184906"/>
                  <a:gd name="connsiteX16" fmla="*/ 257369 w 663105"/>
                  <a:gd name="connsiteY16" fmla="*/ 31255 h 184906"/>
                  <a:gd name="connsiteX17" fmla="*/ 226833 w 663105"/>
                  <a:gd name="connsiteY17" fmla="*/ 20253 h 184906"/>
                  <a:gd name="connsiteX18" fmla="*/ 436041 w 663105"/>
                  <a:gd name="connsiteY18" fmla="*/ 7784 h 184906"/>
                  <a:gd name="connsiteX19" fmla="*/ 457695 w 663105"/>
                  <a:gd name="connsiteY19" fmla="*/ 7784 h 184906"/>
                  <a:gd name="connsiteX20" fmla="*/ 457695 w 663105"/>
                  <a:gd name="connsiteY20" fmla="*/ 121227 h 184906"/>
                  <a:gd name="connsiteX21" fmla="*/ 488638 w 663105"/>
                  <a:gd name="connsiteY21" fmla="*/ 121227 h 184906"/>
                  <a:gd name="connsiteX22" fmla="*/ 488638 w 663105"/>
                  <a:gd name="connsiteY22" fmla="*/ 139785 h 184906"/>
                  <a:gd name="connsiteX23" fmla="*/ 457695 w 663105"/>
                  <a:gd name="connsiteY23" fmla="*/ 139785 h 184906"/>
                  <a:gd name="connsiteX24" fmla="*/ 457695 w 663105"/>
                  <a:gd name="connsiteY24" fmla="*/ 182063 h 184906"/>
                  <a:gd name="connsiteX25" fmla="*/ 431916 w 663105"/>
                  <a:gd name="connsiteY25" fmla="*/ 182063 h 184906"/>
                  <a:gd name="connsiteX26" fmla="*/ 431916 w 663105"/>
                  <a:gd name="connsiteY26" fmla="*/ 139785 h 184906"/>
                  <a:gd name="connsiteX27" fmla="*/ 341166 w 663105"/>
                  <a:gd name="connsiteY27" fmla="*/ 139785 h 184906"/>
                  <a:gd name="connsiteX28" fmla="*/ 341166 w 663105"/>
                  <a:gd name="connsiteY28" fmla="*/ 118131 h 184906"/>
                  <a:gd name="connsiteX29" fmla="*/ 591940 w 663105"/>
                  <a:gd name="connsiteY29" fmla="*/ 6311 h 184906"/>
                  <a:gd name="connsiteX30" fmla="*/ 663105 w 663105"/>
                  <a:gd name="connsiteY30" fmla="*/ 96034 h 184906"/>
                  <a:gd name="connsiteX31" fmla="*/ 591940 w 663105"/>
                  <a:gd name="connsiteY31" fmla="*/ 184718 h 184906"/>
                  <a:gd name="connsiteX32" fmla="*/ 520785 w 663105"/>
                  <a:gd name="connsiteY32" fmla="*/ 96034 h 184906"/>
                  <a:gd name="connsiteX33" fmla="*/ 591940 w 663105"/>
                  <a:gd name="connsiteY33" fmla="*/ 6311 h 184906"/>
                  <a:gd name="connsiteX34" fmla="*/ 55695 w 663105"/>
                  <a:gd name="connsiteY34" fmla="*/ 6311 h 184906"/>
                  <a:gd name="connsiteX35" fmla="*/ 76309 w 663105"/>
                  <a:gd name="connsiteY35" fmla="*/ 6311 h 184906"/>
                  <a:gd name="connsiteX36" fmla="*/ 76309 w 663105"/>
                  <a:gd name="connsiteY36" fmla="*/ 180591 h 184906"/>
                  <a:gd name="connsiteX37" fmla="*/ 48473 w 663105"/>
                  <a:gd name="connsiteY37" fmla="*/ 180591 h 184906"/>
                  <a:gd name="connsiteX38" fmla="*/ 48473 w 663105"/>
                  <a:gd name="connsiteY38" fmla="*/ 56840 h 184906"/>
                  <a:gd name="connsiteX39" fmla="*/ 0 w 663105"/>
                  <a:gd name="connsiteY39" fmla="*/ 56840 h 184906"/>
                  <a:gd name="connsiteX40" fmla="*/ 0 w 663105"/>
                  <a:gd name="connsiteY40" fmla="*/ 39312 h 184906"/>
                  <a:gd name="connsiteX41" fmla="*/ 55695 w 663105"/>
                  <a:gd name="connsiteY41" fmla="*/ 6311 h 184906"/>
                  <a:gd name="connsiteX42" fmla="*/ 228329 w 663105"/>
                  <a:gd name="connsiteY42" fmla="*/ 0 h 184906"/>
                  <a:gd name="connsiteX43" fmla="*/ 281842 w 663105"/>
                  <a:gd name="connsiteY43" fmla="*/ 20567 h 184906"/>
                  <a:gd name="connsiteX44" fmla="*/ 300627 w 663105"/>
                  <a:gd name="connsiteY44" fmla="*/ 79013 h 184906"/>
                  <a:gd name="connsiteX45" fmla="*/ 280271 w 663105"/>
                  <a:gd name="connsiteY45" fmla="*/ 157402 h 184906"/>
                  <a:gd name="connsiteX46" fmla="*/ 222492 w 663105"/>
                  <a:gd name="connsiteY46" fmla="*/ 184906 h 184906"/>
                  <a:gd name="connsiteX47" fmla="*/ 176912 w 663105"/>
                  <a:gd name="connsiteY47" fmla="*/ 172092 h 184906"/>
                  <a:gd name="connsiteX48" fmla="*/ 158725 w 663105"/>
                  <a:gd name="connsiteY48" fmla="*/ 136773 h 184906"/>
                  <a:gd name="connsiteX49" fmla="*/ 184772 w 663105"/>
                  <a:gd name="connsiteY49" fmla="*/ 136773 h 184906"/>
                  <a:gd name="connsiteX50" fmla="*/ 196223 w 663105"/>
                  <a:gd name="connsiteY50" fmla="*/ 158214 h 184906"/>
                  <a:gd name="connsiteX51" fmla="*/ 222492 w 663105"/>
                  <a:gd name="connsiteY51" fmla="*/ 165778 h 184906"/>
                  <a:gd name="connsiteX52" fmla="*/ 259913 w 663105"/>
                  <a:gd name="connsiteY52" fmla="*/ 143150 h 184906"/>
                  <a:gd name="connsiteX53" fmla="*/ 272337 w 663105"/>
                  <a:gd name="connsiteY53" fmla="*/ 98768 h 184906"/>
                  <a:gd name="connsiteX54" fmla="*/ 222492 w 663105"/>
                  <a:gd name="connsiteY54" fmla="*/ 119396 h 184906"/>
                  <a:gd name="connsiteX55" fmla="*/ 174218 w 663105"/>
                  <a:gd name="connsiteY55" fmla="*/ 102955 h 184906"/>
                  <a:gd name="connsiteX56" fmla="*/ 155882 w 663105"/>
                  <a:gd name="connsiteY56" fmla="*/ 59635 h 184906"/>
                  <a:gd name="connsiteX57" fmla="*/ 175790 w 663105"/>
                  <a:gd name="connsiteY57" fmla="*/ 16378 h 184906"/>
                  <a:gd name="connsiteX58" fmla="*/ 228329 w 663105"/>
                  <a:gd name="connsiteY58" fmla="*/ 0 h 184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663105" h="184906">
                    <a:moveTo>
                      <a:pt x="430891" y="41814"/>
                    </a:moveTo>
                    <a:lnTo>
                      <a:pt x="364890" y="121216"/>
                    </a:lnTo>
                    <a:lnTo>
                      <a:pt x="431919" y="121216"/>
                    </a:lnTo>
                    <a:lnTo>
                      <a:pt x="431919" y="41814"/>
                    </a:lnTo>
                    <a:close/>
                    <a:moveTo>
                      <a:pt x="591939" y="25910"/>
                    </a:moveTo>
                    <a:cubicBezTo>
                      <a:pt x="562036" y="25910"/>
                      <a:pt x="548632" y="52728"/>
                      <a:pt x="548632" y="96035"/>
                    </a:cubicBezTo>
                    <a:cubicBezTo>
                      <a:pt x="548632" y="139353"/>
                      <a:pt x="562036" y="165132"/>
                      <a:pt x="591939" y="165132"/>
                    </a:cubicBezTo>
                    <a:cubicBezTo>
                      <a:pt x="621854" y="165132"/>
                      <a:pt x="635257" y="139353"/>
                      <a:pt x="635257" y="96035"/>
                    </a:cubicBezTo>
                    <a:cubicBezTo>
                      <a:pt x="635257" y="52728"/>
                      <a:pt x="621854" y="25910"/>
                      <a:pt x="591939" y="25910"/>
                    </a:cubicBezTo>
                    <a:close/>
                    <a:moveTo>
                      <a:pt x="226833" y="20253"/>
                    </a:moveTo>
                    <a:cubicBezTo>
                      <a:pt x="214358" y="20253"/>
                      <a:pt x="204180" y="23921"/>
                      <a:pt x="196296" y="31255"/>
                    </a:cubicBezTo>
                    <a:cubicBezTo>
                      <a:pt x="188414" y="38591"/>
                      <a:pt x="184471" y="48050"/>
                      <a:pt x="184471" y="59635"/>
                    </a:cubicBezTo>
                    <a:cubicBezTo>
                      <a:pt x="184471" y="71221"/>
                      <a:pt x="188414" y="80701"/>
                      <a:pt x="196296" y="88078"/>
                    </a:cubicBezTo>
                    <a:cubicBezTo>
                      <a:pt x="204180" y="95454"/>
                      <a:pt x="214358" y="99142"/>
                      <a:pt x="226833" y="99142"/>
                    </a:cubicBezTo>
                    <a:cubicBezTo>
                      <a:pt x="239307" y="99142"/>
                      <a:pt x="249485" y="95433"/>
                      <a:pt x="257369" y="88015"/>
                    </a:cubicBezTo>
                    <a:cubicBezTo>
                      <a:pt x="265251" y="80681"/>
                      <a:pt x="269194" y="71221"/>
                      <a:pt x="269194" y="59635"/>
                    </a:cubicBezTo>
                    <a:cubicBezTo>
                      <a:pt x="269194" y="48050"/>
                      <a:pt x="265251" y="38591"/>
                      <a:pt x="257369" y="31255"/>
                    </a:cubicBezTo>
                    <a:cubicBezTo>
                      <a:pt x="249485" y="23921"/>
                      <a:pt x="239307" y="20253"/>
                      <a:pt x="226833" y="20253"/>
                    </a:cubicBezTo>
                    <a:close/>
                    <a:moveTo>
                      <a:pt x="436041" y="7784"/>
                    </a:moveTo>
                    <a:lnTo>
                      <a:pt x="457695" y="7784"/>
                    </a:lnTo>
                    <a:lnTo>
                      <a:pt x="457695" y="121227"/>
                    </a:lnTo>
                    <a:lnTo>
                      <a:pt x="488638" y="121227"/>
                    </a:lnTo>
                    <a:lnTo>
                      <a:pt x="488638" y="139785"/>
                    </a:lnTo>
                    <a:lnTo>
                      <a:pt x="457695" y="139785"/>
                    </a:lnTo>
                    <a:lnTo>
                      <a:pt x="457695" y="182063"/>
                    </a:lnTo>
                    <a:lnTo>
                      <a:pt x="431916" y="182063"/>
                    </a:lnTo>
                    <a:lnTo>
                      <a:pt x="431916" y="139785"/>
                    </a:lnTo>
                    <a:lnTo>
                      <a:pt x="341166" y="139785"/>
                    </a:lnTo>
                    <a:lnTo>
                      <a:pt x="341166" y="118131"/>
                    </a:lnTo>
                    <a:close/>
                    <a:moveTo>
                      <a:pt x="591940" y="6311"/>
                    </a:moveTo>
                    <a:cubicBezTo>
                      <a:pt x="651759" y="6311"/>
                      <a:pt x="663105" y="59938"/>
                      <a:pt x="663105" y="96034"/>
                    </a:cubicBezTo>
                    <a:cubicBezTo>
                      <a:pt x="663105" y="132131"/>
                      <a:pt x="651759" y="184718"/>
                      <a:pt x="591940" y="184718"/>
                    </a:cubicBezTo>
                    <a:cubicBezTo>
                      <a:pt x="532132" y="184718"/>
                      <a:pt x="520785" y="132131"/>
                      <a:pt x="520785" y="96034"/>
                    </a:cubicBezTo>
                    <a:cubicBezTo>
                      <a:pt x="520785" y="59938"/>
                      <a:pt x="532132" y="6311"/>
                      <a:pt x="591940" y="6311"/>
                    </a:cubicBezTo>
                    <a:close/>
                    <a:moveTo>
                      <a:pt x="55695" y="6311"/>
                    </a:moveTo>
                    <a:lnTo>
                      <a:pt x="76309" y="6311"/>
                    </a:lnTo>
                    <a:lnTo>
                      <a:pt x="76309" y="180591"/>
                    </a:lnTo>
                    <a:lnTo>
                      <a:pt x="48473" y="180591"/>
                    </a:lnTo>
                    <a:lnTo>
                      <a:pt x="48473" y="56840"/>
                    </a:lnTo>
                    <a:lnTo>
                      <a:pt x="0" y="56840"/>
                    </a:lnTo>
                    <a:lnTo>
                      <a:pt x="0" y="39312"/>
                    </a:lnTo>
                    <a:cubicBezTo>
                      <a:pt x="33001" y="37244"/>
                      <a:pt x="47434" y="35187"/>
                      <a:pt x="55695" y="6311"/>
                    </a:cubicBezTo>
                    <a:close/>
                    <a:moveTo>
                      <a:pt x="228329" y="0"/>
                    </a:moveTo>
                    <a:cubicBezTo>
                      <a:pt x="251480" y="0"/>
                      <a:pt x="269319" y="6855"/>
                      <a:pt x="281842" y="20567"/>
                    </a:cubicBezTo>
                    <a:cubicBezTo>
                      <a:pt x="294366" y="34277"/>
                      <a:pt x="300627" y="53759"/>
                      <a:pt x="300627" y="79013"/>
                    </a:cubicBezTo>
                    <a:cubicBezTo>
                      <a:pt x="300627" y="112936"/>
                      <a:pt x="293842" y="139066"/>
                      <a:pt x="280271" y="157402"/>
                    </a:cubicBezTo>
                    <a:cubicBezTo>
                      <a:pt x="266698" y="175739"/>
                      <a:pt x="247440" y="184906"/>
                      <a:pt x="222492" y="184906"/>
                    </a:cubicBezTo>
                    <a:cubicBezTo>
                      <a:pt x="203432" y="184906"/>
                      <a:pt x="188238" y="180635"/>
                      <a:pt x="176912" y="172092"/>
                    </a:cubicBezTo>
                    <a:cubicBezTo>
                      <a:pt x="165586" y="163549"/>
                      <a:pt x="159524" y="151776"/>
                      <a:pt x="158725" y="136773"/>
                    </a:cubicBezTo>
                    <a:lnTo>
                      <a:pt x="184772" y="136773"/>
                    </a:lnTo>
                    <a:cubicBezTo>
                      <a:pt x="185869" y="146025"/>
                      <a:pt x="189685" y="153172"/>
                      <a:pt x="196223" y="158214"/>
                    </a:cubicBezTo>
                    <a:cubicBezTo>
                      <a:pt x="202759" y="163257"/>
                      <a:pt x="211514" y="165778"/>
                      <a:pt x="222492" y="165778"/>
                    </a:cubicBezTo>
                    <a:cubicBezTo>
                      <a:pt x="238658" y="165778"/>
                      <a:pt x="251132" y="158236"/>
                      <a:pt x="259913" y="143150"/>
                    </a:cubicBezTo>
                    <a:cubicBezTo>
                      <a:pt x="266300" y="131898"/>
                      <a:pt x="270441" y="117104"/>
                      <a:pt x="272337" y="98768"/>
                    </a:cubicBezTo>
                    <a:cubicBezTo>
                      <a:pt x="258965" y="112520"/>
                      <a:pt x="242349" y="119396"/>
                      <a:pt x="222492" y="119396"/>
                    </a:cubicBezTo>
                    <a:cubicBezTo>
                      <a:pt x="202533" y="119396"/>
                      <a:pt x="186443" y="113915"/>
                      <a:pt x="174218" y="102955"/>
                    </a:cubicBezTo>
                    <a:cubicBezTo>
                      <a:pt x="161995" y="91995"/>
                      <a:pt x="155882" y="77555"/>
                      <a:pt x="155882" y="59635"/>
                    </a:cubicBezTo>
                    <a:cubicBezTo>
                      <a:pt x="155882" y="41715"/>
                      <a:pt x="162518" y="27296"/>
                      <a:pt x="175790" y="16378"/>
                    </a:cubicBezTo>
                    <a:cubicBezTo>
                      <a:pt x="189062" y="5459"/>
                      <a:pt x="206575" y="0"/>
                      <a:pt x="228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CBFED35B-D6D2-4860-9CDE-B7CC5FEFD820}"/>
                  </a:ext>
                </a:extLst>
              </p:cNvPr>
              <p:cNvSpPr/>
              <p:nvPr/>
            </p:nvSpPr>
            <p:spPr>
              <a:xfrm>
                <a:off x="3373025" y="4211641"/>
                <a:ext cx="3537217" cy="893065"/>
              </a:xfrm>
              <a:custGeom>
                <a:avLst/>
                <a:gdLst>
                  <a:gd name="connsiteX0" fmla="*/ 162894 w 326707"/>
                  <a:gd name="connsiteY0" fmla="*/ 82351 h 82486"/>
                  <a:gd name="connsiteX1" fmla="*/ 135176 w 326707"/>
                  <a:gd name="connsiteY1" fmla="*/ 76350 h 82486"/>
                  <a:gd name="connsiteX2" fmla="*/ 143177 w 326707"/>
                  <a:gd name="connsiteY2" fmla="*/ 44536 h 82486"/>
                  <a:gd name="connsiteX3" fmla="*/ 19352 w 326707"/>
                  <a:gd name="connsiteY3" fmla="*/ 21771 h 82486"/>
                  <a:gd name="connsiteX4" fmla="*/ -365 w 326707"/>
                  <a:gd name="connsiteY4" fmla="*/ -136 h 82486"/>
                  <a:gd name="connsiteX5" fmla="*/ 30877 w 326707"/>
                  <a:gd name="connsiteY5" fmla="*/ 4817 h 82486"/>
                  <a:gd name="connsiteX6" fmla="*/ 133842 w 326707"/>
                  <a:gd name="connsiteY6" fmla="*/ 5674 h 82486"/>
                  <a:gd name="connsiteX7" fmla="*/ 162989 w 326707"/>
                  <a:gd name="connsiteY7" fmla="*/ 5674 h 82486"/>
                  <a:gd name="connsiteX8" fmla="*/ 192135 w 326707"/>
                  <a:gd name="connsiteY8" fmla="*/ 5674 h 82486"/>
                  <a:gd name="connsiteX9" fmla="*/ 295100 w 326707"/>
                  <a:gd name="connsiteY9" fmla="*/ 4817 h 82486"/>
                  <a:gd name="connsiteX10" fmla="*/ 326342 w 326707"/>
                  <a:gd name="connsiteY10" fmla="*/ -136 h 82486"/>
                  <a:gd name="connsiteX11" fmla="*/ 306721 w 326707"/>
                  <a:gd name="connsiteY11" fmla="*/ 21771 h 82486"/>
                  <a:gd name="connsiteX12" fmla="*/ 182896 w 326707"/>
                  <a:gd name="connsiteY12" fmla="*/ 44536 h 82486"/>
                  <a:gd name="connsiteX13" fmla="*/ 190897 w 326707"/>
                  <a:gd name="connsiteY13" fmla="*/ 76350 h 8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26707" h="82486">
                    <a:moveTo>
                      <a:pt x="162894" y="82351"/>
                    </a:moveTo>
                    <a:lnTo>
                      <a:pt x="135176" y="76350"/>
                    </a:lnTo>
                    <a:lnTo>
                      <a:pt x="143177" y="44536"/>
                    </a:lnTo>
                    <a:cubicBezTo>
                      <a:pt x="101245" y="41102"/>
                      <a:pt x="59763" y="33475"/>
                      <a:pt x="19352" y="21771"/>
                    </a:cubicBezTo>
                    <a:cubicBezTo>
                      <a:pt x="11564" y="15662"/>
                      <a:pt x="4893" y="8250"/>
                      <a:pt x="-365" y="-136"/>
                    </a:cubicBezTo>
                    <a:cubicBezTo>
                      <a:pt x="9900" y="2347"/>
                      <a:pt x="20347" y="4003"/>
                      <a:pt x="30877" y="4817"/>
                    </a:cubicBezTo>
                    <a:cubicBezTo>
                      <a:pt x="58785" y="5865"/>
                      <a:pt x="102410" y="2245"/>
                      <a:pt x="133842" y="5674"/>
                    </a:cubicBezTo>
                    <a:lnTo>
                      <a:pt x="162989" y="5674"/>
                    </a:lnTo>
                    <a:lnTo>
                      <a:pt x="192135" y="5674"/>
                    </a:lnTo>
                    <a:cubicBezTo>
                      <a:pt x="223568" y="2245"/>
                      <a:pt x="267288" y="5674"/>
                      <a:pt x="295100" y="4817"/>
                    </a:cubicBezTo>
                    <a:cubicBezTo>
                      <a:pt x="305630" y="4003"/>
                      <a:pt x="316077" y="2347"/>
                      <a:pt x="326342" y="-136"/>
                    </a:cubicBezTo>
                    <a:cubicBezTo>
                      <a:pt x="321105" y="8236"/>
                      <a:pt x="314468" y="15647"/>
                      <a:pt x="306721" y="21771"/>
                    </a:cubicBezTo>
                    <a:cubicBezTo>
                      <a:pt x="266307" y="33462"/>
                      <a:pt x="224826" y="41088"/>
                      <a:pt x="182896" y="44536"/>
                    </a:cubicBezTo>
                    <a:lnTo>
                      <a:pt x="190897" y="76350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35E67892-DADE-4230-9756-4CC096EE5E0E}"/>
                  </a:ext>
                </a:extLst>
              </p:cNvPr>
              <p:cNvSpPr/>
              <p:nvPr/>
            </p:nvSpPr>
            <p:spPr>
              <a:xfrm>
                <a:off x="3518431" y="3788820"/>
                <a:ext cx="3246401" cy="902357"/>
              </a:xfrm>
              <a:custGeom>
                <a:avLst/>
                <a:gdLst>
                  <a:gd name="connsiteX0" fmla="*/ 149463 w 299846"/>
                  <a:gd name="connsiteY0" fmla="*/ 6151 h 83344"/>
                  <a:gd name="connsiteX1" fmla="*/ 191564 w 299846"/>
                  <a:gd name="connsiteY1" fmla="*/ 6151 h 83344"/>
                  <a:gd name="connsiteX2" fmla="*/ 277289 w 299846"/>
                  <a:gd name="connsiteY2" fmla="*/ 2722 h 83344"/>
                  <a:gd name="connsiteX3" fmla="*/ 299482 w 299846"/>
                  <a:gd name="connsiteY3" fmla="*/ -135 h 83344"/>
                  <a:gd name="connsiteX4" fmla="*/ 279289 w 299846"/>
                  <a:gd name="connsiteY4" fmla="*/ 21391 h 83344"/>
                  <a:gd name="connsiteX5" fmla="*/ 254619 w 299846"/>
                  <a:gd name="connsiteY5" fmla="*/ 32631 h 83344"/>
                  <a:gd name="connsiteX6" fmla="*/ 195278 w 299846"/>
                  <a:gd name="connsiteY6" fmla="*/ 45871 h 83344"/>
                  <a:gd name="connsiteX7" fmla="*/ 168799 w 299846"/>
                  <a:gd name="connsiteY7" fmla="*/ 48823 h 83344"/>
                  <a:gd name="connsiteX8" fmla="*/ 176229 w 299846"/>
                  <a:gd name="connsiteY8" fmla="*/ 78636 h 83344"/>
                  <a:gd name="connsiteX9" fmla="*/ 149558 w 299846"/>
                  <a:gd name="connsiteY9" fmla="*/ 83208 h 83344"/>
                  <a:gd name="connsiteX10" fmla="*/ 122889 w 299846"/>
                  <a:gd name="connsiteY10" fmla="*/ 78636 h 83344"/>
                  <a:gd name="connsiteX11" fmla="*/ 130318 w 299846"/>
                  <a:gd name="connsiteY11" fmla="*/ 48823 h 83344"/>
                  <a:gd name="connsiteX12" fmla="*/ 103839 w 299846"/>
                  <a:gd name="connsiteY12" fmla="*/ 45870 h 83344"/>
                  <a:gd name="connsiteX13" fmla="*/ 44498 w 299846"/>
                  <a:gd name="connsiteY13" fmla="*/ 32630 h 83344"/>
                  <a:gd name="connsiteX14" fmla="*/ 19828 w 299846"/>
                  <a:gd name="connsiteY14" fmla="*/ 21391 h 83344"/>
                  <a:gd name="connsiteX15" fmla="*/ -365 w 299846"/>
                  <a:gd name="connsiteY15" fmla="*/ -136 h 83344"/>
                  <a:gd name="connsiteX16" fmla="*/ 21828 w 299846"/>
                  <a:gd name="connsiteY16" fmla="*/ 2721 h 83344"/>
                  <a:gd name="connsiteX17" fmla="*/ 107553 w 299846"/>
                  <a:gd name="connsiteY17" fmla="*/ 6150 h 83344"/>
                  <a:gd name="connsiteX18" fmla="*/ 149654 w 299846"/>
                  <a:gd name="connsiteY18" fmla="*/ 6151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99846" h="83344">
                    <a:moveTo>
                      <a:pt x="149463" y="6151"/>
                    </a:moveTo>
                    <a:cubicBezTo>
                      <a:pt x="170323" y="6151"/>
                      <a:pt x="191659" y="6151"/>
                      <a:pt x="191564" y="6151"/>
                    </a:cubicBezTo>
                    <a:cubicBezTo>
                      <a:pt x="219999" y="2694"/>
                      <a:pt x="248668" y="1547"/>
                      <a:pt x="277289" y="2722"/>
                    </a:cubicBezTo>
                    <a:cubicBezTo>
                      <a:pt x="284757" y="2441"/>
                      <a:pt x="292185" y="1485"/>
                      <a:pt x="299482" y="-135"/>
                    </a:cubicBezTo>
                    <a:cubicBezTo>
                      <a:pt x="294242" y="8306"/>
                      <a:pt x="287378" y="15623"/>
                      <a:pt x="279289" y="21391"/>
                    </a:cubicBezTo>
                    <a:cubicBezTo>
                      <a:pt x="271430" y="25890"/>
                      <a:pt x="263171" y="29653"/>
                      <a:pt x="254619" y="32631"/>
                    </a:cubicBezTo>
                    <a:cubicBezTo>
                      <a:pt x="235136" y="38283"/>
                      <a:pt x="215317" y="42705"/>
                      <a:pt x="195278" y="45871"/>
                    </a:cubicBezTo>
                    <a:cubicBezTo>
                      <a:pt x="185754" y="47013"/>
                      <a:pt x="176800" y="48156"/>
                      <a:pt x="168799" y="48823"/>
                    </a:cubicBezTo>
                    <a:lnTo>
                      <a:pt x="176229" y="78636"/>
                    </a:lnTo>
                    <a:lnTo>
                      <a:pt x="149558" y="83208"/>
                    </a:lnTo>
                    <a:lnTo>
                      <a:pt x="122889" y="78636"/>
                    </a:lnTo>
                    <a:lnTo>
                      <a:pt x="130318" y="48823"/>
                    </a:lnTo>
                    <a:cubicBezTo>
                      <a:pt x="122317" y="48156"/>
                      <a:pt x="113078" y="47013"/>
                      <a:pt x="103839" y="45870"/>
                    </a:cubicBezTo>
                    <a:cubicBezTo>
                      <a:pt x="83800" y="42705"/>
                      <a:pt x="63981" y="38283"/>
                      <a:pt x="44498" y="32630"/>
                    </a:cubicBezTo>
                    <a:cubicBezTo>
                      <a:pt x="35946" y="29652"/>
                      <a:pt x="27687" y="25889"/>
                      <a:pt x="19828" y="21391"/>
                    </a:cubicBezTo>
                    <a:cubicBezTo>
                      <a:pt x="11739" y="15622"/>
                      <a:pt x="4875" y="8305"/>
                      <a:pt x="-365" y="-136"/>
                    </a:cubicBezTo>
                    <a:cubicBezTo>
                      <a:pt x="6931" y="1484"/>
                      <a:pt x="14359" y="2441"/>
                      <a:pt x="21828" y="2721"/>
                    </a:cubicBezTo>
                    <a:cubicBezTo>
                      <a:pt x="50449" y="1547"/>
                      <a:pt x="79118" y="2694"/>
                      <a:pt x="107553" y="6150"/>
                    </a:cubicBezTo>
                    <a:cubicBezTo>
                      <a:pt x="107553" y="6151"/>
                      <a:pt x="128794" y="6151"/>
                      <a:pt x="149654" y="6151"/>
                    </a:cubicBezTo>
                  </a:path>
                </a:pathLst>
              </a:custGeom>
              <a:solidFill>
                <a:srgbClr val="13AE6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D149E704-06D3-419E-A289-268204C4FAE9}"/>
                  </a:ext>
                </a:extLst>
              </p:cNvPr>
              <p:cNvSpPr/>
              <p:nvPr/>
            </p:nvSpPr>
            <p:spPr>
              <a:xfrm>
                <a:off x="3703032" y="3358787"/>
                <a:ext cx="2883406" cy="928137"/>
              </a:xfrm>
              <a:custGeom>
                <a:avLst/>
                <a:gdLst>
                  <a:gd name="connsiteX0" fmla="*/ 132699 w 266319"/>
                  <a:gd name="connsiteY0" fmla="*/ 85589 h 85725"/>
                  <a:gd name="connsiteX1" fmla="*/ 132223 w 266319"/>
                  <a:gd name="connsiteY1" fmla="*/ 85589 h 85725"/>
                  <a:gd name="connsiteX2" fmla="*/ 107077 w 266319"/>
                  <a:gd name="connsiteY2" fmla="*/ 82637 h 85725"/>
                  <a:gd name="connsiteX3" fmla="*/ 113840 w 266319"/>
                  <a:gd name="connsiteY3" fmla="*/ 54062 h 85725"/>
                  <a:gd name="connsiteX4" fmla="*/ 91551 w 266319"/>
                  <a:gd name="connsiteY4" fmla="*/ 52728 h 85725"/>
                  <a:gd name="connsiteX5" fmla="*/ 43355 w 266319"/>
                  <a:gd name="connsiteY5" fmla="*/ 38536 h 85725"/>
                  <a:gd name="connsiteX6" fmla="*/ 18685 w 266319"/>
                  <a:gd name="connsiteY6" fmla="*/ 22629 h 85725"/>
                  <a:gd name="connsiteX7" fmla="*/ -365 w 266319"/>
                  <a:gd name="connsiteY7" fmla="*/ -136 h 85725"/>
                  <a:gd name="connsiteX8" fmla="*/ 21352 w 266319"/>
                  <a:gd name="connsiteY8" fmla="*/ 2627 h 85725"/>
                  <a:gd name="connsiteX9" fmla="*/ 91456 w 266319"/>
                  <a:gd name="connsiteY9" fmla="*/ 6818 h 85725"/>
                  <a:gd name="connsiteX10" fmla="*/ 132794 w 266319"/>
                  <a:gd name="connsiteY10" fmla="*/ 6818 h 85725"/>
                  <a:gd name="connsiteX11" fmla="*/ 174133 w 266319"/>
                  <a:gd name="connsiteY11" fmla="*/ 6818 h 85725"/>
                  <a:gd name="connsiteX12" fmla="*/ 244237 w 266319"/>
                  <a:gd name="connsiteY12" fmla="*/ 2627 h 85725"/>
                  <a:gd name="connsiteX13" fmla="*/ 265954 w 266319"/>
                  <a:gd name="connsiteY13" fmla="*/ -136 h 85725"/>
                  <a:gd name="connsiteX14" fmla="*/ 246904 w 266319"/>
                  <a:gd name="connsiteY14" fmla="*/ 22629 h 85725"/>
                  <a:gd name="connsiteX15" fmla="*/ 222234 w 266319"/>
                  <a:gd name="connsiteY15" fmla="*/ 38536 h 85725"/>
                  <a:gd name="connsiteX16" fmla="*/ 174038 w 266319"/>
                  <a:gd name="connsiteY16" fmla="*/ 52728 h 85725"/>
                  <a:gd name="connsiteX17" fmla="*/ 151654 w 266319"/>
                  <a:gd name="connsiteY17" fmla="*/ 54062 h 85725"/>
                  <a:gd name="connsiteX18" fmla="*/ 158417 w 266319"/>
                  <a:gd name="connsiteY18" fmla="*/ 82637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66319" h="85725">
                    <a:moveTo>
                      <a:pt x="132699" y="85589"/>
                    </a:moveTo>
                    <a:lnTo>
                      <a:pt x="132223" y="85589"/>
                    </a:lnTo>
                    <a:lnTo>
                      <a:pt x="107077" y="82637"/>
                    </a:lnTo>
                    <a:lnTo>
                      <a:pt x="113840" y="54062"/>
                    </a:lnTo>
                    <a:cubicBezTo>
                      <a:pt x="106384" y="54659"/>
                      <a:pt x="98882" y="54210"/>
                      <a:pt x="91551" y="52728"/>
                    </a:cubicBezTo>
                    <a:cubicBezTo>
                      <a:pt x="74928" y="50153"/>
                      <a:pt x="58721" y="45380"/>
                      <a:pt x="43355" y="38536"/>
                    </a:cubicBezTo>
                    <a:cubicBezTo>
                      <a:pt x="34466" y="34344"/>
                      <a:pt x="26171" y="28996"/>
                      <a:pt x="18685" y="22629"/>
                    </a:cubicBezTo>
                    <a:cubicBezTo>
                      <a:pt x="11003" y="16263"/>
                      <a:pt x="4548" y="8548"/>
                      <a:pt x="-365" y="-136"/>
                    </a:cubicBezTo>
                    <a:cubicBezTo>
                      <a:pt x="-365" y="-136"/>
                      <a:pt x="14684" y="2246"/>
                      <a:pt x="21352" y="2627"/>
                    </a:cubicBezTo>
                    <a:cubicBezTo>
                      <a:pt x="34020" y="3198"/>
                      <a:pt x="58404" y="4055"/>
                      <a:pt x="91456" y="6818"/>
                    </a:cubicBezTo>
                    <a:cubicBezTo>
                      <a:pt x="91456" y="6818"/>
                      <a:pt x="112411" y="6818"/>
                      <a:pt x="132794" y="6818"/>
                    </a:cubicBezTo>
                    <a:cubicBezTo>
                      <a:pt x="153178" y="6818"/>
                      <a:pt x="173942" y="6818"/>
                      <a:pt x="174133" y="6818"/>
                    </a:cubicBezTo>
                    <a:cubicBezTo>
                      <a:pt x="207185" y="4055"/>
                      <a:pt x="231283" y="3198"/>
                      <a:pt x="244237" y="2627"/>
                    </a:cubicBezTo>
                    <a:cubicBezTo>
                      <a:pt x="250904" y="2627"/>
                      <a:pt x="266049" y="55"/>
                      <a:pt x="265954" y="-136"/>
                    </a:cubicBezTo>
                    <a:cubicBezTo>
                      <a:pt x="261024" y="8536"/>
                      <a:pt x="254571" y="16248"/>
                      <a:pt x="246904" y="22629"/>
                    </a:cubicBezTo>
                    <a:cubicBezTo>
                      <a:pt x="239402" y="28975"/>
                      <a:pt x="231110" y="34322"/>
                      <a:pt x="222234" y="38536"/>
                    </a:cubicBezTo>
                    <a:cubicBezTo>
                      <a:pt x="206859" y="45355"/>
                      <a:pt x="190655" y="50127"/>
                      <a:pt x="174038" y="52728"/>
                    </a:cubicBezTo>
                    <a:cubicBezTo>
                      <a:pt x="166675" y="54209"/>
                      <a:pt x="159141" y="54658"/>
                      <a:pt x="151654" y="54062"/>
                    </a:cubicBezTo>
                    <a:lnTo>
                      <a:pt x="158417" y="82637"/>
                    </a:lnTo>
                    <a:close/>
                  </a:path>
                </a:pathLst>
              </a:custGeom>
              <a:solidFill>
                <a:srgbClr val="89C9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C66CCFE4-B844-45B9-A3AE-3A952E977C14}"/>
                  </a:ext>
                </a:extLst>
              </p:cNvPr>
              <p:cNvSpPr/>
              <p:nvPr/>
            </p:nvSpPr>
            <p:spPr>
              <a:xfrm>
                <a:off x="3872159" y="2875128"/>
                <a:ext cx="2534835" cy="962162"/>
              </a:xfrm>
              <a:custGeom>
                <a:avLst/>
                <a:gdLst>
                  <a:gd name="connsiteX0" fmla="*/ 116793 w 234124"/>
                  <a:gd name="connsiteY0" fmla="*/ 88732 h 88868"/>
                  <a:gd name="connsiteX1" fmla="*/ 92790 w 234124"/>
                  <a:gd name="connsiteY1" fmla="*/ 87208 h 88868"/>
                  <a:gd name="connsiteX2" fmla="*/ 99076 w 234124"/>
                  <a:gd name="connsiteY2" fmla="*/ 61300 h 88868"/>
                  <a:gd name="connsiteX3" fmla="*/ 82407 w 234124"/>
                  <a:gd name="connsiteY3" fmla="*/ 61300 h 88868"/>
                  <a:gd name="connsiteX4" fmla="*/ 47736 w 234124"/>
                  <a:gd name="connsiteY4" fmla="*/ 50251 h 88868"/>
                  <a:gd name="connsiteX5" fmla="*/ 15351 w 234124"/>
                  <a:gd name="connsiteY5" fmla="*/ 24534 h 88868"/>
                  <a:gd name="connsiteX6" fmla="*/ -365 w 234124"/>
                  <a:gd name="connsiteY6" fmla="*/ -136 h 88868"/>
                  <a:gd name="connsiteX7" fmla="*/ 12684 w 234124"/>
                  <a:gd name="connsiteY7" fmla="*/ 2817 h 88868"/>
                  <a:gd name="connsiteX8" fmla="*/ 88884 w 234124"/>
                  <a:gd name="connsiteY8" fmla="*/ 12342 h 88868"/>
                  <a:gd name="connsiteX9" fmla="*/ 144510 w 234124"/>
                  <a:gd name="connsiteY9" fmla="*/ 12342 h 88868"/>
                  <a:gd name="connsiteX10" fmla="*/ 220710 w 234124"/>
                  <a:gd name="connsiteY10" fmla="*/ 2817 h 88868"/>
                  <a:gd name="connsiteX11" fmla="*/ 233759 w 234124"/>
                  <a:gd name="connsiteY11" fmla="*/ -136 h 88868"/>
                  <a:gd name="connsiteX12" fmla="*/ 218043 w 234124"/>
                  <a:gd name="connsiteY12" fmla="*/ 24534 h 88868"/>
                  <a:gd name="connsiteX13" fmla="*/ 185753 w 234124"/>
                  <a:gd name="connsiteY13" fmla="*/ 50252 h 88868"/>
                  <a:gd name="connsiteX14" fmla="*/ 150892 w 234124"/>
                  <a:gd name="connsiteY14" fmla="*/ 62063 h 88868"/>
                  <a:gd name="connsiteX15" fmla="*/ 134318 w 234124"/>
                  <a:gd name="connsiteY15" fmla="*/ 62063 h 88868"/>
                  <a:gd name="connsiteX16" fmla="*/ 140510 w 234124"/>
                  <a:gd name="connsiteY16" fmla="*/ 87971 h 8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4124" h="88868">
                    <a:moveTo>
                      <a:pt x="116793" y="88732"/>
                    </a:moveTo>
                    <a:lnTo>
                      <a:pt x="92790" y="87208"/>
                    </a:lnTo>
                    <a:lnTo>
                      <a:pt x="99076" y="61300"/>
                    </a:lnTo>
                    <a:cubicBezTo>
                      <a:pt x="93620" y="62791"/>
                      <a:pt x="87864" y="62791"/>
                      <a:pt x="82407" y="61300"/>
                    </a:cubicBezTo>
                    <a:cubicBezTo>
                      <a:pt x="70332" y="59502"/>
                      <a:pt x="58625" y="55771"/>
                      <a:pt x="47736" y="50251"/>
                    </a:cubicBezTo>
                    <a:cubicBezTo>
                      <a:pt x="35340" y="43915"/>
                      <a:pt x="24330" y="35173"/>
                      <a:pt x="15351" y="24534"/>
                    </a:cubicBezTo>
                    <a:cubicBezTo>
                      <a:pt x="8934" y="17123"/>
                      <a:pt x="3639" y="8812"/>
                      <a:pt x="-365" y="-136"/>
                    </a:cubicBezTo>
                    <a:cubicBezTo>
                      <a:pt x="3925" y="1097"/>
                      <a:pt x="8282" y="2082"/>
                      <a:pt x="12684" y="2817"/>
                    </a:cubicBezTo>
                    <a:cubicBezTo>
                      <a:pt x="37809" y="7902"/>
                      <a:pt x="63281" y="11086"/>
                      <a:pt x="88884" y="12342"/>
                    </a:cubicBezTo>
                    <a:lnTo>
                      <a:pt x="144510" y="12342"/>
                    </a:lnTo>
                    <a:cubicBezTo>
                      <a:pt x="170114" y="11086"/>
                      <a:pt x="195586" y="7902"/>
                      <a:pt x="220710" y="2817"/>
                    </a:cubicBezTo>
                    <a:cubicBezTo>
                      <a:pt x="225113" y="2083"/>
                      <a:pt x="229470" y="1097"/>
                      <a:pt x="233759" y="-136"/>
                    </a:cubicBezTo>
                    <a:cubicBezTo>
                      <a:pt x="229756" y="8812"/>
                      <a:pt x="224460" y="17124"/>
                      <a:pt x="218043" y="24534"/>
                    </a:cubicBezTo>
                    <a:cubicBezTo>
                      <a:pt x="209092" y="35163"/>
                      <a:pt x="198116" y="43905"/>
                      <a:pt x="185753" y="50252"/>
                    </a:cubicBezTo>
                    <a:cubicBezTo>
                      <a:pt x="174841" y="56032"/>
                      <a:pt x="163070" y="60020"/>
                      <a:pt x="150892" y="62063"/>
                    </a:cubicBezTo>
                    <a:cubicBezTo>
                      <a:pt x="145468" y="63555"/>
                      <a:pt x="139742" y="63555"/>
                      <a:pt x="134318" y="62063"/>
                    </a:cubicBezTo>
                    <a:lnTo>
                      <a:pt x="140510" y="87971"/>
                    </a:lnTo>
                    <a:close/>
                  </a:path>
                </a:pathLst>
              </a:custGeom>
              <a:solidFill>
                <a:srgbClr val="CAE5C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: 形状 131">
                <a:extLst>
                  <a:ext uri="{FF2B5EF4-FFF2-40B4-BE49-F238E27FC236}">
                    <a16:creationId xmlns:a16="http://schemas.microsoft.com/office/drawing/2014/main" id="{7619DFD9-97E1-46AF-A749-A34CBA6B64E1}"/>
                  </a:ext>
                </a:extLst>
              </p:cNvPr>
              <p:cNvSpPr/>
              <p:nvPr/>
            </p:nvSpPr>
            <p:spPr>
              <a:xfrm>
                <a:off x="4050561" y="2168719"/>
                <a:ext cx="2183167" cy="1215848"/>
              </a:xfrm>
              <a:custGeom>
                <a:avLst/>
                <a:gdLst>
                  <a:gd name="connsiteX0" fmla="*/ 78597 w 201643"/>
                  <a:gd name="connsiteY0" fmla="*/ 112164 h 112299"/>
                  <a:gd name="connsiteX1" fmla="*/ 84217 w 201643"/>
                  <a:gd name="connsiteY1" fmla="*/ 89113 h 112299"/>
                  <a:gd name="connsiteX2" fmla="*/ 69072 w 201643"/>
                  <a:gd name="connsiteY2" fmla="*/ 89685 h 112299"/>
                  <a:gd name="connsiteX3" fmla="*/ 56118 w 201643"/>
                  <a:gd name="connsiteY3" fmla="*/ 78731 h 112299"/>
                  <a:gd name="connsiteX4" fmla="*/ 37068 w 201643"/>
                  <a:gd name="connsiteY4" fmla="*/ 73397 h 112299"/>
                  <a:gd name="connsiteX5" fmla="*/ 28972 w 201643"/>
                  <a:gd name="connsiteY5" fmla="*/ 57014 h 112299"/>
                  <a:gd name="connsiteX6" fmla="*/ 7636 w 201643"/>
                  <a:gd name="connsiteY6" fmla="*/ 43679 h 112299"/>
                  <a:gd name="connsiteX7" fmla="*/ -365 w 201643"/>
                  <a:gd name="connsiteY7" fmla="*/ 21105 h 112299"/>
                  <a:gd name="connsiteX8" fmla="*/ 87837 w 201643"/>
                  <a:gd name="connsiteY8" fmla="*/ 34154 h 112299"/>
                  <a:gd name="connsiteX9" fmla="*/ 92599 w 201643"/>
                  <a:gd name="connsiteY9" fmla="*/ 9961 h 112299"/>
                  <a:gd name="connsiteX10" fmla="*/ 100409 w 201643"/>
                  <a:gd name="connsiteY10" fmla="*/ -136 h 112299"/>
                  <a:gd name="connsiteX11" fmla="*/ 100409 w 201643"/>
                  <a:gd name="connsiteY11" fmla="*/ -136 h 112299"/>
                  <a:gd name="connsiteX12" fmla="*/ 108220 w 201643"/>
                  <a:gd name="connsiteY12" fmla="*/ 9961 h 112299"/>
                  <a:gd name="connsiteX13" fmla="*/ 112982 w 201643"/>
                  <a:gd name="connsiteY13" fmla="*/ 34154 h 112299"/>
                  <a:gd name="connsiteX14" fmla="*/ 201279 w 201643"/>
                  <a:gd name="connsiteY14" fmla="*/ 21105 h 112299"/>
                  <a:gd name="connsiteX15" fmla="*/ 193278 w 201643"/>
                  <a:gd name="connsiteY15" fmla="*/ 43679 h 112299"/>
                  <a:gd name="connsiteX16" fmla="*/ 171942 w 201643"/>
                  <a:gd name="connsiteY16" fmla="*/ 57014 h 112299"/>
                  <a:gd name="connsiteX17" fmla="*/ 163751 w 201643"/>
                  <a:gd name="connsiteY17" fmla="*/ 73397 h 112299"/>
                  <a:gd name="connsiteX18" fmla="*/ 144701 w 201643"/>
                  <a:gd name="connsiteY18" fmla="*/ 78731 h 112299"/>
                  <a:gd name="connsiteX19" fmla="*/ 131651 w 201643"/>
                  <a:gd name="connsiteY19" fmla="*/ 89685 h 112299"/>
                  <a:gd name="connsiteX20" fmla="*/ 116507 w 201643"/>
                  <a:gd name="connsiteY20" fmla="*/ 89113 h 112299"/>
                  <a:gd name="connsiteX21" fmla="*/ 122126 w 201643"/>
                  <a:gd name="connsiteY21" fmla="*/ 112164 h 112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1643" h="112299">
                    <a:moveTo>
                      <a:pt x="78597" y="112164"/>
                    </a:moveTo>
                    <a:lnTo>
                      <a:pt x="84217" y="89113"/>
                    </a:lnTo>
                    <a:cubicBezTo>
                      <a:pt x="79371" y="90976"/>
                      <a:pt x="74044" y="91177"/>
                      <a:pt x="69072" y="89685"/>
                    </a:cubicBezTo>
                    <a:cubicBezTo>
                      <a:pt x="63385" y="88055"/>
                      <a:pt x="58670" y="84068"/>
                      <a:pt x="56118" y="78731"/>
                    </a:cubicBezTo>
                    <a:cubicBezTo>
                      <a:pt x="49336" y="79278"/>
                      <a:pt x="42581" y="77387"/>
                      <a:pt x="37068" y="73397"/>
                    </a:cubicBezTo>
                    <a:cubicBezTo>
                      <a:pt x="32448" y="69117"/>
                      <a:pt x="29565" y="63285"/>
                      <a:pt x="28972" y="57014"/>
                    </a:cubicBezTo>
                    <a:cubicBezTo>
                      <a:pt x="20600" y="55005"/>
                      <a:pt x="13110" y="50324"/>
                      <a:pt x="7636" y="43679"/>
                    </a:cubicBezTo>
                    <a:cubicBezTo>
                      <a:pt x="2458" y="37295"/>
                      <a:pt x="-368" y="29325"/>
                      <a:pt x="-365" y="21105"/>
                    </a:cubicBezTo>
                    <a:cubicBezTo>
                      <a:pt x="28175" y="30029"/>
                      <a:pt x="57935" y="34432"/>
                      <a:pt x="87837" y="34154"/>
                    </a:cubicBezTo>
                    <a:lnTo>
                      <a:pt x="92599" y="9961"/>
                    </a:lnTo>
                    <a:cubicBezTo>
                      <a:pt x="93075" y="7389"/>
                      <a:pt x="94218" y="-136"/>
                      <a:pt x="100409" y="-136"/>
                    </a:cubicBezTo>
                    <a:lnTo>
                      <a:pt x="100409" y="-136"/>
                    </a:lnTo>
                    <a:cubicBezTo>
                      <a:pt x="106600" y="-136"/>
                      <a:pt x="107744" y="7389"/>
                      <a:pt x="108220" y="9961"/>
                    </a:cubicBezTo>
                    <a:lnTo>
                      <a:pt x="112982" y="34154"/>
                    </a:lnTo>
                    <a:cubicBezTo>
                      <a:pt x="142914" y="34422"/>
                      <a:pt x="172704" y="30019"/>
                      <a:pt x="201279" y="21105"/>
                    </a:cubicBezTo>
                    <a:cubicBezTo>
                      <a:pt x="201236" y="29317"/>
                      <a:pt x="198416" y="37273"/>
                      <a:pt x="193278" y="43679"/>
                    </a:cubicBezTo>
                    <a:cubicBezTo>
                      <a:pt x="187790" y="50308"/>
                      <a:pt x="180306" y="54986"/>
                      <a:pt x="171942" y="57014"/>
                    </a:cubicBezTo>
                    <a:cubicBezTo>
                      <a:pt x="171289" y="63288"/>
                      <a:pt x="168378" y="69110"/>
                      <a:pt x="163751" y="73397"/>
                    </a:cubicBezTo>
                    <a:cubicBezTo>
                      <a:pt x="158238" y="77387"/>
                      <a:pt x="151483" y="79278"/>
                      <a:pt x="144701" y="78731"/>
                    </a:cubicBezTo>
                    <a:cubicBezTo>
                      <a:pt x="142098" y="84066"/>
                      <a:pt x="137356" y="88046"/>
                      <a:pt x="131651" y="89685"/>
                    </a:cubicBezTo>
                    <a:cubicBezTo>
                      <a:pt x="126679" y="91177"/>
                      <a:pt x="121352" y="90976"/>
                      <a:pt x="116507" y="89113"/>
                    </a:cubicBezTo>
                    <a:lnTo>
                      <a:pt x="122126" y="112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7785BCC0-5C0D-4B64-BA40-951986DCE09D}"/>
                  </a:ext>
                </a:extLst>
              </p:cNvPr>
              <p:cNvSpPr/>
              <p:nvPr/>
            </p:nvSpPr>
            <p:spPr>
              <a:xfrm>
                <a:off x="4030967" y="2154274"/>
                <a:ext cx="2216175" cy="1248848"/>
              </a:xfrm>
              <a:custGeom>
                <a:avLst/>
                <a:gdLst>
                  <a:gd name="connsiteX0" fmla="*/ 126032 w 204692"/>
                  <a:gd name="connsiteY0" fmla="*/ 115212 h 115347"/>
                  <a:gd name="connsiteX1" fmla="*/ 78407 w 204692"/>
                  <a:gd name="connsiteY1" fmla="*/ 115212 h 115347"/>
                  <a:gd name="connsiteX2" fmla="*/ 83932 w 204692"/>
                  <a:gd name="connsiteY2" fmla="*/ 93019 h 115347"/>
                  <a:gd name="connsiteX3" fmla="*/ 77740 w 204692"/>
                  <a:gd name="connsiteY3" fmla="*/ 93685 h 115347"/>
                  <a:gd name="connsiteX4" fmla="*/ 70597 w 204692"/>
                  <a:gd name="connsiteY4" fmla="*/ 92638 h 115347"/>
                  <a:gd name="connsiteX5" fmla="*/ 57071 w 204692"/>
                  <a:gd name="connsiteY5" fmla="*/ 81874 h 115347"/>
                  <a:gd name="connsiteX6" fmla="*/ 55737 w 204692"/>
                  <a:gd name="connsiteY6" fmla="*/ 81874 h 115347"/>
                  <a:gd name="connsiteX7" fmla="*/ 37735 w 204692"/>
                  <a:gd name="connsiteY7" fmla="*/ 76064 h 115347"/>
                  <a:gd name="connsiteX8" fmla="*/ 29067 w 204692"/>
                  <a:gd name="connsiteY8" fmla="*/ 59777 h 115347"/>
                  <a:gd name="connsiteX9" fmla="*/ 8017 w 204692"/>
                  <a:gd name="connsiteY9" fmla="*/ 46156 h 115347"/>
                  <a:gd name="connsiteX10" fmla="*/ -365 w 204692"/>
                  <a:gd name="connsiteY10" fmla="*/ 22439 h 115347"/>
                  <a:gd name="connsiteX11" fmla="*/ -365 w 204692"/>
                  <a:gd name="connsiteY11" fmla="*/ 20057 h 115347"/>
                  <a:gd name="connsiteX12" fmla="*/ 1826 w 204692"/>
                  <a:gd name="connsiteY12" fmla="*/ 20819 h 115347"/>
                  <a:gd name="connsiteX13" fmla="*/ 88027 w 204692"/>
                  <a:gd name="connsiteY13" fmla="*/ 33773 h 115347"/>
                  <a:gd name="connsiteX14" fmla="*/ 88027 w 204692"/>
                  <a:gd name="connsiteY14" fmla="*/ 33773 h 115347"/>
                  <a:gd name="connsiteX15" fmla="*/ 92409 w 204692"/>
                  <a:gd name="connsiteY15" fmla="*/ 10913 h 115347"/>
                  <a:gd name="connsiteX16" fmla="*/ 92409 w 204692"/>
                  <a:gd name="connsiteY16" fmla="*/ 10913 h 115347"/>
                  <a:gd name="connsiteX17" fmla="*/ 101934 w 204692"/>
                  <a:gd name="connsiteY17" fmla="*/ -136 h 115347"/>
                  <a:gd name="connsiteX18" fmla="*/ 101934 w 204692"/>
                  <a:gd name="connsiteY18" fmla="*/ -136 h 115347"/>
                  <a:gd name="connsiteX19" fmla="*/ 111459 w 204692"/>
                  <a:gd name="connsiteY19" fmla="*/ 10913 h 115347"/>
                  <a:gd name="connsiteX20" fmla="*/ 111459 w 204692"/>
                  <a:gd name="connsiteY20" fmla="*/ 10913 h 115347"/>
                  <a:gd name="connsiteX21" fmla="*/ 115935 w 204692"/>
                  <a:gd name="connsiteY21" fmla="*/ 33773 h 115347"/>
                  <a:gd name="connsiteX22" fmla="*/ 115935 w 204692"/>
                  <a:gd name="connsiteY22" fmla="*/ 33773 h 115347"/>
                  <a:gd name="connsiteX23" fmla="*/ 202137 w 204692"/>
                  <a:gd name="connsiteY23" fmla="*/ 20819 h 115347"/>
                  <a:gd name="connsiteX24" fmla="*/ 204327 w 204692"/>
                  <a:gd name="connsiteY24" fmla="*/ 20057 h 115347"/>
                  <a:gd name="connsiteX25" fmla="*/ 204327 w 204692"/>
                  <a:gd name="connsiteY25" fmla="*/ 22438 h 115347"/>
                  <a:gd name="connsiteX26" fmla="*/ 196041 w 204692"/>
                  <a:gd name="connsiteY26" fmla="*/ 46155 h 115347"/>
                  <a:gd name="connsiteX27" fmla="*/ 174895 w 204692"/>
                  <a:gd name="connsiteY27" fmla="*/ 59776 h 115347"/>
                  <a:gd name="connsiteX28" fmla="*/ 166227 w 204692"/>
                  <a:gd name="connsiteY28" fmla="*/ 76064 h 115347"/>
                  <a:gd name="connsiteX29" fmla="*/ 147177 w 204692"/>
                  <a:gd name="connsiteY29" fmla="*/ 81874 h 115347"/>
                  <a:gd name="connsiteX30" fmla="*/ 133747 w 204692"/>
                  <a:gd name="connsiteY30" fmla="*/ 92637 h 115347"/>
                  <a:gd name="connsiteX31" fmla="*/ 126603 w 204692"/>
                  <a:gd name="connsiteY31" fmla="*/ 93685 h 115347"/>
                  <a:gd name="connsiteX32" fmla="*/ 120412 w 204692"/>
                  <a:gd name="connsiteY32" fmla="*/ 93018 h 115347"/>
                  <a:gd name="connsiteX33" fmla="*/ 82598 w 204692"/>
                  <a:gd name="connsiteY33" fmla="*/ 111783 h 115347"/>
                  <a:gd name="connsiteX34" fmla="*/ 121651 w 204692"/>
                  <a:gd name="connsiteY34" fmla="*/ 111783 h 115347"/>
                  <a:gd name="connsiteX35" fmla="*/ 115745 w 204692"/>
                  <a:gd name="connsiteY35" fmla="*/ 87589 h 115347"/>
                  <a:gd name="connsiteX36" fmla="*/ 118888 w 204692"/>
                  <a:gd name="connsiteY36" fmla="*/ 88923 h 115347"/>
                  <a:gd name="connsiteX37" fmla="*/ 126794 w 204692"/>
                  <a:gd name="connsiteY37" fmla="*/ 90352 h 115347"/>
                  <a:gd name="connsiteX38" fmla="*/ 132890 w 204692"/>
                  <a:gd name="connsiteY38" fmla="*/ 89399 h 115347"/>
                  <a:gd name="connsiteX39" fmla="*/ 144796 w 204692"/>
                  <a:gd name="connsiteY39" fmla="*/ 79874 h 115347"/>
                  <a:gd name="connsiteX40" fmla="*/ 145273 w 204692"/>
                  <a:gd name="connsiteY40" fmla="*/ 78636 h 115347"/>
                  <a:gd name="connsiteX41" fmla="*/ 148702 w 204692"/>
                  <a:gd name="connsiteY41" fmla="*/ 78636 h 115347"/>
                  <a:gd name="connsiteX42" fmla="*/ 164513 w 204692"/>
                  <a:gd name="connsiteY42" fmla="*/ 73683 h 115347"/>
                  <a:gd name="connsiteX43" fmla="*/ 172133 w 204692"/>
                  <a:gd name="connsiteY43" fmla="*/ 58443 h 115347"/>
                  <a:gd name="connsiteX44" fmla="*/ 172133 w 204692"/>
                  <a:gd name="connsiteY44" fmla="*/ 57205 h 115347"/>
                  <a:gd name="connsiteX45" fmla="*/ 173371 w 204692"/>
                  <a:gd name="connsiteY45" fmla="*/ 57205 h 115347"/>
                  <a:gd name="connsiteX46" fmla="*/ 193755 w 204692"/>
                  <a:gd name="connsiteY46" fmla="*/ 44441 h 115347"/>
                  <a:gd name="connsiteX47" fmla="*/ 201280 w 204692"/>
                  <a:gd name="connsiteY47" fmla="*/ 25391 h 115347"/>
                  <a:gd name="connsiteX48" fmla="*/ 116317 w 204692"/>
                  <a:gd name="connsiteY48" fmla="*/ 37774 h 115347"/>
                  <a:gd name="connsiteX49" fmla="*/ 113364 w 204692"/>
                  <a:gd name="connsiteY49" fmla="*/ 37774 h 115347"/>
                  <a:gd name="connsiteX50" fmla="*/ 113364 w 204692"/>
                  <a:gd name="connsiteY50" fmla="*/ 36345 h 115347"/>
                  <a:gd name="connsiteX51" fmla="*/ 108696 w 204692"/>
                  <a:gd name="connsiteY51" fmla="*/ 12151 h 115347"/>
                  <a:gd name="connsiteX52" fmla="*/ 108696 w 204692"/>
                  <a:gd name="connsiteY52" fmla="*/ 12151 h 115347"/>
                  <a:gd name="connsiteX53" fmla="*/ 102601 w 204692"/>
                  <a:gd name="connsiteY53" fmla="*/ 3865 h 115347"/>
                  <a:gd name="connsiteX54" fmla="*/ 102601 w 204692"/>
                  <a:gd name="connsiteY54" fmla="*/ 3865 h 115347"/>
                  <a:gd name="connsiteX55" fmla="*/ 96504 w 204692"/>
                  <a:gd name="connsiteY55" fmla="*/ 12151 h 115347"/>
                  <a:gd name="connsiteX56" fmla="*/ 96504 w 204692"/>
                  <a:gd name="connsiteY56" fmla="*/ 12151 h 115347"/>
                  <a:gd name="connsiteX57" fmla="*/ 91837 w 204692"/>
                  <a:gd name="connsiteY57" fmla="*/ 36345 h 115347"/>
                  <a:gd name="connsiteX58" fmla="*/ 91837 w 204692"/>
                  <a:gd name="connsiteY58" fmla="*/ 37774 h 115347"/>
                  <a:gd name="connsiteX59" fmla="*/ 88885 w 204692"/>
                  <a:gd name="connsiteY59" fmla="*/ 37774 h 115347"/>
                  <a:gd name="connsiteX60" fmla="*/ 3921 w 204692"/>
                  <a:gd name="connsiteY60" fmla="*/ 25391 h 115347"/>
                  <a:gd name="connsiteX61" fmla="*/ 11541 w 204692"/>
                  <a:gd name="connsiteY61" fmla="*/ 44441 h 115347"/>
                  <a:gd name="connsiteX62" fmla="*/ 31830 w 204692"/>
                  <a:gd name="connsiteY62" fmla="*/ 57205 h 115347"/>
                  <a:gd name="connsiteX63" fmla="*/ 33068 w 204692"/>
                  <a:gd name="connsiteY63" fmla="*/ 57205 h 115347"/>
                  <a:gd name="connsiteX64" fmla="*/ 33068 w 204692"/>
                  <a:gd name="connsiteY64" fmla="*/ 58443 h 115347"/>
                  <a:gd name="connsiteX65" fmla="*/ 40688 w 204692"/>
                  <a:gd name="connsiteY65" fmla="*/ 73683 h 115347"/>
                  <a:gd name="connsiteX66" fmla="*/ 56500 w 204692"/>
                  <a:gd name="connsiteY66" fmla="*/ 78636 h 115347"/>
                  <a:gd name="connsiteX67" fmla="*/ 59928 w 204692"/>
                  <a:gd name="connsiteY67" fmla="*/ 78636 h 115347"/>
                  <a:gd name="connsiteX68" fmla="*/ 60405 w 204692"/>
                  <a:gd name="connsiteY68" fmla="*/ 79874 h 115347"/>
                  <a:gd name="connsiteX69" fmla="*/ 72406 w 204692"/>
                  <a:gd name="connsiteY69" fmla="*/ 89399 h 115347"/>
                  <a:gd name="connsiteX70" fmla="*/ 78503 w 204692"/>
                  <a:gd name="connsiteY70" fmla="*/ 90352 h 115347"/>
                  <a:gd name="connsiteX71" fmla="*/ 86313 w 204692"/>
                  <a:gd name="connsiteY71" fmla="*/ 88923 h 115347"/>
                  <a:gd name="connsiteX72" fmla="*/ 89456 w 204692"/>
                  <a:gd name="connsiteY72" fmla="*/ 87685 h 1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204692" h="115347">
                    <a:moveTo>
                      <a:pt x="126032" y="115212"/>
                    </a:moveTo>
                    <a:lnTo>
                      <a:pt x="78407" y="115212"/>
                    </a:lnTo>
                    <a:lnTo>
                      <a:pt x="83932" y="93019"/>
                    </a:lnTo>
                    <a:cubicBezTo>
                      <a:pt x="81899" y="93471"/>
                      <a:pt x="79823" y="93695"/>
                      <a:pt x="77740" y="93685"/>
                    </a:cubicBezTo>
                    <a:cubicBezTo>
                      <a:pt x="75321" y="93686"/>
                      <a:pt x="72914" y="93333"/>
                      <a:pt x="70597" y="92638"/>
                    </a:cubicBezTo>
                    <a:cubicBezTo>
                      <a:pt x="64863" y="90940"/>
                      <a:pt x="60013" y="87081"/>
                      <a:pt x="57071" y="81874"/>
                    </a:cubicBezTo>
                    <a:lnTo>
                      <a:pt x="55737" y="81874"/>
                    </a:lnTo>
                    <a:cubicBezTo>
                      <a:pt x="49259" y="81986"/>
                      <a:pt x="42926" y="79942"/>
                      <a:pt x="37735" y="76064"/>
                    </a:cubicBezTo>
                    <a:cubicBezTo>
                      <a:pt x="33007" y="71834"/>
                      <a:pt x="29935" y="66061"/>
                      <a:pt x="29067" y="59777"/>
                    </a:cubicBezTo>
                    <a:cubicBezTo>
                      <a:pt x="20837" y="57463"/>
                      <a:pt x="13500" y="52715"/>
                      <a:pt x="8017" y="46156"/>
                    </a:cubicBezTo>
                    <a:cubicBezTo>
                      <a:pt x="2619" y="39427"/>
                      <a:pt x="-337" y="31065"/>
                      <a:pt x="-365" y="22439"/>
                    </a:cubicBezTo>
                    <a:lnTo>
                      <a:pt x="-365" y="20057"/>
                    </a:lnTo>
                    <a:lnTo>
                      <a:pt x="1826" y="20819"/>
                    </a:lnTo>
                    <a:cubicBezTo>
                      <a:pt x="29712" y="29590"/>
                      <a:pt x="58795" y="33961"/>
                      <a:pt x="88027" y="33773"/>
                    </a:cubicBezTo>
                    <a:lnTo>
                      <a:pt x="88027" y="33773"/>
                    </a:lnTo>
                    <a:cubicBezTo>
                      <a:pt x="88980" y="28915"/>
                      <a:pt x="92123" y="12532"/>
                      <a:pt x="92409" y="10913"/>
                    </a:cubicBezTo>
                    <a:lnTo>
                      <a:pt x="92409" y="10913"/>
                    </a:lnTo>
                    <a:cubicBezTo>
                      <a:pt x="92980" y="7960"/>
                      <a:pt x="94600" y="-136"/>
                      <a:pt x="101934" y="-136"/>
                    </a:cubicBezTo>
                    <a:lnTo>
                      <a:pt x="101934" y="-136"/>
                    </a:lnTo>
                    <a:cubicBezTo>
                      <a:pt x="109268" y="-136"/>
                      <a:pt x="110792" y="7960"/>
                      <a:pt x="111459" y="10913"/>
                    </a:cubicBezTo>
                    <a:lnTo>
                      <a:pt x="111459" y="10913"/>
                    </a:lnTo>
                    <a:cubicBezTo>
                      <a:pt x="111459" y="12532"/>
                      <a:pt x="114983" y="28915"/>
                      <a:pt x="115935" y="33773"/>
                    </a:cubicBezTo>
                    <a:lnTo>
                      <a:pt x="115935" y="33773"/>
                    </a:lnTo>
                    <a:cubicBezTo>
                      <a:pt x="145168" y="33961"/>
                      <a:pt x="174251" y="29590"/>
                      <a:pt x="202137" y="20819"/>
                    </a:cubicBezTo>
                    <a:lnTo>
                      <a:pt x="204327" y="20057"/>
                    </a:lnTo>
                    <a:lnTo>
                      <a:pt x="204327" y="22438"/>
                    </a:lnTo>
                    <a:cubicBezTo>
                      <a:pt x="204326" y="31053"/>
                      <a:pt x="201405" y="39414"/>
                      <a:pt x="196041" y="46155"/>
                    </a:cubicBezTo>
                    <a:cubicBezTo>
                      <a:pt x="190529" y="52726"/>
                      <a:pt x="183157" y="57474"/>
                      <a:pt x="174895" y="59776"/>
                    </a:cubicBezTo>
                    <a:cubicBezTo>
                      <a:pt x="174028" y="66061"/>
                      <a:pt x="170956" y="71833"/>
                      <a:pt x="166227" y="76064"/>
                    </a:cubicBezTo>
                    <a:cubicBezTo>
                      <a:pt x="160724" y="80113"/>
                      <a:pt x="154004" y="82163"/>
                      <a:pt x="147177" y="81874"/>
                    </a:cubicBezTo>
                    <a:cubicBezTo>
                      <a:pt x="144258" y="87061"/>
                      <a:pt x="139446" y="90918"/>
                      <a:pt x="133747" y="92637"/>
                    </a:cubicBezTo>
                    <a:cubicBezTo>
                      <a:pt x="131428" y="93324"/>
                      <a:pt x="129022" y="93677"/>
                      <a:pt x="126603" y="93685"/>
                    </a:cubicBezTo>
                    <a:cubicBezTo>
                      <a:pt x="124521" y="93699"/>
                      <a:pt x="122444" y="93475"/>
                      <a:pt x="120412" y="93018"/>
                    </a:cubicBezTo>
                    <a:close/>
                    <a:moveTo>
                      <a:pt x="82598" y="111783"/>
                    </a:moveTo>
                    <a:lnTo>
                      <a:pt x="121651" y="111783"/>
                    </a:lnTo>
                    <a:lnTo>
                      <a:pt x="115745" y="87589"/>
                    </a:lnTo>
                    <a:lnTo>
                      <a:pt x="118888" y="88923"/>
                    </a:lnTo>
                    <a:cubicBezTo>
                      <a:pt x="121417" y="89866"/>
                      <a:pt x="124095" y="90350"/>
                      <a:pt x="126794" y="90352"/>
                    </a:cubicBezTo>
                    <a:cubicBezTo>
                      <a:pt x="128861" y="90330"/>
                      <a:pt x="130915" y="90009"/>
                      <a:pt x="132890" y="89399"/>
                    </a:cubicBezTo>
                    <a:cubicBezTo>
                      <a:pt x="138012" y="88020"/>
                      <a:pt x="142327" y="84568"/>
                      <a:pt x="144796" y="79874"/>
                    </a:cubicBezTo>
                    <a:lnTo>
                      <a:pt x="145273" y="78636"/>
                    </a:lnTo>
                    <a:lnTo>
                      <a:pt x="148702" y="78636"/>
                    </a:lnTo>
                    <a:cubicBezTo>
                      <a:pt x="154379" y="78811"/>
                      <a:pt x="159950" y="77066"/>
                      <a:pt x="164513" y="73683"/>
                    </a:cubicBezTo>
                    <a:cubicBezTo>
                      <a:pt x="168817" y="69695"/>
                      <a:pt x="171525" y="64279"/>
                      <a:pt x="172133" y="58443"/>
                    </a:cubicBezTo>
                    <a:lnTo>
                      <a:pt x="172133" y="57205"/>
                    </a:lnTo>
                    <a:lnTo>
                      <a:pt x="173371" y="57205"/>
                    </a:lnTo>
                    <a:cubicBezTo>
                      <a:pt x="181350" y="55225"/>
                      <a:pt x="188489" y="50754"/>
                      <a:pt x="193755" y="44441"/>
                    </a:cubicBezTo>
                    <a:cubicBezTo>
                      <a:pt x="198109" y="38985"/>
                      <a:pt x="200730" y="32350"/>
                      <a:pt x="201280" y="25391"/>
                    </a:cubicBezTo>
                    <a:cubicBezTo>
                      <a:pt x="173736" y="33738"/>
                      <a:pt x="145097" y="37911"/>
                      <a:pt x="116317" y="37774"/>
                    </a:cubicBezTo>
                    <a:lnTo>
                      <a:pt x="113364" y="37774"/>
                    </a:lnTo>
                    <a:lnTo>
                      <a:pt x="113364" y="36345"/>
                    </a:lnTo>
                    <a:lnTo>
                      <a:pt x="108696" y="12151"/>
                    </a:lnTo>
                    <a:lnTo>
                      <a:pt x="108696" y="12151"/>
                    </a:lnTo>
                    <a:cubicBezTo>
                      <a:pt x="107935" y="8056"/>
                      <a:pt x="106601" y="3865"/>
                      <a:pt x="102601" y="3865"/>
                    </a:cubicBezTo>
                    <a:lnTo>
                      <a:pt x="102601" y="3865"/>
                    </a:lnTo>
                    <a:cubicBezTo>
                      <a:pt x="98695" y="3865"/>
                      <a:pt x="97362" y="8056"/>
                      <a:pt x="96504" y="12151"/>
                    </a:cubicBezTo>
                    <a:lnTo>
                      <a:pt x="96504" y="12151"/>
                    </a:lnTo>
                    <a:lnTo>
                      <a:pt x="91837" y="36345"/>
                    </a:lnTo>
                    <a:lnTo>
                      <a:pt x="91837" y="37774"/>
                    </a:lnTo>
                    <a:lnTo>
                      <a:pt x="88885" y="37774"/>
                    </a:lnTo>
                    <a:cubicBezTo>
                      <a:pt x="60105" y="37901"/>
                      <a:pt x="31468" y="33728"/>
                      <a:pt x="3921" y="25391"/>
                    </a:cubicBezTo>
                    <a:cubicBezTo>
                      <a:pt x="4470" y="32367"/>
                      <a:pt x="7127" y="39012"/>
                      <a:pt x="11541" y="44441"/>
                    </a:cubicBezTo>
                    <a:cubicBezTo>
                      <a:pt x="16755" y="50768"/>
                      <a:pt x="23870" y="55244"/>
                      <a:pt x="31830" y="57205"/>
                    </a:cubicBezTo>
                    <a:lnTo>
                      <a:pt x="33068" y="57205"/>
                    </a:lnTo>
                    <a:lnTo>
                      <a:pt x="33068" y="58443"/>
                    </a:lnTo>
                    <a:cubicBezTo>
                      <a:pt x="33726" y="64264"/>
                      <a:pt x="36425" y="69664"/>
                      <a:pt x="40688" y="73683"/>
                    </a:cubicBezTo>
                    <a:cubicBezTo>
                      <a:pt x="45255" y="77059"/>
                      <a:pt x="50823" y="78803"/>
                      <a:pt x="56500" y="78636"/>
                    </a:cubicBezTo>
                    <a:lnTo>
                      <a:pt x="59928" y="78636"/>
                    </a:lnTo>
                    <a:lnTo>
                      <a:pt x="60405" y="79874"/>
                    </a:lnTo>
                    <a:cubicBezTo>
                      <a:pt x="62896" y="84589"/>
                      <a:pt x="67249" y="88044"/>
                      <a:pt x="72406" y="89399"/>
                    </a:cubicBezTo>
                    <a:cubicBezTo>
                      <a:pt x="74380" y="90016"/>
                      <a:pt x="76435" y="90336"/>
                      <a:pt x="78503" y="90352"/>
                    </a:cubicBezTo>
                    <a:cubicBezTo>
                      <a:pt x="81172" y="90357"/>
                      <a:pt x="83819" y="89873"/>
                      <a:pt x="86313" y="88923"/>
                    </a:cubicBezTo>
                    <a:lnTo>
                      <a:pt x="89456" y="87685"/>
                    </a:lnTo>
                    <a:close/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6605EA92-85C1-4992-9F42-EFC688352156}"/>
                  </a:ext>
                </a:extLst>
              </p:cNvPr>
              <p:cNvSpPr/>
              <p:nvPr/>
            </p:nvSpPr>
            <p:spPr>
              <a:xfrm>
                <a:off x="5089901" y="1768141"/>
                <a:ext cx="765536" cy="591631"/>
              </a:xfrm>
              <a:custGeom>
                <a:avLst/>
                <a:gdLst>
                  <a:gd name="connsiteX0" fmla="*/ 235474 w 765536"/>
                  <a:gd name="connsiteY0" fmla="*/ 492940 h 591631"/>
                  <a:gd name="connsiteX1" fmla="*/ 238582 w 765536"/>
                  <a:gd name="connsiteY1" fmla="*/ 497458 h 591631"/>
                  <a:gd name="connsiteX2" fmla="*/ 235474 w 765536"/>
                  <a:gd name="connsiteY2" fmla="*/ 498104 h 591631"/>
                  <a:gd name="connsiteX3" fmla="*/ 294255 w 765536"/>
                  <a:gd name="connsiteY3" fmla="*/ 485883 h 591631"/>
                  <a:gd name="connsiteX4" fmla="*/ 353043 w 765536"/>
                  <a:gd name="connsiteY4" fmla="*/ 498104 h 591631"/>
                  <a:gd name="connsiteX5" fmla="*/ 467503 w 765536"/>
                  <a:gd name="connsiteY5" fmla="*/ 580604 h 591631"/>
                  <a:gd name="connsiteX6" fmla="*/ 332418 w 765536"/>
                  <a:gd name="connsiteY6" fmla="*/ 580604 h 591631"/>
                  <a:gd name="connsiteX7" fmla="*/ 273540 w 765536"/>
                  <a:gd name="connsiteY7" fmla="*/ 548278 h 591631"/>
                  <a:gd name="connsiteX8" fmla="*/ 238582 w 765536"/>
                  <a:gd name="connsiteY8" fmla="*/ 497458 h 591631"/>
                  <a:gd name="connsiteX9" fmla="*/ 454621 w 765536"/>
                  <a:gd name="connsiteY9" fmla="*/ 406943 h 591631"/>
                  <a:gd name="connsiteX10" fmla="*/ 519074 w 765536"/>
                  <a:gd name="connsiteY10" fmla="*/ 417670 h 591631"/>
                  <a:gd name="connsiteX11" fmla="*/ 636644 w 765536"/>
                  <a:gd name="connsiteY11" fmla="*/ 492952 h 591631"/>
                  <a:gd name="connsiteX12" fmla="*/ 497420 w 765536"/>
                  <a:gd name="connsiteY12" fmla="*/ 501202 h 591631"/>
                  <a:gd name="connsiteX13" fmla="*/ 394293 w 765536"/>
                  <a:gd name="connsiteY13" fmla="*/ 424881 h 591631"/>
                  <a:gd name="connsiteX14" fmla="*/ 390168 w 765536"/>
                  <a:gd name="connsiteY14" fmla="*/ 417670 h 591631"/>
                  <a:gd name="connsiteX15" fmla="*/ 454621 w 765536"/>
                  <a:gd name="connsiteY15" fmla="*/ 406943 h 591631"/>
                  <a:gd name="connsiteX16" fmla="*/ 644882 w 765536"/>
                  <a:gd name="connsiteY16" fmla="*/ 279479 h 591631"/>
                  <a:gd name="connsiteX17" fmla="*/ 765536 w 765536"/>
                  <a:gd name="connsiteY17" fmla="*/ 295979 h 591631"/>
                  <a:gd name="connsiteX18" fmla="*/ 651075 w 765536"/>
                  <a:gd name="connsiteY18" fmla="*/ 359921 h 591631"/>
                  <a:gd name="connsiteX19" fmla="*/ 529380 w 765536"/>
                  <a:gd name="connsiteY19" fmla="*/ 321757 h 591631"/>
                  <a:gd name="connsiteX20" fmla="*/ 644882 w 765536"/>
                  <a:gd name="connsiteY20" fmla="*/ 279479 h 591631"/>
                  <a:gd name="connsiteX21" fmla="*/ 725324 w 765536"/>
                  <a:gd name="connsiteY21" fmla="*/ 0 h 591631"/>
                  <a:gd name="connsiteX22" fmla="*/ 702642 w 765536"/>
                  <a:gd name="connsiteY22" fmla="*/ 135098 h 591631"/>
                  <a:gd name="connsiteX23" fmla="*/ 672700 w 765536"/>
                  <a:gd name="connsiteY23" fmla="*/ 184089 h 591631"/>
                  <a:gd name="connsiteX24" fmla="*/ 622477 w 765536"/>
                  <a:gd name="connsiteY24" fmla="*/ 211255 h 591631"/>
                  <a:gd name="connsiteX25" fmla="*/ 600535 w 765536"/>
                  <a:gd name="connsiteY25" fmla="*/ 244409 h 591631"/>
                  <a:gd name="connsiteX26" fmla="*/ 24068 w 765536"/>
                  <a:gd name="connsiteY26" fmla="*/ 558942 h 591631"/>
                  <a:gd name="connsiteX27" fmla="*/ 520 w 765536"/>
                  <a:gd name="connsiteY27" fmla="*/ 544336 h 591631"/>
                  <a:gd name="connsiteX28" fmla="*/ 15136 w 765536"/>
                  <a:gd name="connsiteY28" fmla="*/ 520788 h 591631"/>
                  <a:gd name="connsiteX29" fmla="*/ 22000 w 765536"/>
                  <a:gd name="connsiteY29" fmla="*/ 520788 h 591631"/>
                  <a:gd name="connsiteX30" fmla="*/ 79751 w 765536"/>
                  <a:gd name="connsiteY30" fmla="*/ 507384 h 591631"/>
                  <a:gd name="connsiteX31" fmla="*/ 222404 w 765536"/>
                  <a:gd name="connsiteY31" fmla="*/ 459271 h 591631"/>
                  <a:gd name="connsiteX32" fmla="*/ 224223 w 765536"/>
                  <a:gd name="connsiteY32" fmla="*/ 458380 h 591631"/>
                  <a:gd name="connsiteX33" fmla="*/ 200027 w 765536"/>
                  <a:gd name="connsiteY33" fmla="*/ 401188 h 591631"/>
                  <a:gd name="connsiteX34" fmla="*/ 196289 w 765536"/>
                  <a:gd name="connsiteY34" fmla="*/ 334133 h 591631"/>
                  <a:gd name="connsiteX35" fmla="*/ 267444 w 765536"/>
                  <a:gd name="connsiteY35" fmla="*/ 210381 h 591631"/>
                  <a:gd name="connsiteX36" fmla="*/ 290126 w 765536"/>
                  <a:gd name="connsiteY36" fmla="*/ 349604 h 591631"/>
                  <a:gd name="connsiteX37" fmla="*/ 258160 w 765536"/>
                  <a:gd name="connsiteY37" fmla="*/ 427978 h 591631"/>
                  <a:gd name="connsiteX38" fmla="*/ 237560 w 765536"/>
                  <a:gd name="connsiteY38" fmla="*/ 451839 h 591631"/>
                  <a:gd name="connsiteX39" fmla="*/ 357006 w 765536"/>
                  <a:gd name="connsiteY39" fmla="*/ 393266 h 591631"/>
                  <a:gd name="connsiteX40" fmla="*/ 374979 w 765536"/>
                  <a:gd name="connsiteY40" fmla="*/ 381329 h 591631"/>
                  <a:gd name="connsiteX41" fmla="*/ 351341 w 765536"/>
                  <a:gd name="connsiteY41" fmla="*/ 323131 h 591631"/>
                  <a:gd name="connsiteX42" fmla="*/ 346848 w 765536"/>
                  <a:gd name="connsiteY42" fmla="*/ 255756 h 591631"/>
                  <a:gd name="connsiteX43" fmla="*/ 411818 w 765536"/>
                  <a:gd name="connsiteY43" fmla="*/ 128907 h 591631"/>
                  <a:gd name="connsiteX44" fmla="*/ 435529 w 765536"/>
                  <a:gd name="connsiteY44" fmla="*/ 269160 h 591631"/>
                  <a:gd name="connsiteX45" fmla="*/ 416846 w 765536"/>
                  <a:gd name="connsiteY45" fmla="*/ 332829 h 591631"/>
                  <a:gd name="connsiteX46" fmla="*/ 385216 w 765536"/>
                  <a:gd name="connsiteY46" fmla="*/ 374530 h 591631"/>
                  <a:gd name="connsiteX47" fmla="*/ 481888 w 765536"/>
                  <a:gd name="connsiteY47" fmla="*/ 310325 h 591631"/>
                  <a:gd name="connsiteX48" fmla="*/ 506039 w 765536"/>
                  <a:gd name="connsiteY48" fmla="*/ 289276 h 591631"/>
                  <a:gd name="connsiteX49" fmla="*/ 484391 w 765536"/>
                  <a:gd name="connsiteY49" fmla="*/ 235880 h 591631"/>
                  <a:gd name="connsiteX50" fmla="*/ 479881 w 765536"/>
                  <a:gd name="connsiteY50" fmla="*/ 171186 h 591631"/>
                  <a:gd name="connsiteX51" fmla="*/ 540727 w 765536"/>
                  <a:gd name="connsiteY51" fmla="*/ 50530 h 591631"/>
                  <a:gd name="connsiteX52" fmla="*/ 563420 w 765536"/>
                  <a:gd name="connsiteY52" fmla="*/ 184590 h 591631"/>
                  <a:gd name="connsiteX53" fmla="*/ 546019 w 765536"/>
                  <a:gd name="connsiteY53" fmla="*/ 245158 h 591631"/>
                  <a:gd name="connsiteX54" fmla="*/ 527169 w 765536"/>
                  <a:gd name="connsiteY54" fmla="*/ 270860 h 591631"/>
                  <a:gd name="connsiteX55" fmla="*/ 595382 w 765536"/>
                  <a:gd name="connsiteY55" fmla="*/ 211408 h 591631"/>
                  <a:gd name="connsiteX56" fmla="*/ 619656 w 765536"/>
                  <a:gd name="connsiteY56" fmla="*/ 180334 h 591631"/>
                  <a:gd name="connsiteX57" fmla="*/ 617073 w 765536"/>
                  <a:gd name="connsiteY57" fmla="*/ 148754 h 591631"/>
                  <a:gd name="connsiteX58" fmla="*/ 635602 w 765536"/>
                  <a:gd name="connsiteY58" fmla="*/ 88684 h 591631"/>
                  <a:gd name="connsiteX59" fmla="*/ 725324 w 765536"/>
                  <a:gd name="connsiteY59" fmla="*/ 0 h 591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765536" h="591631">
                    <a:moveTo>
                      <a:pt x="235474" y="492940"/>
                    </a:moveTo>
                    <a:lnTo>
                      <a:pt x="238582" y="497458"/>
                    </a:lnTo>
                    <a:lnTo>
                      <a:pt x="235474" y="498104"/>
                    </a:lnTo>
                    <a:close/>
                    <a:moveTo>
                      <a:pt x="294255" y="485883"/>
                    </a:moveTo>
                    <a:cubicBezTo>
                      <a:pt x="314272" y="485883"/>
                      <a:pt x="334291" y="489957"/>
                      <a:pt x="353043" y="498104"/>
                    </a:cubicBezTo>
                    <a:cubicBezTo>
                      <a:pt x="395646" y="518827"/>
                      <a:pt x="434373" y="546727"/>
                      <a:pt x="467503" y="580604"/>
                    </a:cubicBezTo>
                    <a:cubicBezTo>
                      <a:pt x="423677" y="595307"/>
                      <a:pt x="376244" y="595307"/>
                      <a:pt x="332418" y="580604"/>
                    </a:cubicBezTo>
                    <a:cubicBezTo>
                      <a:pt x="310234" y="574487"/>
                      <a:pt x="290153" y="563300"/>
                      <a:pt x="273540" y="548278"/>
                    </a:cubicBezTo>
                    <a:lnTo>
                      <a:pt x="238582" y="497458"/>
                    </a:lnTo>
                    <a:close/>
                    <a:moveTo>
                      <a:pt x="454621" y="406943"/>
                    </a:moveTo>
                    <a:cubicBezTo>
                      <a:pt x="476402" y="406943"/>
                      <a:pt x="498183" y="410519"/>
                      <a:pt x="519074" y="417670"/>
                    </a:cubicBezTo>
                    <a:cubicBezTo>
                      <a:pt x="563757" y="432915"/>
                      <a:pt x="604098" y="458749"/>
                      <a:pt x="636644" y="492952"/>
                    </a:cubicBezTo>
                    <a:cubicBezTo>
                      <a:pt x="590998" y="503291"/>
                      <a:pt x="543965" y="506085"/>
                      <a:pt x="497420" y="501202"/>
                    </a:cubicBezTo>
                    <a:cubicBezTo>
                      <a:pt x="454860" y="489249"/>
                      <a:pt x="418167" y="462094"/>
                      <a:pt x="394293" y="424881"/>
                    </a:cubicBezTo>
                    <a:lnTo>
                      <a:pt x="390168" y="417670"/>
                    </a:lnTo>
                    <a:cubicBezTo>
                      <a:pt x="411059" y="410519"/>
                      <a:pt x="432840" y="406943"/>
                      <a:pt x="454621" y="406943"/>
                    </a:cubicBezTo>
                    <a:close/>
                    <a:moveTo>
                      <a:pt x="644882" y="279479"/>
                    </a:moveTo>
                    <a:cubicBezTo>
                      <a:pt x="685537" y="281092"/>
                      <a:pt x="725943" y="286624"/>
                      <a:pt x="765536" y="295979"/>
                    </a:cubicBezTo>
                    <a:cubicBezTo>
                      <a:pt x="734398" y="327950"/>
                      <a:pt x="694620" y="350167"/>
                      <a:pt x="651075" y="359921"/>
                    </a:cubicBezTo>
                    <a:cubicBezTo>
                      <a:pt x="607345" y="361448"/>
                      <a:pt x="564405" y="347990"/>
                      <a:pt x="529380" y="321757"/>
                    </a:cubicBezTo>
                    <a:cubicBezTo>
                      <a:pt x="561699" y="294495"/>
                      <a:pt x="602603" y="279522"/>
                      <a:pt x="644882" y="279479"/>
                    </a:cubicBezTo>
                    <a:close/>
                    <a:moveTo>
                      <a:pt x="725324" y="0"/>
                    </a:moveTo>
                    <a:cubicBezTo>
                      <a:pt x="724642" y="45917"/>
                      <a:pt x="716988" y="91477"/>
                      <a:pt x="702642" y="135098"/>
                    </a:cubicBezTo>
                    <a:cubicBezTo>
                      <a:pt x="697061" y="154116"/>
                      <a:pt x="686594" y="170908"/>
                      <a:pt x="672700" y="184089"/>
                    </a:cubicBezTo>
                    <a:lnTo>
                      <a:pt x="622477" y="211255"/>
                    </a:lnTo>
                    <a:lnTo>
                      <a:pt x="600535" y="244409"/>
                    </a:lnTo>
                    <a:cubicBezTo>
                      <a:pt x="445321" y="406077"/>
                      <a:pt x="244006" y="515916"/>
                      <a:pt x="24068" y="558942"/>
                    </a:cubicBezTo>
                    <a:cubicBezTo>
                      <a:pt x="13523" y="561411"/>
                      <a:pt x="2988" y="554871"/>
                      <a:pt x="520" y="544336"/>
                    </a:cubicBezTo>
                    <a:cubicBezTo>
                      <a:pt x="-1949" y="533802"/>
                      <a:pt x="4601" y="523256"/>
                      <a:pt x="15136" y="520788"/>
                    </a:cubicBezTo>
                    <a:lnTo>
                      <a:pt x="22000" y="520788"/>
                    </a:lnTo>
                    <a:lnTo>
                      <a:pt x="79751" y="507384"/>
                    </a:lnTo>
                    <a:cubicBezTo>
                      <a:pt x="128458" y="494435"/>
                      <a:pt x="176102" y="478344"/>
                      <a:pt x="222404" y="459271"/>
                    </a:cubicBezTo>
                    <a:lnTo>
                      <a:pt x="224223" y="458380"/>
                    </a:lnTo>
                    <a:lnTo>
                      <a:pt x="200027" y="401188"/>
                    </a:lnTo>
                    <a:cubicBezTo>
                      <a:pt x="194968" y="379378"/>
                      <a:pt x="193647" y="356702"/>
                      <a:pt x="196289" y="334133"/>
                    </a:cubicBezTo>
                    <a:cubicBezTo>
                      <a:pt x="206986" y="286657"/>
                      <a:pt x="231791" y="243512"/>
                      <a:pt x="267444" y="210381"/>
                    </a:cubicBezTo>
                    <a:cubicBezTo>
                      <a:pt x="280534" y="255714"/>
                      <a:pt x="288156" y="302453"/>
                      <a:pt x="290126" y="349604"/>
                    </a:cubicBezTo>
                    <a:cubicBezTo>
                      <a:pt x="290126" y="378480"/>
                      <a:pt x="274143" y="406838"/>
                      <a:pt x="258160" y="427978"/>
                    </a:cubicBezTo>
                    <a:lnTo>
                      <a:pt x="237560" y="451839"/>
                    </a:lnTo>
                    <a:lnTo>
                      <a:pt x="357006" y="393266"/>
                    </a:lnTo>
                    <a:lnTo>
                      <a:pt x="374979" y="381329"/>
                    </a:lnTo>
                    <a:lnTo>
                      <a:pt x="351341" y="323131"/>
                    </a:lnTo>
                    <a:cubicBezTo>
                      <a:pt x="346293" y="301194"/>
                      <a:pt x="344731" y="278455"/>
                      <a:pt x="346848" y="255756"/>
                    </a:cubicBezTo>
                    <a:cubicBezTo>
                      <a:pt x="355596" y="208020"/>
                      <a:pt x="378191" y="163911"/>
                      <a:pt x="411818" y="128907"/>
                    </a:cubicBezTo>
                    <a:cubicBezTo>
                      <a:pt x="424897" y="174630"/>
                      <a:pt x="432854" y="221673"/>
                      <a:pt x="435529" y="269160"/>
                    </a:cubicBezTo>
                    <a:cubicBezTo>
                      <a:pt x="433201" y="291529"/>
                      <a:pt x="426808" y="313080"/>
                      <a:pt x="416846" y="332829"/>
                    </a:cubicBezTo>
                    <a:lnTo>
                      <a:pt x="385216" y="374530"/>
                    </a:lnTo>
                    <a:lnTo>
                      <a:pt x="481888" y="310325"/>
                    </a:lnTo>
                    <a:lnTo>
                      <a:pt x="506039" y="289276"/>
                    </a:lnTo>
                    <a:lnTo>
                      <a:pt x="484391" y="235880"/>
                    </a:lnTo>
                    <a:cubicBezTo>
                      <a:pt x="479518" y="214819"/>
                      <a:pt x="477953" y="192991"/>
                      <a:pt x="479881" y="171186"/>
                    </a:cubicBezTo>
                    <a:cubicBezTo>
                      <a:pt x="488629" y="126124"/>
                      <a:pt x="509698" y="84365"/>
                      <a:pt x="540727" y="50530"/>
                    </a:cubicBezTo>
                    <a:cubicBezTo>
                      <a:pt x="553189" y="94250"/>
                      <a:pt x="560800" y="139214"/>
                      <a:pt x="563420" y="184590"/>
                    </a:cubicBezTo>
                    <a:cubicBezTo>
                      <a:pt x="561217" y="205816"/>
                      <a:pt x="555273" y="226301"/>
                      <a:pt x="546019" y="245158"/>
                    </a:cubicBezTo>
                    <a:lnTo>
                      <a:pt x="527169" y="270860"/>
                    </a:lnTo>
                    <a:lnTo>
                      <a:pt x="595382" y="211408"/>
                    </a:lnTo>
                    <a:lnTo>
                      <a:pt x="619656" y="180334"/>
                    </a:lnTo>
                    <a:lnTo>
                      <a:pt x="617073" y="148754"/>
                    </a:lnTo>
                    <a:cubicBezTo>
                      <a:pt x="619348" y="127920"/>
                      <a:pt x="625565" y="107517"/>
                      <a:pt x="635602" y="88684"/>
                    </a:cubicBezTo>
                    <a:cubicBezTo>
                      <a:pt x="655512" y="50486"/>
                      <a:pt x="686889" y="19467"/>
                      <a:pt x="7253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8FB10D14-65F9-42FF-A03C-8A9E63DC6F2B}"/>
                  </a:ext>
                </a:extLst>
              </p:cNvPr>
              <p:cNvSpPr/>
              <p:nvPr/>
            </p:nvSpPr>
            <p:spPr>
              <a:xfrm>
                <a:off x="2452782" y="1084415"/>
                <a:ext cx="5372199" cy="5390836"/>
              </a:xfrm>
              <a:custGeom>
                <a:avLst/>
                <a:gdLst>
                  <a:gd name="connsiteX0" fmla="*/ 3137621 w 5372199"/>
                  <a:gd name="connsiteY0" fmla="*/ 5098566 h 5390836"/>
                  <a:gd name="connsiteX1" fmla="*/ 3090189 w 5372199"/>
                  <a:gd name="connsiteY1" fmla="*/ 5135680 h 5390836"/>
                  <a:gd name="connsiteX2" fmla="*/ 3090189 w 5372199"/>
                  <a:gd name="connsiteY2" fmla="*/ 5214053 h 5390836"/>
                  <a:gd name="connsiteX3" fmla="*/ 3123189 w 5372199"/>
                  <a:gd name="connsiteY3" fmla="*/ 5282125 h 5390836"/>
                  <a:gd name="connsiteX4" fmla="*/ 3179909 w 5372199"/>
                  <a:gd name="connsiteY4" fmla="*/ 5298625 h 5390836"/>
                  <a:gd name="connsiteX5" fmla="*/ 3227342 w 5372199"/>
                  <a:gd name="connsiteY5" fmla="*/ 5262527 h 5390836"/>
                  <a:gd name="connsiteX6" fmla="*/ 3223219 w 5372199"/>
                  <a:gd name="connsiteY6" fmla="*/ 5262527 h 5390836"/>
                  <a:gd name="connsiteX7" fmla="*/ 3228384 w 5372199"/>
                  <a:gd name="connsiteY7" fmla="*/ 5186218 h 5390836"/>
                  <a:gd name="connsiteX8" fmla="*/ 3195371 w 5372199"/>
                  <a:gd name="connsiteY8" fmla="*/ 5115066 h 5390836"/>
                  <a:gd name="connsiteX9" fmla="*/ 3137621 w 5372199"/>
                  <a:gd name="connsiteY9" fmla="*/ 5098566 h 5390836"/>
                  <a:gd name="connsiteX10" fmla="*/ 2793012 w 5372199"/>
                  <a:gd name="connsiteY10" fmla="*/ 5095901 h 5390836"/>
                  <a:gd name="connsiteX11" fmla="*/ 2794038 w 5372199"/>
                  <a:gd name="connsiteY11" fmla="*/ 5121680 h 5390836"/>
                  <a:gd name="connsiteX12" fmla="*/ 2794038 w 5372199"/>
                  <a:gd name="connsiteY12" fmla="*/ 5147468 h 5390836"/>
                  <a:gd name="connsiteX13" fmla="*/ 2652759 w 5372199"/>
                  <a:gd name="connsiteY13" fmla="*/ 5150557 h 5390836"/>
                  <a:gd name="connsiteX14" fmla="*/ 2654818 w 5372199"/>
                  <a:gd name="connsiteY14" fmla="*/ 5212430 h 5390836"/>
                  <a:gd name="connsiteX15" fmla="*/ 2785788 w 5372199"/>
                  <a:gd name="connsiteY15" fmla="*/ 5210375 h 5390836"/>
                  <a:gd name="connsiteX16" fmla="*/ 2785788 w 5372199"/>
                  <a:gd name="connsiteY16" fmla="*/ 5235125 h 5390836"/>
                  <a:gd name="connsiteX17" fmla="*/ 2785788 w 5372199"/>
                  <a:gd name="connsiteY17" fmla="*/ 5259875 h 5390836"/>
                  <a:gd name="connsiteX18" fmla="*/ 2654818 w 5372199"/>
                  <a:gd name="connsiteY18" fmla="*/ 5261930 h 5390836"/>
                  <a:gd name="connsiteX19" fmla="*/ 2656886 w 5372199"/>
                  <a:gd name="connsiteY19" fmla="*/ 5338252 h 5390836"/>
                  <a:gd name="connsiteX20" fmla="*/ 2803317 w 5372199"/>
                  <a:gd name="connsiteY20" fmla="*/ 5335154 h 5390836"/>
                  <a:gd name="connsiteX21" fmla="*/ 2804347 w 5372199"/>
                  <a:gd name="connsiteY21" fmla="*/ 5360934 h 5390836"/>
                  <a:gd name="connsiteX22" fmla="*/ 2804347 w 5372199"/>
                  <a:gd name="connsiteY22" fmla="*/ 5386722 h 5390836"/>
                  <a:gd name="connsiteX23" fmla="*/ 2601191 w 5372199"/>
                  <a:gd name="connsiteY23" fmla="*/ 5390836 h 5390836"/>
                  <a:gd name="connsiteX24" fmla="*/ 2597068 w 5372199"/>
                  <a:gd name="connsiteY24" fmla="*/ 5100028 h 5390836"/>
                  <a:gd name="connsiteX25" fmla="*/ 2311412 w 5372199"/>
                  <a:gd name="connsiteY25" fmla="*/ 5073218 h 5390836"/>
                  <a:gd name="connsiteX26" fmla="*/ 2527979 w 5372199"/>
                  <a:gd name="connsiteY26" fmla="*/ 5100036 h 5390836"/>
                  <a:gd name="connsiteX27" fmla="*/ 2524886 w 5372199"/>
                  <a:gd name="connsiteY27" fmla="*/ 5124786 h 5390836"/>
                  <a:gd name="connsiteX28" fmla="*/ 2521789 w 5372199"/>
                  <a:gd name="connsiteY28" fmla="*/ 5150566 h 5390836"/>
                  <a:gd name="connsiteX29" fmla="*/ 2441357 w 5372199"/>
                  <a:gd name="connsiteY29" fmla="*/ 5141286 h 5390836"/>
                  <a:gd name="connsiteX30" fmla="*/ 2412480 w 5372199"/>
                  <a:gd name="connsiteY30" fmla="*/ 5378472 h 5390836"/>
                  <a:gd name="connsiteX31" fmla="*/ 2384632 w 5372199"/>
                  <a:gd name="connsiteY31" fmla="*/ 5375374 h 5390836"/>
                  <a:gd name="connsiteX32" fmla="*/ 2356798 w 5372199"/>
                  <a:gd name="connsiteY32" fmla="*/ 5372277 h 5390836"/>
                  <a:gd name="connsiteX33" fmla="*/ 2385662 w 5372199"/>
                  <a:gd name="connsiteY33" fmla="*/ 5134066 h 5390836"/>
                  <a:gd name="connsiteX34" fmla="*/ 2305230 w 5372199"/>
                  <a:gd name="connsiteY34" fmla="*/ 5124786 h 5390836"/>
                  <a:gd name="connsiteX35" fmla="*/ 2308328 w 5372199"/>
                  <a:gd name="connsiteY35" fmla="*/ 5098998 h 5390836"/>
                  <a:gd name="connsiteX36" fmla="*/ 3178501 w 5372199"/>
                  <a:gd name="connsiteY36" fmla="*/ 5049077 h 5390836"/>
                  <a:gd name="connsiteX37" fmla="*/ 3227342 w 5372199"/>
                  <a:gd name="connsiteY37" fmla="*/ 5072774 h 5390836"/>
                  <a:gd name="connsiteX38" fmla="*/ 3283036 w 5372199"/>
                  <a:gd name="connsiteY38" fmla="*/ 5175900 h 5390836"/>
                  <a:gd name="connsiteX39" fmla="*/ 3270659 w 5372199"/>
                  <a:gd name="connsiteY39" fmla="*/ 5291404 h 5390836"/>
                  <a:gd name="connsiteX40" fmla="*/ 3094478 w 5372199"/>
                  <a:gd name="connsiteY40" fmla="*/ 5332188 h 5390836"/>
                  <a:gd name="connsiteX41" fmla="*/ 3086062 w 5372199"/>
                  <a:gd name="connsiteY41" fmla="*/ 5326472 h 5390836"/>
                  <a:gd name="connsiteX42" fmla="*/ 3082978 w 5372199"/>
                  <a:gd name="connsiteY42" fmla="*/ 5329557 h 5390836"/>
                  <a:gd name="connsiteX43" fmla="*/ 3027283 w 5372199"/>
                  <a:gd name="connsiteY43" fmla="*/ 5226430 h 5390836"/>
                  <a:gd name="connsiteX44" fmla="*/ 3040690 w 5372199"/>
                  <a:gd name="connsiteY44" fmla="*/ 5108871 h 5390836"/>
                  <a:gd name="connsiteX45" fmla="*/ 3124219 w 5372199"/>
                  <a:gd name="connsiteY45" fmla="*/ 5050083 h 5390836"/>
                  <a:gd name="connsiteX46" fmla="*/ 3178501 w 5372199"/>
                  <a:gd name="connsiteY46" fmla="*/ 5049077 h 5390836"/>
                  <a:gd name="connsiteX47" fmla="*/ 2038303 w 5372199"/>
                  <a:gd name="connsiteY47" fmla="*/ 5009871 h 5390836"/>
                  <a:gd name="connsiteX48" fmla="*/ 2065121 w 5372199"/>
                  <a:gd name="connsiteY48" fmla="*/ 5017092 h 5390836"/>
                  <a:gd name="connsiteX49" fmla="*/ 2092960 w 5372199"/>
                  <a:gd name="connsiteY49" fmla="*/ 5023274 h 5390836"/>
                  <a:gd name="connsiteX50" fmla="*/ 2048621 w 5372199"/>
                  <a:gd name="connsiteY50" fmla="*/ 5201688 h 5390836"/>
                  <a:gd name="connsiteX51" fmla="*/ 2048621 w 5372199"/>
                  <a:gd name="connsiteY51" fmla="*/ 5250150 h 5390836"/>
                  <a:gd name="connsiteX52" fmla="*/ 2082650 w 5372199"/>
                  <a:gd name="connsiteY52" fmla="*/ 5274900 h 5390836"/>
                  <a:gd name="connsiteX53" fmla="*/ 2124930 w 5372199"/>
                  <a:gd name="connsiteY53" fmla="*/ 5274900 h 5390836"/>
                  <a:gd name="connsiteX54" fmla="*/ 2148650 w 5372199"/>
                  <a:gd name="connsiteY54" fmla="*/ 5230565 h 5390836"/>
                  <a:gd name="connsiteX55" fmla="*/ 2192989 w 5372199"/>
                  <a:gd name="connsiteY55" fmla="*/ 5053189 h 5390836"/>
                  <a:gd name="connsiteX56" fmla="*/ 2219807 w 5372199"/>
                  <a:gd name="connsiteY56" fmla="*/ 5059371 h 5390836"/>
                  <a:gd name="connsiteX57" fmla="*/ 2247654 w 5372199"/>
                  <a:gd name="connsiteY57" fmla="*/ 5066591 h 5390836"/>
                  <a:gd name="connsiteX58" fmla="*/ 2200209 w 5372199"/>
                  <a:gd name="connsiteY58" fmla="*/ 5237773 h 5390836"/>
                  <a:gd name="connsiteX59" fmla="*/ 2153807 w 5372199"/>
                  <a:gd name="connsiteY59" fmla="*/ 5319247 h 5390836"/>
                  <a:gd name="connsiteX60" fmla="*/ 2067180 w 5372199"/>
                  <a:gd name="connsiteY60" fmla="*/ 5326468 h 5390836"/>
                  <a:gd name="connsiteX61" fmla="*/ 1994985 w 5372199"/>
                  <a:gd name="connsiteY61" fmla="*/ 5279023 h 5390836"/>
                  <a:gd name="connsiteX62" fmla="*/ 1994985 w 5372199"/>
                  <a:gd name="connsiteY62" fmla="*/ 5186218 h 5390836"/>
                  <a:gd name="connsiteX63" fmla="*/ 3514900 w 5372199"/>
                  <a:gd name="connsiteY63" fmla="*/ 4952554 h 5390836"/>
                  <a:gd name="connsiteX64" fmla="*/ 3523150 w 5372199"/>
                  <a:gd name="connsiteY64" fmla="*/ 4977304 h 5390836"/>
                  <a:gd name="connsiteX65" fmla="*/ 3531400 w 5372199"/>
                  <a:gd name="connsiteY65" fmla="*/ 5002053 h 5390836"/>
                  <a:gd name="connsiteX66" fmla="*/ 3403523 w 5372199"/>
                  <a:gd name="connsiteY66" fmla="*/ 5043303 h 5390836"/>
                  <a:gd name="connsiteX67" fmla="*/ 3424146 w 5372199"/>
                  <a:gd name="connsiteY67" fmla="*/ 5106210 h 5390836"/>
                  <a:gd name="connsiteX68" fmla="*/ 3535523 w 5372199"/>
                  <a:gd name="connsiteY68" fmla="*/ 5070125 h 5390836"/>
                  <a:gd name="connsiteX69" fmla="*/ 3542743 w 5372199"/>
                  <a:gd name="connsiteY69" fmla="*/ 5093833 h 5390836"/>
                  <a:gd name="connsiteX70" fmla="*/ 3550993 w 5372199"/>
                  <a:gd name="connsiteY70" fmla="*/ 5117557 h 5390836"/>
                  <a:gd name="connsiteX71" fmla="*/ 3439621 w 5372199"/>
                  <a:gd name="connsiteY71" fmla="*/ 5153655 h 5390836"/>
                  <a:gd name="connsiteX72" fmla="*/ 3477773 w 5372199"/>
                  <a:gd name="connsiteY72" fmla="*/ 5271222 h 5390836"/>
                  <a:gd name="connsiteX73" fmla="*/ 3450955 w 5372199"/>
                  <a:gd name="connsiteY73" fmla="*/ 5279459 h 5390836"/>
                  <a:gd name="connsiteX74" fmla="*/ 3424146 w 5372199"/>
                  <a:gd name="connsiteY74" fmla="*/ 5288752 h 5390836"/>
                  <a:gd name="connsiteX75" fmla="*/ 3334426 w 5372199"/>
                  <a:gd name="connsiteY75" fmla="*/ 5012371 h 5390836"/>
                  <a:gd name="connsiteX76" fmla="*/ 1772071 w 5372199"/>
                  <a:gd name="connsiteY76" fmla="*/ 4919562 h 5390836"/>
                  <a:gd name="connsiteX77" fmla="*/ 1978320 w 5372199"/>
                  <a:gd name="connsiteY77" fmla="*/ 4990719 h 5390836"/>
                  <a:gd name="connsiteX78" fmla="*/ 1970070 w 5372199"/>
                  <a:gd name="connsiteY78" fmla="*/ 5014439 h 5390836"/>
                  <a:gd name="connsiteX79" fmla="*/ 1960782 w 5372199"/>
                  <a:gd name="connsiteY79" fmla="*/ 5039189 h 5390836"/>
                  <a:gd name="connsiteX80" fmla="*/ 1884473 w 5372199"/>
                  <a:gd name="connsiteY80" fmla="*/ 5013409 h 5390836"/>
                  <a:gd name="connsiteX81" fmla="*/ 1807130 w 5372199"/>
                  <a:gd name="connsiteY81" fmla="*/ 5239260 h 5390836"/>
                  <a:gd name="connsiteX82" fmla="*/ 1780321 w 5372199"/>
                  <a:gd name="connsiteY82" fmla="*/ 5229968 h 5390836"/>
                  <a:gd name="connsiteX83" fmla="*/ 1753503 w 5372199"/>
                  <a:gd name="connsiteY83" fmla="*/ 5220693 h 5390836"/>
                  <a:gd name="connsiteX84" fmla="*/ 1831880 w 5372199"/>
                  <a:gd name="connsiteY84" fmla="*/ 4994842 h 5390836"/>
                  <a:gd name="connsiteX85" fmla="*/ 1755571 w 5372199"/>
                  <a:gd name="connsiteY85" fmla="*/ 4969062 h 5390836"/>
                  <a:gd name="connsiteX86" fmla="*/ 1763821 w 5372199"/>
                  <a:gd name="connsiteY86" fmla="*/ 4944312 h 5390836"/>
                  <a:gd name="connsiteX87" fmla="*/ 1666876 w 5372199"/>
                  <a:gd name="connsiteY87" fmla="*/ 4867995 h 5390836"/>
                  <a:gd name="connsiteX88" fmla="*/ 1691626 w 5372199"/>
                  <a:gd name="connsiteY88" fmla="*/ 4879342 h 5390836"/>
                  <a:gd name="connsiteX89" fmla="*/ 1717406 w 5372199"/>
                  <a:gd name="connsiteY89" fmla="*/ 4891715 h 5390836"/>
                  <a:gd name="connsiteX90" fmla="*/ 1594694 w 5372199"/>
                  <a:gd name="connsiteY90" fmla="*/ 5154680 h 5390836"/>
                  <a:gd name="connsiteX91" fmla="*/ 1568906 w 5372199"/>
                  <a:gd name="connsiteY91" fmla="*/ 5143345 h 5390836"/>
                  <a:gd name="connsiteX92" fmla="*/ 1543127 w 5372199"/>
                  <a:gd name="connsiteY92" fmla="*/ 5130968 h 5390836"/>
                  <a:gd name="connsiteX93" fmla="*/ 3872751 w 5372199"/>
                  <a:gd name="connsiteY93" fmla="*/ 4780342 h 5390836"/>
                  <a:gd name="connsiteX94" fmla="*/ 3884085 w 5372199"/>
                  <a:gd name="connsiteY94" fmla="*/ 4803037 h 5390836"/>
                  <a:gd name="connsiteX95" fmla="*/ 3896462 w 5372199"/>
                  <a:gd name="connsiteY95" fmla="*/ 4825719 h 5390836"/>
                  <a:gd name="connsiteX96" fmla="*/ 3825306 w 5372199"/>
                  <a:gd name="connsiteY96" fmla="*/ 4863872 h 5390836"/>
                  <a:gd name="connsiteX97" fmla="*/ 3937712 w 5372199"/>
                  <a:gd name="connsiteY97" fmla="*/ 5075278 h 5390836"/>
                  <a:gd name="connsiteX98" fmla="*/ 3912962 w 5372199"/>
                  <a:gd name="connsiteY98" fmla="*/ 5088689 h 5390836"/>
                  <a:gd name="connsiteX99" fmla="*/ 3888212 w 5372199"/>
                  <a:gd name="connsiteY99" fmla="*/ 5102096 h 5390836"/>
                  <a:gd name="connsiteX100" fmla="*/ 3775806 w 5372199"/>
                  <a:gd name="connsiteY100" fmla="*/ 4890689 h 5390836"/>
                  <a:gd name="connsiteX101" fmla="*/ 3704649 w 5372199"/>
                  <a:gd name="connsiteY101" fmla="*/ 4927816 h 5390836"/>
                  <a:gd name="connsiteX102" fmla="*/ 3692277 w 5372199"/>
                  <a:gd name="connsiteY102" fmla="*/ 4905122 h 5390836"/>
                  <a:gd name="connsiteX103" fmla="*/ 3680929 w 5372199"/>
                  <a:gd name="connsiteY103" fmla="*/ 4882439 h 5390836"/>
                  <a:gd name="connsiteX104" fmla="*/ 1417309 w 5372199"/>
                  <a:gd name="connsiteY104" fmla="*/ 4732898 h 5390836"/>
                  <a:gd name="connsiteX105" fmla="*/ 1607059 w 5372199"/>
                  <a:gd name="connsiteY105" fmla="*/ 4839122 h 5390836"/>
                  <a:gd name="connsiteX106" fmla="*/ 1594682 w 5372199"/>
                  <a:gd name="connsiteY106" fmla="*/ 4861804 h 5390836"/>
                  <a:gd name="connsiteX107" fmla="*/ 1582309 w 5372199"/>
                  <a:gd name="connsiteY107" fmla="*/ 4883456 h 5390836"/>
                  <a:gd name="connsiteX108" fmla="*/ 1512182 w 5372199"/>
                  <a:gd name="connsiteY108" fmla="*/ 4844274 h 5390836"/>
                  <a:gd name="connsiteX109" fmla="*/ 1395653 w 5372199"/>
                  <a:gd name="connsiteY109" fmla="*/ 5053625 h 5390836"/>
                  <a:gd name="connsiteX110" fmla="*/ 1370903 w 5372199"/>
                  <a:gd name="connsiteY110" fmla="*/ 5040210 h 5390836"/>
                  <a:gd name="connsiteX111" fmla="*/ 1347182 w 5372199"/>
                  <a:gd name="connsiteY111" fmla="*/ 5026808 h 5390836"/>
                  <a:gd name="connsiteX112" fmla="*/ 1462682 w 5372199"/>
                  <a:gd name="connsiteY112" fmla="*/ 4817457 h 5390836"/>
                  <a:gd name="connsiteX113" fmla="*/ 1392555 w 5372199"/>
                  <a:gd name="connsiteY113" fmla="*/ 4778274 h 5390836"/>
                  <a:gd name="connsiteX114" fmla="*/ 1404932 w 5372199"/>
                  <a:gd name="connsiteY114" fmla="*/ 4755592 h 5390836"/>
                  <a:gd name="connsiteX115" fmla="*/ 4097559 w 5372199"/>
                  <a:gd name="connsiteY115" fmla="*/ 4639059 h 5390836"/>
                  <a:gd name="connsiteX116" fmla="*/ 4110962 w 5372199"/>
                  <a:gd name="connsiteY116" fmla="*/ 4660711 h 5390836"/>
                  <a:gd name="connsiteX117" fmla="*/ 4125402 w 5372199"/>
                  <a:gd name="connsiteY117" fmla="*/ 4682368 h 5390836"/>
                  <a:gd name="connsiteX118" fmla="*/ 4006805 w 5372199"/>
                  <a:gd name="connsiteY118" fmla="*/ 4759715 h 5390836"/>
                  <a:gd name="connsiteX119" fmla="*/ 4040835 w 5372199"/>
                  <a:gd name="connsiteY119" fmla="*/ 4811283 h 5390836"/>
                  <a:gd name="connsiteX120" fmla="*/ 4150152 w 5372199"/>
                  <a:gd name="connsiteY120" fmla="*/ 4740118 h 5390836"/>
                  <a:gd name="connsiteX121" fmla="*/ 4164589 w 5372199"/>
                  <a:gd name="connsiteY121" fmla="*/ 4760741 h 5390836"/>
                  <a:gd name="connsiteX122" fmla="*/ 4177991 w 5372199"/>
                  <a:gd name="connsiteY122" fmla="*/ 4782406 h 5390836"/>
                  <a:gd name="connsiteX123" fmla="*/ 4067652 w 5372199"/>
                  <a:gd name="connsiteY123" fmla="*/ 4853562 h 5390836"/>
                  <a:gd name="connsiteX124" fmla="*/ 4108902 w 5372199"/>
                  <a:gd name="connsiteY124" fmla="*/ 4916465 h 5390836"/>
                  <a:gd name="connsiteX125" fmla="*/ 4232656 w 5372199"/>
                  <a:gd name="connsiteY125" fmla="*/ 4837062 h 5390836"/>
                  <a:gd name="connsiteX126" fmla="*/ 4247088 w 5372199"/>
                  <a:gd name="connsiteY126" fmla="*/ 4858715 h 5390836"/>
                  <a:gd name="connsiteX127" fmla="*/ 4261529 w 5372199"/>
                  <a:gd name="connsiteY127" fmla="*/ 4880367 h 5390836"/>
                  <a:gd name="connsiteX128" fmla="*/ 4090335 w 5372199"/>
                  <a:gd name="connsiteY128" fmla="*/ 4990714 h 5390836"/>
                  <a:gd name="connsiteX129" fmla="*/ 3932555 w 5372199"/>
                  <a:gd name="connsiteY129" fmla="*/ 4746308 h 5390836"/>
                  <a:gd name="connsiteX130" fmla="*/ 1204009 w 5372199"/>
                  <a:gd name="connsiteY130" fmla="*/ 4608716 h 5390836"/>
                  <a:gd name="connsiteX131" fmla="*/ 1280327 w 5372199"/>
                  <a:gd name="connsiteY131" fmla="*/ 4633466 h 5390836"/>
                  <a:gd name="connsiteX132" fmla="*/ 1323636 w 5372199"/>
                  <a:gd name="connsiteY132" fmla="*/ 4697398 h 5390836"/>
                  <a:gd name="connsiteX133" fmla="*/ 1308174 w 5372199"/>
                  <a:gd name="connsiteY133" fmla="*/ 4771647 h 5390836"/>
                  <a:gd name="connsiteX134" fmla="*/ 1268992 w 5372199"/>
                  <a:gd name="connsiteY134" fmla="*/ 4739686 h 5390836"/>
                  <a:gd name="connsiteX135" fmla="*/ 1274144 w 5372199"/>
                  <a:gd name="connsiteY135" fmla="*/ 4703593 h 5390836"/>
                  <a:gd name="connsiteX136" fmla="*/ 1249395 w 5372199"/>
                  <a:gd name="connsiteY136" fmla="*/ 4670588 h 5390836"/>
                  <a:gd name="connsiteX137" fmla="*/ 1216395 w 5372199"/>
                  <a:gd name="connsiteY137" fmla="*/ 4659245 h 5390836"/>
                  <a:gd name="connsiteX138" fmla="*/ 1189577 w 5372199"/>
                  <a:gd name="connsiteY138" fmla="*/ 4674715 h 5390836"/>
                  <a:gd name="connsiteX139" fmla="*/ 1189577 w 5372199"/>
                  <a:gd name="connsiteY139" fmla="*/ 4698436 h 5390836"/>
                  <a:gd name="connsiteX140" fmla="*/ 1221547 w 5372199"/>
                  <a:gd name="connsiteY140" fmla="*/ 4742775 h 5390836"/>
                  <a:gd name="connsiteX141" fmla="*/ 1265894 w 5372199"/>
                  <a:gd name="connsiteY141" fmla="*/ 4815995 h 5390836"/>
                  <a:gd name="connsiteX142" fmla="*/ 1247327 w 5372199"/>
                  <a:gd name="connsiteY142" fmla="*/ 4874774 h 5390836"/>
                  <a:gd name="connsiteX143" fmla="*/ 1184424 w 5372199"/>
                  <a:gd name="connsiteY143" fmla="*/ 4909842 h 5390836"/>
                  <a:gd name="connsiteX144" fmla="*/ 1106048 w 5372199"/>
                  <a:gd name="connsiteY144" fmla="*/ 4881999 h 5390836"/>
                  <a:gd name="connsiteX145" fmla="*/ 1056548 w 5372199"/>
                  <a:gd name="connsiteY145" fmla="*/ 4814965 h 5390836"/>
                  <a:gd name="connsiteX146" fmla="*/ 1074073 w 5372199"/>
                  <a:gd name="connsiteY146" fmla="*/ 4738660 h 5390836"/>
                  <a:gd name="connsiteX147" fmla="*/ 1118420 w 5372199"/>
                  <a:gd name="connsiteY147" fmla="*/ 4769592 h 5390836"/>
                  <a:gd name="connsiteX148" fmla="*/ 1109145 w 5372199"/>
                  <a:gd name="connsiteY148" fmla="*/ 4807745 h 5390836"/>
                  <a:gd name="connsiteX149" fmla="*/ 1134920 w 5372199"/>
                  <a:gd name="connsiteY149" fmla="*/ 4841774 h 5390836"/>
                  <a:gd name="connsiteX150" fmla="*/ 1174115 w 5372199"/>
                  <a:gd name="connsiteY150" fmla="*/ 4859312 h 5390836"/>
                  <a:gd name="connsiteX151" fmla="*/ 1201954 w 5372199"/>
                  <a:gd name="connsiteY151" fmla="*/ 4846940 h 5390836"/>
                  <a:gd name="connsiteX152" fmla="*/ 1201954 w 5372199"/>
                  <a:gd name="connsiteY152" fmla="*/ 4821160 h 5390836"/>
                  <a:gd name="connsiteX153" fmla="*/ 1175145 w 5372199"/>
                  <a:gd name="connsiteY153" fmla="*/ 4780940 h 5390836"/>
                  <a:gd name="connsiteX154" fmla="*/ 1125645 w 5372199"/>
                  <a:gd name="connsiteY154" fmla="*/ 4703593 h 5390836"/>
                  <a:gd name="connsiteX155" fmla="*/ 1141102 w 5372199"/>
                  <a:gd name="connsiteY155" fmla="*/ 4646868 h 5390836"/>
                  <a:gd name="connsiteX156" fmla="*/ 1204009 w 5372199"/>
                  <a:gd name="connsiteY156" fmla="*/ 4608716 h 5390836"/>
                  <a:gd name="connsiteX157" fmla="*/ 4318414 w 5372199"/>
                  <a:gd name="connsiteY157" fmla="*/ 4479809 h 5390836"/>
                  <a:gd name="connsiteX158" fmla="*/ 4394732 w 5372199"/>
                  <a:gd name="connsiteY158" fmla="*/ 4513839 h 5390836"/>
                  <a:gd name="connsiteX159" fmla="*/ 4352444 w 5372199"/>
                  <a:gd name="connsiteY159" fmla="*/ 4549936 h 5390836"/>
                  <a:gd name="connsiteX160" fmla="*/ 4314287 w 5372199"/>
                  <a:gd name="connsiteY160" fmla="*/ 4533436 h 5390836"/>
                  <a:gd name="connsiteX161" fmla="*/ 4274067 w 5372199"/>
                  <a:gd name="connsiteY161" fmla="*/ 4548894 h 5390836"/>
                  <a:gd name="connsiteX162" fmla="*/ 4253440 w 5372199"/>
                  <a:gd name="connsiteY162" fmla="*/ 4600466 h 5390836"/>
                  <a:gd name="connsiteX163" fmla="*/ 4288508 w 5372199"/>
                  <a:gd name="connsiteY163" fmla="*/ 4669563 h 5390836"/>
                  <a:gd name="connsiteX164" fmla="*/ 4349347 w 5372199"/>
                  <a:gd name="connsiteY164" fmla="*/ 4714936 h 5390836"/>
                  <a:gd name="connsiteX165" fmla="*/ 4402974 w 5372199"/>
                  <a:gd name="connsiteY165" fmla="*/ 4703593 h 5390836"/>
                  <a:gd name="connsiteX166" fmla="*/ 4424626 w 5372199"/>
                  <a:gd name="connsiteY166" fmla="*/ 4665436 h 5390836"/>
                  <a:gd name="connsiteX167" fmla="*/ 4412262 w 5372199"/>
                  <a:gd name="connsiteY167" fmla="*/ 4621089 h 5390836"/>
                  <a:gd name="connsiteX168" fmla="*/ 4454541 w 5372199"/>
                  <a:gd name="connsiteY168" fmla="*/ 4581898 h 5390836"/>
                  <a:gd name="connsiteX169" fmla="*/ 4478261 w 5372199"/>
                  <a:gd name="connsiteY169" fmla="*/ 4667495 h 5390836"/>
                  <a:gd name="connsiteX170" fmla="*/ 4344389 w 5372199"/>
                  <a:gd name="connsiteY170" fmla="*/ 4770936 h 5390836"/>
                  <a:gd name="connsiteX171" fmla="*/ 4342135 w 5372199"/>
                  <a:gd name="connsiteY171" fmla="*/ 4770622 h 5390836"/>
                  <a:gd name="connsiteX172" fmla="*/ 4245203 w 5372199"/>
                  <a:gd name="connsiteY172" fmla="*/ 4706686 h 5390836"/>
                  <a:gd name="connsiteX173" fmla="*/ 4197758 w 5372199"/>
                  <a:gd name="connsiteY173" fmla="*/ 4598398 h 5390836"/>
                  <a:gd name="connsiteX174" fmla="*/ 4239008 w 5372199"/>
                  <a:gd name="connsiteY174" fmla="*/ 4508686 h 5390836"/>
                  <a:gd name="connsiteX175" fmla="*/ 4318414 w 5372199"/>
                  <a:gd name="connsiteY175" fmla="*/ 4479809 h 5390836"/>
                  <a:gd name="connsiteX176" fmla="*/ 976955 w 5372199"/>
                  <a:gd name="connsiteY176" fmla="*/ 4384335 h 5390836"/>
                  <a:gd name="connsiteX177" fmla="*/ 998607 w 5372199"/>
                  <a:gd name="connsiteY177" fmla="*/ 4403932 h 5390836"/>
                  <a:gd name="connsiteX178" fmla="*/ 1019243 w 5372199"/>
                  <a:gd name="connsiteY178" fmla="*/ 4424560 h 5390836"/>
                  <a:gd name="connsiteX179" fmla="*/ 958400 w 5372199"/>
                  <a:gd name="connsiteY179" fmla="*/ 4647309 h 5390836"/>
                  <a:gd name="connsiteX180" fmla="*/ 1097611 w 5372199"/>
                  <a:gd name="connsiteY180" fmla="*/ 4497780 h 5390836"/>
                  <a:gd name="connsiteX181" fmla="*/ 1117204 w 5372199"/>
                  <a:gd name="connsiteY181" fmla="*/ 4515309 h 5390836"/>
                  <a:gd name="connsiteX182" fmla="*/ 1135772 w 5372199"/>
                  <a:gd name="connsiteY182" fmla="*/ 4532839 h 5390836"/>
                  <a:gd name="connsiteX183" fmla="*/ 937773 w 5372199"/>
                  <a:gd name="connsiteY183" fmla="*/ 4746313 h 5390836"/>
                  <a:gd name="connsiteX184" fmla="*/ 917146 w 5372199"/>
                  <a:gd name="connsiteY184" fmla="*/ 4726715 h 5390836"/>
                  <a:gd name="connsiteX185" fmla="*/ 897552 w 5372199"/>
                  <a:gd name="connsiteY185" fmla="*/ 4708148 h 5390836"/>
                  <a:gd name="connsiteX186" fmla="*/ 959425 w 5372199"/>
                  <a:gd name="connsiteY186" fmla="*/ 4479212 h 5390836"/>
                  <a:gd name="connsiteX187" fmla="*/ 816078 w 5372199"/>
                  <a:gd name="connsiteY187" fmla="*/ 4632868 h 5390836"/>
                  <a:gd name="connsiteX188" fmla="*/ 797523 w 5372199"/>
                  <a:gd name="connsiteY188" fmla="*/ 4615339 h 5390836"/>
                  <a:gd name="connsiteX189" fmla="*/ 777926 w 5372199"/>
                  <a:gd name="connsiteY189" fmla="*/ 4596771 h 5390836"/>
                  <a:gd name="connsiteX190" fmla="*/ 883108 w 5372199"/>
                  <a:gd name="connsiteY190" fmla="*/ 4280170 h 5390836"/>
                  <a:gd name="connsiteX191" fmla="*/ 901675 w 5372199"/>
                  <a:gd name="connsiteY191" fmla="*/ 4301823 h 5390836"/>
                  <a:gd name="connsiteX192" fmla="*/ 920235 w 5372199"/>
                  <a:gd name="connsiteY192" fmla="*/ 4322450 h 5390836"/>
                  <a:gd name="connsiteX193" fmla="*/ 703676 w 5372199"/>
                  <a:gd name="connsiteY193" fmla="*/ 4516326 h 5390836"/>
                  <a:gd name="connsiteX194" fmla="*/ 685104 w 5372199"/>
                  <a:gd name="connsiteY194" fmla="*/ 4495703 h 5390836"/>
                  <a:gd name="connsiteX195" fmla="*/ 666549 w 5372199"/>
                  <a:gd name="connsiteY195" fmla="*/ 4475076 h 5390836"/>
                  <a:gd name="connsiteX196" fmla="*/ 4535842 w 5372199"/>
                  <a:gd name="connsiteY196" fmla="*/ 4224488 h 5390836"/>
                  <a:gd name="connsiteX197" fmla="*/ 4751379 w 5372199"/>
                  <a:gd name="connsiteY197" fmla="*/ 4419394 h 5390836"/>
                  <a:gd name="connsiteX198" fmla="*/ 4732811 w 5372199"/>
                  <a:gd name="connsiteY198" fmla="*/ 4440030 h 5390836"/>
                  <a:gd name="connsiteX199" fmla="*/ 4714244 w 5372199"/>
                  <a:gd name="connsiteY199" fmla="*/ 4460644 h 5390836"/>
                  <a:gd name="connsiteX200" fmla="*/ 4616282 w 5372199"/>
                  <a:gd name="connsiteY200" fmla="*/ 4372992 h 5390836"/>
                  <a:gd name="connsiteX201" fmla="*/ 4546160 w 5372199"/>
                  <a:gd name="connsiteY201" fmla="*/ 4450339 h 5390836"/>
                  <a:gd name="connsiteX202" fmla="*/ 4644121 w 5372199"/>
                  <a:gd name="connsiteY202" fmla="*/ 4539021 h 5390836"/>
                  <a:gd name="connsiteX203" fmla="*/ 4625562 w 5372199"/>
                  <a:gd name="connsiteY203" fmla="*/ 4559648 h 5390836"/>
                  <a:gd name="connsiteX204" fmla="*/ 4606994 w 5372199"/>
                  <a:gd name="connsiteY204" fmla="*/ 4580271 h 5390836"/>
                  <a:gd name="connsiteX205" fmla="*/ 4390435 w 5372199"/>
                  <a:gd name="connsiteY205" fmla="*/ 4385365 h 5390836"/>
                  <a:gd name="connsiteX206" fmla="*/ 4409003 w 5372199"/>
                  <a:gd name="connsiteY206" fmla="*/ 4364742 h 5390836"/>
                  <a:gd name="connsiteX207" fmla="*/ 4428588 w 5372199"/>
                  <a:gd name="connsiteY207" fmla="*/ 4344115 h 5390836"/>
                  <a:gd name="connsiteX208" fmla="*/ 4509033 w 5372199"/>
                  <a:gd name="connsiteY208" fmla="*/ 4417339 h 5390836"/>
                  <a:gd name="connsiteX209" fmla="*/ 4579159 w 5372199"/>
                  <a:gd name="connsiteY209" fmla="*/ 4338962 h 5390836"/>
                  <a:gd name="connsiteX210" fmla="*/ 4497685 w 5372199"/>
                  <a:gd name="connsiteY210" fmla="*/ 4265738 h 5390836"/>
                  <a:gd name="connsiteX211" fmla="*/ 4517282 w 5372199"/>
                  <a:gd name="connsiteY211" fmla="*/ 4245115 h 5390836"/>
                  <a:gd name="connsiteX212" fmla="*/ 4714244 w 5372199"/>
                  <a:gd name="connsiteY212" fmla="*/ 3980082 h 5390836"/>
                  <a:gd name="connsiteX213" fmla="*/ 4952468 w 5372199"/>
                  <a:gd name="connsiteY213" fmla="*/ 4147141 h 5390836"/>
                  <a:gd name="connsiteX214" fmla="*/ 4936997 w 5372199"/>
                  <a:gd name="connsiteY214" fmla="*/ 4169836 h 5390836"/>
                  <a:gd name="connsiteX215" fmla="*/ 4920497 w 5372199"/>
                  <a:gd name="connsiteY215" fmla="*/ 4193556 h 5390836"/>
                  <a:gd name="connsiteX216" fmla="*/ 4685371 w 5372199"/>
                  <a:gd name="connsiteY216" fmla="*/ 4162611 h 5390836"/>
                  <a:gd name="connsiteX217" fmla="*/ 4857595 w 5372199"/>
                  <a:gd name="connsiteY217" fmla="*/ 4283280 h 5390836"/>
                  <a:gd name="connsiteX218" fmla="*/ 4843150 w 5372199"/>
                  <a:gd name="connsiteY218" fmla="*/ 4304933 h 5390836"/>
                  <a:gd name="connsiteX219" fmla="*/ 4827688 w 5372199"/>
                  <a:gd name="connsiteY219" fmla="*/ 4326585 h 5390836"/>
                  <a:gd name="connsiteX220" fmla="*/ 4589464 w 5372199"/>
                  <a:gd name="connsiteY220" fmla="*/ 4159526 h 5390836"/>
                  <a:gd name="connsiteX221" fmla="*/ 4605964 w 5372199"/>
                  <a:gd name="connsiteY221" fmla="*/ 4135806 h 5390836"/>
                  <a:gd name="connsiteX222" fmla="*/ 4622464 w 5372199"/>
                  <a:gd name="connsiteY222" fmla="*/ 4111056 h 5390836"/>
                  <a:gd name="connsiteX223" fmla="*/ 4852438 w 5372199"/>
                  <a:gd name="connsiteY223" fmla="*/ 4140959 h 5390836"/>
                  <a:gd name="connsiteX224" fmla="*/ 4684341 w 5372199"/>
                  <a:gd name="connsiteY224" fmla="*/ 4023400 h 5390836"/>
                  <a:gd name="connsiteX225" fmla="*/ 4699812 w 5372199"/>
                  <a:gd name="connsiteY225" fmla="*/ 4001735 h 5390836"/>
                  <a:gd name="connsiteX226" fmla="*/ 597638 w 5372199"/>
                  <a:gd name="connsiteY226" fmla="*/ 3950764 h 5390836"/>
                  <a:gd name="connsiteX227" fmla="*/ 685290 w 5372199"/>
                  <a:gd name="connsiteY227" fmla="*/ 4008514 h 5390836"/>
                  <a:gd name="connsiteX228" fmla="*/ 706947 w 5372199"/>
                  <a:gd name="connsiteY228" fmla="*/ 4089984 h 5390836"/>
                  <a:gd name="connsiteX229" fmla="*/ 666723 w 5372199"/>
                  <a:gd name="connsiteY229" fmla="*/ 4160111 h 5390836"/>
                  <a:gd name="connsiteX230" fmla="*/ 636820 w 5372199"/>
                  <a:gd name="connsiteY230" fmla="*/ 4113709 h 5390836"/>
                  <a:gd name="connsiteX231" fmla="*/ 653320 w 5372199"/>
                  <a:gd name="connsiteY231" fmla="*/ 4078637 h 5390836"/>
                  <a:gd name="connsiteX232" fmla="*/ 645083 w 5372199"/>
                  <a:gd name="connsiteY232" fmla="*/ 4038417 h 5390836"/>
                  <a:gd name="connsiteX233" fmla="*/ 590418 w 5372199"/>
                  <a:gd name="connsiteY233" fmla="*/ 4005417 h 5390836"/>
                  <a:gd name="connsiteX234" fmla="*/ 516164 w 5372199"/>
                  <a:gd name="connsiteY234" fmla="*/ 4030167 h 5390836"/>
                  <a:gd name="connsiteX235" fmla="*/ 463579 w 5372199"/>
                  <a:gd name="connsiteY235" fmla="*/ 4087917 h 5390836"/>
                  <a:gd name="connsiteX236" fmla="*/ 472859 w 5372199"/>
                  <a:gd name="connsiteY236" fmla="*/ 4149793 h 5390836"/>
                  <a:gd name="connsiteX237" fmla="*/ 523388 w 5372199"/>
                  <a:gd name="connsiteY237" fmla="*/ 4177641 h 5390836"/>
                  <a:gd name="connsiteX238" fmla="*/ 561537 w 5372199"/>
                  <a:gd name="connsiteY238" fmla="*/ 4170421 h 5390836"/>
                  <a:gd name="connsiteX239" fmla="*/ 561541 w 5372199"/>
                  <a:gd name="connsiteY239" fmla="*/ 4170429 h 5390836"/>
                  <a:gd name="connsiteX240" fmla="*/ 561541 w 5372199"/>
                  <a:gd name="connsiteY240" fmla="*/ 4170416 h 5390836"/>
                  <a:gd name="connsiteX241" fmla="*/ 561537 w 5372199"/>
                  <a:gd name="connsiteY241" fmla="*/ 4170421 h 5390836"/>
                  <a:gd name="connsiteX242" fmla="*/ 527511 w 5372199"/>
                  <a:gd name="connsiteY242" fmla="*/ 4117832 h 5390836"/>
                  <a:gd name="connsiteX243" fmla="*/ 569791 w 5372199"/>
                  <a:gd name="connsiteY243" fmla="*/ 4089984 h 5390836"/>
                  <a:gd name="connsiteX244" fmla="*/ 630638 w 5372199"/>
                  <a:gd name="connsiteY244" fmla="*/ 4183831 h 5390836"/>
                  <a:gd name="connsiteX245" fmla="*/ 498638 w 5372199"/>
                  <a:gd name="connsiteY245" fmla="*/ 4269420 h 5390836"/>
                  <a:gd name="connsiteX246" fmla="*/ 478011 w 5372199"/>
                  <a:gd name="connsiteY246" fmla="*/ 4238488 h 5390836"/>
                  <a:gd name="connsiteX247" fmla="*/ 506888 w 5372199"/>
                  <a:gd name="connsiteY247" fmla="*/ 4212709 h 5390836"/>
                  <a:gd name="connsiteX248" fmla="*/ 501732 w 5372199"/>
                  <a:gd name="connsiteY248" fmla="*/ 4212709 h 5390836"/>
                  <a:gd name="connsiteX249" fmla="*/ 425414 w 5372199"/>
                  <a:gd name="connsiteY249" fmla="*/ 4171459 h 5390836"/>
                  <a:gd name="connsiteX250" fmla="*/ 425414 w 5372199"/>
                  <a:gd name="connsiteY250" fmla="*/ 4174543 h 5390836"/>
                  <a:gd name="connsiteX251" fmla="*/ 408914 w 5372199"/>
                  <a:gd name="connsiteY251" fmla="*/ 4071417 h 5390836"/>
                  <a:gd name="connsiteX252" fmla="*/ 597638 w 5372199"/>
                  <a:gd name="connsiteY252" fmla="*/ 3950764 h 5390836"/>
                  <a:gd name="connsiteX253" fmla="*/ 4896947 w 5372199"/>
                  <a:gd name="connsiteY253" fmla="*/ 3786790 h 5390836"/>
                  <a:gd name="connsiteX254" fmla="*/ 4848489 w 5372199"/>
                  <a:gd name="connsiteY254" fmla="*/ 3820820 h 5390836"/>
                  <a:gd name="connsiteX255" fmla="*/ 4848489 w 5372199"/>
                  <a:gd name="connsiteY255" fmla="*/ 3880625 h 5390836"/>
                  <a:gd name="connsiteX256" fmla="*/ 4906239 w 5372199"/>
                  <a:gd name="connsiteY256" fmla="*/ 3933222 h 5390836"/>
                  <a:gd name="connsiteX257" fmla="*/ 4980489 w 5372199"/>
                  <a:gd name="connsiteY257" fmla="*/ 3950764 h 5390836"/>
                  <a:gd name="connsiteX258" fmla="*/ 5028950 w 5372199"/>
                  <a:gd name="connsiteY258" fmla="*/ 3916722 h 5390836"/>
                  <a:gd name="connsiteX259" fmla="*/ 5028950 w 5372199"/>
                  <a:gd name="connsiteY259" fmla="*/ 3856917 h 5390836"/>
                  <a:gd name="connsiteX260" fmla="*/ 4973268 w 5372199"/>
                  <a:gd name="connsiteY260" fmla="*/ 3805345 h 5390836"/>
                  <a:gd name="connsiteX261" fmla="*/ 4896947 w 5372199"/>
                  <a:gd name="connsiteY261" fmla="*/ 3786790 h 5390836"/>
                  <a:gd name="connsiteX262" fmla="*/ 4883544 w 5372199"/>
                  <a:gd name="connsiteY262" fmla="*/ 3732138 h 5390836"/>
                  <a:gd name="connsiteX263" fmla="*/ 5000073 w 5372199"/>
                  <a:gd name="connsiteY263" fmla="*/ 3754820 h 5390836"/>
                  <a:gd name="connsiteX264" fmla="*/ 5081548 w 5372199"/>
                  <a:gd name="connsiteY264" fmla="*/ 3837320 h 5390836"/>
                  <a:gd name="connsiteX265" fmla="*/ 5073298 w 5372199"/>
                  <a:gd name="connsiteY265" fmla="*/ 3940447 h 5390836"/>
                  <a:gd name="connsiteX266" fmla="*/ 4992866 w 5372199"/>
                  <a:gd name="connsiteY266" fmla="*/ 4004387 h 5390836"/>
                  <a:gd name="connsiteX267" fmla="*/ 4992853 w 5372199"/>
                  <a:gd name="connsiteY267" fmla="*/ 4002319 h 5390836"/>
                  <a:gd name="connsiteX268" fmla="*/ 4795892 w 5372199"/>
                  <a:gd name="connsiteY268" fmla="*/ 3899193 h 5390836"/>
                  <a:gd name="connsiteX269" fmla="*/ 4802074 w 5372199"/>
                  <a:gd name="connsiteY269" fmla="*/ 3796070 h 5390836"/>
                  <a:gd name="connsiteX270" fmla="*/ 4883544 w 5372199"/>
                  <a:gd name="connsiteY270" fmla="*/ 3732138 h 5390836"/>
                  <a:gd name="connsiteX271" fmla="*/ 484020 w 5372199"/>
                  <a:gd name="connsiteY271" fmla="*/ 3640799 h 5390836"/>
                  <a:gd name="connsiteX272" fmla="*/ 496393 w 5372199"/>
                  <a:gd name="connsiteY272" fmla="*/ 3667609 h 5390836"/>
                  <a:gd name="connsiteX273" fmla="*/ 508770 w 5372199"/>
                  <a:gd name="connsiteY273" fmla="*/ 3693397 h 5390836"/>
                  <a:gd name="connsiteX274" fmla="*/ 368516 w 5372199"/>
                  <a:gd name="connsiteY274" fmla="*/ 3877985 h 5390836"/>
                  <a:gd name="connsiteX275" fmla="*/ 554147 w 5372199"/>
                  <a:gd name="connsiteY275" fmla="*/ 3791358 h 5390836"/>
                  <a:gd name="connsiteX276" fmla="*/ 564464 w 5372199"/>
                  <a:gd name="connsiteY276" fmla="*/ 3815083 h 5390836"/>
                  <a:gd name="connsiteX277" fmla="*/ 575799 w 5372199"/>
                  <a:gd name="connsiteY277" fmla="*/ 3838803 h 5390836"/>
                  <a:gd name="connsiteX278" fmla="*/ 311796 w 5372199"/>
                  <a:gd name="connsiteY278" fmla="*/ 3961527 h 5390836"/>
                  <a:gd name="connsiteX279" fmla="*/ 300448 w 5372199"/>
                  <a:gd name="connsiteY279" fmla="*/ 3936777 h 5390836"/>
                  <a:gd name="connsiteX280" fmla="*/ 289114 w 5372199"/>
                  <a:gd name="connsiteY280" fmla="*/ 3910985 h 5390836"/>
                  <a:gd name="connsiteX281" fmla="*/ 432461 w 5372199"/>
                  <a:gd name="connsiteY281" fmla="*/ 3722274 h 5390836"/>
                  <a:gd name="connsiteX282" fmla="*/ 241669 w 5372199"/>
                  <a:gd name="connsiteY282" fmla="*/ 3810956 h 5390836"/>
                  <a:gd name="connsiteX283" fmla="*/ 231364 w 5372199"/>
                  <a:gd name="connsiteY283" fmla="*/ 3787235 h 5390836"/>
                  <a:gd name="connsiteX284" fmla="*/ 220016 w 5372199"/>
                  <a:gd name="connsiteY284" fmla="*/ 3763511 h 5390836"/>
                  <a:gd name="connsiteX285" fmla="*/ 5190696 w 5372199"/>
                  <a:gd name="connsiteY285" fmla="*/ 3522202 h 5390836"/>
                  <a:gd name="connsiteX286" fmla="*/ 5214407 w 5372199"/>
                  <a:gd name="connsiteY286" fmla="*/ 3530452 h 5390836"/>
                  <a:gd name="connsiteX287" fmla="*/ 5238128 w 5372199"/>
                  <a:gd name="connsiteY287" fmla="*/ 3540770 h 5390836"/>
                  <a:gd name="connsiteX288" fmla="*/ 5171098 w 5372199"/>
                  <a:gd name="connsiteY288" fmla="*/ 3717108 h 5390836"/>
                  <a:gd name="connsiteX289" fmla="*/ 4898845 w 5372199"/>
                  <a:gd name="connsiteY289" fmla="*/ 3612952 h 5390836"/>
                  <a:gd name="connsiteX290" fmla="*/ 4909150 w 5372199"/>
                  <a:gd name="connsiteY290" fmla="*/ 3586134 h 5390836"/>
                  <a:gd name="connsiteX291" fmla="*/ 4919468 w 5372199"/>
                  <a:gd name="connsiteY291" fmla="*/ 3560359 h 5390836"/>
                  <a:gd name="connsiteX292" fmla="*/ 5142225 w 5372199"/>
                  <a:gd name="connsiteY292" fmla="*/ 3645956 h 5390836"/>
                  <a:gd name="connsiteX293" fmla="*/ 432461 w 5372199"/>
                  <a:gd name="connsiteY293" fmla="*/ 3510855 h 5390836"/>
                  <a:gd name="connsiteX294" fmla="*/ 442766 w 5372199"/>
                  <a:gd name="connsiteY294" fmla="*/ 3537673 h 5390836"/>
                  <a:gd name="connsiteX295" fmla="*/ 453083 w 5372199"/>
                  <a:gd name="connsiteY295" fmla="*/ 3563452 h 5390836"/>
                  <a:gd name="connsiteX296" fmla="*/ 180834 w 5372199"/>
                  <a:gd name="connsiteY296" fmla="*/ 3667609 h 5390836"/>
                  <a:gd name="connsiteX297" fmla="*/ 170517 w 5372199"/>
                  <a:gd name="connsiteY297" fmla="*/ 3641829 h 5390836"/>
                  <a:gd name="connsiteX298" fmla="*/ 161237 w 5372199"/>
                  <a:gd name="connsiteY298" fmla="*/ 3616037 h 5390836"/>
                  <a:gd name="connsiteX299" fmla="*/ 175851 w 5372199"/>
                  <a:gd name="connsiteY299" fmla="*/ 3314478 h 5390836"/>
                  <a:gd name="connsiteX300" fmla="*/ 189254 w 5372199"/>
                  <a:gd name="connsiteY300" fmla="*/ 3366046 h 5390836"/>
                  <a:gd name="connsiteX301" fmla="*/ 172754 w 5372199"/>
                  <a:gd name="connsiteY301" fmla="*/ 3371198 h 5390836"/>
                  <a:gd name="connsiteX302" fmla="*/ 136656 w 5372199"/>
                  <a:gd name="connsiteY302" fmla="*/ 3387698 h 5390836"/>
                  <a:gd name="connsiteX303" fmla="*/ 130474 w 5372199"/>
                  <a:gd name="connsiteY303" fmla="*/ 3415546 h 5390836"/>
                  <a:gd name="connsiteX304" fmla="*/ 145936 w 5372199"/>
                  <a:gd name="connsiteY304" fmla="*/ 3436169 h 5390836"/>
                  <a:gd name="connsiteX305" fmla="*/ 176881 w 5372199"/>
                  <a:gd name="connsiteY305" fmla="*/ 3436169 h 5390836"/>
                  <a:gd name="connsiteX306" fmla="*/ 383130 w 5372199"/>
                  <a:gd name="connsiteY306" fmla="*/ 3378410 h 5390836"/>
                  <a:gd name="connsiteX307" fmla="*/ 390342 w 5372199"/>
                  <a:gd name="connsiteY307" fmla="*/ 3405228 h 5390836"/>
                  <a:gd name="connsiteX308" fmla="*/ 397562 w 5372199"/>
                  <a:gd name="connsiteY308" fmla="*/ 3432046 h 5390836"/>
                  <a:gd name="connsiteX309" fmla="*/ 191313 w 5372199"/>
                  <a:gd name="connsiteY309" fmla="*/ 3485668 h 5390836"/>
                  <a:gd name="connsiteX310" fmla="*/ 121186 w 5372199"/>
                  <a:gd name="connsiteY310" fmla="*/ 3485668 h 5390836"/>
                  <a:gd name="connsiteX311" fmla="*/ 83034 w 5372199"/>
                  <a:gd name="connsiteY311" fmla="*/ 3428948 h 5390836"/>
                  <a:gd name="connsiteX312" fmla="*/ 89224 w 5372199"/>
                  <a:gd name="connsiteY312" fmla="*/ 3358821 h 5390836"/>
                  <a:gd name="connsiteX313" fmla="*/ 159351 w 5372199"/>
                  <a:gd name="connsiteY313" fmla="*/ 3319631 h 5390836"/>
                  <a:gd name="connsiteX314" fmla="*/ 5138274 w 5372199"/>
                  <a:gd name="connsiteY314" fmla="*/ 3210244 h 5390836"/>
                  <a:gd name="connsiteX315" fmla="*/ 5099086 w 5372199"/>
                  <a:gd name="connsiteY315" fmla="*/ 3216504 h 5390836"/>
                  <a:gd name="connsiteX316" fmla="*/ 5059891 w 5372199"/>
                  <a:gd name="connsiteY316" fmla="*/ 3261881 h 5390836"/>
                  <a:gd name="connsiteX317" fmla="*/ 5073306 w 5372199"/>
                  <a:gd name="connsiteY317" fmla="*/ 3320669 h 5390836"/>
                  <a:gd name="connsiteX318" fmla="*/ 5142395 w 5372199"/>
                  <a:gd name="connsiteY318" fmla="*/ 3357783 h 5390836"/>
                  <a:gd name="connsiteX319" fmla="*/ 5218712 w 5372199"/>
                  <a:gd name="connsiteY319" fmla="*/ 3357783 h 5390836"/>
                  <a:gd name="connsiteX320" fmla="*/ 5257895 w 5372199"/>
                  <a:gd name="connsiteY320" fmla="*/ 3312406 h 5390836"/>
                  <a:gd name="connsiteX321" fmla="*/ 5244492 w 5372199"/>
                  <a:gd name="connsiteY321" fmla="*/ 3253631 h 5390836"/>
                  <a:gd name="connsiteX322" fmla="*/ 5244492 w 5372199"/>
                  <a:gd name="connsiteY322" fmla="*/ 3252601 h 5390836"/>
                  <a:gd name="connsiteX323" fmla="*/ 5177463 w 5372199"/>
                  <a:gd name="connsiteY323" fmla="*/ 3216504 h 5390836"/>
                  <a:gd name="connsiteX324" fmla="*/ 5138274 w 5372199"/>
                  <a:gd name="connsiteY324" fmla="*/ 3210244 h 5390836"/>
                  <a:gd name="connsiteX325" fmla="*/ 5126906 w 5372199"/>
                  <a:gd name="connsiteY325" fmla="*/ 3154598 h 5390836"/>
                  <a:gd name="connsiteX326" fmla="*/ 5186742 w 5372199"/>
                  <a:gd name="connsiteY326" fmla="*/ 3161852 h 5390836"/>
                  <a:gd name="connsiteX327" fmla="*/ 5289865 w 5372199"/>
                  <a:gd name="connsiteY327" fmla="*/ 3222699 h 5390836"/>
                  <a:gd name="connsiteX328" fmla="*/ 5249797 w 5372199"/>
                  <a:gd name="connsiteY328" fmla="*/ 3402033 h 5390836"/>
                  <a:gd name="connsiteX329" fmla="*/ 5244492 w 5372199"/>
                  <a:gd name="connsiteY329" fmla="*/ 3405228 h 5390836"/>
                  <a:gd name="connsiteX330" fmla="*/ 5240365 w 5372199"/>
                  <a:gd name="connsiteY330" fmla="*/ 3407296 h 5390836"/>
                  <a:gd name="connsiteX331" fmla="*/ 5022768 w 5372199"/>
                  <a:gd name="connsiteY331" fmla="*/ 3352631 h 5390836"/>
                  <a:gd name="connsiteX332" fmla="*/ 5004209 w 5372199"/>
                  <a:gd name="connsiteY332" fmla="*/ 3249504 h 5390836"/>
                  <a:gd name="connsiteX333" fmla="*/ 5068141 w 5372199"/>
                  <a:gd name="connsiteY333" fmla="*/ 3168042 h 5390836"/>
                  <a:gd name="connsiteX334" fmla="*/ 5126906 w 5372199"/>
                  <a:gd name="connsiteY334" fmla="*/ 3154598 h 5390836"/>
                  <a:gd name="connsiteX335" fmla="*/ 332419 w 5372199"/>
                  <a:gd name="connsiteY335" fmla="*/ 3145784 h 5390836"/>
                  <a:gd name="connsiteX336" fmla="*/ 337575 w 5372199"/>
                  <a:gd name="connsiteY336" fmla="*/ 3173631 h 5390836"/>
                  <a:gd name="connsiteX337" fmla="*/ 342736 w 5372199"/>
                  <a:gd name="connsiteY337" fmla="*/ 3201479 h 5390836"/>
                  <a:gd name="connsiteX338" fmla="*/ 57080 w 5372199"/>
                  <a:gd name="connsiteY338" fmla="*/ 3256135 h 5390836"/>
                  <a:gd name="connsiteX339" fmla="*/ 51915 w 5372199"/>
                  <a:gd name="connsiteY339" fmla="*/ 3229313 h 5390836"/>
                  <a:gd name="connsiteX340" fmla="*/ 46763 w 5372199"/>
                  <a:gd name="connsiteY340" fmla="*/ 3201479 h 5390836"/>
                  <a:gd name="connsiteX341" fmla="*/ 298393 w 5372199"/>
                  <a:gd name="connsiteY341" fmla="*/ 2871475 h 5390836"/>
                  <a:gd name="connsiteX342" fmla="*/ 322114 w 5372199"/>
                  <a:gd name="connsiteY342" fmla="*/ 3066382 h 5390836"/>
                  <a:gd name="connsiteX343" fmla="*/ 296334 w 5372199"/>
                  <a:gd name="connsiteY343" fmla="*/ 3069479 h 5390836"/>
                  <a:gd name="connsiteX344" fmla="*/ 270554 w 5372199"/>
                  <a:gd name="connsiteY344" fmla="*/ 3072576 h 5390836"/>
                  <a:gd name="connsiteX345" fmla="*/ 253016 w 5372199"/>
                  <a:gd name="connsiteY345" fmla="*/ 2933352 h 5390836"/>
                  <a:gd name="connsiteX346" fmla="*/ 192169 w 5372199"/>
                  <a:gd name="connsiteY346" fmla="*/ 2940573 h 5390836"/>
                  <a:gd name="connsiteX347" fmla="*/ 207639 w 5372199"/>
                  <a:gd name="connsiteY347" fmla="*/ 3070509 h 5390836"/>
                  <a:gd name="connsiteX348" fmla="*/ 183932 w 5372199"/>
                  <a:gd name="connsiteY348" fmla="*/ 3073606 h 5390836"/>
                  <a:gd name="connsiteX349" fmla="*/ 158139 w 5372199"/>
                  <a:gd name="connsiteY349" fmla="*/ 3076699 h 5390836"/>
                  <a:gd name="connsiteX350" fmla="*/ 142669 w 5372199"/>
                  <a:gd name="connsiteY350" fmla="*/ 2946755 h 5390836"/>
                  <a:gd name="connsiteX351" fmla="*/ 67390 w 5372199"/>
                  <a:gd name="connsiteY351" fmla="*/ 2956047 h 5390836"/>
                  <a:gd name="connsiteX352" fmla="*/ 84919 w 5372199"/>
                  <a:gd name="connsiteY352" fmla="*/ 3102479 h 5390836"/>
                  <a:gd name="connsiteX353" fmla="*/ 60178 w 5372199"/>
                  <a:gd name="connsiteY353" fmla="*/ 3105576 h 5390836"/>
                  <a:gd name="connsiteX354" fmla="*/ 34390 w 5372199"/>
                  <a:gd name="connsiteY354" fmla="*/ 3108674 h 5390836"/>
                  <a:gd name="connsiteX355" fmla="*/ 8610 w 5372199"/>
                  <a:gd name="connsiteY355" fmla="*/ 2906535 h 5390836"/>
                  <a:gd name="connsiteX356" fmla="*/ 5165090 w 5372199"/>
                  <a:gd name="connsiteY356" fmla="*/ 2814306 h 5390836"/>
                  <a:gd name="connsiteX357" fmla="*/ 5159933 w 5372199"/>
                  <a:gd name="connsiteY357" fmla="*/ 2870001 h 5390836"/>
                  <a:gd name="connsiteX358" fmla="*/ 5124865 w 5372199"/>
                  <a:gd name="connsiteY358" fmla="*/ 2886501 h 5390836"/>
                  <a:gd name="connsiteX359" fmla="*/ 5107340 w 5372199"/>
                  <a:gd name="connsiteY359" fmla="*/ 2924653 h 5390836"/>
                  <a:gd name="connsiteX360" fmla="*/ 5130022 w 5372199"/>
                  <a:gd name="connsiteY360" fmla="*/ 2983433 h 5390836"/>
                  <a:gd name="connsiteX361" fmla="*/ 5203242 w 5372199"/>
                  <a:gd name="connsiteY361" fmla="*/ 3010250 h 5390836"/>
                  <a:gd name="connsiteX362" fmla="*/ 5280589 w 5372199"/>
                  <a:gd name="connsiteY362" fmla="*/ 2997878 h 5390836"/>
                  <a:gd name="connsiteX363" fmla="*/ 5311521 w 5372199"/>
                  <a:gd name="connsiteY363" fmla="*/ 2942183 h 5390836"/>
                  <a:gd name="connsiteX364" fmla="*/ 5311534 w 5372199"/>
                  <a:gd name="connsiteY364" fmla="*/ 2942183 h 5390836"/>
                  <a:gd name="connsiteX365" fmla="*/ 5288839 w 5372199"/>
                  <a:gd name="connsiteY365" fmla="*/ 2889598 h 5390836"/>
                  <a:gd name="connsiteX366" fmla="*/ 5254810 w 5372199"/>
                  <a:gd name="connsiteY366" fmla="*/ 2872056 h 5390836"/>
                  <a:gd name="connsiteX367" fmla="*/ 5254810 w 5372199"/>
                  <a:gd name="connsiteY367" fmla="*/ 2933933 h 5390836"/>
                  <a:gd name="connsiteX368" fmla="*/ 5204272 w 5372199"/>
                  <a:gd name="connsiteY368" fmla="*/ 2933933 h 5390836"/>
                  <a:gd name="connsiteX369" fmla="*/ 5214590 w 5372199"/>
                  <a:gd name="connsiteY369" fmla="*/ 2822556 h 5390836"/>
                  <a:gd name="connsiteX370" fmla="*/ 5370309 w 5372199"/>
                  <a:gd name="connsiteY370" fmla="*/ 2835971 h 5390836"/>
                  <a:gd name="connsiteX371" fmla="*/ 5370309 w 5372199"/>
                  <a:gd name="connsiteY371" fmla="*/ 2873098 h 5390836"/>
                  <a:gd name="connsiteX372" fmla="*/ 5337310 w 5372199"/>
                  <a:gd name="connsiteY372" fmla="*/ 2873098 h 5390836"/>
                  <a:gd name="connsiteX373" fmla="*/ 5371339 w 5372199"/>
                  <a:gd name="connsiteY373" fmla="*/ 2952501 h 5390836"/>
                  <a:gd name="connsiteX374" fmla="*/ 5362059 w 5372199"/>
                  <a:gd name="connsiteY374" fmla="*/ 2957653 h 5390836"/>
                  <a:gd name="connsiteX375" fmla="*/ 5312560 w 5372199"/>
                  <a:gd name="connsiteY375" fmla="*/ 3046335 h 5390836"/>
                  <a:gd name="connsiteX376" fmla="*/ 5199115 w 5372199"/>
                  <a:gd name="connsiteY376" fmla="*/ 3071085 h 5390836"/>
                  <a:gd name="connsiteX377" fmla="*/ 5089810 w 5372199"/>
                  <a:gd name="connsiteY377" fmla="*/ 3025712 h 5390836"/>
                  <a:gd name="connsiteX378" fmla="*/ 5056806 w 5372199"/>
                  <a:gd name="connsiteY378" fmla="*/ 2922585 h 5390836"/>
                  <a:gd name="connsiteX379" fmla="*/ 5089810 w 5372199"/>
                  <a:gd name="connsiteY379" fmla="*/ 2845251 h 5390836"/>
                  <a:gd name="connsiteX380" fmla="*/ 5165090 w 5372199"/>
                  <a:gd name="connsiteY380" fmla="*/ 2814306 h 5390836"/>
                  <a:gd name="connsiteX381" fmla="*/ 176868 w 5372199"/>
                  <a:gd name="connsiteY381" fmla="*/ 2618374 h 5390836"/>
                  <a:gd name="connsiteX382" fmla="*/ 176868 w 5372199"/>
                  <a:gd name="connsiteY382" fmla="*/ 2682319 h 5390836"/>
                  <a:gd name="connsiteX383" fmla="*/ 184089 w 5372199"/>
                  <a:gd name="connsiteY383" fmla="*/ 2713251 h 5390836"/>
                  <a:gd name="connsiteX384" fmla="*/ 209868 w 5372199"/>
                  <a:gd name="connsiteY384" fmla="*/ 2724599 h 5390836"/>
                  <a:gd name="connsiteX385" fmla="*/ 232550 w 5372199"/>
                  <a:gd name="connsiteY385" fmla="*/ 2714281 h 5390836"/>
                  <a:gd name="connsiteX386" fmla="*/ 240800 w 5372199"/>
                  <a:gd name="connsiteY386" fmla="*/ 2681281 h 5390836"/>
                  <a:gd name="connsiteX387" fmla="*/ 240813 w 5372199"/>
                  <a:gd name="connsiteY387" fmla="*/ 2619413 h 5390836"/>
                  <a:gd name="connsiteX388" fmla="*/ 50021 w 5372199"/>
                  <a:gd name="connsiteY388" fmla="*/ 2618374 h 5390836"/>
                  <a:gd name="connsiteX389" fmla="*/ 50021 w 5372199"/>
                  <a:gd name="connsiteY389" fmla="*/ 2686442 h 5390836"/>
                  <a:gd name="connsiteX390" fmla="*/ 59309 w 5372199"/>
                  <a:gd name="connsiteY390" fmla="*/ 2719446 h 5390836"/>
                  <a:gd name="connsiteX391" fmla="*/ 90241 w 5372199"/>
                  <a:gd name="connsiteY391" fmla="*/ 2730781 h 5390836"/>
                  <a:gd name="connsiteX392" fmla="*/ 118089 w 5372199"/>
                  <a:gd name="connsiteY392" fmla="*/ 2719446 h 5390836"/>
                  <a:gd name="connsiteX393" fmla="*/ 127368 w 5372199"/>
                  <a:gd name="connsiteY393" fmla="*/ 2686442 h 5390836"/>
                  <a:gd name="connsiteX394" fmla="*/ 127368 w 5372199"/>
                  <a:gd name="connsiteY394" fmla="*/ 2619413 h 5390836"/>
                  <a:gd name="connsiteX395" fmla="*/ 521 w 5372199"/>
                  <a:gd name="connsiteY395" fmla="*/ 2563722 h 5390836"/>
                  <a:gd name="connsiteX396" fmla="*/ 291342 w 5372199"/>
                  <a:gd name="connsiteY396" fmla="*/ 2568875 h 5390836"/>
                  <a:gd name="connsiteX397" fmla="*/ 291342 w 5372199"/>
                  <a:gd name="connsiteY397" fmla="*/ 2595692 h 5390836"/>
                  <a:gd name="connsiteX398" fmla="*/ 291342 w 5372199"/>
                  <a:gd name="connsiteY398" fmla="*/ 2698819 h 5390836"/>
                  <a:gd name="connsiteX399" fmla="*/ 270715 w 5372199"/>
                  <a:gd name="connsiteY399" fmla="*/ 2758628 h 5390836"/>
                  <a:gd name="connsiteX400" fmla="*/ 216050 w 5372199"/>
                  <a:gd name="connsiteY400" fmla="*/ 2779251 h 5390836"/>
                  <a:gd name="connsiteX401" fmla="*/ 161398 w 5372199"/>
                  <a:gd name="connsiteY401" fmla="*/ 2754501 h 5390836"/>
                  <a:gd name="connsiteX402" fmla="*/ 156245 w 5372199"/>
                  <a:gd name="connsiteY402" fmla="*/ 2745222 h 5390836"/>
                  <a:gd name="connsiteX403" fmla="*/ 145928 w 5372199"/>
                  <a:gd name="connsiteY403" fmla="*/ 2761721 h 5390836"/>
                  <a:gd name="connsiteX404" fmla="*/ 90241 w 5372199"/>
                  <a:gd name="connsiteY404" fmla="*/ 2786476 h 5390836"/>
                  <a:gd name="connsiteX405" fmla="*/ 22174 w 5372199"/>
                  <a:gd name="connsiteY405" fmla="*/ 2759654 h 5390836"/>
                  <a:gd name="connsiteX406" fmla="*/ 521 w 5372199"/>
                  <a:gd name="connsiteY406" fmla="*/ 2685404 h 5390836"/>
                  <a:gd name="connsiteX407" fmla="*/ 521 w 5372199"/>
                  <a:gd name="connsiteY407" fmla="*/ 2590540 h 5390836"/>
                  <a:gd name="connsiteX408" fmla="*/ 5076221 w 5372199"/>
                  <a:gd name="connsiteY408" fmla="*/ 2512595 h 5390836"/>
                  <a:gd name="connsiteX409" fmla="*/ 5259793 w 5372199"/>
                  <a:gd name="connsiteY409" fmla="*/ 2594069 h 5390836"/>
                  <a:gd name="connsiteX410" fmla="*/ 5370131 w 5372199"/>
                  <a:gd name="connsiteY410" fmla="*/ 2589942 h 5390836"/>
                  <a:gd name="connsiteX411" fmla="*/ 5371170 w 5372199"/>
                  <a:gd name="connsiteY411" fmla="*/ 2618819 h 5390836"/>
                  <a:gd name="connsiteX412" fmla="*/ 5372199 w 5372199"/>
                  <a:gd name="connsiteY412" fmla="*/ 2646654 h 5390836"/>
                  <a:gd name="connsiteX413" fmla="*/ 5262878 w 5372199"/>
                  <a:gd name="connsiteY413" fmla="*/ 2649751 h 5390836"/>
                  <a:gd name="connsiteX414" fmla="*/ 5084471 w 5372199"/>
                  <a:gd name="connsiteY414" fmla="*/ 2749781 h 5390836"/>
                  <a:gd name="connsiteX415" fmla="*/ 5083442 w 5372199"/>
                  <a:gd name="connsiteY415" fmla="*/ 2716781 h 5390836"/>
                  <a:gd name="connsiteX416" fmla="*/ 5082416 w 5372199"/>
                  <a:gd name="connsiteY416" fmla="*/ 2683781 h 5390836"/>
                  <a:gd name="connsiteX417" fmla="*/ 5206166 w 5372199"/>
                  <a:gd name="connsiteY417" fmla="*/ 2622942 h 5390836"/>
                  <a:gd name="connsiteX418" fmla="*/ 5207196 w 5372199"/>
                  <a:gd name="connsiteY418" fmla="*/ 2622942 h 5390836"/>
                  <a:gd name="connsiteX419" fmla="*/ 5078289 w 5372199"/>
                  <a:gd name="connsiteY419" fmla="*/ 2575502 h 5390836"/>
                  <a:gd name="connsiteX420" fmla="*/ 5077251 w 5372199"/>
                  <a:gd name="connsiteY420" fmla="*/ 2543527 h 5390836"/>
                  <a:gd name="connsiteX421" fmla="*/ 605887 w 5372199"/>
                  <a:gd name="connsiteY421" fmla="*/ 985886 h 5390836"/>
                  <a:gd name="connsiteX422" fmla="*/ 605887 w 5372199"/>
                  <a:gd name="connsiteY422" fmla="*/ 994136 h 5390836"/>
                  <a:gd name="connsiteX423" fmla="*/ 605887 w 5372199"/>
                  <a:gd name="connsiteY423" fmla="*/ 998261 h 5390836"/>
                  <a:gd name="connsiteX424" fmla="*/ 601762 w 5372199"/>
                  <a:gd name="connsiteY424" fmla="*/ 998261 h 5390836"/>
                  <a:gd name="connsiteX425" fmla="*/ 667763 w 5372199"/>
                  <a:gd name="connsiteY425" fmla="*/ 958039 h 5390836"/>
                  <a:gd name="connsiteX426" fmla="*/ 690446 w 5372199"/>
                  <a:gd name="connsiteY426" fmla="*/ 958039 h 5390836"/>
                  <a:gd name="connsiteX427" fmla="*/ 699735 w 5372199"/>
                  <a:gd name="connsiteY427" fmla="*/ 967329 h 5390836"/>
                  <a:gd name="connsiteX428" fmla="*/ 713139 w 5372199"/>
                  <a:gd name="connsiteY428" fmla="*/ 981761 h 5390836"/>
                  <a:gd name="connsiteX429" fmla="*/ 721389 w 5372199"/>
                  <a:gd name="connsiteY429" fmla="*/ 1003414 h 5390836"/>
                  <a:gd name="connsiteX430" fmla="*/ 735821 w 5372199"/>
                  <a:gd name="connsiteY430" fmla="*/ 1020943 h 5390836"/>
                  <a:gd name="connsiteX431" fmla="*/ 763668 w 5372199"/>
                  <a:gd name="connsiteY431" fmla="*/ 1049818 h 5390836"/>
                  <a:gd name="connsiteX432" fmla="*/ 779140 w 5372199"/>
                  <a:gd name="connsiteY432" fmla="*/ 1068386 h 5390836"/>
                  <a:gd name="connsiteX433" fmla="*/ 793572 w 5372199"/>
                  <a:gd name="connsiteY433" fmla="*/ 1083858 h 5390836"/>
                  <a:gd name="connsiteX434" fmla="*/ 806987 w 5372199"/>
                  <a:gd name="connsiteY434" fmla="*/ 1090040 h 5390836"/>
                  <a:gd name="connsiteX435" fmla="*/ 813169 w 5372199"/>
                  <a:gd name="connsiteY435" fmla="*/ 1090040 h 5390836"/>
                  <a:gd name="connsiteX436" fmla="*/ 824515 w 5372199"/>
                  <a:gd name="connsiteY436" fmla="*/ 1097261 h 5390836"/>
                  <a:gd name="connsiteX437" fmla="*/ 838948 w 5372199"/>
                  <a:gd name="connsiteY437" fmla="*/ 1120983 h 5390836"/>
                  <a:gd name="connsiteX438" fmla="*/ 844112 w 5372199"/>
                  <a:gd name="connsiteY438" fmla="*/ 1138512 h 5390836"/>
                  <a:gd name="connsiteX439" fmla="*/ 836890 w 5372199"/>
                  <a:gd name="connsiteY439" fmla="*/ 1171512 h 5390836"/>
                  <a:gd name="connsiteX440" fmla="*/ 836890 w 5372199"/>
                  <a:gd name="connsiteY440" fmla="*/ 1206570 h 5390836"/>
                  <a:gd name="connsiteX441" fmla="*/ 827612 w 5372199"/>
                  <a:gd name="connsiteY441" fmla="*/ 1233388 h 5390836"/>
                  <a:gd name="connsiteX442" fmla="*/ 819362 w 5372199"/>
                  <a:gd name="connsiteY442" fmla="*/ 1272570 h 5390836"/>
                  <a:gd name="connsiteX443" fmla="*/ 811112 w 5372199"/>
                  <a:gd name="connsiteY443" fmla="*/ 1294235 h 5390836"/>
                  <a:gd name="connsiteX444" fmla="*/ 811112 w 5372199"/>
                  <a:gd name="connsiteY444" fmla="*/ 1333418 h 5390836"/>
                  <a:gd name="connsiteX445" fmla="*/ 782236 w 5372199"/>
                  <a:gd name="connsiteY445" fmla="*/ 1333418 h 5390836"/>
                  <a:gd name="connsiteX446" fmla="*/ 765736 w 5372199"/>
                  <a:gd name="connsiteY446" fmla="*/ 1333418 h 5390836"/>
                  <a:gd name="connsiteX447" fmla="*/ 751293 w 5372199"/>
                  <a:gd name="connsiteY447" fmla="*/ 1325168 h 5390836"/>
                  <a:gd name="connsiteX448" fmla="*/ 736861 w 5372199"/>
                  <a:gd name="connsiteY448" fmla="*/ 1317946 h 5390836"/>
                  <a:gd name="connsiteX449" fmla="*/ 736861 w 5372199"/>
                  <a:gd name="connsiteY449" fmla="*/ 1304542 h 5390836"/>
                  <a:gd name="connsiteX450" fmla="*/ 744071 w 5372199"/>
                  <a:gd name="connsiteY450" fmla="*/ 1294235 h 5390836"/>
                  <a:gd name="connsiteX451" fmla="*/ 749225 w 5372199"/>
                  <a:gd name="connsiteY451" fmla="*/ 1272570 h 5390836"/>
                  <a:gd name="connsiteX452" fmla="*/ 757475 w 5372199"/>
                  <a:gd name="connsiteY452" fmla="*/ 1251945 h 5390836"/>
                  <a:gd name="connsiteX453" fmla="*/ 767793 w 5372199"/>
                  <a:gd name="connsiteY453" fmla="*/ 1211723 h 5390836"/>
                  <a:gd name="connsiteX454" fmla="*/ 767793 w 5372199"/>
                  <a:gd name="connsiteY454" fmla="*/ 1188012 h 5390836"/>
                  <a:gd name="connsiteX455" fmla="*/ 738918 w 5372199"/>
                  <a:gd name="connsiteY455" fmla="*/ 1163262 h 5390836"/>
                  <a:gd name="connsiteX456" fmla="*/ 728610 w 5372199"/>
                  <a:gd name="connsiteY456" fmla="*/ 1163262 h 5390836"/>
                  <a:gd name="connsiteX457" fmla="*/ 719321 w 5372199"/>
                  <a:gd name="connsiteY457" fmla="*/ 1177705 h 5390836"/>
                  <a:gd name="connsiteX458" fmla="*/ 712110 w 5372199"/>
                  <a:gd name="connsiteY458" fmla="*/ 1193166 h 5390836"/>
                  <a:gd name="connsiteX459" fmla="*/ 704889 w 5372199"/>
                  <a:gd name="connsiteY459" fmla="*/ 1203484 h 5390836"/>
                  <a:gd name="connsiteX460" fmla="*/ 695610 w 5372199"/>
                  <a:gd name="connsiteY460" fmla="*/ 1203484 h 5390836"/>
                  <a:gd name="connsiteX461" fmla="*/ 678070 w 5372199"/>
                  <a:gd name="connsiteY461" fmla="*/ 1192138 h 5390836"/>
                  <a:gd name="connsiteX462" fmla="*/ 665695 w 5372199"/>
                  <a:gd name="connsiteY462" fmla="*/ 1185945 h 5390836"/>
                  <a:gd name="connsiteX463" fmla="*/ 647138 w 5372199"/>
                  <a:gd name="connsiteY463" fmla="*/ 1165319 h 5390836"/>
                  <a:gd name="connsiteX464" fmla="*/ 647138 w 5372199"/>
                  <a:gd name="connsiteY464" fmla="*/ 1142637 h 5390836"/>
                  <a:gd name="connsiteX465" fmla="*/ 657445 w 5372199"/>
                  <a:gd name="connsiteY465" fmla="*/ 1120983 h 5390836"/>
                  <a:gd name="connsiteX466" fmla="*/ 667763 w 5372199"/>
                  <a:gd name="connsiteY466" fmla="*/ 1108608 h 5390836"/>
                  <a:gd name="connsiteX467" fmla="*/ 676013 w 5372199"/>
                  <a:gd name="connsiteY467" fmla="*/ 1084886 h 5390836"/>
                  <a:gd name="connsiteX468" fmla="*/ 667763 w 5372199"/>
                  <a:gd name="connsiteY468" fmla="*/ 1063233 h 5390836"/>
                  <a:gd name="connsiteX469" fmla="*/ 639916 w 5372199"/>
                  <a:gd name="connsiteY469" fmla="*/ 1027136 h 5390836"/>
                  <a:gd name="connsiteX470" fmla="*/ 612080 w 5372199"/>
                  <a:gd name="connsiteY470" fmla="*/ 1015789 h 5390836"/>
                  <a:gd name="connsiteX471" fmla="*/ 605887 w 5372199"/>
                  <a:gd name="connsiteY471" fmla="*/ 1010636 h 5390836"/>
                  <a:gd name="connsiteX472" fmla="*/ 605887 w 5372199"/>
                  <a:gd name="connsiteY472" fmla="*/ 998261 h 5390836"/>
                  <a:gd name="connsiteX473" fmla="*/ 607303 w 5372199"/>
                  <a:gd name="connsiteY473" fmla="*/ 998261 h 5390836"/>
                  <a:gd name="connsiteX474" fmla="*/ 615166 w 5372199"/>
                  <a:gd name="connsiteY474" fmla="*/ 998261 h 5390836"/>
                  <a:gd name="connsiteX475" fmla="*/ 630638 w 5372199"/>
                  <a:gd name="connsiteY475" fmla="*/ 984858 h 5390836"/>
                  <a:gd name="connsiteX476" fmla="*/ 644041 w 5372199"/>
                  <a:gd name="connsiteY476" fmla="*/ 970415 h 5390836"/>
                  <a:gd name="connsiteX477" fmla="*/ 655388 w 5372199"/>
                  <a:gd name="connsiteY477" fmla="*/ 963193 h 5390836"/>
                  <a:gd name="connsiteX478" fmla="*/ 667763 w 5372199"/>
                  <a:gd name="connsiteY478" fmla="*/ 958039 h 5390836"/>
                  <a:gd name="connsiteX479" fmla="*/ 4670338 w 5372199"/>
                  <a:gd name="connsiteY479" fmla="*/ 809159 h 5390836"/>
                  <a:gd name="connsiteX480" fmla="*/ 4680391 w 5372199"/>
                  <a:gd name="connsiteY480" fmla="*/ 812634 h 5390836"/>
                  <a:gd name="connsiteX481" fmla="*/ 4688641 w 5372199"/>
                  <a:gd name="connsiteY481" fmla="*/ 820884 h 5390836"/>
                  <a:gd name="connsiteX482" fmla="*/ 4695863 w 5372199"/>
                  <a:gd name="connsiteY482" fmla="*/ 820884 h 5390836"/>
                  <a:gd name="connsiteX483" fmla="*/ 4695863 w 5372199"/>
                  <a:gd name="connsiteY483" fmla="*/ 830174 h 5390836"/>
                  <a:gd name="connsiteX484" fmla="*/ 4687613 w 5372199"/>
                  <a:gd name="connsiteY484" fmla="*/ 841510 h 5390836"/>
                  <a:gd name="connsiteX485" fmla="*/ 4675238 w 5372199"/>
                  <a:gd name="connsiteY485" fmla="*/ 853885 h 5390836"/>
                  <a:gd name="connsiteX486" fmla="*/ 4668016 w 5372199"/>
                  <a:gd name="connsiteY486" fmla="*/ 861106 h 5390836"/>
                  <a:gd name="connsiteX487" fmla="*/ 4658737 w 5372199"/>
                  <a:gd name="connsiteY487" fmla="*/ 868328 h 5390836"/>
                  <a:gd name="connsiteX488" fmla="*/ 4647391 w 5372199"/>
                  <a:gd name="connsiteY488" fmla="*/ 878635 h 5390836"/>
                  <a:gd name="connsiteX489" fmla="*/ 4627794 w 5372199"/>
                  <a:gd name="connsiteY489" fmla="*/ 899260 h 5390836"/>
                  <a:gd name="connsiteX490" fmla="*/ 4616459 w 5372199"/>
                  <a:gd name="connsiteY490" fmla="*/ 914732 h 5390836"/>
                  <a:gd name="connsiteX491" fmla="*/ 4606141 w 5372199"/>
                  <a:gd name="connsiteY491" fmla="*/ 924011 h 5390836"/>
                  <a:gd name="connsiteX492" fmla="*/ 4589640 w 5372199"/>
                  <a:gd name="connsiteY492" fmla="*/ 932261 h 5390836"/>
                  <a:gd name="connsiteX493" fmla="*/ 4589640 w 5372199"/>
                  <a:gd name="connsiteY493" fmla="*/ 943608 h 5390836"/>
                  <a:gd name="connsiteX494" fmla="*/ 4604083 w 5372199"/>
                  <a:gd name="connsiteY494" fmla="*/ 951858 h 5390836"/>
                  <a:gd name="connsiteX495" fmla="*/ 4614391 w 5372199"/>
                  <a:gd name="connsiteY495" fmla="*/ 962176 h 5390836"/>
                  <a:gd name="connsiteX496" fmla="*/ 4632959 w 5372199"/>
                  <a:gd name="connsiteY496" fmla="*/ 975579 h 5390836"/>
                  <a:gd name="connsiteX497" fmla="*/ 4644294 w 5372199"/>
                  <a:gd name="connsiteY497" fmla="*/ 981762 h 5390836"/>
                  <a:gd name="connsiteX498" fmla="*/ 4655641 w 5372199"/>
                  <a:gd name="connsiteY498" fmla="*/ 981762 h 5390836"/>
                  <a:gd name="connsiteX499" fmla="*/ 4661834 w 5372199"/>
                  <a:gd name="connsiteY499" fmla="*/ 981762 h 5390836"/>
                  <a:gd name="connsiteX500" fmla="*/ 4653584 w 5372199"/>
                  <a:gd name="connsiteY500" fmla="*/ 970426 h 5390836"/>
                  <a:gd name="connsiteX501" fmla="*/ 4641209 w 5372199"/>
                  <a:gd name="connsiteY501" fmla="*/ 965261 h 5390836"/>
                  <a:gd name="connsiteX502" fmla="*/ 4647391 w 5372199"/>
                  <a:gd name="connsiteY502" fmla="*/ 954954 h 5390836"/>
                  <a:gd name="connsiteX503" fmla="*/ 4647391 w 5372199"/>
                  <a:gd name="connsiteY503" fmla="*/ 942579 h 5390836"/>
                  <a:gd name="connsiteX504" fmla="*/ 4633987 w 5372199"/>
                  <a:gd name="connsiteY504" fmla="*/ 948761 h 5390836"/>
                  <a:gd name="connsiteX505" fmla="*/ 4625250 w 5372199"/>
                  <a:gd name="connsiteY505" fmla="*/ 949313 h 5390836"/>
                  <a:gd name="connsiteX506" fmla="*/ 4624709 w 5372199"/>
                  <a:gd name="connsiteY506" fmla="*/ 948761 h 5390836"/>
                  <a:gd name="connsiteX507" fmla="*/ 4615419 w 5372199"/>
                  <a:gd name="connsiteY507" fmla="*/ 948761 h 5390836"/>
                  <a:gd name="connsiteX508" fmla="*/ 4621612 w 5372199"/>
                  <a:gd name="connsiteY508" fmla="*/ 932261 h 5390836"/>
                  <a:gd name="connsiteX509" fmla="*/ 4646362 w 5372199"/>
                  <a:gd name="connsiteY509" fmla="*/ 910607 h 5390836"/>
                  <a:gd name="connsiteX510" fmla="*/ 4659766 w 5372199"/>
                  <a:gd name="connsiteY510" fmla="*/ 893078 h 5390836"/>
                  <a:gd name="connsiteX511" fmla="*/ 4682459 w 5372199"/>
                  <a:gd name="connsiteY511" fmla="*/ 870385 h 5390836"/>
                  <a:gd name="connsiteX512" fmla="*/ 4688641 w 5372199"/>
                  <a:gd name="connsiteY512" fmla="*/ 862146 h 5390836"/>
                  <a:gd name="connsiteX513" fmla="*/ 4705141 w 5372199"/>
                  <a:gd name="connsiteY513" fmla="*/ 855953 h 5390836"/>
                  <a:gd name="connsiteX514" fmla="*/ 4716488 w 5372199"/>
                  <a:gd name="connsiteY514" fmla="*/ 855953 h 5390836"/>
                  <a:gd name="connsiteX515" fmla="*/ 4707209 w 5372199"/>
                  <a:gd name="connsiteY515" fmla="*/ 871424 h 5390836"/>
                  <a:gd name="connsiteX516" fmla="*/ 4702056 w 5372199"/>
                  <a:gd name="connsiteY516" fmla="*/ 881732 h 5390836"/>
                  <a:gd name="connsiteX517" fmla="*/ 4679363 w 5372199"/>
                  <a:gd name="connsiteY517" fmla="*/ 909579 h 5390836"/>
                  <a:gd name="connsiteX518" fmla="*/ 4679363 w 5372199"/>
                  <a:gd name="connsiteY518" fmla="*/ 918857 h 5390836"/>
                  <a:gd name="connsiteX519" fmla="*/ 4691738 w 5372199"/>
                  <a:gd name="connsiteY519" fmla="*/ 932261 h 5390836"/>
                  <a:gd name="connsiteX520" fmla="*/ 4691738 w 5372199"/>
                  <a:gd name="connsiteY520" fmla="*/ 943608 h 5390836"/>
                  <a:gd name="connsiteX521" fmla="*/ 4714420 w 5372199"/>
                  <a:gd name="connsiteY521" fmla="*/ 943608 h 5390836"/>
                  <a:gd name="connsiteX522" fmla="*/ 4723709 w 5372199"/>
                  <a:gd name="connsiteY522" fmla="*/ 922982 h 5390836"/>
                  <a:gd name="connsiteX523" fmla="*/ 4709266 w 5372199"/>
                  <a:gd name="connsiteY523" fmla="*/ 915761 h 5390836"/>
                  <a:gd name="connsiteX524" fmla="*/ 4698959 w 5372199"/>
                  <a:gd name="connsiteY524" fmla="*/ 915761 h 5390836"/>
                  <a:gd name="connsiteX525" fmla="*/ 4714420 w 5372199"/>
                  <a:gd name="connsiteY525" fmla="*/ 901328 h 5390836"/>
                  <a:gd name="connsiteX526" fmla="*/ 4731959 w 5372199"/>
                  <a:gd name="connsiteY526" fmla="*/ 893078 h 5390836"/>
                  <a:gd name="connsiteX527" fmla="*/ 4740209 w 5372199"/>
                  <a:gd name="connsiteY527" fmla="*/ 875549 h 5390836"/>
                  <a:gd name="connsiteX528" fmla="*/ 4757738 w 5372199"/>
                  <a:gd name="connsiteY528" fmla="*/ 875549 h 5390836"/>
                  <a:gd name="connsiteX529" fmla="*/ 4757738 w 5372199"/>
                  <a:gd name="connsiteY529" fmla="*/ 893078 h 5390836"/>
                  <a:gd name="connsiteX530" fmla="*/ 4783517 w 5372199"/>
                  <a:gd name="connsiteY530" fmla="*/ 893078 h 5390836"/>
                  <a:gd name="connsiteX531" fmla="*/ 4807239 w 5372199"/>
                  <a:gd name="connsiteY531" fmla="*/ 886885 h 5390836"/>
                  <a:gd name="connsiteX532" fmla="*/ 4814460 w 5372199"/>
                  <a:gd name="connsiteY532" fmla="*/ 893078 h 5390836"/>
                  <a:gd name="connsiteX533" fmla="*/ 4822710 w 5372199"/>
                  <a:gd name="connsiteY533" fmla="*/ 899260 h 5390836"/>
                  <a:gd name="connsiteX534" fmla="*/ 4815489 w 5372199"/>
                  <a:gd name="connsiteY534" fmla="*/ 903386 h 5390836"/>
                  <a:gd name="connsiteX535" fmla="*/ 4815489 w 5372199"/>
                  <a:gd name="connsiteY535" fmla="*/ 926079 h 5390836"/>
                  <a:gd name="connsiteX536" fmla="*/ 4793835 w 5372199"/>
                  <a:gd name="connsiteY536" fmla="*/ 935357 h 5390836"/>
                  <a:gd name="connsiteX537" fmla="*/ 4770113 w 5372199"/>
                  <a:gd name="connsiteY537" fmla="*/ 935357 h 5390836"/>
                  <a:gd name="connsiteX538" fmla="*/ 4756710 w 5372199"/>
                  <a:gd name="connsiteY538" fmla="*/ 946704 h 5390836"/>
                  <a:gd name="connsiteX539" fmla="*/ 4756710 w 5372199"/>
                  <a:gd name="connsiteY539" fmla="*/ 963204 h 5390836"/>
                  <a:gd name="connsiteX540" fmla="*/ 4713391 w 5372199"/>
                  <a:gd name="connsiteY540" fmla="*/ 976608 h 5390836"/>
                  <a:gd name="connsiteX541" fmla="*/ 4686584 w 5372199"/>
                  <a:gd name="connsiteY541" fmla="*/ 976608 h 5390836"/>
                  <a:gd name="connsiteX542" fmla="*/ 4692766 w 5372199"/>
                  <a:gd name="connsiteY542" fmla="*/ 997233 h 5390836"/>
                  <a:gd name="connsiteX543" fmla="*/ 4687613 w 5372199"/>
                  <a:gd name="connsiteY543" fmla="*/ 1013733 h 5390836"/>
                  <a:gd name="connsiteX544" fmla="*/ 4711334 w 5372199"/>
                  <a:gd name="connsiteY544" fmla="*/ 1013733 h 5390836"/>
                  <a:gd name="connsiteX545" fmla="*/ 4705141 w 5372199"/>
                  <a:gd name="connsiteY545" fmla="*/ 999301 h 5390836"/>
                  <a:gd name="connsiteX546" fmla="*/ 4714420 w 5372199"/>
                  <a:gd name="connsiteY546" fmla="*/ 985887 h 5390836"/>
                  <a:gd name="connsiteX547" fmla="*/ 4726795 w 5372199"/>
                  <a:gd name="connsiteY547" fmla="*/ 985887 h 5390836"/>
                  <a:gd name="connsiteX548" fmla="*/ 4739181 w 5372199"/>
                  <a:gd name="connsiteY548" fmla="*/ 985887 h 5390836"/>
                  <a:gd name="connsiteX549" fmla="*/ 4749488 w 5372199"/>
                  <a:gd name="connsiteY549" fmla="*/ 974551 h 5390836"/>
                  <a:gd name="connsiteX550" fmla="*/ 4763920 w 5372199"/>
                  <a:gd name="connsiteY550" fmla="*/ 979704 h 5390836"/>
                  <a:gd name="connsiteX551" fmla="*/ 4778363 w 5372199"/>
                  <a:gd name="connsiteY551" fmla="*/ 979704 h 5390836"/>
                  <a:gd name="connsiteX552" fmla="*/ 4789710 w 5372199"/>
                  <a:gd name="connsiteY552" fmla="*/ 973511 h 5390836"/>
                  <a:gd name="connsiteX553" fmla="*/ 4800017 w 5372199"/>
                  <a:gd name="connsiteY553" fmla="*/ 949800 h 5390836"/>
                  <a:gd name="connsiteX554" fmla="*/ 4852614 w 5372199"/>
                  <a:gd name="connsiteY554" fmla="*/ 968358 h 5390836"/>
                  <a:gd name="connsiteX555" fmla="*/ 4860864 w 5372199"/>
                  <a:gd name="connsiteY555" fmla="*/ 968358 h 5390836"/>
                  <a:gd name="connsiteX556" fmla="*/ 4872210 w 5372199"/>
                  <a:gd name="connsiteY556" fmla="*/ 977637 h 5390836"/>
                  <a:gd name="connsiteX557" fmla="*/ 4872210 w 5372199"/>
                  <a:gd name="connsiteY557" fmla="*/ 996205 h 5390836"/>
                  <a:gd name="connsiteX558" fmla="*/ 4866017 w 5372199"/>
                  <a:gd name="connsiteY558" fmla="*/ 1006512 h 5390836"/>
                  <a:gd name="connsiteX559" fmla="*/ 4850546 w 5372199"/>
                  <a:gd name="connsiteY559" fmla="*/ 1019926 h 5390836"/>
                  <a:gd name="connsiteX560" fmla="*/ 4822710 w 5372199"/>
                  <a:gd name="connsiteY560" fmla="*/ 1019926 h 5390836"/>
                  <a:gd name="connsiteX561" fmla="*/ 4781460 w 5372199"/>
                  <a:gd name="connsiteY561" fmla="*/ 1035387 h 5390836"/>
                  <a:gd name="connsiteX562" fmla="*/ 4767017 w 5372199"/>
                  <a:gd name="connsiteY562" fmla="*/ 1041580 h 5390836"/>
                  <a:gd name="connsiteX563" fmla="*/ 4752585 w 5372199"/>
                  <a:gd name="connsiteY563" fmla="*/ 1049830 h 5390836"/>
                  <a:gd name="connsiteX564" fmla="*/ 4734016 w 5372199"/>
                  <a:gd name="connsiteY564" fmla="*/ 1062205 h 5390836"/>
                  <a:gd name="connsiteX565" fmla="*/ 4739181 w 5372199"/>
                  <a:gd name="connsiteY565" fmla="*/ 1071484 h 5390836"/>
                  <a:gd name="connsiteX566" fmla="*/ 4759806 w 5372199"/>
                  <a:gd name="connsiteY566" fmla="*/ 1077677 h 5390836"/>
                  <a:gd name="connsiteX567" fmla="*/ 4769085 w 5372199"/>
                  <a:gd name="connsiteY567" fmla="*/ 1086956 h 5390836"/>
                  <a:gd name="connsiteX568" fmla="*/ 4769085 w 5372199"/>
                  <a:gd name="connsiteY568" fmla="*/ 1100359 h 5390836"/>
                  <a:gd name="connsiteX569" fmla="*/ 4775267 w 5372199"/>
                  <a:gd name="connsiteY569" fmla="*/ 1111706 h 5390836"/>
                  <a:gd name="connsiteX570" fmla="*/ 4775267 w 5372199"/>
                  <a:gd name="connsiteY570" fmla="*/ 1125110 h 5390836"/>
                  <a:gd name="connsiteX571" fmla="*/ 4757738 w 5372199"/>
                  <a:gd name="connsiteY571" fmla="*/ 1151928 h 5390836"/>
                  <a:gd name="connsiteX572" fmla="*/ 4731959 w 5372199"/>
                  <a:gd name="connsiteY572" fmla="*/ 1165332 h 5390836"/>
                  <a:gd name="connsiteX573" fmla="*/ 4694834 w 5372199"/>
                  <a:gd name="connsiteY573" fmla="*/ 1141610 h 5390836"/>
                  <a:gd name="connsiteX574" fmla="*/ 4681430 w 5372199"/>
                  <a:gd name="connsiteY574" fmla="*/ 1135428 h 5390836"/>
                  <a:gd name="connsiteX575" fmla="*/ 4671112 w 5372199"/>
                  <a:gd name="connsiteY575" fmla="*/ 1123053 h 5390836"/>
                  <a:gd name="connsiteX576" fmla="*/ 4656669 w 5372199"/>
                  <a:gd name="connsiteY576" fmla="*/ 1107581 h 5390836"/>
                  <a:gd name="connsiteX577" fmla="*/ 4612333 w 5372199"/>
                  <a:gd name="connsiteY577" fmla="*/ 1098302 h 5390836"/>
                  <a:gd name="connsiteX578" fmla="*/ 4592737 w 5372199"/>
                  <a:gd name="connsiteY578" fmla="*/ 1098302 h 5390836"/>
                  <a:gd name="connsiteX579" fmla="*/ 4567987 w 5372199"/>
                  <a:gd name="connsiteY579" fmla="*/ 1098302 h 5390836"/>
                  <a:gd name="connsiteX580" fmla="*/ 4550458 w 5372199"/>
                  <a:gd name="connsiteY580" fmla="*/ 1109638 h 5390836"/>
                  <a:gd name="connsiteX581" fmla="*/ 4550458 w 5372199"/>
                  <a:gd name="connsiteY581" fmla="*/ 1118928 h 5390836"/>
                  <a:gd name="connsiteX582" fmla="*/ 4569015 w 5372199"/>
                  <a:gd name="connsiteY582" fmla="*/ 1127178 h 5390836"/>
                  <a:gd name="connsiteX583" fmla="*/ 4581390 w 5372199"/>
                  <a:gd name="connsiteY583" fmla="*/ 1127178 h 5390836"/>
                  <a:gd name="connsiteX584" fmla="*/ 4587583 w 5372199"/>
                  <a:gd name="connsiteY584" fmla="*/ 1149860 h 5390836"/>
                  <a:gd name="connsiteX585" fmla="*/ 4595833 w 5372199"/>
                  <a:gd name="connsiteY585" fmla="*/ 1170485 h 5390836"/>
                  <a:gd name="connsiteX586" fmla="*/ 4595833 w 5372199"/>
                  <a:gd name="connsiteY586" fmla="*/ 1181832 h 5390836"/>
                  <a:gd name="connsiteX587" fmla="*/ 4577265 w 5372199"/>
                  <a:gd name="connsiteY587" fmla="*/ 1192139 h 5390836"/>
                  <a:gd name="connsiteX588" fmla="*/ 4560765 w 5372199"/>
                  <a:gd name="connsiteY588" fmla="*/ 1192139 h 5390836"/>
                  <a:gd name="connsiteX589" fmla="*/ 4543237 w 5372199"/>
                  <a:gd name="connsiteY589" fmla="*/ 1178736 h 5390836"/>
                  <a:gd name="connsiteX590" fmla="*/ 4529833 w 5372199"/>
                  <a:gd name="connsiteY590" fmla="*/ 1171514 h 5390836"/>
                  <a:gd name="connsiteX591" fmla="*/ 4495793 w 5372199"/>
                  <a:gd name="connsiteY591" fmla="*/ 1157082 h 5390836"/>
                  <a:gd name="connsiteX592" fmla="*/ 4480332 w 5372199"/>
                  <a:gd name="connsiteY592" fmla="*/ 1174611 h 5390836"/>
                  <a:gd name="connsiteX593" fmla="*/ 4463832 w 5372199"/>
                  <a:gd name="connsiteY593" fmla="*/ 1185957 h 5390836"/>
                  <a:gd name="connsiteX594" fmla="*/ 4443207 w 5372199"/>
                  <a:gd name="connsiteY594" fmla="*/ 1198332 h 5390836"/>
                  <a:gd name="connsiteX595" fmla="*/ 4426707 w 5372199"/>
                  <a:gd name="connsiteY595" fmla="*/ 1198332 h 5390836"/>
                  <a:gd name="connsiteX596" fmla="*/ 4390610 w 5372199"/>
                  <a:gd name="connsiteY596" fmla="*/ 1208640 h 5390836"/>
                  <a:gd name="connsiteX597" fmla="*/ 4367928 w 5372199"/>
                  <a:gd name="connsiteY597" fmla="*/ 1196264 h 5390836"/>
                  <a:gd name="connsiteX598" fmla="*/ 4350389 w 5372199"/>
                  <a:gd name="connsiteY598" fmla="*/ 1184929 h 5390836"/>
                  <a:gd name="connsiteX599" fmla="*/ 4329763 w 5372199"/>
                  <a:gd name="connsiteY599" fmla="*/ 1163275 h 5390836"/>
                  <a:gd name="connsiteX600" fmla="*/ 4342139 w 5372199"/>
                  <a:gd name="connsiteY600" fmla="*/ 1149860 h 5390836"/>
                  <a:gd name="connsiteX601" fmla="*/ 4342139 w 5372199"/>
                  <a:gd name="connsiteY601" fmla="*/ 1110678 h 5390836"/>
                  <a:gd name="connsiteX602" fmla="*/ 4358639 w 5372199"/>
                  <a:gd name="connsiteY602" fmla="*/ 1116860 h 5390836"/>
                  <a:gd name="connsiteX603" fmla="*/ 4388553 w 5372199"/>
                  <a:gd name="connsiteY603" fmla="*/ 1138514 h 5390836"/>
                  <a:gd name="connsiteX604" fmla="*/ 4445264 w 5372199"/>
                  <a:gd name="connsiteY604" fmla="*/ 1126138 h 5390836"/>
                  <a:gd name="connsiteX605" fmla="*/ 4445264 w 5372199"/>
                  <a:gd name="connsiteY605" fmla="*/ 1112735 h 5390836"/>
                  <a:gd name="connsiteX606" fmla="*/ 4422582 w 5372199"/>
                  <a:gd name="connsiteY606" fmla="*/ 1095206 h 5390836"/>
                  <a:gd name="connsiteX607" fmla="*/ 4399889 w 5372199"/>
                  <a:gd name="connsiteY607" fmla="*/ 1078706 h 5390836"/>
                  <a:gd name="connsiteX608" fmla="*/ 4378235 w 5372199"/>
                  <a:gd name="connsiteY608" fmla="*/ 1067359 h 5390836"/>
                  <a:gd name="connsiteX609" fmla="*/ 4367928 w 5372199"/>
                  <a:gd name="connsiteY609" fmla="*/ 1048802 h 5390836"/>
                  <a:gd name="connsiteX610" fmla="*/ 4367928 w 5372199"/>
                  <a:gd name="connsiteY610" fmla="*/ 1038484 h 5390836"/>
                  <a:gd name="connsiteX611" fmla="*/ 4378235 w 5372199"/>
                  <a:gd name="connsiteY611" fmla="*/ 1026108 h 5390836"/>
                  <a:gd name="connsiteX612" fmla="*/ 4395764 w 5372199"/>
                  <a:gd name="connsiteY612" fmla="*/ 1015790 h 5390836"/>
                  <a:gd name="connsiteX613" fmla="*/ 4424639 w 5372199"/>
                  <a:gd name="connsiteY613" fmla="*/ 1023012 h 5390836"/>
                  <a:gd name="connsiteX614" fmla="*/ 4433929 w 5372199"/>
                  <a:gd name="connsiteY614" fmla="*/ 1039512 h 5390836"/>
                  <a:gd name="connsiteX615" fmla="*/ 4454543 w 5372199"/>
                  <a:gd name="connsiteY615" fmla="*/ 1045705 h 5390836"/>
                  <a:gd name="connsiteX616" fmla="*/ 4474140 w 5372199"/>
                  <a:gd name="connsiteY616" fmla="*/ 1057041 h 5390836"/>
                  <a:gd name="connsiteX617" fmla="*/ 4488583 w 5372199"/>
                  <a:gd name="connsiteY617" fmla="*/ 1062205 h 5390836"/>
                  <a:gd name="connsiteX618" fmla="*/ 4496833 w 5372199"/>
                  <a:gd name="connsiteY618" fmla="*/ 1062205 h 5390836"/>
                  <a:gd name="connsiteX619" fmla="*/ 4510236 w 5372199"/>
                  <a:gd name="connsiteY619" fmla="*/ 1052927 h 5390836"/>
                  <a:gd name="connsiteX620" fmla="*/ 4526736 w 5372199"/>
                  <a:gd name="connsiteY620" fmla="*/ 1045705 h 5390836"/>
                  <a:gd name="connsiteX621" fmla="*/ 4518486 w 5372199"/>
                  <a:gd name="connsiteY621" fmla="*/ 1035387 h 5390836"/>
                  <a:gd name="connsiteX622" fmla="*/ 4501986 w 5372199"/>
                  <a:gd name="connsiteY622" fmla="*/ 1035387 h 5390836"/>
                  <a:gd name="connsiteX623" fmla="*/ 4485486 w 5372199"/>
                  <a:gd name="connsiteY623" fmla="*/ 1030234 h 5390836"/>
                  <a:gd name="connsiteX624" fmla="*/ 4476207 w 5372199"/>
                  <a:gd name="connsiteY624" fmla="*/ 1019926 h 5390836"/>
                  <a:gd name="connsiteX625" fmla="*/ 4476207 w 5372199"/>
                  <a:gd name="connsiteY625" fmla="*/ 1007551 h 5390836"/>
                  <a:gd name="connsiteX626" fmla="*/ 4492708 w 5372199"/>
                  <a:gd name="connsiteY626" fmla="*/ 998262 h 5390836"/>
                  <a:gd name="connsiteX627" fmla="*/ 4526736 w 5372199"/>
                  <a:gd name="connsiteY627" fmla="*/ 984858 h 5390836"/>
                  <a:gd name="connsiteX628" fmla="*/ 4541169 w 5372199"/>
                  <a:gd name="connsiteY628" fmla="*/ 999301 h 5390836"/>
                  <a:gd name="connsiteX629" fmla="*/ 4550458 w 5372199"/>
                  <a:gd name="connsiteY629" fmla="*/ 999301 h 5390836"/>
                  <a:gd name="connsiteX630" fmla="*/ 4563862 w 5372199"/>
                  <a:gd name="connsiteY630" fmla="*/ 1011676 h 5390836"/>
                  <a:gd name="connsiteX631" fmla="*/ 4582419 w 5372199"/>
                  <a:gd name="connsiteY631" fmla="*/ 1023012 h 5390836"/>
                  <a:gd name="connsiteX632" fmla="*/ 4594805 w 5372199"/>
                  <a:gd name="connsiteY632" fmla="*/ 1032291 h 5390836"/>
                  <a:gd name="connsiteX633" fmla="*/ 4607180 w 5372199"/>
                  <a:gd name="connsiteY633" fmla="*/ 1039512 h 5390836"/>
                  <a:gd name="connsiteX634" fmla="*/ 4616459 w 5372199"/>
                  <a:gd name="connsiteY634" fmla="*/ 1039512 h 5390836"/>
                  <a:gd name="connsiteX635" fmla="*/ 4628834 w 5372199"/>
                  <a:gd name="connsiteY635" fmla="*/ 1052927 h 5390836"/>
                  <a:gd name="connsiteX636" fmla="*/ 4640169 w 5372199"/>
                  <a:gd name="connsiteY636" fmla="*/ 1063234 h 5390836"/>
                  <a:gd name="connsiteX637" fmla="*/ 4647391 w 5372199"/>
                  <a:gd name="connsiteY637" fmla="*/ 1076638 h 5390836"/>
                  <a:gd name="connsiteX638" fmla="*/ 4665959 w 5372199"/>
                  <a:gd name="connsiteY638" fmla="*/ 1083859 h 5390836"/>
                  <a:gd name="connsiteX639" fmla="*/ 4685545 w 5372199"/>
                  <a:gd name="connsiteY639" fmla="*/ 1078706 h 5390836"/>
                  <a:gd name="connsiteX640" fmla="*/ 4668016 w 5372199"/>
                  <a:gd name="connsiteY640" fmla="*/ 1064263 h 5390836"/>
                  <a:gd name="connsiteX641" fmla="*/ 4649459 w 5372199"/>
                  <a:gd name="connsiteY641" fmla="*/ 1048802 h 5390836"/>
                  <a:gd name="connsiteX642" fmla="*/ 4620584 w 5372199"/>
                  <a:gd name="connsiteY642" fmla="*/ 1024051 h 5390836"/>
                  <a:gd name="connsiteX643" fmla="*/ 4605112 w 5372199"/>
                  <a:gd name="connsiteY643" fmla="*/ 1013733 h 5390836"/>
                  <a:gd name="connsiteX644" fmla="*/ 4589640 w 5372199"/>
                  <a:gd name="connsiteY644" fmla="*/ 1002387 h 5390836"/>
                  <a:gd name="connsiteX645" fmla="*/ 4565930 w 5372199"/>
                  <a:gd name="connsiteY645" fmla="*/ 982801 h 5390836"/>
                  <a:gd name="connsiteX646" fmla="*/ 4519515 w 5372199"/>
                  <a:gd name="connsiteY646" fmla="*/ 955983 h 5390836"/>
                  <a:gd name="connsiteX647" fmla="*/ 4496833 w 5372199"/>
                  <a:gd name="connsiteY647" fmla="*/ 955983 h 5390836"/>
                  <a:gd name="connsiteX648" fmla="*/ 4453514 w 5372199"/>
                  <a:gd name="connsiteY648" fmla="*/ 947732 h 5390836"/>
                  <a:gd name="connsiteX649" fmla="*/ 4448361 w 5372199"/>
                  <a:gd name="connsiteY649" fmla="*/ 934329 h 5390836"/>
                  <a:gd name="connsiteX650" fmla="*/ 4464861 w 5372199"/>
                  <a:gd name="connsiteY650" fmla="*/ 904425 h 5390836"/>
                  <a:gd name="connsiteX651" fmla="*/ 4488583 w 5372199"/>
                  <a:gd name="connsiteY651" fmla="*/ 882760 h 5390836"/>
                  <a:gd name="connsiteX652" fmla="*/ 4501986 w 5372199"/>
                  <a:gd name="connsiteY652" fmla="*/ 882760 h 5390836"/>
                  <a:gd name="connsiteX653" fmla="*/ 4512304 w 5372199"/>
                  <a:gd name="connsiteY653" fmla="*/ 882760 h 5390836"/>
                  <a:gd name="connsiteX654" fmla="*/ 4555612 w 5372199"/>
                  <a:gd name="connsiteY654" fmla="*/ 873482 h 5390836"/>
                  <a:gd name="connsiteX655" fmla="*/ 4560765 w 5372199"/>
                  <a:gd name="connsiteY655" fmla="*/ 873482 h 5390836"/>
                  <a:gd name="connsiteX656" fmla="*/ 4542208 w 5372199"/>
                  <a:gd name="connsiteY656" fmla="*/ 897203 h 5390836"/>
                  <a:gd name="connsiteX657" fmla="*/ 4541472 w 5372199"/>
                  <a:gd name="connsiteY657" fmla="*/ 908853 h 5390836"/>
                  <a:gd name="connsiteX658" fmla="*/ 4542208 w 5372199"/>
                  <a:gd name="connsiteY658" fmla="*/ 909579 h 5390836"/>
                  <a:gd name="connsiteX659" fmla="*/ 4561805 w 5372199"/>
                  <a:gd name="connsiteY659" fmla="*/ 917829 h 5390836"/>
                  <a:gd name="connsiteX660" fmla="*/ 4571083 w 5372199"/>
                  <a:gd name="connsiteY660" fmla="*/ 917829 h 5390836"/>
                  <a:gd name="connsiteX661" fmla="*/ 4577265 w 5372199"/>
                  <a:gd name="connsiteY661" fmla="*/ 904425 h 5390836"/>
                  <a:gd name="connsiteX662" fmla="*/ 4589640 w 5372199"/>
                  <a:gd name="connsiteY662" fmla="*/ 888953 h 5390836"/>
                  <a:gd name="connsiteX663" fmla="*/ 4620584 w 5372199"/>
                  <a:gd name="connsiteY663" fmla="*/ 863174 h 5390836"/>
                  <a:gd name="connsiteX664" fmla="*/ 4649459 w 5372199"/>
                  <a:gd name="connsiteY664" fmla="*/ 832231 h 5390836"/>
                  <a:gd name="connsiteX665" fmla="*/ 4664930 w 5372199"/>
                  <a:gd name="connsiteY665" fmla="*/ 812634 h 5390836"/>
                  <a:gd name="connsiteX666" fmla="*/ 4670338 w 5372199"/>
                  <a:gd name="connsiteY666" fmla="*/ 809159 h 5390836"/>
                  <a:gd name="connsiteX667" fmla="*/ 770888 w 5372199"/>
                  <a:gd name="connsiteY667" fmla="*/ 804383 h 5390836"/>
                  <a:gd name="connsiteX668" fmla="*/ 782234 w 5372199"/>
                  <a:gd name="connsiteY668" fmla="*/ 804383 h 5390836"/>
                  <a:gd name="connsiteX669" fmla="*/ 804917 w 5372199"/>
                  <a:gd name="connsiteY669" fmla="*/ 816759 h 5390836"/>
                  <a:gd name="connsiteX670" fmla="*/ 817292 w 5372199"/>
                  <a:gd name="connsiteY670" fmla="*/ 853884 h 5390836"/>
                  <a:gd name="connsiteX671" fmla="*/ 827610 w 5372199"/>
                  <a:gd name="connsiteY671" fmla="*/ 868327 h 5390836"/>
                  <a:gd name="connsiteX672" fmla="*/ 842042 w 5372199"/>
                  <a:gd name="connsiteY672" fmla="*/ 861105 h 5390836"/>
                  <a:gd name="connsiteX673" fmla="*/ 842042 w 5372199"/>
                  <a:gd name="connsiteY673" fmla="*/ 843576 h 5390836"/>
                  <a:gd name="connsiteX674" fmla="*/ 864735 w 5372199"/>
                  <a:gd name="connsiteY674" fmla="*/ 832230 h 5390836"/>
                  <a:gd name="connsiteX675" fmla="*/ 893610 w 5372199"/>
                  <a:gd name="connsiteY675" fmla="*/ 839441 h 5390836"/>
                  <a:gd name="connsiteX676" fmla="*/ 909071 w 5372199"/>
                  <a:gd name="connsiteY676" fmla="*/ 849759 h 5390836"/>
                  <a:gd name="connsiteX677" fmla="*/ 909071 w 5372199"/>
                  <a:gd name="connsiteY677" fmla="*/ 862134 h 5390836"/>
                  <a:gd name="connsiteX678" fmla="*/ 899793 w 5372199"/>
                  <a:gd name="connsiteY678" fmla="*/ 877606 h 5390836"/>
                  <a:gd name="connsiteX679" fmla="*/ 899793 w 5372199"/>
                  <a:gd name="connsiteY679" fmla="*/ 895134 h 5390836"/>
                  <a:gd name="connsiteX680" fmla="*/ 899793 w 5372199"/>
                  <a:gd name="connsiteY680" fmla="*/ 918856 h 5390836"/>
                  <a:gd name="connsiteX681" fmla="*/ 888457 w 5372199"/>
                  <a:gd name="connsiteY681" fmla="*/ 952885 h 5390836"/>
                  <a:gd name="connsiteX682" fmla="*/ 907014 w 5372199"/>
                  <a:gd name="connsiteY682" fmla="*/ 985885 h 5390836"/>
                  <a:gd name="connsiteX683" fmla="*/ 920418 w 5372199"/>
                  <a:gd name="connsiteY683" fmla="*/ 997232 h 5390836"/>
                  <a:gd name="connsiteX684" fmla="*/ 949293 w 5372199"/>
                  <a:gd name="connsiteY684" fmla="*/ 1010636 h 5390836"/>
                  <a:gd name="connsiteX685" fmla="*/ 974043 w 5372199"/>
                  <a:gd name="connsiteY685" fmla="*/ 1000318 h 5390836"/>
                  <a:gd name="connsiteX686" fmla="*/ 988486 w 5372199"/>
                  <a:gd name="connsiteY686" fmla="*/ 988982 h 5390836"/>
                  <a:gd name="connsiteX687" fmla="*/ 998794 w 5372199"/>
                  <a:gd name="connsiteY687" fmla="*/ 981760 h 5390836"/>
                  <a:gd name="connsiteX688" fmla="*/ 1011169 w 5372199"/>
                  <a:gd name="connsiteY688" fmla="*/ 975578 h 5390836"/>
                  <a:gd name="connsiteX689" fmla="*/ 1025612 w 5372199"/>
                  <a:gd name="connsiteY689" fmla="*/ 962164 h 5390836"/>
                  <a:gd name="connsiteX690" fmla="*/ 1051391 w 5372199"/>
                  <a:gd name="connsiteY690" fmla="*/ 971442 h 5390836"/>
                  <a:gd name="connsiteX691" fmla="*/ 1065834 w 5372199"/>
                  <a:gd name="connsiteY691" fmla="*/ 998260 h 5390836"/>
                  <a:gd name="connsiteX692" fmla="*/ 1073044 w 5372199"/>
                  <a:gd name="connsiteY692" fmla="*/ 1016828 h 5390836"/>
                  <a:gd name="connsiteX693" fmla="*/ 1061698 w 5372199"/>
                  <a:gd name="connsiteY693" fmla="*/ 1034357 h 5390836"/>
                  <a:gd name="connsiteX694" fmla="*/ 1051391 w 5372199"/>
                  <a:gd name="connsiteY694" fmla="*/ 1052914 h 5390836"/>
                  <a:gd name="connsiteX695" fmla="*/ 1035919 w 5372199"/>
                  <a:gd name="connsiteY695" fmla="*/ 1059107 h 5390836"/>
                  <a:gd name="connsiteX696" fmla="*/ 1019419 w 5372199"/>
                  <a:gd name="connsiteY696" fmla="*/ 1074568 h 5390836"/>
                  <a:gd name="connsiteX697" fmla="*/ 1003947 w 5372199"/>
                  <a:gd name="connsiteY697" fmla="*/ 1090039 h 5390836"/>
                  <a:gd name="connsiteX698" fmla="*/ 987447 w 5372199"/>
                  <a:gd name="connsiteY698" fmla="*/ 1100357 h 5390836"/>
                  <a:gd name="connsiteX699" fmla="*/ 967861 w 5372199"/>
                  <a:gd name="connsiteY699" fmla="*/ 1118915 h 5390836"/>
                  <a:gd name="connsiteX700" fmla="*/ 952390 w 5372199"/>
                  <a:gd name="connsiteY700" fmla="*/ 1124079 h 5390836"/>
                  <a:gd name="connsiteX701" fmla="*/ 928668 w 5372199"/>
                  <a:gd name="connsiteY701" fmla="*/ 1124079 h 5390836"/>
                  <a:gd name="connsiteX702" fmla="*/ 910111 w 5372199"/>
                  <a:gd name="connsiteY702" fmla="*/ 1108607 h 5390836"/>
                  <a:gd name="connsiteX703" fmla="*/ 885360 w 5372199"/>
                  <a:gd name="connsiteY703" fmla="*/ 1093136 h 5390836"/>
                  <a:gd name="connsiteX704" fmla="*/ 870917 w 5372199"/>
                  <a:gd name="connsiteY704" fmla="*/ 1081789 h 5390836"/>
                  <a:gd name="connsiteX705" fmla="*/ 856485 w 5372199"/>
                  <a:gd name="connsiteY705" fmla="*/ 1071482 h 5390836"/>
                  <a:gd name="connsiteX706" fmla="*/ 835849 w 5372199"/>
                  <a:gd name="connsiteY706" fmla="*/ 1056010 h 5390836"/>
                  <a:gd name="connsiteX707" fmla="*/ 809042 w 5372199"/>
                  <a:gd name="connsiteY707" fmla="*/ 1020953 h 5390836"/>
                  <a:gd name="connsiteX708" fmla="*/ 803888 w 5372199"/>
                  <a:gd name="connsiteY708" fmla="*/ 1007539 h 5390836"/>
                  <a:gd name="connsiteX709" fmla="*/ 790484 w 5372199"/>
                  <a:gd name="connsiteY709" fmla="*/ 988982 h 5390836"/>
                  <a:gd name="connsiteX710" fmla="*/ 778109 w 5372199"/>
                  <a:gd name="connsiteY710" fmla="*/ 970414 h 5390836"/>
                  <a:gd name="connsiteX711" fmla="*/ 753359 w 5372199"/>
                  <a:gd name="connsiteY711" fmla="*/ 944635 h 5390836"/>
                  <a:gd name="connsiteX712" fmla="*/ 740984 w 5372199"/>
                  <a:gd name="connsiteY712" fmla="*/ 927106 h 5390836"/>
                  <a:gd name="connsiteX713" fmla="*/ 721387 w 5372199"/>
                  <a:gd name="connsiteY713" fmla="*/ 898231 h 5390836"/>
                  <a:gd name="connsiteX714" fmla="*/ 704887 w 5372199"/>
                  <a:gd name="connsiteY714" fmla="*/ 881731 h 5390836"/>
                  <a:gd name="connsiteX715" fmla="*/ 704887 w 5372199"/>
                  <a:gd name="connsiteY715" fmla="*/ 865230 h 5390836"/>
                  <a:gd name="connsiteX716" fmla="*/ 719319 w 5372199"/>
                  <a:gd name="connsiteY716" fmla="*/ 854912 h 5390836"/>
                  <a:gd name="connsiteX717" fmla="*/ 727580 w 5372199"/>
                  <a:gd name="connsiteY717" fmla="*/ 841508 h 5390836"/>
                  <a:gd name="connsiteX718" fmla="*/ 738916 w 5372199"/>
                  <a:gd name="connsiteY718" fmla="*/ 833259 h 5390836"/>
                  <a:gd name="connsiteX719" fmla="*/ 748194 w 5372199"/>
                  <a:gd name="connsiteY719" fmla="*/ 818815 h 5390836"/>
                  <a:gd name="connsiteX720" fmla="*/ 748194 w 5372199"/>
                  <a:gd name="connsiteY720" fmla="*/ 810576 h 5390836"/>
                  <a:gd name="connsiteX721" fmla="*/ 761609 w 5372199"/>
                  <a:gd name="connsiteY721" fmla="*/ 810576 h 5390836"/>
                  <a:gd name="connsiteX722" fmla="*/ 770888 w 5372199"/>
                  <a:gd name="connsiteY722" fmla="*/ 804383 h 5390836"/>
                  <a:gd name="connsiteX723" fmla="*/ 1449455 w 5372199"/>
                  <a:gd name="connsiteY723" fmla="*/ 662074 h 5390836"/>
                  <a:gd name="connsiteX724" fmla="*/ 1457705 w 5372199"/>
                  <a:gd name="connsiteY724" fmla="*/ 662074 h 5390836"/>
                  <a:gd name="connsiteX725" fmla="*/ 1457705 w 5372199"/>
                  <a:gd name="connsiteY725" fmla="*/ 673421 h 5390836"/>
                  <a:gd name="connsiteX726" fmla="*/ 1462859 w 5372199"/>
                  <a:gd name="connsiteY726" fmla="*/ 685795 h 5390836"/>
                  <a:gd name="connsiteX727" fmla="*/ 1462859 w 5372199"/>
                  <a:gd name="connsiteY727" fmla="*/ 698171 h 5390836"/>
                  <a:gd name="connsiteX728" fmla="*/ 1457705 w 5372199"/>
                  <a:gd name="connsiteY728" fmla="*/ 709517 h 5390836"/>
                  <a:gd name="connsiteX729" fmla="*/ 1457705 w 5372199"/>
                  <a:gd name="connsiteY729" fmla="*/ 729114 h 5390836"/>
                  <a:gd name="connsiteX730" fmla="*/ 1451512 w 5372199"/>
                  <a:gd name="connsiteY730" fmla="*/ 743546 h 5390836"/>
                  <a:gd name="connsiteX731" fmla="*/ 1439137 w 5372199"/>
                  <a:gd name="connsiteY731" fmla="*/ 752825 h 5390836"/>
                  <a:gd name="connsiteX732" fmla="*/ 1425733 w 5372199"/>
                  <a:gd name="connsiteY732" fmla="*/ 770353 h 5390836"/>
                  <a:gd name="connsiteX733" fmla="*/ 1396619 w 5372199"/>
                  <a:gd name="connsiteY733" fmla="*/ 772182 h 5390836"/>
                  <a:gd name="connsiteX734" fmla="*/ 1394800 w 5372199"/>
                  <a:gd name="connsiteY734" fmla="*/ 770353 h 5390836"/>
                  <a:gd name="connsiteX735" fmla="*/ 1389646 w 5372199"/>
                  <a:gd name="connsiteY735" fmla="*/ 755921 h 5390836"/>
                  <a:gd name="connsiteX736" fmla="*/ 1380357 w 5372199"/>
                  <a:gd name="connsiteY736" fmla="*/ 747671 h 5390836"/>
                  <a:gd name="connsiteX737" fmla="*/ 1380357 w 5372199"/>
                  <a:gd name="connsiteY737" fmla="*/ 732199 h 5390836"/>
                  <a:gd name="connsiteX738" fmla="*/ 1380357 w 5372199"/>
                  <a:gd name="connsiteY738" fmla="*/ 696103 h 5390836"/>
                  <a:gd name="connsiteX739" fmla="*/ 1387578 w 5372199"/>
                  <a:gd name="connsiteY739" fmla="*/ 682699 h 5390836"/>
                  <a:gd name="connsiteX740" fmla="*/ 1392732 w 5372199"/>
                  <a:gd name="connsiteY740" fmla="*/ 676517 h 5390836"/>
                  <a:gd name="connsiteX741" fmla="*/ 1418511 w 5372199"/>
                  <a:gd name="connsiteY741" fmla="*/ 685795 h 5390836"/>
                  <a:gd name="connsiteX742" fmla="*/ 1431926 w 5372199"/>
                  <a:gd name="connsiteY742" fmla="*/ 672392 h 5390836"/>
                  <a:gd name="connsiteX743" fmla="*/ 1646166 w 5372199"/>
                  <a:gd name="connsiteY743" fmla="*/ 509318 h 5390836"/>
                  <a:gd name="connsiteX744" fmla="*/ 1664986 w 5372199"/>
                  <a:gd name="connsiteY744" fmla="*/ 516660 h 5390836"/>
                  <a:gd name="connsiteX745" fmla="*/ 1677361 w 5372199"/>
                  <a:gd name="connsiteY745" fmla="*/ 521825 h 5390836"/>
                  <a:gd name="connsiteX746" fmla="*/ 1683554 w 5372199"/>
                  <a:gd name="connsiteY746" fmla="*/ 534200 h 5390836"/>
                  <a:gd name="connsiteX747" fmla="*/ 1683554 w 5372199"/>
                  <a:gd name="connsiteY747" fmla="*/ 550701 h 5390836"/>
                  <a:gd name="connsiteX748" fmla="*/ 1683554 w 5372199"/>
                  <a:gd name="connsiteY748" fmla="*/ 568229 h 5390836"/>
                  <a:gd name="connsiteX749" fmla="*/ 1683554 w 5372199"/>
                  <a:gd name="connsiteY749" fmla="*/ 581633 h 5390836"/>
                  <a:gd name="connsiteX750" fmla="*/ 1674265 w 5372199"/>
                  <a:gd name="connsiteY750" fmla="*/ 595036 h 5390836"/>
                  <a:gd name="connsiteX751" fmla="*/ 1662929 w 5372199"/>
                  <a:gd name="connsiteY751" fmla="*/ 602258 h 5390836"/>
                  <a:gd name="connsiteX752" fmla="*/ 1654678 w 5372199"/>
                  <a:gd name="connsiteY752" fmla="*/ 614633 h 5390836"/>
                  <a:gd name="connsiteX753" fmla="*/ 1639206 w 5372199"/>
                  <a:gd name="connsiteY753" fmla="*/ 614633 h 5390836"/>
                  <a:gd name="connsiteX754" fmla="*/ 1630956 w 5372199"/>
                  <a:gd name="connsiteY754" fmla="*/ 602258 h 5390836"/>
                  <a:gd name="connsiteX755" fmla="*/ 1610331 w 5372199"/>
                  <a:gd name="connsiteY755" fmla="*/ 589883 h 5390836"/>
                  <a:gd name="connsiteX756" fmla="*/ 1593830 w 5372199"/>
                  <a:gd name="connsiteY756" fmla="*/ 579576 h 5390836"/>
                  <a:gd name="connsiteX757" fmla="*/ 1579387 w 5372199"/>
                  <a:gd name="connsiteY757" fmla="*/ 565133 h 5390836"/>
                  <a:gd name="connsiteX758" fmla="*/ 1573204 w 5372199"/>
                  <a:gd name="connsiteY758" fmla="*/ 553797 h 5390836"/>
                  <a:gd name="connsiteX759" fmla="*/ 1568051 w 5372199"/>
                  <a:gd name="connsiteY759" fmla="*/ 536257 h 5390836"/>
                  <a:gd name="connsiteX760" fmla="*/ 1564954 w 5372199"/>
                  <a:gd name="connsiteY760" fmla="*/ 523882 h 5390836"/>
                  <a:gd name="connsiteX761" fmla="*/ 1578358 w 5372199"/>
                  <a:gd name="connsiteY761" fmla="*/ 523882 h 5390836"/>
                  <a:gd name="connsiteX762" fmla="*/ 1593830 w 5372199"/>
                  <a:gd name="connsiteY762" fmla="*/ 523882 h 5390836"/>
                  <a:gd name="connsiteX763" fmla="*/ 1606205 w 5372199"/>
                  <a:gd name="connsiteY763" fmla="*/ 517700 h 5390836"/>
                  <a:gd name="connsiteX764" fmla="*/ 1619609 w 5372199"/>
                  <a:gd name="connsiteY764" fmla="*/ 517700 h 5390836"/>
                  <a:gd name="connsiteX765" fmla="*/ 1628888 w 5372199"/>
                  <a:gd name="connsiteY765" fmla="*/ 510479 h 5390836"/>
                  <a:gd name="connsiteX766" fmla="*/ 1646166 w 5372199"/>
                  <a:gd name="connsiteY766" fmla="*/ 509318 h 5390836"/>
                  <a:gd name="connsiteX767" fmla="*/ 1473177 w 5372199"/>
                  <a:gd name="connsiteY767" fmla="*/ 465101 h 5390836"/>
                  <a:gd name="connsiteX768" fmla="*/ 1463898 w 5372199"/>
                  <a:gd name="connsiteY768" fmla="*/ 472322 h 5390836"/>
                  <a:gd name="connsiteX769" fmla="*/ 1460802 w 5372199"/>
                  <a:gd name="connsiteY769" fmla="*/ 476447 h 5390836"/>
                  <a:gd name="connsiteX770" fmla="*/ 1451512 w 5372199"/>
                  <a:gd name="connsiteY770" fmla="*/ 486753 h 5390836"/>
                  <a:gd name="connsiteX771" fmla="*/ 1446358 w 5372199"/>
                  <a:gd name="connsiteY771" fmla="*/ 497071 h 5390836"/>
                  <a:gd name="connsiteX772" fmla="*/ 1430897 w 5372199"/>
                  <a:gd name="connsiteY772" fmla="*/ 519754 h 5390836"/>
                  <a:gd name="connsiteX773" fmla="*/ 1430897 w 5372199"/>
                  <a:gd name="connsiteY773" fmla="*/ 534197 h 5390836"/>
                  <a:gd name="connsiteX774" fmla="*/ 1445330 w 5372199"/>
                  <a:gd name="connsiteY774" fmla="*/ 534197 h 5390836"/>
                  <a:gd name="connsiteX775" fmla="*/ 1458734 w 5372199"/>
                  <a:gd name="connsiteY775" fmla="*/ 518725 h 5390836"/>
                  <a:gd name="connsiteX776" fmla="*/ 1466984 w 5372199"/>
                  <a:gd name="connsiteY776" fmla="*/ 498100 h 5390836"/>
                  <a:gd name="connsiteX777" fmla="*/ 1473177 w 5372199"/>
                  <a:gd name="connsiteY777" fmla="*/ 478503 h 5390836"/>
                  <a:gd name="connsiteX778" fmla="*/ 1473177 w 5372199"/>
                  <a:gd name="connsiteY778" fmla="*/ 465101 h 5390836"/>
                  <a:gd name="connsiteX779" fmla="*/ 1498954 w 5372199"/>
                  <a:gd name="connsiteY779" fmla="*/ 383631 h 5390836"/>
                  <a:gd name="connsiteX780" fmla="*/ 1527830 w 5372199"/>
                  <a:gd name="connsiteY780" fmla="*/ 383631 h 5390836"/>
                  <a:gd name="connsiteX781" fmla="*/ 1543291 w 5372199"/>
                  <a:gd name="connsiteY781" fmla="*/ 398073 h 5390836"/>
                  <a:gd name="connsiteX782" fmla="*/ 1551541 w 5372199"/>
                  <a:gd name="connsiteY782" fmla="*/ 410449 h 5390836"/>
                  <a:gd name="connsiteX783" fmla="*/ 1545359 w 5372199"/>
                  <a:gd name="connsiteY783" fmla="*/ 438295 h 5390836"/>
                  <a:gd name="connsiteX784" fmla="*/ 1545359 w 5372199"/>
                  <a:gd name="connsiteY784" fmla="*/ 456852 h 5390836"/>
                  <a:gd name="connsiteX785" fmla="*/ 1545359 w 5372199"/>
                  <a:gd name="connsiteY785" fmla="*/ 520796 h 5390836"/>
                  <a:gd name="connsiteX786" fmla="*/ 1545359 w 5372199"/>
                  <a:gd name="connsiteY786" fmla="*/ 543478 h 5390836"/>
                  <a:gd name="connsiteX787" fmla="*/ 1538137 w 5372199"/>
                  <a:gd name="connsiteY787" fmla="*/ 549671 h 5390836"/>
                  <a:gd name="connsiteX788" fmla="*/ 1538137 w 5372199"/>
                  <a:gd name="connsiteY788" fmla="*/ 564104 h 5390836"/>
                  <a:gd name="connsiteX789" fmla="*/ 1551552 w 5372199"/>
                  <a:gd name="connsiteY789" fmla="*/ 579576 h 5390836"/>
                  <a:gd name="connsiteX790" fmla="*/ 1596927 w 5372199"/>
                  <a:gd name="connsiteY790" fmla="*/ 656923 h 5390836"/>
                  <a:gd name="connsiteX791" fmla="*/ 1596927 w 5372199"/>
                  <a:gd name="connsiteY791" fmla="*/ 686827 h 5390836"/>
                  <a:gd name="connsiteX792" fmla="*/ 1590734 w 5372199"/>
                  <a:gd name="connsiteY792" fmla="*/ 711577 h 5390836"/>
                  <a:gd name="connsiteX793" fmla="*/ 1580427 w 5372199"/>
                  <a:gd name="connsiteY793" fmla="*/ 728078 h 5390836"/>
                  <a:gd name="connsiteX794" fmla="*/ 1571138 w 5372199"/>
                  <a:gd name="connsiteY794" fmla="*/ 728078 h 5390836"/>
                  <a:gd name="connsiteX795" fmla="*/ 1558762 w 5372199"/>
                  <a:gd name="connsiteY795" fmla="*/ 728078 h 5390836"/>
                  <a:gd name="connsiteX796" fmla="*/ 1547427 w 5372199"/>
                  <a:gd name="connsiteY796" fmla="*/ 728078 h 5390836"/>
                  <a:gd name="connsiteX797" fmla="*/ 1529887 w 5372199"/>
                  <a:gd name="connsiteY797" fmla="*/ 728078 h 5390836"/>
                  <a:gd name="connsiteX798" fmla="*/ 1514415 w 5372199"/>
                  <a:gd name="connsiteY798" fmla="*/ 718798 h 5390836"/>
                  <a:gd name="connsiteX799" fmla="*/ 1481415 w 5372199"/>
                  <a:gd name="connsiteY799" fmla="*/ 710548 h 5390836"/>
                  <a:gd name="connsiteX800" fmla="*/ 1490704 w 5372199"/>
                  <a:gd name="connsiteY800" fmla="*/ 697135 h 5390836"/>
                  <a:gd name="connsiteX801" fmla="*/ 1506176 w 5372199"/>
                  <a:gd name="connsiteY801" fmla="*/ 688884 h 5390836"/>
                  <a:gd name="connsiteX802" fmla="*/ 1506176 w 5372199"/>
                  <a:gd name="connsiteY802" fmla="*/ 661048 h 5390836"/>
                  <a:gd name="connsiteX803" fmla="*/ 1498954 w 5372199"/>
                  <a:gd name="connsiteY803" fmla="*/ 648674 h 5390836"/>
                  <a:gd name="connsiteX804" fmla="*/ 1488636 w 5372199"/>
                  <a:gd name="connsiteY804" fmla="*/ 631133 h 5390836"/>
                  <a:gd name="connsiteX805" fmla="*/ 1477300 w 5372199"/>
                  <a:gd name="connsiteY805" fmla="*/ 606383 h 5390836"/>
                  <a:gd name="connsiteX806" fmla="*/ 1469050 w 5372199"/>
                  <a:gd name="connsiteY806" fmla="*/ 601230 h 5390836"/>
                  <a:gd name="connsiteX807" fmla="*/ 1454607 w 5372199"/>
                  <a:gd name="connsiteY807" fmla="*/ 601230 h 5390836"/>
                  <a:gd name="connsiteX808" fmla="*/ 1445328 w 5372199"/>
                  <a:gd name="connsiteY808" fmla="*/ 608451 h 5390836"/>
                  <a:gd name="connsiteX809" fmla="*/ 1428828 w 5372199"/>
                  <a:gd name="connsiteY809" fmla="*/ 616702 h 5390836"/>
                  <a:gd name="connsiteX810" fmla="*/ 1420578 w 5372199"/>
                  <a:gd name="connsiteY810" fmla="*/ 616702 h 5390836"/>
                  <a:gd name="connsiteX811" fmla="*/ 1410260 w 5372199"/>
                  <a:gd name="connsiteY811" fmla="*/ 607411 h 5390836"/>
                  <a:gd name="connsiteX812" fmla="*/ 1404078 w 5372199"/>
                  <a:gd name="connsiteY812" fmla="*/ 607411 h 5390836"/>
                  <a:gd name="connsiteX813" fmla="*/ 1394799 w 5372199"/>
                  <a:gd name="connsiteY813" fmla="*/ 596076 h 5390836"/>
                  <a:gd name="connsiteX814" fmla="*/ 1380356 w 5372199"/>
                  <a:gd name="connsiteY814" fmla="*/ 580605 h 5390836"/>
                  <a:gd name="connsiteX815" fmla="*/ 1362827 w 5372199"/>
                  <a:gd name="connsiteY815" fmla="*/ 559979 h 5390836"/>
                  <a:gd name="connsiteX816" fmla="*/ 1347355 w 5372199"/>
                  <a:gd name="connsiteY816" fmla="*/ 537296 h 5390836"/>
                  <a:gd name="connsiteX817" fmla="*/ 1347355 w 5372199"/>
                  <a:gd name="connsiteY817" fmla="*/ 502228 h 5390836"/>
                  <a:gd name="connsiteX818" fmla="*/ 1357673 w 5372199"/>
                  <a:gd name="connsiteY818" fmla="*/ 488825 h 5390836"/>
                  <a:gd name="connsiteX819" fmla="*/ 1373134 w 5372199"/>
                  <a:gd name="connsiteY819" fmla="*/ 488825 h 5390836"/>
                  <a:gd name="connsiteX820" fmla="*/ 1383452 w 5372199"/>
                  <a:gd name="connsiteY820" fmla="*/ 488825 h 5390836"/>
                  <a:gd name="connsiteX821" fmla="*/ 1404078 w 5372199"/>
                  <a:gd name="connsiteY821" fmla="*/ 467171 h 5390836"/>
                  <a:gd name="connsiteX822" fmla="*/ 1418510 w 5372199"/>
                  <a:gd name="connsiteY822" fmla="*/ 450670 h 5390836"/>
                  <a:gd name="connsiteX823" fmla="*/ 1428828 w 5372199"/>
                  <a:gd name="connsiteY823" fmla="*/ 438295 h 5390836"/>
                  <a:gd name="connsiteX824" fmla="*/ 1438107 w 5372199"/>
                  <a:gd name="connsiteY824" fmla="*/ 429006 h 5390836"/>
                  <a:gd name="connsiteX825" fmla="*/ 1448425 w 5372199"/>
                  <a:gd name="connsiteY825" fmla="*/ 414573 h 5390836"/>
                  <a:gd name="connsiteX826" fmla="*/ 1448425 w 5372199"/>
                  <a:gd name="connsiteY826" fmla="*/ 404255 h 5390836"/>
                  <a:gd name="connsiteX827" fmla="*/ 1453579 w 5372199"/>
                  <a:gd name="connsiteY827" fmla="*/ 396005 h 5390836"/>
                  <a:gd name="connsiteX828" fmla="*/ 1459761 w 5372199"/>
                  <a:gd name="connsiteY828" fmla="*/ 388795 h 5390836"/>
                  <a:gd name="connsiteX829" fmla="*/ 1469050 w 5372199"/>
                  <a:gd name="connsiteY829" fmla="*/ 391881 h 5390836"/>
                  <a:gd name="connsiteX830" fmla="*/ 1484511 w 5372199"/>
                  <a:gd name="connsiteY830" fmla="*/ 391881 h 5390836"/>
                  <a:gd name="connsiteX831" fmla="*/ 1498954 w 5372199"/>
                  <a:gd name="connsiteY831" fmla="*/ 383631 h 5390836"/>
                  <a:gd name="connsiteX832" fmla="*/ 4049260 w 5372199"/>
                  <a:gd name="connsiteY832" fmla="*/ 354753 h 5390836"/>
                  <a:gd name="connsiteX833" fmla="*/ 4069885 w 5372199"/>
                  <a:gd name="connsiteY833" fmla="*/ 368156 h 5390836"/>
                  <a:gd name="connsiteX834" fmla="*/ 4079164 w 5372199"/>
                  <a:gd name="connsiteY834" fmla="*/ 390849 h 5390836"/>
                  <a:gd name="connsiteX835" fmla="*/ 4079164 w 5372199"/>
                  <a:gd name="connsiteY835" fmla="*/ 405282 h 5390836"/>
                  <a:gd name="connsiteX836" fmla="*/ 4074010 w 5372199"/>
                  <a:gd name="connsiteY836" fmla="*/ 418685 h 5390836"/>
                  <a:gd name="connsiteX837" fmla="*/ 4053385 w 5372199"/>
                  <a:gd name="connsiteY837" fmla="*/ 435196 h 5390836"/>
                  <a:gd name="connsiteX838" fmla="*/ 4045135 w 5372199"/>
                  <a:gd name="connsiteY838" fmla="*/ 447561 h 5390836"/>
                  <a:gd name="connsiteX839" fmla="*/ 4055442 w 5372199"/>
                  <a:gd name="connsiteY839" fmla="*/ 447561 h 5390836"/>
                  <a:gd name="connsiteX840" fmla="*/ 4068856 w 5372199"/>
                  <a:gd name="connsiteY840" fmla="*/ 447561 h 5390836"/>
                  <a:gd name="connsiteX841" fmla="*/ 4084317 w 5372199"/>
                  <a:gd name="connsiteY841" fmla="*/ 447561 h 5390836"/>
                  <a:gd name="connsiteX842" fmla="*/ 4105971 w 5372199"/>
                  <a:gd name="connsiteY842" fmla="*/ 447561 h 5390836"/>
                  <a:gd name="connsiteX843" fmla="*/ 4128664 w 5372199"/>
                  <a:gd name="connsiteY843" fmla="*/ 460975 h 5390836"/>
                  <a:gd name="connsiteX844" fmla="*/ 4145164 w 5372199"/>
                  <a:gd name="connsiteY844" fmla="*/ 478504 h 5390836"/>
                  <a:gd name="connsiteX845" fmla="*/ 4145164 w 5372199"/>
                  <a:gd name="connsiteY845" fmla="*/ 512533 h 5390836"/>
                  <a:gd name="connsiteX846" fmla="*/ 4135886 w 5372199"/>
                  <a:gd name="connsiteY846" fmla="*/ 512533 h 5390836"/>
                  <a:gd name="connsiteX847" fmla="*/ 4120414 w 5372199"/>
                  <a:gd name="connsiteY847" fmla="*/ 512533 h 5390836"/>
                  <a:gd name="connsiteX848" fmla="*/ 4088442 w 5372199"/>
                  <a:gd name="connsiteY848" fmla="*/ 512533 h 5390836"/>
                  <a:gd name="connsiteX849" fmla="*/ 4069885 w 5372199"/>
                  <a:gd name="connsiteY849" fmla="*/ 512533 h 5390836"/>
                  <a:gd name="connsiteX850" fmla="*/ 4052356 w 5372199"/>
                  <a:gd name="connsiteY850" fmla="*/ 504283 h 5390836"/>
                  <a:gd name="connsiteX851" fmla="*/ 4020384 w 5372199"/>
                  <a:gd name="connsiteY851" fmla="*/ 499129 h 5390836"/>
                  <a:gd name="connsiteX852" fmla="*/ 4004913 w 5372199"/>
                  <a:gd name="connsiteY852" fmla="*/ 507379 h 5390836"/>
                  <a:gd name="connsiteX853" fmla="*/ 3995634 w 5372199"/>
                  <a:gd name="connsiteY853" fmla="*/ 529033 h 5390836"/>
                  <a:gd name="connsiteX854" fmla="*/ 4013163 w 5372199"/>
                  <a:gd name="connsiteY854" fmla="*/ 598130 h 5390836"/>
                  <a:gd name="connsiteX855" fmla="*/ 4024509 w 5372199"/>
                  <a:gd name="connsiteY855" fmla="*/ 651756 h 5390836"/>
                  <a:gd name="connsiteX856" fmla="*/ 4044106 w 5372199"/>
                  <a:gd name="connsiteY856" fmla="*/ 693006 h 5390836"/>
                  <a:gd name="connsiteX857" fmla="*/ 4058538 w 5372199"/>
                  <a:gd name="connsiteY857" fmla="*/ 711564 h 5390836"/>
                  <a:gd name="connsiteX858" fmla="*/ 4067817 w 5372199"/>
                  <a:gd name="connsiteY858" fmla="*/ 729103 h 5390836"/>
                  <a:gd name="connsiteX859" fmla="*/ 4092567 w 5372199"/>
                  <a:gd name="connsiteY859" fmla="*/ 760036 h 5390836"/>
                  <a:gd name="connsiteX860" fmla="*/ 4100817 w 5372199"/>
                  <a:gd name="connsiteY860" fmla="*/ 771382 h 5390836"/>
                  <a:gd name="connsiteX861" fmla="*/ 4092567 w 5372199"/>
                  <a:gd name="connsiteY861" fmla="*/ 777564 h 5390836"/>
                  <a:gd name="connsiteX862" fmla="*/ 4084317 w 5372199"/>
                  <a:gd name="connsiteY862" fmla="*/ 788911 h 5390836"/>
                  <a:gd name="connsiteX863" fmla="*/ 4059567 w 5372199"/>
                  <a:gd name="connsiteY863" fmla="*/ 788911 h 5390836"/>
                  <a:gd name="connsiteX864" fmla="*/ 4049260 w 5372199"/>
                  <a:gd name="connsiteY864" fmla="*/ 788911 h 5390836"/>
                  <a:gd name="connsiteX865" fmla="*/ 4039981 w 5372199"/>
                  <a:gd name="connsiteY865" fmla="*/ 788911 h 5390836"/>
                  <a:gd name="connsiteX866" fmla="*/ 4023481 w 5372199"/>
                  <a:gd name="connsiteY866" fmla="*/ 777564 h 5390836"/>
                  <a:gd name="connsiteX867" fmla="*/ 4005941 w 5372199"/>
                  <a:gd name="connsiteY867" fmla="*/ 768286 h 5390836"/>
                  <a:gd name="connsiteX868" fmla="*/ 3991509 w 5372199"/>
                  <a:gd name="connsiteY868" fmla="*/ 755910 h 5390836"/>
                  <a:gd name="connsiteX869" fmla="*/ 3969855 w 5372199"/>
                  <a:gd name="connsiteY869" fmla="*/ 738382 h 5390836"/>
                  <a:gd name="connsiteX870" fmla="*/ 3961605 w 5372199"/>
                  <a:gd name="connsiteY870" fmla="*/ 720853 h 5390836"/>
                  <a:gd name="connsiteX871" fmla="*/ 3961605 w 5372199"/>
                  <a:gd name="connsiteY871" fmla="*/ 671352 h 5390836"/>
                  <a:gd name="connsiteX872" fmla="*/ 3955412 w 5372199"/>
                  <a:gd name="connsiteY872" fmla="*/ 627006 h 5390836"/>
                  <a:gd name="connsiteX873" fmla="*/ 3949230 w 5372199"/>
                  <a:gd name="connsiteY873" fmla="*/ 601227 h 5390836"/>
                  <a:gd name="connsiteX874" fmla="*/ 3933758 w 5372199"/>
                  <a:gd name="connsiteY874" fmla="*/ 553783 h 5390836"/>
                  <a:gd name="connsiteX875" fmla="*/ 3890440 w 5372199"/>
                  <a:gd name="connsiteY875" fmla="*/ 575437 h 5390836"/>
                  <a:gd name="connsiteX876" fmla="*/ 3837843 w 5372199"/>
                  <a:gd name="connsiteY876" fmla="*/ 587812 h 5390836"/>
                  <a:gd name="connsiteX877" fmla="*/ 3791439 w 5372199"/>
                  <a:gd name="connsiteY877" fmla="*/ 587812 h 5390836"/>
                  <a:gd name="connsiteX878" fmla="*/ 3758439 w 5372199"/>
                  <a:gd name="connsiteY878" fmla="*/ 587812 h 5390836"/>
                  <a:gd name="connsiteX879" fmla="*/ 3731631 w 5372199"/>
                  <a:gd name="connsiteY879" fmla="*/ 579562 h 5390836"/>
                  <a:gd name="connsiteX880" fmla="*/ 3718228 w 5372199"/>
                  <a:gd name="connsiteY880" fmla="*/ 579562 h 5390836"/>
                  <a:gd name="connsiteX881" fmla="*/ 3718228 w 5372199"/>
                  <a:gd name="connsiteY881" fmla="*/ 567198 h 5390836"/>
                  <a:gd name="connsiteX882" fmla="*/ 3718228 w 5372199"/>
                  <a:gd name="connsiteY882" fmla="*/ 549658 h 5390836"/>
                  <a:gd name="connsiteX883" fmla="*/ 3709977 w 5372199"/>
                  <a:gd name="connsiteY883" fmla="*/ 539351 h 5390836"/>
                  <a:gd name="connsiteX884" fmla="*/ 3721313 w 5372199"/>
                  <a:gd name="connsiteY884" fmla="*/ 539351 h 5390836"/>
                  <a:gd name="connsiteX885" fmla="*/ 3744006 w 5372199"/>
                  <a:gd name="connsiteY885" fmla="*/ 539351 h 5390836"/>
                  <a:gd name="connsiteX886" fmla="*/ 3759478 w 5372199"/>
                  <a:gd name="connsiteY886" fmla="*/ 539351 h 5390836"/>
                  <a:gd name="connsiteX887" fmla="*/ 3769785 w 5372199"/>
                  <a:gd name="connsiteY887" fmla="*/ 539351 h 5390836"/>
                  <a:gd name="connsiteX888" fmla="*/ 3851258 w 5372199"/>
                  <a:gd name="connsiteY888" fmla="*/ 519754 h 5390836"/>
                  <a:gd name="connsiteX889" fmla="*/ 3892508 w 5372199"/>
                  <a:gd name="connsiteY889" fmla="*/ 495004 h 5390836"/>
                  <a:gd name="connsiteX890" fmla="*/ 3905912 w 5372199"/>
                  <a:gd name="connsiteY890" fmla="*/ 482629 h 5390836"/>
                  <a:gd name="connsiteX891" fmla="*/ 3894565 w 5372199"/>
                  <a:gd name="connsiteY891" fmla="*/ 477476 h 5390836"/>
                  <a:gd name="connsiteX892" fmla="*/ 3886315 w 5372199"/>
                  <a:gd name="connsiteY892" fmla="*/ 477476 h 5390836"/>
                  <a:gd name="connsiteX893" fmla="*/ 3873940 w 5372199"/>
                  <a:gd name="connsiteY893" fmla="*/ 477476 h 5390836"/>
                  <a:gd name="connsiteX894" fmla="*/ 3863633 w 5372199"/>
                  <a:gd name="connsiteY894" fmla="*/ 471282 h 5390836"/>
                  <a:gd name="connsiteX895" fmla="*/ 3852286 w 5372199"/>
                  <a:gd name="connsiteY895" fmla="*/ 454782 h 5390836"/>
                  <a:gd name="connsiteX896" fmla="*/ 3847132 w 5372199"/>
                  <a:gd name="connsiteY896" fmla="*/ 420753 h 5390836"/>
                  <a:gd name="connsiteX897" fmla="*/ 3860536 w 5372199"/>
                  <a:gd name="connsiteY897" fmla="*/ 409418 h 5390836"/>
                  <a:gd name="connsiteX898" fmla="*/ 3873951 w 5372199"/>
                  <a:gd name="connsiteY898" fmla="*/ 409418 h 5390836"/>
                  <a:gd name="connsiteX899" fmla="*/ 3887354 w 5372199"/>
                  <a:gd name="connsiteY899" fmla="*/ 409407 h 5390836"/>
                  <a:gd name="connsiteX900" fmla="*/ 3900758 w 5372199"/>
                  <a:gd name="connsiteY900" fmla="*/ 409407 h 5390836"/>
                  <a:gd name="connsiteX901" fmla="*/ 3923440 w 5372199"/>
                  <a:gd name="connsiteY901" fmla="*/ 422821 h 5390836"/>
                  <a:gd name="connsiteX902" fmla="*/ 3968816 w 5372199"/>
                  <a:gd name="connsiteY902" fmla="*/ 431061 h 5390836"/>
                  <a:gd name="connsiteX903" fmla="*/ 3995634 w 5372199"/>
                  <a:gd name="connsiteY903" fmla="*/ 401157 h 5390836"/>
                  <a:gd name="connsiteX904" fmla="*/ 4011106 w 5372199"/>
                  <a:gd name="connsiteY904" fmla="*/ 380532 h 5390836"/>
                  <a:gd name="connsiteX905" fmla="*/ 4020384 w 5372199"/>
                  <a:gd name="connsiteY905" fmla="*/ 360935 h 5390836"/>
                  <a:gd name="connsiteX906" fmla="*/ 4030692 w 5372199"/>
                  <a:gd name="connsiteY906" fmla="*/ 360946 h 5390836"/>
                  <a:gd name="connsiteX907" fmla="*/ 4045135 w 5372199"/>
                  <a:gd name="connsiteY907" fmla="*/ 371253 h 5390836"/>
                  <a:gd name="connsiteX908" fmla="*/ 4058538 w 5372199"/>
                  <a:gd name="connsiteY908" fmla="*/ 371253 h 5390836"/>
                  <a:gd name="connsiteX909" fmla="*/ 1383200 w 5372199"/>
                  <a:gd name="connsiteY909" fmla="*/ 242484 h 5390836"/>
                  <a:gd name="connsiteX910" fmla="*/ 1389646 w 5372199"/>
                  <a:gd name="connsiteY910" fmla="*/ 244417 h 5390836"/>
                  <a:gd name="connsiteX911" fmla="*/ 1403049 w 5372199"/>
                  <a:gd name="connsiteY911" fmla="*/ 256792 h 5390836"/>
                  <a:gd name="connsiteX912" fmla="*/ 1425742 w 5372199"/>
                  <a:gd name="connsiteY912" fmla="*/ 272253 h 5390836"/>
                  <a:gd name="connsiteX913" fmla="*/ 1425742 w 5372199"/>
                  <a:gd name="connsiteY913" fmla="*/ 302168 h 5390836"/>
                  <a:gd name="connsiteX914" fmla="*/ 1432953 w 5372199"/>
                  <a:gd name="connsiteY914" fmla="*/ 308350 h 5390836"/>
                  <a:gd name="connsiteX915" fmla="*/ 1470078 w 5372199"/>
                  <a:gd name="connsiteY915" fmla="*/ 272253 h 5390836"/>
                  <a:gd name="connsiteX916" fmla="*/ 1491732 w 5372199"/>
                  <a:gd name="connsiteY916" fmla="*/ 251628 h 5390836"/>
                  <a:gd name="connsiteX917" fmla="*/ 1505146 w 5372199"/>
                  <a:gd name="connsiteY917" fmla="*/ 251628 h 5390836"/>
                  <a:gd name="connsiteX918" fmla="*/ 1517522 w 5372199"/>
                  <a:gd name="connsiteY918" fmla="*/ 251628 h 5390836"/>
                  <a:gd name="connsiteX919" fmla="*/ 1538147 w 5372199"/>
                  <a:gd name="connsiteY919" fmla="*/ 251628 h 5390836"/>
                  <a:gd name="connsiteX920" fmla="*/ 1547425 w 5372199"/>
                  <a:gd name="connsiteY920" fmla="*/ 251628 h 5390836"/>
                  <a:gd name="connsiteX921" fmla="*/ 1555675 w 5372199"/>
                  <a:gd name="connsiteY921" fmla="*/ 266071 h 5390836"/>
                  <a:gd name="connsiteX922" fmla="*/ 1543300 w 5372199"/>
                  <a:gd name="connsiteY922" fmla="*/ 300100 h 5390836"/>
                  <a:gd name="connsiteX923" fmla="*/ 1528868 w 5372199"/>
                  <a:gd name="connsiteY923" fmla="*/ 300100 h 5390836"/>
                  <a:gd name="connsiteX924" fmla="*/ 1507204 w 5372199"/>
                  <a:gd name="connsiteY924" fmla="*/ 314543 h 5390836"/>
                  <a:gd name="connsiteX925" fmla="*/ 1491732 w 5372199"/>
                  <a:gd name="connsiteY925" fmla="*/ 326918 h 5390836"/>
                  <a:gd name="connsiteX926" fmla="*/ 1478328 w 5372199"/>
                  <a:gd name="connsiteY926" fmla="*/ 341350 h 5390836"/>
                  <a:gd name="connsiteX927" fmla="*/ 1465953 w 5372199"/>
                  <a:gd name="connsiteY927" fmla="*/ 356822 h 5390836"/>
                  <a:gd name="connsiteX928" fmla="*/ 1450493 w 5372199"/>
                  <a:gd name="connsiteY928" fmla="*/ 365072 h 5390836"/>
                  <a:gd name="connsiteX929" fmla="*/ 1433982 w 5372199"/>
                  <a:gd name="connsiteY929" fmla="*/ 387754 h 5390836"/>
                  <a:gd name="connsiteX930" fmla="*/ 1390674 w 5372199"/>
                  <a:gd name="connsiteY930" fmla="*/ 431072 h 5390836"/>
                  <a:gd name="connsiteX931" fmla="*/ 1378299 w 5372199"/>
                  <a:gd name="connsiteY931" fmla="*/ 443448 h 5390836"/>
                  <a:gd name="connsiteX932" fmla="*/ 1366953 w 5372199"/>
                  <a:gd name="connsiteY932" fmla="*/ 455823 h 5390836"/>
                  <a:gd name="connsiteX933" fmla="*/ 1355617 w 5372199"/>
                  <a:gd name="connsiteY933" fmla="*/ 466130 h 5390836"/>
                  <a:gd name="connsiteX934" fmla="*/ 1345299 w 5372199"/>
                  <a:gd name="connsiteY934" fmla="*/ 474391 h 5390836"/>
                  <a:gd name="connsiteX935" fmla="*/ 1336020 w 5372199"/>
                  <a:gd name="connsiteY935" fmla="*/ 484698 h 5390836"/>
                  <a:gd name="connsiteX936" fmla="*/ 1325702 w 5372199"/>
                  <a:gd name="connsiteY936" fmla="*/ 491920 h 5390836"/>
                  <a:gd name="connsiteX937" fmla="*/ 1317452 w 5372199"/>
                  <a:gd name="connsiteY937" fmla="*/ 497073 h 5390836"/>
                  <a:gd name="connsiteX938" fmla="*/ 1306117 w 5372199"/>
                  <a:gd name="connsiteY938" fmla="*/ 508420 h 5390836"/>
                  <a:gd name="connsiteX939" fmla="*/ 1296827 w 5372199"/>
                  <a:gd name="connsiteY939" fmla="*/ 519756 h 5390836"/>
                  <a:gd name="connsiteX940" fmla="*/ 1290645 w 5372199"/>
                  <a:gd name="connsiteY940" fmla="*/ 531102 h 5390836"/>
                  <a:gd name="connsiteX941" fmla="*/ 1279299 w 5372199"/>
                  <a:gd name="connsiteY941" fmla="*/ 531102 h 5390836"/>
                  <a:gd name="connsiteX942" fmla="*/ 1263827 w 5372199"/>
                  <a:gd name="connsiteY942" fmla="*/ 539352 h 5390836"/>
                  <a:gd name="connsiteX943" fmla="*/ 1251452 w 5372199"/>
                  <a:gd name="connsiteY943" fmla="*/ 525949 h 5390836"/>
                  <a:gd name="connsiteX944" fmla="*/ 1242173 w 5372199"/>
                  <a:gd name="connsiteY944" fmla="*/ 513574 h 5390836"/>
                  <a:gd name="connsiteX945" fmla="*/ 1242173 w 5372199"/>
                  <a:gd name="connsiteY945" fmla="*/ 501198 h 5390836"/>
                  <a:gd name="connsiteX946" fmla="*/ 1262798 w 5372199"/>
                  <a:gd name="connsiteY946" fmla="*/ 469227 h 5390836"/>
                  <a:gd name="connsiteX947" fmla="*/ 1273106 w 5372199"/>
                  <a:gd name="connsiteY947" fmla="*/ 469227 h 5390836"/>
                  <a:gd name="connsiteX948" fmla="*/ 1286520 w 5372199"/>
                  <a:gd name="connsiteY948" fmla="*/ 453755 h 5390836"/>
                  <a:gd name="connsiteX949" fmla="*/ 1321577 w 5372199"/>
                  <a:gd name="connsiteY949" fmla="*/ 421794 h 5390836"/>
                  <a:gd name="connsiteX950" fmla="*/ 1337049 w 5372199"/>
                  <a:gd name="connsiteY950" fmla="*/ 408380 h 5390836"/>
                  <a:gd name="connsiteX951" fmla="*/ 1362828 w 5372199"/>
                  <a:gd name="connsiteY951" fmla="*/ 380543 h 5390836"/>
                  <a:gd name="connsiteX952" fmla="*/ 1371078 w 5372199"/>
                  <a:gd name="connsiteY952" fmla="*/ 365072 h 5390836"/>
                  <a:gd name="connsiteX953" fmla="*/ 1363867 w 5372199"/>
                  <a:gd name="connsiteY953" fmla="*/ 357851 h 5390836"/>
                  <a:gd name="connsiteX954" fmla="*/ 1353549 w 5372199"/>
                  <a:gd name="connsiteY954" fmla="*/ 357851 h 5390836"/>
                  <a:gd name="connsiteX955" fmla="*/ 1341174 w 5372199"/>
                  <a:gd name="connsiteY955" fmla="*/ 357851 h 5390836"/>
                  <a:gd name="connsiteX956" fmla="*/ 1341174 w 5372199"/>
                  <a:gd name="connsiteY956" fmla="*/ 347543 h 5390836"/>
                  <a:gd name="connsiteX957" fmla="*/ 1341174 w 5372199"/>
                  <a:gd name="connsiteY957" fmla="*/ 337225 h 5390836"/>
                  <a:gd name="connsiteX958" fmla="*/ 1341174 w 5372199"/>
                  <a:gd name="connsiteY958" fmla="*/ 323822 h 5390836"/>
                  <a:gd name="connsiteX959" fmla="*/ 1313327 w 5372199"/>
                  <a:gd name="connsiteY959" fmla="*/ 304225 h 5390836"/>
                  <a:gd name="connsiteX960" fmla="*/ 1313327 w 5372199"/>
                  <a:gd name="connsiteY960" fmla="*/ 292878 h 5390836"/>
                  <a:gd name="connsiteX961" fmla="*/ 1328799 w 5372199"/>
                  <a:gd name="connsiteY961" fmla="*/ 280503 h 5390836"/>
                  <a:gd name="connsiteX962" fmla="*/ 1336020 w 5372199"/>
                  <a:gd name="connsiteY962" fmla="*/ 270196 h 5390836"/>
                  <a:gd name="connsiteX963" fmla="*/ 1344270 w 5372199"/>
                  <a:gd name="connsiteY963" fmla="*/ 264003 h 5390836"/>
                  <a:gd name="connsiteX964" fmla="*/ 1351492 w 5372199"/>
                  <a:gd name="connsiteY964" fmla="*/ 254724 h 5390836"/>
                  <a:gd name="connsiteX965" fmla="*/ 1339117 w 5372199"/>
                  <a:gd name="connsiteY965" fmla="*/ 257821 h 5390836"/>
                  <a:gd name="connsiteX966" fmla="*/ 1350453 w 5372199"/>
                  <a:gd name="connsiteY966" fmla="*/ 252667 h 5390836"/>
                  <a:gd name="connsiteX967" fmla="*/ 1363867 w 5372199"/>
                  <a:gd name="connsiteY967" fmla="*/ 244417 h 5390836"/>
                  <a:gd name="connsiteX968" fmla="*/ 1375203 w 5372199"/>
                  <a:gd name="connsiteY968" fmla="*/ 244417 h 5390836"/>
                  <a:gd name="connsiteX969" fmla="*/ 1383200 w 5372199"/>
                  <a:gd name="connsiteY969" fmla="*/ 242484 h 5390836"/>
                  <a:gd name="connsiteX970" fmla="*/ 2319836 w 5372199"/>
                  <a:gd name="connsiteY970" fmla="*/ 154694 h 5390836"/>
                  <a:gd name="connsiteX971" fmla="*/ 2301267 w 5372199"/>
                  <a:gd name="connsiteY971" fmla="*/ 159847 h 5390836"/>
                  <a:gd name="connsiteX972" fmla="*/ 2301267 w 5372199"/>
                  <a:gd name="connsiteY972" fmla="*/ 171193 h 5390836"/>
                  <a:gd name="connsiteX973" fmla="*/ 2301267 w 5372199"/>
                  <a:gd name="connsiteY973" fmla="*/ 180472 h 5390836"/>
                  <a:gd name="connsiteX974" fmla="*/ 2318808 w 5372199"/>
                  <a:gd name="connsiteY974" fmla="*/ 180472 h 5390836"/>
                  <a:gd name="connsiteX975" fmla="*/ 2327047 w 5372199"/>
                  <a:gd name="connsiteY975" fmla="*/ 158819 h 5390836"/>
                  <a:gd name="connsiteX976" fmla="*/ 2320865 w 5372199"/>
                  <a:gd name="connsiteY976" fmla="*/ 158819 h 5390836"/>
                  <a:gd name="connsiteX977" fmla="*/ 2375531 w 5372199"/>
                  <a:gd name="connsiteY977" fmla="*/ 130974 h 5390836"/>
                  <a:gd name="connsiteX978" fmla="*/ 2361089 w 5372199"/>
                  <a:gd name="connsiteY978" fmla="*/ 138195 h 5390836"/>
                  <a:gd name="connsiteX979" fmla="*/ 2361089 w 5372199"/>
                  <a:gd name="connsiteY979" fmla="*/ 153665 h 5390836"/>
                  <a:gd name="connsiteX980" fmla="*/ 2371407 w 5372199"/>
                  <a:gd name="connsiteY980" fmla="*/ 160876 h 5390836"/>
                  <a:gd name="connsiteX981" fmla="*/ 2386877 w 5372199"/>
                  <a:gd name="connsiteY981" fmla="*/ 146444 h 5390836"/>
                  <a:gd name="connsiteX982" fmla="*/ 2386877 w 5372199"/>
                  <a:gd name="connsiteY982" fmla="*/ 133031 h 5390836"/>
                  <a:gd name="connsiteX983" fmla="*/ 2376560 w 5372199"/>
                  <a:gd name="connsiteY983" fmla="*/ 133031 h 5390836"/>
                  <a:gd name="connsiteX984" fmla="*/ 2306432 w 5372199"/>
                  <a:gd name="connsiteY984" fmla="*/ 95915 h 5390836"/>
                  <a:gd name="connsiteX985" fmla="*/ 2310546 w 5372199"/>
                  <a:gd name="connsiteY985" fmla="*/ 100039 h 5390836"/>
                  <a:gd name="connsiteX986" fmla="*/ 2296113 w 5372199"/>
                  <a:gd name="connsiteY986" fmla="*/ 113442 h 5390836"/>
                  <a:gd name="connsiteX987" fmla="*/ 2296113 w 5372199"/>
                  <a:gd name="connsiteY987" fmla="*/ 128913 h 5390836"/>
                  <a:gd name="connsiteX988" fmla="*/ 2304364 w 5372199"/>
                  <a:gd name="connsiteY988" fmla="*/ 128913 h 5390836"/>
                  <a:gd name="connsiteX989" fmla="*/ 2320865 w 5372199"/>
                  <a:gd name="connsiteY989" fmla="*/ 108289 h 5390836"/>
                  <a:gd name="connsiteX990" fmla="*/ 2306432 w 5372199"/>
                  <a:gd name="connsiteY990" fmla="*/ 95915 h 5390836"/>
                  <a:gd name="connsiteX991" fmla="*/ 3341817 w 5372199"/>
                  <a:gd name="connsiteY991" fmla="*/ 93847 h 5390836"/>
                  <a:gd name="connsiteX992" fmla="*/ 3351096 w 5372199"/>
                  <a:gd name="connsiteY992" fmla="*/ 103125 h 5390836"/>
                  <a:gd name="connsiteX993" fmla="*/ 3363471 w 5372199"/>
                  <a:gd name="connsiteY993" fmla="*/ 121693 h 5390836"/>
                  <a:gd name="connsiteX994" fmla="*/ 3363471 w 5372199"/>
                  <a:gd name="connsiteY994" fmla="*/ 138193 h 5390836"/>
                  <a:gd name="connsiteX995" fmla="*/ 3363482 w 5372199"/>
                  <a:gd name="connsiteY995" fmla="*/ 150569 h 5390836"/>
                  <a:gd name="connsiteX996" fmla="*/ 3332539 w 5372199"/>
                  <a:gd name="connsiteY996" fmla="*/ 167069 h 5390836"/>
                  <a:gd name="connsiteX997" fmla="*/ 3307789 w 5372199"/>
                  <a:gd name="connsiteY997" fmla="*/ 179444 h 5390836"/>
                  <a:gd name="connsiteX998" fmla="*/ 3290260 w 5372199"/>
                  <a:gd name="connsiteY998" fmla="*/ 185626 h 5390836"/>
                  <a:gd name="connsiteX999" fmla="*/ 3254163 w 5372199"/>
                  <a:gd name="connsiteY999" fmla="*/ 200069 h 5390836"/>
                  <a:gd name="connsiteX1000" fmla="*/ 3254163 w 5372199"/>
                  <a:gd name="connsiteY1000" fmla="*/ 226877 h 5390836"/>
                  <a:gd name="connsiteX1001" fmla="*/ 3245913 w 5372199"/>
                  <a:gd name="connsiteY1001" fmla="*/ 238223 h 5390836"/>
                  <a:gd name="connsiteX1002" fmla="*/ 3238692 w 5372199"/>
                  <a:gd name="connsiteY1002" fmla="*/ 247502 h 5390836"/>
                  <a:gd name="connsiteX1003" fmla="*/ 3232510 w 5372199"/>
                  <a:gd name="connsiteY1003" fmla="*/ 257820 h 5390836"/>
                  <a:gd name="connsiteX1004" fmla="*/ 3227356 w 5372199"/>
                  <a:gd name="connsiteY1004" fmla="*/ 270195 h 5390836"/>
                  <a:gd name="connsiteX1005" fmla="*/ 3221163 w 5372199"/>
                  <a:gd name="connsiteY1005" fmla="*/ 302156 h 5390836"/>
                  <a:gd name="connsiteX1006" fmla="*/ 3278913 w 5372199"/>
                  <a:gd name="connsiteY1006" fmla="*/ 314531 h 5390836"/>
                  <a:gd name="connsiteX1007" fmla="*/ 3294385 w 5372199"/>
                  <a:gd name="connsiteY1007" fmla="*/ 314531 h 5390836"/>
                  <a:gd name="connsiteX1008" fmla="*/ 3309846 w 5372199"/>
                  <a:gd name="connsiteY1008" fmla="*/ 314531 h 5390836"/>
                  <a:gd name="connsiteX1009" fmla="*/ 3323260 w 5372199"/>
                  <a:gd name="connsiteY1009" fmla="*/ 322792 h 5390836"/>
                  <a:gd name="connsiteX1010" fmla="*/ 3336664 w 5372199"/>
                  <a:gd name="connsiteY1010" fmla="*/ 335156 h 5390836"/>
                  <a:gd name="connsiteX1011" fmla="*/ 3352135 w 5372199"/>
                  <a:gd name="connsiteY1011" fmla="*/ 355792 h 5390836"/>
                  <a:gd name="connsiteX1012" fmla="*/ 3352135 w 5372199"/>
                  <a:gd name="connsiteY1012" fmla="*/ 369196 h 5390836"/>
                  <a:gd name="connsiteX1013" fmla="*/ 3352135 w 5372199"/>
                  <a:gd name="connsiteY1013" fmla="*/ 374349 h 5390836"/>
                  <a:gd name="connsiteX1014" fmla="*/ 3352135 w 5372199"/>
                  <a:gd name="connsiteY1014" fmla="*/ 382599 h 5390836"/>
                  <a:gd name="connsiteX1015" fmla="*/ 3344914 w 5372199"/>
                  <a:gd name="connsiteY1015" fmla="*/ 392907 h 5390836"/>
                  <a:gd name="connsiteX1016" fmla="*/ 3332539 w 5372199"/>
                  <a:gd name="connsiteY1016" fmla="*/ 400128 h 5390836"/>
                  <a:gd name="connsiteX1017" fmla="*/ 3312942 w 5372199"/>
                  <a:gd name="connsiteY1017" fmla="*/ 400128 h 5390836"/>
                  <a:gd name="connsiteX1018" fmla="*/ 3292317 w 5372199"/>
                  <a:gd name="connsiteY1018" fmla="*/ 390849 h 5390836"/>
                  <a:gd name="connsiteX1019" fmla="*/ 3270663 w 5372199"/>
                  <a:gd name="connsiteY1019" fmla="*/ 390849 h 5390836"/>
                  <a:gd name="connsiteX1020" fmla="*/ 3236635 w 5372199"/>
                  <a:gd name="connsiteY1020" fmla="*/ 378474 h 5390836"/>
                  <a:gd name="connsiteX1021" fmla="*/ 3203634 w 5372199"/>
                  <a:gd name="connsiteY1021" fmla="*/ 371253 h 5390836"/>
                  <a:gd name="connsiteX1022" fmla="*/ 3170634 w 5372199"/>
                  <a:gd name="connsiteY1022" fmla="*/ 365070 h 5390836"/>
                  <a:gd name="connsiteX1023" fmla="*/ 3138662 w 5372199"/>
                  <a:gd name="connsiteY1023" fmla="*/ 365070 h 5390836"/>
                  <a:gd name="connsiteX1024" fmla="*/ 3102566 w 5372199"/>
                  <a:gd name="connsiteY1024" fmla="*/ 355781 h 5390836"/>
                  <a:gd name="connsiteX1025" fmla="*/ 3036565 w 5372199"/>
                  <a:gd name="connsiteY1025" fmla="*/ 355781 h 5390836"/>
                  <a:gd name="connsiteX1026" fmla="*/ 2952008 w 5372199"/>
                  <a:gd name="connsiteY1026" fmla="*/ 366099 h 5390836"/>
                  <a:gd name="connsiteX1027" fmla="*/ 2929314 w 5372199"/>
                  <a:gd name="connsiteY1027" fmla="*/ 331031 h 5390836"/>
                  <a:gd name="connsiteX1028" fmla="*/ 2929314 w 5372199"/>
                  <a:gd name="connsiteY1028" fmla="*/ 314531 h 5390836"/>
                  <a:gd name="connsiteX1029" fmla="*/ 2929314 w 5372199"/>
                  <a:gd name="connsiteY1029" fmla="*/ 293906 h 5390836"/>
                  <a:gd name="connsiteX1030" fmla="*/ 2965411 w 5372199"/>
                  <a:gd name="connsiteY1030" fmla="*/ 283598 h 5390836"/>
                  <a:gd name="connsiteX1031" fmla="*/ 2983968 w 5372199"/>
                  <a:gd name="connsiteY1031" fmla="*/ 290820 h 5390836"/>
                  <a:gd name="connsiteX1032" fmla="*/ 3027287 w 5372199"/>
                  <a:gd name="connsiteY1032" fmla="*/ 290820 h 5390836"/>
                  <a:gd name="connsiteX1033" fmla="*/ 3043787 w 5372199"/>
                  <a:gd name="connsiteY1033" fmla="*/ 290820 h 5390836"/>
                  <a:gd name="connsiteX1034" fmla="*/ 3092259 w 5372199"/>
                  <a:gd name="connsiteY1034" fmla="*/ 283598 h 5390836"/>
                  <a:gd name="connsiteX1035" fmla="*/ 3139691 w 5372199"/>
                  <a:gd name="connsiteY1035" fmla="*/ 234098 h 5390836"/>
                  <a:gd name="connsiteX1036" fmla="*/ 3147941 w 5372199"/>
                  <a:gd name="connsiteY1036" fmla="*/ 216569 h 5390836"/>
                  <a:gd name="connsiteX1037" fmla="*/ 3147941 w 5372199"/>
                  <a:gd name="connsiteY1037" fmla="*/ 200069 h 5390836"/>
                  <a:gd name="connsiteX1038" fmla="*/ 3130412 w 5372199"/>
                  <a:gd name="connsiteY1038" fmla="*/ 200069 h 5390836"/>
                  <a:gd name="connsiteX1039" fmla="*/ 3108759 w 5372199"/>
                  <a:gd name="connsiteY1039" fmla="*/ 200069 h 5390836"/>
                  <a:gd name="connsiteX1040" fmla="*/ 3108759 w 5372199"/>
                  <a:gd name="connsiteY1040" fmla="*/ 178405 h 5390836"/>
                  <a:gd name="connsiteX1041" fmla="*/ 3101537 w 5372199"/>
                  <a:gd name="connsiteY1041" fmla="*/ 151597 h 5390836"/>
                  <a:gd name="connsiteX1042" fmla="*/ 3101537 w 5372199"/>
                  <a:gd name="connsiteY1042" fmla="*/ 132001 h 5390836"/>
                  <a:gd name="connsiteX1043" fmla="*/ 3101537 w 5372199"/>
                  <a:gd name="connsiteY1043" fmla="*/ 113443 h 5390836"/>
                  <a:gd name="connsiteX1044" fmla="*/ 3121134 w 5372199"/>
                  <a:gd name="connsiteY1044" fmla="*/ 104154 h 5390836"/>
                  <a:gd name="connsiteX1045" fmla="*/ 3147941 w 5372199"/>
                  <a:gd name="connsiteY1045" fmla="*/ 117569 h 5390836"/>
                  <a:gd name="connsiteX1046" fmla="*/ 3220134 w 5372199"/>
                  <a:gd name="connsiteY1046" fmla="*/ 123750 h 5390836"/>
                  <a:gd name="connsiteX1047" fmla="*/ 3259317 w 5372199"/>
                  <a:gd name="connsiteY1047" fmla="*/ 123750 h 5390836"/>
                  <a:gd name="connsiteX1048" fmla="*/ 3316039 w 5372199"/>
                  <a:gd name="connsiteY1048" fmla="*/ 114472 h 5390836"/>
                  <a:gd name="connsiteX1049" fmla="*/ 3331510 w 5372199"/>
                  <a:gd name="connsiteY1049" fmla="*/ 114472 h 5390836"/>
                  <a:gd name="connsiteX1050" fmla="*/ 3343885 w 5372199"/>
                  <a:gd name="connsiteY1050" fmla="*/ 114472 h 5390836"/>
                  <a:gd name="connsiteX1051" fmla="*/ 2198081 w 5372199"/>
                  <a:gd name="connsiteY1051" fmla="*/ 79112 h 5390836"/>
                  <a:gd name="connsiteX1052" fmla="*/ 2212588 w 5372199"/>
                  <a:gd name="connsiteY1052" fmla="*/ 96946 h 5390836"/>
                  <a:gd name="connsiteX1053" fmla="*/ 2218770 w 5372199"/>
                  <a:gd name="connsiteY1053" fmla="*/ 79417 h 5390836"/>
                  <a:gd name="connsiteX1054" fmla="*/ 2218770 w 5372199"/>
                  <a:gd name="connsiteY1054" fmla="*/ 100042 h 5390836"/>
                  <a:gd name="connsiteX1055" fmla="*/ 2218770 w 5372199"/>
                  <a:gd name="connsiteY1055" fmla="*/ 123764 h 5390836"/>
                  <a:gd name="connsiteX1056" fmla="*/ 2208463 w 5372199"/>
                  <a:gd name="connsiteY1056" fmla="*/ 142321 h 5390836"/>
                  <a:gd name="connsiteX1057" fmla="*/ 2191952 w 5372199"/>
                  <a:gd name="connsiteY1057" fmla="*/ 168100 h 5390836"/>
                  <a:gd name="connsiteX1058" fmla="*/ 2191952 w 5372199"/>
                  <a:gd name="connsiteY1058" fmla="*/ 192850 h 5390836"/>
                  <a:gd name="connsiteX1059" fmla="*/ 2191952 w 5372199"/>
                  <a:gd name="connsiteY1059" fmla="*/ 210379 h 5390836"/>
                  <a:gd name="connsiteX1060" fmla="*/ 2205367 w 5372199"/>
                  <a:gd name="connsiteY1060" fmla="*/ 210379 h 5390836"/>
                  <a:gd name="connsiteX1061" fmla="*/ 2211549 w 5372199"/>
                  <a:gd name="connsiteY1061" fmla="*/ 221725 h 5390836"/>
                  <a:gd name="connsiteX1062" fmla="*/ 2221867 w 5372199"/>
                  <a:gd name="connsiteY1062" fmla="*/ 240293 h 5390836"/>
                  <a:gd name="connsiteX1063" fmla="*/ 2221867 w 5372199"/>
                  <a:gd name="connsiteY1063" fmla="*/ 248543 h 5390836"/>
                  <a:gd name="connsiteX1064" fmla="*/ 2186798 w 5372199"/>
                  <a:gd name="connsiteY1064" fmla="*/ 291851 h 5390836"/>
                  <a:gd name="connsiteX1065" fmla="*/ 2186798 w 5372199"/>
                  <a:gd name="connsiteY1065" fmla="*/ 306293 h 5390836"/>
                  <a:gd name="connsiteX1066" fmla="*/ 2202270 w 5372199"/>
                  <a:gd name="connsiteY1066" fmla="*/ 306293 h 5390836"/>
                  <a:gd name="connsiteX1067" fmla="*/ 2216713 w 5372199"/>
                  <a:gd name="connsiteY1067" fmla="*/ 313515 h 5390836"/>
                  <a:gd name="connsiteX1068" fmla="*/ 2222895 w 5372199"/>
                  <a:gd name="connsiteY1068" fmla="*/ 326919 h 5390836"/>
                  <a:gd name="connsiteX1069" fmla="*/ 2190923 w 5372199"/>
                  <a:gd name="connsiteY1069" fmla="*/ 377448 h 5390836"/>
                  <a:gd name="connsiteX1070" fmla="*/ 2134201 w 5372199"/>
                  <a:gd name="connsiteY1070" fmla="*/ 416630 h 5390836"/>
                  <a:gd name="connsiteX1071" fmla="*/ 2107393 w 5372199"/>
                  <a:gd name="connsiteY1071" fmla="*/ 447573 h 5390836"/>
                  <a:gd name="connsiteX1072" fmla="*/ 2096047 w 5372199"/>
                  <a:gd name="connsiteY1072" fmla="*/ 447573 h 5390836"/>
                  <a:gd name="connsiteX1073" fmla="*/ 2078518 w 5372199"/>
                  <a:gd name="connsiteY1073" fmla="*/ 447573 h 5390836"/>
                  <a:gd name="connsiteX1074" fmla="*/ 2069239 w 5372199"/>
                  <a:gd name="connsiteY1074" fmla="*/ 434169 h 5390836"/>
                  <a:gd name="connsiteX1075" fmla="*/ 2056864 w 5372199"/>
                  <a:gd name="connsiteY1075" fmla="*/ 420765 h 5390836"/>
                  <a:gd name="connsiteX1076" fmla="*/ 2047585 w 5372199"/>
                  <a:gd name="connsiteY1076" fmla="*/ 393948 h 5390836"/>
                  <a:gd name="connsiteX1077" fmla="*/ 2071296 w 5372199"/>
                  <a:gd name="connsiteY1077" fmla="*/ 365072 h 5390836"/>
                  <a:gd name="connsiteX1078" fmla="*/ 2084700 w 5372199"/>
                  <a:gd name="connsiteY1078" fmla="*/ 351669 h 5390836"/>
                  <a:gd name="connsiteX1079" fmla="*/ 2093989 w 5372199"/>
                  <a:gd name="connsiteY1079" fmla="*/ 338265 h 5390836"/>
                  <a:gd name="connsiteX1080" fmla="*/ 2093989 w 5372199"/>
                  <a:gd name="connsiteY1080" fmla="*/ 326919 h 5390836"/>
                  <a:gd name="connsiteX1081" fmla="*/ 2093989 w 5372199"/>
                  <a:gd name="connsiteY1081" fmla="*/ 312475 h 5390836"/>
                  <a:gd name="connsiteX1082" fmla="*/ 2087796 w 5372199"/>
                  <a:gd name="connsiteY1082" fmla="*/ 302169 h 5390836"/>
                  <a:gd name="connsiteX1083" fmla="*/ 2080575 w 5372199"/>
                  <a:gd name="connsiteY1083" fmla="*/ 292890 h 5390836"/>
                  <a:gd name="connsiteX1084" fmla="*/ 2065114 w 5372199"/>
                  <a:gd name="connsiteY1084" fmla="*/ 274322 h 5390836"/>
                  <a:gd name="connsiteX1085" fmla="*/ 2081614 w 5372199"/>
                  <a:gd name="connsiteY1085" fmla="*/ 251639 h 5390836"/>
                  <a:gd name="connsiteX1086" fmla="*/ 2095018 w 5372199"/>
                  <a:gd name="connsiteY1086" fmla="*/ 251639 h 5390836"/>
                  <a:gd name="connsiteX1087" fmla="*/ 2110490 w 5372199"/>
                  <a:gd name="connsiteY1087" fmla="*/ 234100 h 5390836"/>
                  <a:gd name="connsiteX1088" fmla="*/ 2110490 w 5372199"/>
                  <a:gd name="connsiteY1088" fmla="*/ 206264 h 5390836"/>
                  <a:gd name="connsiteX1089" fmla="*/ 2093989 w 5372199"/>
                  <a:gd name="connsiteY1089" fmla="*/ 194918 h 5390836"/>
                  <a:gd name="connsiteX1090" fmla="*/ 2076461 w 5372199"/>
                  <a:gd name="connsiteY1090" fmla="*/ 194918 h 5390836"/>
                  <a:gd name="connsiteX1091" fmla="*/ 2065114 w 5372199"/>
                  <a:gd name="connsiteY1091" fmla="*/ 184599 h 5390836"/>
                  <a:gd name="connsiteX1092" fmla="*/ 2054796 w 5372199"/>
                  <a:gd name="connsiteY1092" fmla="*/ 184599 h 5390836"/>
                  <a:gd name="connsiteX1093" fmla="*/ 2047585 w 5372199"/>
                  <a:gd name="connsiteY1093" fmla="*/ 166043 h 5390836"/>
                  <a:gd name="connsiteX1094" fmla="*/ 2055824 w 5372199"/>
                  <a:gd name="connsiteY1094" fmla="*/ 158821 h 5390836"/>
                  <a:gd name="connsiteX1095" fmla="*/ 2060989 w 5372199"/>
                  <a:gd name="connsiteY1095" fmla="*/ 147475 h 5390836"/>
                  <a:gd name="connsiteX1096" fmla="*/ 2074393 w 5372199"/>
                  <a:gd name="connsiteY1096" fmla="*/ 136139 h 5390836"/>
                  <a:gd name="connsiteX1097" fmla="*/ 2093989 w 5372199"/>
                  <a:gd name="connsiteY1097" fmla="*/ 136139 h 5390836"/>
                  <a:gd name="connsiteX1098" fmla="*/ 2171337 w 5372199"/>
                  <a:gd name="connsiteY1098" fmla="*/ 84571 h 5390836"/>
                  <a:gd name="connsiteX1099" fmla="*/ 2194020 w 5372199"/>
                  <a:gd name="connsiteY1099" fmla="*/ 79417 h 5390836"/>
                  <a:gd name="connsiteX1100" fmla="*/ 2198081 w 5372199"/>
                  <a:gd name="connsiteY1100" fmla="*/ 79112 h 5390836"/>
                  <a:gd name="connsiteX1101" fmla="*/ 2394088 w 5372199"/>
                  <a:gd name="connsiteY1101" fmla="*/ 55695 h 5390836"/>
                  <a:gd name="connsiteX1102" fmla="*/ 2356963 w 5372199"/>
                  <a:gd name="connsiteY1102" fmla="*/ 76320 h 5390836"/>
                  <a:gd name="connsiteX1103" fmla="*/ 2365213 w 5372199"/>
                  <a:gd name="connsiteY1103" fmla="*/ 93860 h 5390836"/>
                  <a:gd name="connsiteX1104" fmla="*/ 2385838 w 5372199"/>
                  <a:gd name="connsiteY1104" fmla="*/ 93860 h 5390836"/>
                  <a:gd name="connsiteX1105" fmla="*/ 2397185 w 5372199"/>
                  <a:gd name="connsiteY1105" fmla="*/ 73224 h 5390836"/>
                  <a:gd name="connsiteX1106" fmla="*/ 2397185 w 5372199"/>
                  <a:gd name="connsiteY1106" fmla="*/ 57763 h 5390836"/>
                  <a:gd name="connsiteX1107" fmla="*/ 2409561 w 5372199"/>
                  <a:gd name="connsiteY1107" fmla="*/ 1039 h 5390836"/>
                  <a:gd name="connsiteX1108" fmla="*/ 2427090 w 5372199"/>
                  <a:gd name="connsiteY1108" fmla="*/ 1039 h 5390836"/>
                  <a:gd name="connsiteX1109" fmla="*/ 2461119 w 5372199"/>
                  <a:gd name="connsiteY1109" fmla="*/ 1039 h 5390836"/>
                  <a:gd name="connsiteX1110" fmla="*/ 2469369 w 5372199"/>
                  <a:gd name="connsiteY1110" fmla="*/ 14443 h 5390836"/>
                  <a:gd name="connsiteX1111" fmla="*/ 2483812 w 5372199"/>
                  <a:gd name="connsiteY1111" fmla="*/ 36096 h 5390836"/>
                  <a:gd name="connsiteX1112" fmla="*/ 2477630 w 5372199"/>
                  <a:gd name="connsiteY1112" fmla="*/ 57761 h 5390836"/>
                  <a:gd name="connsiteX1113" fmla="*/ 2477630 w 5372199"/>
                  <a:gd name="connsiteY1113" fmla="*/ 76318 h 5390836"/>
                  <a:gd name="connsiteX1114" fmla="*/ 2466283 w 5372199"/>
                  <a:gd name="connsiteY1114" fmla="*/ 108290 h 5390836"/>
                  <a:gd name="connsiteX1115" fmla="*/ 2452879 w 5372199"/>
                  <a:gd name="connsiteY1115" fmla="*/ 127886 h 5390836"/>
                  <a:gd name="connsiteX1116" fmla="*/ 2429158 w 5372199"/>
                  <a:gd name="connsiteY1116" fmla="*/ 203165 h 5390836"/>
                  <a:gd name="connsiteX1117" fmla="*/ 2419868 w 5372199"/>
                  <a:gd name="connsiteY1117" fmla="*/ 215541 h 5390836"/>
                  <a:gd name="connsiteX1118" fmla="*/ 2406464 w 5372199"/>
                  <a:gd name="connsiteY1118" fmla="*/ 215541 h 5390836"/>
                  <a:gd name="connsiteX1119" fmla="*/ 2392032 w 5372199"/>
                  <a:gd name="connsiteY1119" fmla="*/ 222762 h 5390836"/>
                  <a:gd name="connsiteX1120" fmla="*/ 2372435 w 5372199"/>
                  <a:gd name="connsiteY1120" fmla="*/ 232041 h 5390836"/>
                  <a:gd name="connsiteX1121" fmla="*/ 2372435 w 5372199"/>
                  <a:gd name="connsiteY1121" fmla="*/ 248541 h 5390836"/>
                  <a:gd name="connsiteX1122" fmla="*/ 2387907 w 5372199"/>
                  <a:gd name="connsiteY1122" fmla="*/ 243387 h 5390836"/>
                  <a:gd name="connsiteX1123" fmla="*/ 2400282 w 5372199"/>
                  <a:gd name="connsiteY1123" fmla="*/ 235137 h 5390836"/>
                  <a:gd name="connsiteX1124" fmla="*/ 2418840 w 5372199"/>
                  <a:gd name="connsiteY1124" fmla="*/ 235137 h 5390836"/>
                  <a:gd name="connsiteX1125" fmla="*/ 2427090 w 5372199"/>
                  <a:gd name="connsiteY1125" fmla="*/ 242348 h 5390836"/>
                  <a:gd name="connsiteX1126" fmla="*/ 2435340 w 5372199"/>
                  <a:gd name="connsiteY1126" fmla="*/ 265041 h 5390836"/>
                  <a:gd name="connsiteX1127" fmla="*/ 2435340 w 5372199"/>
                  <a:gd name="connsiteY1127" fmla="*/ 274319 h 5390836"/>
                  <a:gd name="connsiteX1128" fmla="*/ 2419868 w 5372199"/>
                  <a:gd name="connsiteY1128" fmla="*/ 288763 h 5390836"/>
                  <a:gd name="connsiteX1129" fmla="*/ 2402339 w 5372199"/>
                  <a:gd name="connsiteY1129" fmla="*/ 298041 h 5390836"/>
                  <a:gd name="connsiteX1130" fmla="*/ 2402339 w 5372199"/>
                  <a:gd name="connsiteY1130" fmla="*/ 309377 h 5390836"/>
                  <a:gd name="connsiteX1131" fmla="*/ 2412657 w 5372199"/>
                  <a:gd name="connsiteY1131" fmla="*/ 315570 h 5390836"/>
                  <a:gd name="connsiteX1132" fmla="*/ 2436368 w 5372199"/>
                  <a:gd name="connsiteY1132" fmla="*/ 307320 h 5390836"/>
                  <a:gd name="connsiteX1133" fmla="*/ 2455965 w 5372199"/>
                  <a:gd name="connsiteY1133" fmla="*/ 307320 h 5390836"/>
                  <a:gd name="connsiteX1134" fmla="*/ 2477630 w 5372199"/>
                  <a:gd name="connsiteY1134" fmla="*/ 300098 h 5390836"/>
                  <a:gd name="connsiteX1135" fmla="*/ 2498244 w 5372199"/>
                  <a:gd name="connsiteY1135" fmla="*/ 300098 h 5390836"/>
                  <a:gd name="connsiteX1136" fmla="*/ 2517841 w 5372199"/>
                  <a:gd name="connsiteY1136" fmla="*/ 323820 h 5390836"/>
                  <a:gd name="connsiteX1137" fmla="*/ 2494119 w 5372199"/>
                  <a:gd name="connsiteY1137" fmla="*/ 370224 h 5390836"/>
                  <a:gd name="connsiteX1138" fmla="*/ 2467312 w 5372199"/>
                  <a:gd name="connsiteY1138" fmla="*/ 370224 h 5390836"/>
                  <a:gd name="connsiteX1139" fmla="*/ 2422965 w 5372199"/>
                  <a:gd name="connsiteY1139" fmla="*/ 377445 h 5390836"/>
                  <a:gd name="connsiteX1140" fmla="*/ 2398214 w 5372199"/>
                  <a:gd name="connsiteY1140" fmla="*/ 377445 h 5390836"/>
                  <a:gd name="connsiteX1141" fmla="*/ 2377589 w 5372199"/>
                  <a:gd name="connsiteY1141" fmla="*/ 382599 h 5390836"/>
                  <a:gd name="connsiteX1142" fmla="*/ 2353878 w 5372199"/>
                  <a:gd name="connsiteY1142" fmla="*/ 389820 h 5390836"/>
                  <a:gd name="connsiteX1143" fmla="*/ 2326031 w 5372199"/>
                  <a:gd name="connsiteY1143" fmla="*/ 400138 h 5390836"/>
                  <a:gd name="connsiteX1144" fmla="*/ 2296127 w 5372199"/>
                  <a:gd name="connsiteY1144" fmla="*/ 407360 h 5390836"/>
                  <a:gd name="connsiteX1145" fmla="*/ 2266212 w 5372199"/>
                  <a:gd name="connsiteY1145" fmla="*/ 420763 h 5390836"/>
                  <a:gd name="connsiteX1146" fmla="*/ 2245587 w 5372199"/>
                  <a:gd name="connsiteY1146" fmla="*/ 413542 h 5390836"/>
                  <a:gd name="connsiteX1147" fmla="*/ 2237348 w 5372199"/>
                  <a:gd name="connsiteY1147" fmla="*/ 387752 h 5390836"/>
                  <a:gd name="connsiteX1148" fmla="*/ 2237337 w 5372199"/>
                  <a:gd name="connsiteY1148" fmla="*/ 379513 h 5390836"/>
                  <a:gd name="connsiteX1149" fmla="*/ 2237337 w 5372199"/>
                  <a:gd name="connsiteY1149" fmla="*/ 364042 h 5390836"/>
                  <a:gd name="connsiteX1150" fmla="*/ 2243530 w 5372199"/>
                  <a:gd name="connsiteY1150" fmla="*/ 357849 h 5390836"/>
                  <a:gd name="connsiteX1151" fmla="*/ 2253837 w 5372199"/>
                  <a:gd name="connsiteY1151" fmla="*/ 357849 h 5390836"/>
                  <a:gd name="connsiteX1152" fmla="*/ 2278588 w 5372199"/>
                  <a:gd name="connsiteY1152" fmla="*/ 344445 h 5390836"/>
                  <a:gd name="connsiteX1153" fmla="*/ 2310560 w 5372199"/>
                  <a:gd name="connsiteY1153" fmla="*/ 324848 h 5390836"/>
                  <a:gd name="connsiteX1154" fmla="*/ 2303338 w 5372199"/>
                  <a:gd name="connsiteY1154" fmla="*/ 316609 h 5390836"/>
                  <a:gd name="connsiteX1155" fmla="*/ 2289934 w 5372199"/>
                  <a:gd name="connsiteY1155" fmla="*/ 316609 h 5390836"/>
                  <a:gd name="connsiteX1156" fmla="*/ 2277559 w 5372199"/>
                  <a:gd name="connsiteY1156" fmla="*/ 316609 h 5390836"/>
                  <a:gd name="connsiteX1157" fmla="*/ 2277559 w 5372199"/>
                  <a:gd name="connsiteY1157" fmla="*/ 305263 h 5390836"/>
                  <a:gd name="connsiteX1158" fmla="*/ 2277559 w 5372199"/>
                  <a:gd name="connsiteY1158" fmla="*/ 291848 h 5390836"/>
                  <a:gd name="connsiteX1159" fmla="*/ 2283752 w 5372199"/>
                  <a:gd name="connsiteY1159" fmla="*/ 280512 h 5390836"/>
                  <a:gd name="connsiteX1160" fmla="*/ 2291991 w 5372199"/>
                  <a:gd name="connsiteY1160" fmla="*/ 280512 h 5390836"/>
                  <a:gd name="connsiteX1161" fmla="*/ 2300252 w 5372199"/>
                  <a:gd name="connsiteY1161" fmla="*/ 280512 h 5390836"/>
                  <a:gd name="connsiteX1162" fmla="*/ 2307463 w 5372199"/>
                  <a:gd name="connsiteY1162" fmla="*/ 280512 h 5390836"/>
                  <a:gd name="connsiteX1163" fmla="*/ 2313656 w 5372199"/>
                  <a:gd name="connsiteY1163" fmla="*/ 273291 h 5390836"/>
                  <a:gd name="connsiteX1164" fmla="*/ 2313656 w 5372199"/>
                  <a:gd name="connsiteY1164" fmla="*/ 256791 h 5390836"/>
                  <a:gd name="connsiteX1165" fmla="*/ 2303338 w 5372199"/>
                  <a:gd name="connsiteY1165" fmla="*/ 256791 h 5390836"/>
                  <a:gd name="connsiteX1166" fmla="*/ 2290963 w 5372199"/>
                  <a:gd name="connsiteY1166" fmla="*/ 261944 h 5390836"/>
                  <a:gd name="connsiteX1167" fmla="*/ 2280656 w 5372199"/>
                  <a:gd name="connsiteY1167" fmla="*/ 261944 h 5390836"/>
                  <a:gd name="connsiteX1168" fmla="*/ 2270338 w 5372199"/>
                  <a:gd name="connsiteY1168" fmla="*/ 261944 h 5390836"/>
                  <a:gd name="connsiteX1169" fmla="*/ 2265184 w 5372199"/>
                  <a:gd name="connsiteY1169" fmla="*/ 255751 h 5390836"/>
                  <a:gd name="connsiteX1170" fmla="*/ 2260030 w 5372199"/>
                  <a:gd name="connsiteY1170" fmla="*/ 245444 h 5390836"/>
                  <a:gd name="connsiteX1171" fmla="*/ 2248684 w 5372199"/>
                  <a:gd name="connsiteY1171" fmla="*/ 231012 h 5390836"/>
                  <a:gd name="connsiteX1172" fmla="*/ 2242502 w 5372199"/>
                  <a:gd name="connsiteY1172" fmla="*/ 213473 h 5390836"/>
                  <a:gd name="connsiteX1173" fmla="*/ 2247655 w 5372199"/>
                  <a:gd name="connsiteY1173" fmla="*/ 186665 h 5390836"/>
                  <a:gd name="connsiteX1174" fmla="*/ 2237337 w 5372199"/>
                  <a:gd name="connsiteY1174" fmla="*/ 144386 h 5390836"/>
                  <a:gd name="connsiteX1175" fmla="*/ 2229086 w 5372199"/>
                  <a:gd name="connsiteY1175" fmla="*/ 126847 h 5390836"/>
                  <a:gd name="connsiteX1176" fmla="*/ 2229086 w 5372199"/>
                  <a:gd name="connsiteY1176" fmla="*/ 113443 h 5390836"/>
                  <a:gd name="connsiteX1177" fmla="*/ 2229086 w 5372199"/>
                  <a:gd name="connsiteY1177" fmla="*/ 88693 h 5390836"/>
                  <a:gd name="connsiteX1178" fmla="*/ 2228058 w 5372199"/>
                  <a:gd name="connsiteY1178" fmla="*/ 86636 h 5390836"/>
                  <a:gd name="connsiteX1179" fmla="*/ 2236309 w 5372199"/>
                  <a:gd name="connsiteY1179" fmla="*/ 61886 h 5390836"/>
                  <a:gd name="connsiteX1180" fmla="*/ 2251780 w 5372199"/>
                  <a:gd name="connsiteY1180" fmla="*/ 68068 h 5390836"/>
                  <a:gd name="connsiteX1181" fmla="*/ 2266223 w 5372199"/>
                  <a:gd name="connsiteY1181" fmla="*/ 68068 h 5390836"/>
                  <a:gd name="connsiteX1182" fmla="*/ 2283752 w 5372199"/>
                  <a:gd name="connsiteY1182" fmla="*/ 59818 h 5390836"/>
                  <a:gd name="connsiteX1183" fmla="*/ 2313656 w 5372199"/>
                  <a:gd name="connsiteY1183" fmla="*/ 42289 h 5390836"/>
                  <a:gd name="connsiteX1184" fmla="*/ 2337367 w 5372199"/>
                  <a:gd name="connsiteY1184" fmla="*/ 36096 h 5390836"/>
                  <a:gd name="connsiteX1185" fmla="*/ 2409561 w 5372199"/>
                  <a:gd name="connsiteY1185" fmla="*/ 1039 h 539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</a:cxnLst>
                <a:rect l="l" t="t" r="r" b="b"/>
                <a:pathLst>
                  <a:path w="5372199" h="5390836">
                    <a:moveTo>
                      <a:pt x="3137621" y="5098566"/>
                    </a:moveTo>
                    <a:cubicBezTo>
                      <a:pt x="3116367" y="5101693"/>
                      <a:pt x="3098342" y="5115799"/>
                      <a:pt x="3090189" y="5135680"/>
                    </a:cubicBezTo>
                    <a:cubicBezTo>
                      <a:pt x="3082122" y="5161189"/>
                      <a:pt x="3082122" y="5188557"/>
                      <a:pt x="3090189" y="5214053"/>
                    </a:cubicBezTo>
                    <a:cubicBezTo>
                      <a:pt x="3092906" y="5239900"/>
                      <a:pt x="3104588" y="5263976"/>
                      <a:pt x="3123189" y="5282125"/>
                    </a:cubicBezTo>
                    <a:cubicBezTo>
                      <a:pt x="3137977" y="5297044"/>
                      <a:pt x="3159427" y="5303290"/>
                      <a:pt x="3179909" y="5298625"/>
                    </a:cubicBezTo>
                    <a:cubicBezTo>
                      <a:pt x="3200859" y="5295506"/>
                      <a:pt x="3218757" y="5281887"/>
                      <a:pt x="3227342" y="5262527"/>
                    </a:cubicBezTo>
                    <a:lnTo>
                      <a:pt x="3223219" y="5262527"/>
                    </a:lnTo>
                    <a:cubicBezTo>
                      <a:pt x="3233028" y="5238286"/>
                      <a:pt x="3234837" y="5211553"/>
                      <a:pt x="3228384" y="5186218"/>
                    </a:cubicBezTo>
                    <a:cubicBezTo>
                      <a:pt x="3224659" y="5159756"/>
                      <a:pt x="3213172" y="5134998"/>
                      <a:pt x="3195371" y="5115066"/>
                    </a:cubicBezTo>
                    <a:cubicBezTo>
                      <a:pt x="3180159" y="5100134"/>
                      <a:pt x="3158431" y="5093918"/>
                      <a:pt x="3137621" y="5098566"/>
                    </a:cubicBezTo>
                    <a:close/>
                    <a:moveTo>
                      <a:pt x="2793012" y="5095901"/>
                    </a:moveTo>
                    <a:lnTo>
                      <a:pt x="2794038" y="5121680"/>
                    </a:lnTo>
                    <a:lnTo>
                      <a:pt x="2794038" y="5147468"/>
                    </a:lnTo>
                    <a:lnTo>
                      <a:pt x="2652759" y="5150557"/>
                    </a:lnTo>
                    <a:lnTo>
                      <a:pt x="2654818" y="5212430"/>
                    </a:lnTo>
                    <a:lnTo>
                      <a:pt x="2785788" y="5210375"/>
                    </a:lnTo>
                    <a:lnTo>
                      <a:pt x="2785788" y="5235125"/>
                    </a:lnTo>
                    <a:lnTo>
                      <a:pt x="2785788" y="5259875"/>
                    </a:lnTo>
                    <a:lnTo>
                      <a:pt x="2654818" y="5261930"/>
                    </a:lnTo>
                    <a:lnTo>
                      <a:pt x="2656886" y="5338252"/>
                    </a:lnTo>
                    <a:lnTo>
                      <a:pt x="2803317" y="5335154"/>
                    </a:lnTo>
                    <a:lnTo>
                      <a:pt x="2804347" y="5360934"/>
                    </a:lnTo>
                    <a:lnTo>
                      <a:pt x="2804347" y="5386722"/>
                    </a:lnTo>
                    <a:lnTo>
                      <a:pt x="2601191" y="5390836"/>
                    </a:lnTo>
                    <a:lnTo>
                      <a:pt x="2597068" y="5100028"/>
                    </a:lnTo>
                    <a:close/>
                    <a:moveTo>
                      <a:pt x="2311412" y="5073218"/>
                    </a:moveTo>
                    <a:lnTo>
                      <a:pt x="2527979" y="5100036"/>
                    </a:lnTo>
                    <a:lnTo>
                      <a:pt x="2524886" y="5124786"/>
                    </a:lnTo>
                    <a:lnTo>
                      <a:pt x="2521789" y="5150566"/>
                    </a:lnTo>
                    <a:lnTo>
                      <a:pt x="2441357" y="5141286"/>
                    </a:lnTo>
                    <a:lnTo>
                      <a:pt x="2412480" y="5378472"/>
                    </a:lnTo>
                    <a:lnTo>
                      <a:pt x="2384632" y="5375374"/>
                    </a:lnTo>
                    <a:lnTo>
                      <a:pt x="2356798" y="5372277"/>
                    </a:lnTo>
                    <a:lnTo>
                      <a:pt x="2385662" y="5134066"/>
                    </a:lnTo>
                    <a:lnTo>
                      <a:pt x="2305230" y="5124786"/>
                    </a:lnTo>
                    <a:lnTo>
                      <a:pt x="2308328" y="5098998"/>
                    </a:lnTo>
                    <a:close/>
                    <a:moveTo>
                      <a:pt x="3178501" y="5049077"/>
                    </a:moveTo>
                    <a:cubicBezTo>
                      <a:pt x="3196181" y="5052967"/>
                      <a:pt x="3212954" y="5060973"/>
                      <a:pt x="3227342" y="5072774"/>
                    </a:cubicBezTo>
                    <a:cubicBezTo>
                      <a:pt x="3257680" y="5099354"/>
                      <a:pt x="3277452" y="5135960"/>
                      <a:pt x="3283036" y="5175900"/>
                    </a:cubicBezTo>
                    <a:cubicBezTo>
                      <a:pt x="3293053" y="5214629"/>
                      <a:pt x="3288655" y="5255671"/>
                      <a:pt x="3270659" y="5291404"/>
                    </a:cubicBezTo>
                    <a:cubicBezTo>
                      <a:pt x="3233278" y="5351319"/>
                      <a:pt x="3154393" y="5369582"/>
                      <a:pt x="3094478" y="5332188"/>
                    </a:cubicBezTo>
                    <a:cubicBezTo>
                      <a:pt x="3091596" y="5330391"/>
                      <a:pt x="3088791" y="5328485"/>
                      <a:pt x="3086062" y="5326472"/>
                    </a:cubicBezTo>
                    <a:lnTo>
                      <a:pt x="3082978" y="5329557"/>
                    </a:lnTo>
                    <a:cubicBezTo>
                      <a:pt x="3052338" y="5303214"/>
                      <a:pt x="3032503" y="5266502"/>
                      <a:pt x="3027283" y="5226430"/>
                    </a:cubicBezTo>
                    <a:cubicBezTo>
                      <a:pt x="3017995" y="5186879"/>
                      <a:pt x="3022736" y="5145316"/>
                      <a:pt x="3040690" y="5108871"/>
                    </a:cubicBezTo>
                    <a:cubicBezTo>
                      <a:pt x="3057762" y="5077244"/>
                      <a:pt x="3088694" y="5055485"/>
                      <a:pt x="3124219" y="5050083"/>
                    </a:cubicBezTo>
                    <a:cubicBezTo>
                      <a:pt x="3142234" y="5045416"/>
                      <a:pt x="3160821" y="5045188"/>
                      <a:pt x="3178501" y="5049077"/>
                    </a:cubicBezTo>
                    <a:close/>
                    <a:moveTo>
                      <a:pt x="2038303" y="5009871"/>
                    </a:moveTo>
                    <a:lnTo>
                      <a:pt x="2065121" y="5017092"/>
                    </a:lnTo>
                    <a:lnTo>
                      <a:pt x="2092960" y="5023274"/>
                    </a:lnTo>
                    <a:lnTo>
                      <a:pt x="2048621" y="5201688"/>
                    </a:lnTo>
                    <a:cubicBezTo>
                      <a:pt x="2042765" y="5217311"/>
                      <a:pt x="2042765" y="5234527"/>
                      <a:pt x="2048621" y="5250150"/>
                    </a:cubicBezTo>
                    <a:cubicBezTo>
                      <a:pt x="2055604" y="5263154"/>
                      <a:pt x="2068133" y="5272269"/>
                      <a:pt x="2082650" y="5274900"/>
                    </a:cubicBezTo>
                    <a:cubicBezTo>
                      <a:pt x="2096066" y="5281082"/>
                      <a:pt x="2111515" y="5281082"/>
                      <a:pt x="2124930" y="5274900"/>
                    </a:cubicBezTo>
                    <a:cubicBezTo>
                      <a:pt x="2137748" y="5263337"/>
                      <a:pt x="2146142" y="5247650"/>
                      <a:pt x="2148650" y="5230565"/>
                    </a:cubicBezTo>
                    <a:lnTo>
                      <a:pt x="2192989" y="5053189"/>
                    </a:lnTo>
                    <a:lnTo>
                      <a:pt x="2219807" y="5059371"/>
                    </a:lnTo>
                    <a:lnTo>
                      <a:pt x="2247654" y="5066591"/>
                    </a:lnTo>
                    <a:lnTo>
                      <a:pt x="2200209" y="5237773"/>
                    </a:lnTo>
                    <a:cubicBezTo>
                      <a:pt x="2195425" y="5269756"/>
                      <a:pt x="2178870" y="5298815"/>
                      <a:pt x="2153807" y="5319247"/>
                    </a:cubicBezTo>
                    <a:cubicBezTo>
                      <a:pt x="2127400" y="5334294"/>
                      <a:pt x="2095710" y="5336938"/>
                      <a:pt x="2067180" y="5326468"/>
                    </a:cubicBezTo>
                    <a:cubicBezTo>
                      <a:pt x="2037328" y="5321976"/>
                      <a:pt x="2010956" y="5304641"/>
                      <a:pt x="1994985" y="5279023"/>
                    </a:cubicBezTo>
                    <a:cubicBezTo>
                      <a:pt x="1983261" y="5249209"/>
                      <a:pt x="1983261" y="5216044"/>
                      <a:pt x="1994985" y="5186218"/>
                    </a:cubicBezTo>
                    <a:close/>
                    <a:moveTo>
                      <a:pt x="3514900" y="4952554"/>
                    </a:moveTo>
                    <a:lnTo>
                      <a:pt x="3523150" y="4977304"/>
                    </a:lnTo>
                    <a:lnTo>
                      <a:pt x="3531400" y="5002053"/>
                    </a:lnTo>
                    <a:lnTo>
                      <a:pt x="3403523" y="5043303"/>
                    </a:lnTo>
                    <a:lnTo>
                      <a:pt x="3424146" y="5106210"/>
                    </a:lnTo>
                    <a:lnTo>
                      <a:pt x="3535523" y="5070125"/>
                    </a:lnTo>
                    <a:lnTo>
                      <a:pt x="3542743" y="5093833"/>
                    </a:lnTo>
                    <a:lnTo>
                      <a:pt x="3550993" y="5117557"/>
                    </a:lnTo>
                    <a:lnTo>
                      <a:pt x="3439621" y="5153655"/>
                    </a:lnTo>
                    <a:lnTo>
                      <a:pt x="3477773" y="5271222"/>
                    </a:lnTo>
                    <a:lnTo>
                      <a:pt x="3450955" y="5279459"/>
                    </a:lnTo>
                    <a:lnTo>
                      <a:pt x="3424146" y="5288752"/>
                    </a:lnTo>
                    <a:lnTo>
                      <a:pt x="3334426" y="5012371"/>
                    </a:lnTo>
                    <a:close/>
                    <a:moveTo>
                      <a:pt x="1772071" y="4919562"/>
                    </a:moveTo>
                    <a:lnTo>
                      <a:pt x="1978320" y="4990719"/>
                    </a:lnTo>
                    <a:lnTo>
                      <a:pt x="1970070" y="5014439"/>
                    </a:lnTo>
                    <a:lnTo>
                      <a:pt x="1960782" y="5039189"/>
                    </a:lnTo>
                    <a:lnTo>
                      <a:pt x="1884473" y="5013409"/>
                    </a:lnTo>
                    <a:lnTo>
                      <a:pt x="1807130" y="5239260"/>
                    </a:lnTo>
                    <a:lnTo>
                      <a:pt x="1780321" y="5229968"/>
                    </a:lnTo>
                    <a:lnTo>
                      <a:pt x="1753503" y="5220693"/>
                    </a:lnTo>
                    <a:lnTo>
                      <a:pt x="1831880" y="4994842"/>
                    </a:lnTo>
                    <a:lnTo>
                      <a:pt x="1755571" y="4969062"/>
                    </a:lnTo>
                    <a:lnTo>
                      <a:pt x="1763821" y="4944312"/>
                    </a:lnTo>
                    <a:close/>
                    <a:moveTo>
                      <a:pt x="1666876" y="4867995"/>
                    </a:moveTo>
                    <a:lnTo>
                      <a:pt x="1691626" y="4879342"/>
                    </a:lnTo>
                    <a:lnTo>
                      <a:pt x="1717406" y="4891715"/>
                    </a:lnTo>
                    <a:lnTo>
                      <a:pt x="1594694" y="5154680"/>
                    </a:lnTo>
                    <a:lnTo>
                      <a:pt x="1568906" y="5143345"/>
                    </a:lnTo>
                    <a:lnTo>
                      <a:pt x="1543127" y="5130968"/>
                    </a:lnTo>
                    <a:close/>
                    <a:moveTo>
                      <a:pt x="3872751" y="4780342"/>
                    </a:moveTo>
                    <a:lnTo>
                      <a:pt x="3884085" y="4803037"/>
                    </a:lnTo>
                    <a:lnTo>
                      <a:pt x="3896462" y="4825719"/>
                    </a:lnTo>
                    <a:lnTo>
                      <a:pt x="3825306" y="4863872"/>
                    </a:lnTo>
                    <a:lnTo>
                      <a:pt x="3937712" y="5075278"/>
                    </a:lnTo>
                    <a:lnTo>
                      <a:pt x="3912962" y="5088689"/>
                    </a:lnTo>
                    <a:lnTo>
                      <a:pt x="3888212" y="5102096"/>
                    </a:lnTo>
                    <a:lnTo>
                      <a:pt x="3775806" y="4890689"/>
                    </a:lnTo>
                    <a:lnTo>
                      <a:pt x="3704649" y="4927816"/>
                    </a:lnTo>
                    <a:lnTo>
                      <a:pt x="3692277" y="4905122"/>
                    </a:lnTo>
                    <a:lnTo>
                      <a:pt x="3680929" y="4882439"/>
                    </a:lnTo>
                    <a:close/>
                    <a:moveTo>
                      <a:pt x="1417309" y="4732898"/>
                    </a:moveTo>
                    <a:lnTo>
                      <a:pt x="1607059" y="4839122"/>
                    </a:lnTo>
                    <a:lnTo>
                      <a:pt x="1594682" y="4861804"/>
                    </a:lnTo>
                    <a:lnTo>
                      <a:pt x="1582309" y="4883456"/>
                    </a:lnTo>
                    <a:lnTo>
                      <a:pt x="1512182" y="4844274"/>
                    </a:lnTo>
                    <a:lnTo>
                      <a:pt x="1395653" y="5053625"/>
                    </a:lnTo>
                    <a:lnTo>
                      <a:pt x="1370903" y="5040210"/>
                    </a:lnTo>
                    <a:lnTo>
                      <a:pt x="1347182" y="5026808"/>
                    </a:lnTo>
                    <a:lnTo>
                      <a:pt x="1462682" y="4817457"/>
                    </a:lnTo>
                    <a:lnTo>
                      <a:pt x="1392555" y="4778274"/>
                    </a:lnTo>
                    <a:lnTo>
                      <a:pt x="1404932" y="4755592"/>
                    </a:lnTo>
                    <a:close/>
                    <a:moveTo>
                      <a:pt x="4097559" y="4639059"/>
                    </a:moveTo>
                    <a:lnTo>
                      <a:pt x="4110962" y="4660711"/>
                    </a:lnTo>
                    <a:lnTo>
                      <a:pt x="4125402" y="4682368"/>
                    </a:lnTo>
                    <a:lnTo>
                      <a:pt x="4006805" y="4759715"/>
                    </a:lnTo>
                    <a:lnTo>
                      <a:pt x="4040835" y="4811283"/>
                    </a:lnTo>
                    <a:lnTo>
                      <a:pt x="4150152" y="4740118"/>
                    </a:lnTo>
                    <a:lnTo>
                      <a:pt x="4164589" y="4760741"/>
                    </a:lnTo>
                    <a:lnTo>
                      <a:pt x="4177991" y="4782406"/>
                    </a:lnTo>
                    <a:lnTo>
                      <a:pt x="4067652" y="4853562"/>
                    </a:lnTo>
                    <a:lnTo>
                      <a:pt x="4108902" y="4916465"/>
                    </a:lnTo>
                    <a:lnTo>
                      <a:pt x="4232656" y="4837062"/>
                    </a:lnTo>
                    <a:lnTo>
                      <a:pt x="4247088" y="4858715"/>
                    </a:lnTo>
                    <a:lnTo>
                      <a:pt x="4261529" y="4880367"/>
                    </a:lnTo>
                    <a:lnTo>
                      <a:pt x="4090335" y="4990714"/>
                    </a:lnTo>
                    <a:lnTo>
                      <a:pt x="3932555" y="4746308"/>
                    </a:lnTo>
                    <a:close/>
                    <a:moveTo>
                      <a:pt x="1204009" y="4608716"/>
                    </a:moveTo>
                    <a:cubicBezTo>
                      <a:pt x="1231598" y="4607576"/>
                      <a:pt x="1258666" y="4616360"/>
                      <a:pt x="1280327" y="4633466"/>
                    </a:cubicBezTo>
                    <a:cubicBezTo>
                      <a:pt x="1302500" y="4648364"/>
                      <a:pt x="1318026" y="4671283"/>
                      <a:pt x="1323636" y="4697398"/>
                    </a:cubicBezTo>
                    <a:cubicBezTo>
                      <a:pt x="1328106" y="4723220"/>
                      <a:pt x="1322576" y="4749766"/>
                      <a:pt x="1308174" y="4771647"/>
                    </a:cubicBezTo>
                    <a:lnTo>
                      <a:pt x="1268992" y="4739686"/>
                    </a:lnTo>
                    <a:cubicBezTo>
                      <a:pt x="1276225" y="4729109"/>
                      <a:pt x="1278132" y="4715770"/>
                      <a:pt x="1274144" y="4703593"/>
                    </a:cubicBezTo>
                    <a:cubicBezTo>
                      <a:pt x="1270238" y="4689915"/>
                      <a:pt x="1261424" y="4678169"/>
                      <a:pt x="1249395" y="4670588"/>
                    </a:cubicBezTo>
                    <a:cubicBezTo>
                      <a:pt x="1240407" y="4662457"/>
                      <a:pt x="1228479" y="4658355"/>
                      <a:pt x="1216395" y="4659245"/>
                    </a:cubicBezTo>
                    <a:cubicBezTo>
                      <a:pt x="1205534" y="4659957"/>
                      <a:pt x="1195640" y="4665673"/>
                      <a:pt x="1189577" y="4674715"/>
                    </a:cubicBezTo>
                    <a:cubicBezTo>
                      <a:pt x="1184865" y="4681915"/>
                      <a:pt x="1184865" y="4691228"/>
                      <a:pt x="1189577" y="4698436"/>
                    </a:cubicBezTo>
                    <a:cubicBezTo>
                      <a:pt x="1198229" y="4714567"/>
                      <a:pt x="1208979" y="4729478"/>
                      <a:pt x="1221547" y="4742775"/>
                    </a:cubicBezTo>
                    <a:cubicBezTo>
                      <a:pt x="1242259" y="4763063"/>
                      <a:pt x="1257505" y="4788245"/>
                      <a:pt x="1265894" y="4815995"/>
                    </a:cubicBezTo>
                    <a:cubicBezTo>
                      <a:pt x="1267878" y="4837291"/>
                      <a:pt x="1261187" y="4858482"/>
                      <a:pt x="1247327" y="4874774"/>
                    </a:cubicBezTo>
                    <a:cubicBezTo>
                      <a:pt x="1233297" y="4895973"/>
                      <a:pt x="1209835" y="4909054"/>
                      <a:pt x="1184424" y="4909842"/>
                    </a:cubicBezTo>
                    <a:cubicBezTo>
                      <a:pt x="1155734" y="4910719"/>
                      <a:pt x="1127768" y="4900783"/>
                      <a:pt x="1106048" y="4881999"/>
                    </a:cubicBezTo>
                    <a:cubicBezTo>
                      <a:pt x="1081501" y="4866906"/>
                      <a:pt x="1063755" y="4842867"/>
                      <a:pt x="1056548" y="4814965"/>
                    </a:cubicBezTo>
                    <a:cubicBezTo>
                      <a:pt x="1051404" y="4788202"/>
                      <a:pt x="1057768" y="4760495"/>
                      <a:pt x="1074073" y="4738660"/>
                    </a:cubicBezTo>
                    <a:lnTo>
                      <a:pt x="1118420" y="4769592"/>
                    </a:lnTo>
                    <a:cubicBezTo>
                      <a:pt x="1110204" y="4780482"/>
                      <a:pt x="1106836" y="4794300"/>
                      <a:pt x="1109145" y="4807745"/>
                    </a:cubicBezTo>
                    <a:cubicBezTo>
                      <a:pt x="1113721" y="4821635"/>
                      <a:pt x="1122797" y="4833601"/>
                      <a:pt x="1134920" y="4841774"/>
                    </a:cubicBezTo>
                    <a:cubicBezTo>
                      <a:pt x="1146280" y="4850859"/>
                      <a:pt x="1159772" y="4856889"/>
                      <a:pt x="1174115" y="4859312"/>
                    </a:cubicBezTo>
                    <a:cubicBezTo>
                      <a:pt x="1184857" y="4859973"/>
                      <a:pt x="1195251" y="4855351"/>
                      <a:pt x="1201954" y="4846940"/>
                    </a:cubicBezTo>
                    <a:cubicBezTo>
                      <a:pt x="1206174" y="4838863"/>
                      <a:pt x="1206174" y="4829228"/>
                      <a:pt x="1201954" y="4821160"/>
                    </a:cubicBezTo>
                    <a:cubicBezTo>
                      <a:pt x="1195488" y="4806253"/>
                      <a:pt x="1186403" y="4792630"/>
                      <a:pt x="1175145" y="4780940"/>
                    </a:cubicBezTo>
                    <a:cubicBezTo>
                      <a:pt x="1153467" y="4758851"/>
                      <a:pt x="1136611" y="4732520"/>
                      <a:pt x="1125645" y="4703593"/>
                    </a:cubicBezTo>
                    <a:cubicBezTo>
                      <a:pt x="1122094" y="4683321"/>
                      <a:pt x="1127768" y="4662533"/>
                      <a:pt x="1141102" y="4646868"/>
                    </a:cubicBezTo>
                    <a:cubicBezTo>
                      <a:pt x="1155158" y="4625216"/>
                      <a:pt x="1178327" y="4611161"/>
                      <a:pt x="1204009" y="4608716"/>
                    </a:cubicBezTo>
                    <a:close/>
                    <a:moveTo>
                      <a:pt x="4318414" y="4479809"/>
                    </a:moveTo>
                    <a:cubicBezTo>
                      <a:pt x="4347236" y="4481131"/>
                      <a:pt x="4374486" y="4493280"/>
                      <a:pt x="4394732" y="4513839"/>
                    </a:cubicBezTo>
                    <a:lnTo>
                      <a:pt x="4352444" y="4549936"/>
                    </a:lnTo>
                    <a:cubicBezTo>
                      <a:pt x="4342224" y="4539890"/>
                      <a:pt x="4328614" y="4534000"/>
                      <a:pt x="4314287" y="4533436"/>
                    </a:cubicBezTo>
                    <a:cubicBezTo>
                      <a:pt x="4299465" y="4533597"/>
                      <a:pt x="4285198" y="4539085"/>
                      <a:pt x="4274067" y="4548894"/>
                    </a:cubicBezTo>
                    <a:cubicBezTo>
                      <a:pt x="4258508" y="4561186"/>
                      <a:pt x="4250648" y="4580826"/>
                      <a:pt x="4253440" y="4600466"/>
                    </a:cubicBezTo>
                    <a:cubicBezTo>
                      <a:pt x="4258521" y="4626296"/>
                      <a:pt x="4270656" y="4650216"/>
                      <a:pt x="4288508" y="4669563"/>
                    </a:cubicBezTo>
                    <a:cubicBezTo>
                      <a:pt x="4303906" y="4690317"/>
                      <a:pt x="4325063" y="4706093"/>
                      <a:pt x="4349347" y="4714936"/>
                    </a:cubicBezTo>
                    <a:cubicBezTo>
                      <a:pt x="4367991" y="4720609"/>
                      <a:pt x="4388236" y="4716334"/>
                      <a:pt x="4402974" y="4703593"/>
                    </a:cubicBezTo>
                    <a:cubicBezTo>
                      <a:pt x="4414851" y="4694139"/>
                      <a:pt x="4422613" y="4680474"/>
                      <a:pt x="4424626" y="4665436"/>
                    </a:cubicBezTo>
                    <a:cubicBezTo>
                      <a:pt x="4425384" y="4649707"/>
                      <a:pt x="4421041" y="4634156"/>
                      <a:pt x="4412262" y="4621089"/>
                    </a:cubicBezTo>
                    <a:lnTo>
                      <a:pt x="4454541" y="4581898"/>
                    </a:lnTo>
                    <a:cubicBezTo>
                      <a:pt x="4472859" y="4606474"/>
                      <a:pt x="4481316" y="4637004"/>
                      <a:pt x="4478261" y="4667495"/>
                    </a:cubicBezTo>
                    <a:cubicBezTo>
                      <a:pt x="4469859" y="4733029"/>
                      <a:pt x="4409923" y="4779334"/>
                      <a:pt x="4344389" y="4770936"/>
                    </a:cubicBezTo>
                    <a:cubicBezTo>
                      <a:pt x="4343639" y="4770838"/>
                      <a:pt x="4342880" y="4770728"/>
                      <a:pt x="4342135" y="4770622"/>
                    </a:cubicBezTo>
                    <a:cubicBezTo>
                      <a:pt x="4303364" y="4761253"/>
                      <a:pt x="4269076" y="4738639"/>
                      <a:pt x="4245203" y="4706686"/>
                    </a:cubicBezTo>
                    <a:cubicBezTo>
                      <a:pt x="4217258" y="4677215"/>
                      <a:pt x="4200474" y="4638923"/>
                      <a:pt x="4197758" y="4598398"/>
                    </a:cubicBezTo>
                    <a:cubicBezTo>
                      <a:pt x="4196449" y="4563631"/>
                      <a:pt x="4211771" y="4530318"/>
                      <a:pt x="4239008" y="4508686"/>
                    </a:cubicBezTo>
                    <a:cubicBezTo>
                      <a:pt x="4260771" y="4489186"/>
                      <a:pt x="4289215" y="4478848"/>
                      <a:pt x="4318414" y="4479809"/>
                    </a:cubicBezTo>
                    <a:close/>
                    <a:moveTo>
                      <a:pt x="976955" y="4384335"/>
                    </a:moveTo>
                    <a:lnTo>
                      <a:pt x="998607" y="4403932"/>
                    </a:lnTo>
                    <a:lnTo>
                      <a:pt x="1019243" y="4424560"/>
                    </a:lnTo>
                    <a:lnTo>
                      <a:pt x="958400" y="4647309"/>
                    </a:lnTo>
                    <a:lnTo>
                      <a:pt x="1097611" y="4497780"/>
                    </a:lnTo>
                    <a:lnTo>
                      <a:pt x="1117204" y="4515309"/>
                    </a:lnTo>
                    <a:lnTo>
                      <a:pt x="1135772" y="4532839"/>
                    </a:lnTo>
                    <a:lnTo>
                      <a:pt x="937773" y="4746313"/>
                    </a:lnTo>
                    <a:lnTo>
                      <a:pt x="917146" y="4726715"/>
                    </a:lnTo>
                    <a:lnTo>
                      <a:pt x="897552" y="4708148"/>
                    </a:lnTo>
                    <a:lnTo>
                      <a:pt x="959425" y="4479212"/>
                    </a:lnTo>
                    <a:lnTo>
                      <a:pt x="816078" y="4632868"/>
                    </a:lnTo>
                    <a:lnTo>
                      <a:pt x="797523" y="4615339"/>
                    </a:lnTo>
                    <a:lnTo>
                      <a:pt x="777926" y="4596771"/>
                    </a:lnTo>
                    <a:close/>
                    <a:moveTo>
                      <a:pt x="883108" y="4280170"/>
                    </a:moveTo>
                    <a:lnTo>
                      <a:pt x="901675" y="4301823"/>
                    </a:lnTo>
                    <a:lnTo>
                      <a:pt x="920235" y="4322450"/>
                    </a:lnTo>
                    <a:lnTo>
                      <a:pt x="703676" y="4516326"/>
                    </a:lnTo>
                    <a:lnTo>
                      <a:pt x="685104" y="4495703"/>
                    </a:lnTo>
                    <a:lnTo>
                      <a:pt x="666549" y="4475076"/>
                    </a:lnTo>
                    <a:close/>
                    <a:moveTo>
                      <a:pt x="4535842" y="4224488"/>
                    </a:moveTo>
                    <a:lnTo>
                      <a:pt x="4751379" y="4419394"/>
                    </a:lnTo>
                    <a:lnTo>
                      <a:pt x="4732811" y="4440030"/>
                    </a:lnTo>
                    <a:lnTo>
                      <a:pt x="4714244" y="4460644"/>
                    </a:lnTo>
                    <a:lnTo>
                      <a:pt x="4616282" y="4372992"/>
                    </a:lnTo>
                    <a:lnTo>
                      <a:pt x="4546160" y="4450339"/>
                    </a:lnTo>
                    <a:lnTo>
                      <a:pt x="4644121" y="4539021"/>
                    </a:lnTo>
                    <a:lnTo>
                      <a:pt x="4625562" y="4559648"/>
                    </a:lnTo>
                    <a:lnTo>
                      <a:pt x="4606994" y="4580271"/>
                    </a:lnTo>
                    <a:lnTo>
                      <a:pt x="4390435" y="4385365"/>
                    </a:lnTo>
                    <a:lnTo>
                      <a:pt x="4409003" y="4364742"/>
                    </a:lnTo>
                    <a:lnTo>
                      <a:pt x="4428588" y="4344115"/>
                    </a:lnTo>
                    <a:lnTo>
                      <a:pt x="4509033" y="4417339"/>
                    </a:lnTo>
                    <a:lnTo>
                      <a:pt x="4579159" y="4338962"/>
                    </a:lnTo>
                    <a:lnTo>
                      <a:pt x="4497685" y="4265738"/>
                    </a:lnTo>
                    <a:lnTo>
                      <a:pt x="4517282" y="4245115"/>
                    </a:lnTo>
                    <a:close/>
                    <a:moveTo>
                      <a:pt x="4714244" y="3980082"/>
                    </a:moveTo>
                    <a:lnTo>
                      <a:pt x="4952468" y="4147141"/>
                    </a:lnTo>
                    <a:lnTo>
                      <a:pt x="4936997" y="4169836"/>
                    </a:lnTo>
                    <a:lnTo>
                      <a:pt x="4920497" y="4193556"/>
                    </a:lnTo>
                    <a:lnTo>
                      <a:pt x="4685371" y="4162611"/>
                    </a:lnTo>
                    <a:lnTo>
                      <a:pt x="4857595" y="4283280"/>
                    </a:lnTo>
                    <a:lnTo>
                      <a:pt x="4843150" y="4304933"/>
                    </a:lnTo>
                    <a:lnTo>
                      <a:pt x="4827688" y="4326585"/>
                    </a:lnTo>
                    <a:lnTo>
                      <a:pt x="4589464" y="4159526"/>
                    </a:lnTo>
                    <a:lnTo>
                      <a:pt x="4605964" y="4135806"/>
                    </a:lnTo>
                    <a:lnTo>
                      <a:pt x="4622464" y="4111056"/>
                    </a:lnTo>
                    <a:lnTo>
                      <a:pt x="4852438" y="4140959"/>
                    </a:lnTo>
                    <a:lnTo>
                      <a:pt x="4684341" y="4023400"/>
                    </a:lnTo>
                    <a:lnTo>
                      <a:pt x="4699812" y="4001735"/>
                    </a:lnTo>
                    <a:close/>
                    <a:moveTo>
                      <a:pt x="597638" y="3950764"/>
                    </a:moveTo>
                    <a:cubicBezTo>
                      <a:pt x="634299" y="3955171"/>
                      <a:pt x="666769" y="3976565"/>
                      <a:pt x="685290" y="4008514"/>
                    </a:cubicBezTo>
                    <a:cubicBezTo>
                      <a:pt x="701824" y="4032298"/>
                      <a:pt x="709489" y="4061133"/>
                      <a:pt x="706947" y="4089984"/>
                    </a:cubicBezTo>
                    <a:cubicBezTo>
                      <a:pt x="703642" y="4117853"/>
                      <a:pt x="689112" y="4143179"/>
                      <a:pt x="666723" y="4160111"/>
                    </a:cubicBezTo>
                    <a:lnTo>
                      <a:pt x="636820" y="4113709"/>
                    </a:lnTo>
                    <a:cubicBezTo>
                      <a:pt x="646858" y="4104743"/>
                      <a:pt x="652824" y="4092086"/>
                      <a:pt x="653320" y="4078637"/>
                    </a:cubicBezTo>
                    <a:cubicBezTo>
                      <a:pt x="655312" y="4064684"/>
                      <a:pt x="652401" y="4050467"/>
                      <a:pt x="645083" y="4038417"/>
                    </a:cubicBezTo>
                    <a:cubicBezTo>
                      <a:pt x="633333" y="4019158"/>
                      <a:pt x="612935" y="4006836"/>
                      <a:pt x="590418" y="4005417"/>
                    </a:cubicBezTo>
                    <a:cubicBezTo>
                      <a:pt x="563672" y="4005633"/>
                      <a:pt x="537689" y="4014294"/>
                      <a:pt x="516164" y="4030167"/>
                    </a:cubicBezTo>
                    <a:cubicBezTo>
                      <a:pt x="492672" y="4042984"/>
                      <a:pt x="474155" y="4063332"/>
                      <a:pt x="463579" y="4087917"/>
                    </a:cubicBezTo>
                    <a:cubicBezTo>
                      <a:pt x="456444" y="4108823"/>
                      <a:pt x="459910" y="4131895"/>
                      <a:pt x="472859" y="4149793"/>
                    </a:cubicBezTo>
                    <a:cubicBezTo>
                      <a:pt x="483524" y="4167429"/>
                      <a:pt x="502782" y="4178039"/>
                      <a:pt x="523388" y="4177641"/>
                    </a:cubicBezTo>
                    <a:lnTo>
                      <a:pt x="561537" y="4170421"/>
                    </a:lnTo>
                    <a:lnTo>
                      <a:pt x="561541" y="4170429"/>
                    </a:lnTo>
                    <a:lnTo>
                      <a:pt x="561541" y="4170416"/>
                    </a:lnTo>
                    <a:lnTo>
                      <a:pt x="561537" y="4170421"/>
                    </a:lnTo>
                    <a:lnTo>
                      <a:pt x="527511" y="4117832"/>
                    </a:lnTo>
                    <a:lnTo>
                      <a:pt x="569791" y="4089984"/>
                    </a:lnTo>
                    <a:lnTo>
                      <a:pt x="630638" y="4183831"/>
                    </a:lnTo>
                    <a:lnTo>
                      <a:pt x="498638" y="4269420"/>
                    </a:lnTo>
                    <a:lnTo>
                      <a:pt x="478011" y="4238488"/>
                    </a:lnTo>
                    <a:lnTo>
                      <a:pt x="506888" y="4212709"/>
                    </a:lnTo>
                    <a:lnTo>
                      <a:pt x="501732" y="4212709"/>
                    </a:lnTo>
                    <a:cubicBezTo>
                      <a:pt x="470791" y="4213391"/>
                      <a:pt x="441787" y="4197713"/>
                      <a:pt x="425414" y="4171459"/>
                    </a:cubicBezTo>
                    <a:lnTo>
                      <a:pt x="425414" y="4174543"/>
                    </a:lnTo>
                    <a:cubicBezTo>
                      <a:pt x="403478" y="4144899"/>
                      <a:pt x="397321" y="4106433"/>
                      <a:pt x="408914" y="4071417"/>
                    </a:cubicBezTo>
                    <a:cubicBezTo>
                      <a:pt x="439867" y="3995252"/>
                      <a:pt x="515507" y="3946900"/>
                      <a:pt x="597638" y="3950764"/>
                    </a:cubicBezTo>
                    <a:close/>
                    <a:moveTo>
                      <a:pt x="4896947" y="3786790"/>
                    </a:moveTo>
                    <a:cubicBezTo>
                      <a:pt x="4875921" y="3788782"/>
                      <a:pt x="4857493" y="3801710"/>
                      <a:pt x="4848489" y="3820820"/>
                    </a:cubicBezTo>
                    <a:cubicBezTo>
                      <a:pt x="4837582" y="3839269"/>
                      <a:pt x="4837582" y="3862188"/>
                      <a:pt x="4848489" y="3880625"/>
                    </a:cubicBezTo>
                    <a:cubicBezTo>
                      <a:pt x="4861425" y="3904036"/>
                      <a:pt x="4881726" y="3922515"/>
                      <a:pt x="4906239" y="3933222"/>
                    </a:cubicBezTo>
                    <a:cubicBezTo>
                      <a:pt x="4928574" y="3946616"/>
                      <a:pt x="4954514" y="3952735"/>
                      <a:pt x="4980489" y="3950764"/>
                    </a:cubicBezTo>
                    <a:cubicBezTo>
                      <a:pt x="5001234" y="3948036"/>
                      <a:pt x="5019344" y="3935324"/>
                      <a:pt x="5028950" y="3916722"/>
                    </a:cubicBezTo>
                    <a:cubicBezTo>
                      <a:pt x="5039226" y="3898112"/>
                      <a:pt x="5039226" y="3875527"/>
                      <a:pt x="5028950" y="3856917"/>
                    </a:cubicBezTo>
                    <a:cubicBezTo>
                      <a:pt x="5016544" y="3834091"/>
                      <a:pt x="4996980" y="3815981"/>
                      <a:pt x="4973268" y="3805345"/>
                    </a:cubicBezTo>
                    <a:cubicBezTo>
                      <a:pt x="4950455" y="3791176"/>
                      <a:pt x="4923722" y="3784680"/>
                      <a:pt x="4896947" y="3786790"/>
                    </a:cubicBezTo>
                    <a:close/>
                    <a:moveTo>
                      <a:pt x="4883544" y="3732138"/>
                    </a:moveTo>
                    <a:cubicBezTo>
                      <a:pt x="4923853" y="3725553"/>
                      <a:pt x="4965179" y="3733596"/>
                      <a:pt x="5000073" y="3754820"/>
                    </a:cubicBezTo>
                    <a:cubicBezTo>
                      <a:pt x="5036268" y="3771634"/>
                      <a:pt x="5065188" y="3800917"/>
                      <a:pt x="5081548" y="3837320"/>
                    </a:cubicBezTo>
                    <a:cubicBezTo>
                      <a:pt x="5095048" y="3871099"/>
                      <a:pt x="5091997" y="3909243"/>
                      <a:pt x="5073298" y="3940447"/>
                    </a:cubicBezTo>
                    <a:cubicBezTo>
                      <a:pt x="5057586" y="3972870"/>
                      <a:pt x="5027997" y="3996396"/>
                      <a:pt x="4992866" y="4004387"/>
                    </a:cubicBezTo>
                    <a:lnTo>
                      <a:pt x="4992853" y="4002319"/>
                    </a:lnTo>
                    <a:cubicBezTo>
                      <a:pt x="4912332" y="4011243"/>
                      <a:pt x="4834434" y="3970455"/>
                      <a:pt x="4795892" y="3899193"/>
                    </a:cubicBezTo>
                    <a:cubicBezTo>
                      <a:pt x="4781608" y="3865760"/>
                      <a:pt x="4783892" y="3827553"/>
                      <a:pt x="4802074" y="3796070"/>
                    </a:cubicBezTo>
                    <a:cubicBezTo>
                      <a:pt x="4817879" y="3763295"/>
                      <a:pt x="4847955" y="3739693"/>
                      <a:pt x="4883544" y="3732138"/>
                    </a:cubicBezTo>
                    <a:close/>
                    <a:moveTo>
                      <a:pt x="484020" y="3640799"/>
                    </a:moveTo>
                    <a:lnTo>
                      <a:pt x="496393" y="3667609"/>
                    </a:lnTo>
                    <a:lnTo>
                      <a:pt x="508770" y="3693397"/>
                    </a:lnTo>
                    <a:lnTo>
                      <a:pt x="368516" y="3877985"/>
                    </a:lnTo>
                    <a:lnTo>
                      <a:pt x="554147" y="3791358"/>
                    </a:lnTo>
                    <a:lnTo>
                      <a:pt x="564464" y="3815083"/>
                    </a:lnTo>
                    <a:lnTo>
                      <a:pt x="575799" y="3838803"/>
                    </a:lnTo>
                    <a:lnTo>
                      <a:pt x="311796" y="3961527"/>
                    </a:lnTo>
                    <a:lnTo>
                      <a:pt x="300448" y="3936777"/>
                    </a:lnTo>
                    <a:lnTo>
                      <a:pt x="289114" y="3910985"/>
                    </a:lnTo>
                    <a:lnTo>
                      <a:pt x="432461" y="3722274"/>
                    </a:lnTo>
                    <a:lnTo>
                      <a:pt x="241669" y="3810956"/>
                    </a:lnTo>
                    <a:lnTo>
                      <a:pt x="231364" y="3787235"/>
                    </a:lnTo>
                    <a:lnTo>
                      <a:pt x="220016" y="3763511"/>
                    </a:lnTo>
                    <a:close/>
                    <a:moveTo>
                      <a:pt x="5190696" y="3522202"/>
                    </a:moveTo>
                    <a:lnTo>
                      <a:pt x="5214407" y="3530452"/>
                    </a:lnTo>
                    <a:lnTo>
                      <a:pt x="5238128" y="3540770"/>
                    </a:lnTo>
                    <a:lnTo>
                      <a:pt x="5171098" y="3717108"/>
                    </a:lnTo>
                    <a:lnTo>
                      <a:pt x="4898845" y="3612952"/>
                    </a:lnTo>
                    <a:lnTo>
                      <a:pt x="4909150" y="3586134"/>
                    </a:lnTo>
                    <a:lnTo>
                      <a:pt x="4919468" y="3560359"/>
                    </a:lnTo>
                    <a:lnTo>
                      <a:pt x="5142225" y="3645956"/>
                    </a:lnTo>
                    <a:close/>
                    <a:moveTo>
                      <a:pt x="432461" y="3510855"/>
                    </a:moveTo>
                    <a:lnTo>
                      <a:pt x="442766" y="3537673"/>
                    </a:lnTo>
                    <a:lnTo>
                      <a:pt x="453083" y="3563452"/>
                    </a:lnTo>
                    <a:lnTo>
                      <a:pt x="180834" y="3667609"/>
                    </a:lnTo>
                    <a:lnTo>
                      <a:pt x="170517" y="3641829"/>
                    </a:lnTo>
                    <a:lnTo>
                      <a:pt x="161237" y="3616037"/>
                    </a:lnTo>
                    <a:close/>
                    <a:moveTo>
                      <a:pt x="175851" y="3314478"/>
                    </a:moveTo>
                    <a:lnTo>
                      <a:pt x="189254" y="3366046"/>
                    </a:lnTo>
                    <a:lnTo>
                      <a:pt x="172754" y="3371198"/>
                    </a:lnTo>
                    <a:cubicBezTo>
                      <a:pt x="159428" y="3373266"/>
                      <a:pt x="146945" y="3378982"/>
                      <a:pt x="136656" y="3387698"/>
                    </a:cubicBezTo>
                    <a:cubicBezTo>
                      <a:pt x="129428" y="3395016"/>
                      <a:pt x="127012" y="3405842"/>
                      <a:pt x="130474" y="3415546"/>
                    </a:cubicBezTo>
                    <a:cubicBezTo>
                      <a:pt x="132250" y="3424402"/>
                      <a:pt x="137936" y="3431978"/>
                      <a:pt x="145936" y="3436169"/>
                    </a:cubicBezTo>
                    <a:cubicBezTo>
                      <a:pt x="155932" y="3439796"/>
                      <a:pt x="166885" y="3439796"/>
                      <a:pt x="176881" y="3436169"/>
                    </a:cubicBezTo>
                    <a:lnTo>
                      <a:pt x="383130" y="3378410"/>
                    </a:lnTo>
                    <a:lnTo>
                      <a:pt x="390342" y="3405228"/>
                    </a:lnTo>
                    <a:lnTo>
                      <a:pt x="397562" y="3432046"/>
                    </a:lnTo>
                    <a:lnTo>
                      <a:pt x="191313" y="3485668"/>
                    </a:lnTo>
                    <a:cubicBezTo>
                      <a:pt x="168911" y="3495177"/>
                      <a:pt x="143597" y="3495177"/>
                      <a:pt x="121186" y="3485668"/>
                    </a:cubicBezTo>
                    <a:cubicBezTo>
                      <a:pt x="101059" y="3472969"/>
                      <a:pt x="87203" y="3452376"/>
                      <a:pt x="83034" y="3428948"/>
                    </a:cubicBezTo>
                    <a:cubicBezTo>
                      <a:pt x="74220" y="3405864"/>
                      <a:pt x="76491" y="3380012"/>
                      <a:pt x="89224" y="3358821"/>
                    </a:cubicBezTo>
                    <a:cubicBezTo>
                      <a:pt x="106907" y="3337495"/>
                      <a:pt x="131906" y="3323516"/>
                      <a:pt x="159351" y="3319631"/>
                    </a:cubicBezTo>
                    <a:close/>
                    <a:moveTo>
                      <a:pt x="5138274" y="3210244"/>
                    </a:moveTo>
                    <a:cubicBezTo>
                      <a:pt x="5125043" y="3210244"/>
                      <a:pt x="5111813" y="3212330"/>
                      <a:pt x="5099086" y="3216504"/>
                    </a:cubicBezTo>
                    <a:cubicBezTo>
                      <a:pt x="5079077" y="3223868"/>
                      <a:pt x="5064268" y="3241017"/>
                      <a:pt x="5059891" y="3261881"/>
                    </a:cubicBezTo>
                    <a:cubicBezTo>
                      <a:pt x="5054264" y="3282483"/>
                      <a:pt x="5059298" y="3304538"/>
                      <a:pt x="5073306" y="3320669"/>
                    </a:cubicBezTo>
                    <a:cubicBezTo>
                      <a:pt x="5092234" y="3339495"/>
                      <a:pt x="5116247" y="3352402"/>
                      <a:pt x="5142395" y="3357783"/>
                    </a:cubicBezTo>
                    <a:cubicBezTo>
                      <a:pt x="5167221" y="3365686"/>
                      <a:pt x="5193886" y="3365686"/>
                      <a:pt x="5218712" y="3357783"/>
                    </a:cubicBezTo>
                    <a:cubicBezTo>
                      <a:pt x="5238386" y="3349957"/>
                      <a:pt x="5253013" y="3333021"/>
                      <a:pt x="5257895" y="3312406"/>
                    </a:cubicBezTo>
                    <a:cubicBezTo>
                      <a:pt x="5263526" y="3291805"/>
                      <a:pt x="5258500" y="3269762"/>
                      <a:pt x="5244492" y="3253631"/>
                    </a:cubicBezTo>
                    <a:lnTo>
                      <a:pt x="5244492" y="3252601"/>
                    </a:lnTo>
                    <a:cubicBezTo>
                      <a:pt x="5226539" y="3233775"/>
                      <a:pt x="5203068" y="3221127"/>
                      <a:pt x="5177463" y="3216504"/>
                    </a:cubicBezTo>
                    <a:cubicBezTo>
                      <a:pt x="5164736" y="3212330"/>
                      <a:pt x="5151505" y="3210244"/>
                      <a:pt x="5138274" y="3210244"/>
                    </a:cubicBezTo>
                    <a:close/>
                    <a:moveTo>
                      <a:pt x="5126906" y="3154598"/>
                    </a:moveTo>
                    <a:cubicBezTo>
                      <a:pt x="5146974" y="3153550"/>
                      <a:pt x="5167221" y="3155951"/>
                      <a:pt x="5186742" y="3161852"/>
                    </a:cubicBezTo>
                    <a:cubicBezTo>
                      <a:pt x="5227289" y="3169148"/>
                      <a:pt x="5263869" y="3190737"/>
                      <a:pt x="5289865" y="3222699"/>
                    </a:cubicBezTo>
                    <a:cubicBezTo>
                      <a:pt x="5328322" y="3283283"/>
                      <a:pt x="5310382" y="3363576"/>
                      <a:pt x="5249797" y="3402033"/>
                    </a:cubicBezTo>
                    <a:cubicBezTo>
                      <a:pt x="5248051" y="3403135"/>
                      <a:pt x="5246289" y="3404207"/>
                      <a:pt x="5244492" y="3405228"/>
                    </a:cubicBezTo>
                    <a:lnTo>
                      <a:pt x="5240365" y="3407296"/>
                    </a:lnTo>
                    <a:cubicBezTo>
                      <a:pt x="5163484" y="3435283"/>
                      <a:pt x="5077302" y="3413639"/>
                      <a:pt x="5022768" y="3352631"/>
                    </a:cubicBezTo>
                    <a:cubicBezTo>
                      <a:pt x="5000455" y="3323203"/>
                      <a:pt x="4993544" y="3284877"/>
                      <a:pt x="5004209" y="3249504"/>
                    </a:cubicBezTo>
                    <a:cubicBezTo>
                      <a:pt x="5012188" y="3214123"/>
                      <a:pt x="5035675" y="3184199"/>
                      <a:pt x="5068141" y="3168042"/>
                    </a:cubicBezTo>
                    <a:cubicBezTo>
                      <a:pt x="5086948" y="3160144"/>
                      <a:pt x="5106838" y="3155646"/>
                      <a:pt x="5126906" y="3154598"/>
                    </a:cubicBezTo>
                    <a:close/>
                    <a:moveTo>
                      <a:pt x="332419" y="3145784"/>
                    </a:moveTo>
                    <a:lnTo>
                      <a:pt x="337575" y="3173631"/>
                    </a:lnTo>
                    <a:lnTo>
                      <a:pt x="342736" y="3201479"/>
                    </a:lnTo>
                    <a:lnTo>
                      <a:pt x="57080" y="3256135"/>
                    </a:lnTo>
                    <a:lnTo>
                      <a:pt x="51915" y="3229313"/>
                    </a:lnTo>
                    <a:lnTo>
                      <a:pt x="46763" y="3201479"/>
                    </a:lnTo>
                    <a:close/>
                    <a:moveTo>
                      <a:pt x="298393" y="2871475"/>
                    </a:moveTo>
                    <a:lnTo>
                      <a:pt x="322114" y="3066382"/>
                    </a:lnTo>
                    <a:lnTo>
                      <a:pt x="296334" y="3069479"/>
                    </a:lnTo>
                    <a:lnTo>
                      <a:pt x="270554" y="3072576"/>
                    </a:lnTo>
                    <a:lnTo>
                      <a:pt x="253016" y="2933352"/>
                    </a:lnTo>
                    <a:lnTo>
                      <a:pt x="192169" y="2940573"/>
                    </a:lnTo>
                    <a:lnTo>
                      <a:pt x="207639" y="3070509"/>
                    </a:lnTo>
                    <a:lnTo>
                      <a:pt x="183932" y="3073606"/>
                    </a:lnTo>
                    <a:lnTo>
                      <a:pt x="158139" y="3076699"/>
                    </a:lnTo>
                    <a:lnTo>
                      <a:pt x="142669" y="2946755"/>
                    </a:lnTo>
                    <a:lnTo>
                      <a:pt x="67390" y="2956047"/>
                    </a:lnTo>
                    <a:lnTo>
                      <a:pt x="84919" y="3102479"/>
                    </a:lnTo>
                    <a:lnTo>
                      <a:pt x="60178" y="3105576"/>
                    </a:lnTo>
                    <a:lnTo>
                      <a:pt x="34390" y="3108674"/>
                    </a:lnTo>
                    <a:lnTo>
                      <a:pt x="8610" y="2906535"/>
                    </a:lnTo>
                    <a:close/>
                    <a:moveTo>
                      <a:pt x="5165090" y="2814306"/>
                    </a:moveTo>
                    <a:lnTo>
                      <a:pt x="5159933" y="2870001"/>
                    </a:lnTo>
                    <a:cubicBezTo>
                      <a:pt x="5146649" y="2871128"/>
                      <a:pt x="5134200" y="2876984"/>
                      <a:pt x="5124865" y="2886501"/>
                    </a:cubicBezTo>
                    <a:cubicBezTo>
                      <a:pt x="5114755" y="2896785"/>
                      <a:pt x="5108552" y="2910285"/>
                      <a:pt x="5107340" y="2924653"/>
                    </a:cubicBezTo>
                    <a:cubicBezTo>
                      <a:pt x="5104459" y="2946827"/>
                      <a:pt x="5112988" y="2968945"/>
                      <a:pt x="5130022" y="2983433"/>
                    </a:cubicBezTo>
                    <a:cubicBezTo>
                      <a:pt x="5150581" y="3000594"/>
                      <a:pt x="5176467" y="3010068"/>
                      <a:pt x="5203242" y="3010250"/>
                    </a:cubicBezTo>
                    <a:cubicBezTo>
                      <a:pt x="5229683" y="3014538"/>
                      <a:pt x="5256801" y="3010195"/>
                      <a:pt x="5280589" y="2997878"/>
                    </a:cubicBezTo>
                    <a:cubicBezTo>
                      <a:pt x="5298852" y="2985000"/>
                      <a:pt x="5310255" y="2964496"/>
                      <a:pt x="5311521" y="2942183"/>
                    </a:cubicBezTo>
                    <a:lnTo>
                      <a:pt x="5311534" y="2942183"/>
                    </a:lnTo>
                    <a:cubicBezTo>
                      <a:pt x="5313394" y="2921937"/>
                      <a:pt x="5304852" y="2902124"/>
                      <a:pt x="5288839" y="2889598"/>
                    </a:cubicBezTo>
                    <a:cubicBezTo>
                      <a:pt x="5278695" y="2881683"/>
                      <a:pt x="5267140" y="2875725"/>
                      <a:pt x="5254810" y="2872056"/>
                    </a:cubicBezTo>
                    <a:lnTo>
                      <a:pt x="5254810" y="2933933"/>
                    </a:lnTo>
                    <a:lnTo>
                      <a:pt x="5204272" y="2933933"/>
                    </a:lnTo>
                    <a:lnTo>
                      <a:pt x="5214590" y="2822556"/>
                    </a:lnTo>
                    <a:lnTo>
                      <a:pt x="5370309" y="2835971"/>
                    </a:lnTo>
                    <a:lnTo>
                      <a:pt x="5370309" y="2873098"/>
                    </a:lnTo>
                    <a:lnTo>
                      <a:pt x="5337310" y="2873098"/>
                    </a:lnTo>
                    <a:cubicBezTo>
                      <a:pt x="5362157" y="2891471"/>
                      <a:pt x="5375161" y="2921827"/>
                      <a:pt x="5371339" y="2952501"/>
                    </a:cubicBezTo>
                    <a:lnTo>
                      <a:pt x="5362059" y="2957653"/>
                    </a:lnTo>
                    <a:cubicBezTo>
                      <a:pt x="5360623" y="2993416"/>
                      <a:pt x="5342237" y="3026339"/>
                      <a:pt x="5312560" y="3046335"/>
                    </a:cubicBezTo>
                    <a:cubicBezTo>
                      <a:pt x="5278996" y="3068064"/>
                      <a:pt x="5238678" y="3076856"/>
                      <a:pt x="5199115" y="3071085"/>
                    </a:cubicBezTo>
                    <a:cubicBezTo>
                      <a:pt x="5158463" y="3069356"/>
                      <a:pt x="5119734" y="3053276"/>
                      <a:pt x="5089810" y="3025712"/>
                    </a:cubicBezTo>
                    <a:cubicBezTo>
                      <a:pt x="5062840" y="2998653"/>
                      <a:pt x="5050552" y="2960276"/>
                      <a:pt x="5056806" y="2922585"/>
                    </a:cubicBezTo>
                    <a:cubicBezTo>
                      <a:pt x="5058268" y="2893700"/>
                      <a:pt x="5069963" y="2866285"/>
                      <a:pt x="5089810" y="2845251"/>
                    </a:cubicBezTo>
                    <a:cubicBezTo>
                      <a:pt x="5109603" y="2825048"/>
                      <a:pt x="5136819" y="2813861"/>
                      <a:pt x="5165090" y="2814306"/>
                    </a:cubicBezTo>
                    <a:close/>
                    <a:moveTo>
                      <a:pt x="176868" y="2618374"/>
                    </a:moveTo>
                    <a:lnTo>
                      <a:pt x="176868" y="2682319"/>
                    </a:lnTo>
                    <a:cubicBezTo>
                      <a:pt x="175377" y="2693167"/>
                      <a:pt x="177940" y="2704188"/>
                      <a:pt x="184089" y="2713251"/>
                    </a:cubicBezTo>
                    <a:cubicBezTo>
                      <a:pt x="190466" y="2720819"/>
                      <a:pt x="199983" y="2725010"/>
                      <a:pt x="209868" y="2724599"/>
                    </a:cubicBezTo>
                    <a:cubicBezTo>
                      <a:pt x="218703" y="2725281"/>
                      <a:pt x="227266" y="2721391"/>
                      <a:pt x="232550" y="2714281"/>
                    </a:cubicBezTo>
                    <a:cubicBezTo>
                      <a:pt x="238097" y="2704167"/>
                      <a:pt x="240944" y="2692811"/>
                      <a:pt x="240800" y="2681281"/>
                    </a:cubicBezTo>
                    <a:lnTo>
                      <a:pt x="240813" y="2619413"/>
                    </a:lnTo>
                    <a:close/>
                    <a:moveTo>
                      <a:pt x="50021" y="2618374"/>
                    </a:moveTo>
                    <a:lnTo>
                      <a:pt x="50021" y="2686442"/>
                    </a:lnTo>
                    <a:cubicBezTo>
                      <a:pt x="49352" y="2698171"/>
                      <a:pt x="52619" y="2709785"/>
                      <a:pt x="59309" y="2719446"/>
                    </a:cubicBezTo>
                    <a:cubicBezTo>
                      <a:pt x="67886" y="2726883"/>
                      <a:pt x="78885" y="2730921"/>
                      <a:pt x="90241" y="2730781"/>
                    </a:cubicBezTo>
                    <a:cubicBezTo>
                      <a:pt x="100758" y="2731374"/>
                      <a:pt x="110979" y="2727217"/>
                      <a:pt x="118089" y="2719446"/>
                    </a:cubicBezTo>
                    <a:cubicBezTo>
                      <a:pt x="124932" y="2709861"/>
                      <a:pt x="128212" y="2698192"/>
                      <a:pt x="127368" y="2686442"/>
                    </a:cubicBezTo>
                    <a:lnTo>
                      <a:pt x="127368" y="2619413"/>
                    </a:lnTo>
                    <a:close/>
                    <a:moveTo>
                      <a:pt x="521" y="2563722"/>
                    </a:moveTo>
                    <a:lnTo>
                      <a:pt x="291342" y="2568875"/>
                    </a:lnTo>
                    <a:lnTo>
                      <a:pt x="291342" y="2595692"/>
                    </a:lnTo>
                    <a:lnTo>
                      <a:pt x="291342" y="2698819"/>
                    </a:lnTo>
                    <a:cubicBezTo>
                      <a:pt x="292465" y="2720667"/>
                      <a:pt x="285071" y="2742116"/>
                      <a:pt x="270715" y="2758628"/>
                    </a:cubicBezTo>
                    <a:cubicBezTo>
                      <a:pt x="256694" y="2773632"/>
                      <a:pt x="236491" y="2781255"/>
                      <a:pt x="216050" y="2779251"/>
                    </a:cubicBezTo>
                    <a:cubicBezTo>
                      <a:pt x="194898" y="2780421"/>
                      <a:pt x="174487" y="2771175"/>
                      <a:pt x="161398" y="2754501"/>
                    </a:cubicBezTo>
                    <a:cubicBezTo>
                      <a:pt x="159296" y="2751645"/>
                      <a:pt x="157563" y="2748527"/>
                      <a:pt x="156245" y="2745222"/>
                    </a:cubicBezTo>
                    <a:cubicBezTo>
                      <a:pt x="153419" y="2751090"/>
                      <a:pt x="149966" y="2756624"/>
                      <a:pt x="145928" y="2761721"/>
                    </a:cubicBezTo>
                    <a:cubicBezTo>
                      <a:pt x="132512" y="2778569"/>
                      <a:pt x="111733" y="2787806"/>
                      <a:pt x="90241" y="2786476"/>
                    </a:cubicBezTo>
                    <a:cubicBezTo>
                      <a:pt x="64780" y="2787611"/>
                      <a:pt x="40030" y="2777865"/>
                      <a:pt x="22174" y="2759654"/>
                    </a:cubicBezTo>
                    <a:cubicBezTo>
                      <a:pt x="5598" y="2738650"/>
                      <a:pt x="-2165" y="2712027"/>
                      <a:pt x="521" y="2685404"/>
                    </a:cubicBezTo>
                    <a:lnTo>
                      <a:pt x="521" y="2590540"/>
                    </a:lnTo>
                    <a:close/>
                    <a:moveTo>
                      <a:pt x="5076221" y="2512595"/>
                    </a:moveTo>
                    <a:lnTo>
                      <a:pt x="5259793" y="2594069"/>
                    </a:lnTo>
                    <a:lnTo>
                      <a:pt x="5370131" y="2589942"/>
                    </a:lnTo>
                    <a:lnTo>
                      <a:pt x="5371170" y="2618819"/>
                    </a:lnTo>
                    <a:lnTo>
                      <a:pt x="5372199" y="2646654"/>
                    </a:lnTo>
                    <a:lnTo>
                      <a:pt x="5262878" y="2649751"/>
                    </a:lnTo>
                    <a:lnTo>
                      <a:pt x="5084471" y="2749781"/>
                    </a:lnTo>
                    <a:lnTo>
                      <a:pt x="5083442" y="2716781"/>
                    </a:lnTo>
                    <a:lnTo>
                      <a:pt x="5082416" y="2683781"/>
                    </a:lnTo>
                    <a:lnTo>
                      <a:pt x="5206166" y="2622942"/>
                    </a:lnTo>
                    <a:lnTo>
                      <a:pt x="5207196" y="2622942"/>
                    </a:lnTo>
                    <a:lnTo>
                      <a:pt x="5078289" y="2575502"/>
                    </a:lnTo>
                    <a:lnTo>
                      <a:pt x="5077251" y="2543527"/>
                    </a:lnTo>
                    <a:close/>
                    <a:moveTo>
                      <a:pt x="605887" y="985886"/>
                    </a:moveTo>
                    <a:cubicBezTo>
                      <a:pt x="604415" y="988441"/>
                      <a:pt x="604415" y="991581"/>
                      <a:pt x="605887" y="994136"/>
                    </a:cubicBezTo>
                    <a:lnTo>
                      <a:pt x="605887" y="998261"/>
                    </a:lnTo>
                    <a:lnTo>
                      <a:pt x="601762" y="998261"/>
                    </a:lnTo>
                    <a:close/>
                    <a:moveTo>
                      <a:pt x="667763" y="958039"/>
                    </a:moveTo>
                    <a:cubicBezTo>
                      <a:pt x="671888" y="958039"/>
                      <a:pt x="685292" y="958039"/>
                      <a:pt x="690446" y="958039"/>
                    </a:cubicBezTo>
                    <a:lnTo>
                      <a:pt x="699735" y="967329"/>
                    </a:lnTo>
                    <a:cubicBezTo>
                      <a:pt x="704705" y="971638"/>
                      <a:pt x="709198" y="976478"/>
                      <a:pt x="713139" y="981761"/>
                    </a:cubicBezTo>
                    <a:cubicBezTo>
                      <a:pt x="713139" y="981761"/>
                      <a:pt x="713139" y="994136"/>
                      <a:pt x="721389" y="1003414"/>
                    </a:cubicBezTo>
                    <a:lnTo>
                      <a:pt x="735821" y="1020943"/>
                    </a:lnTo>
                    <a:lnTo>
                      <a:pt x="763668" y="1049818"/>
                    </a:lnTo>
                    <a:cubicBezTo>
                      <a:pt x="769276" y="1055621"/>
                      <a:pt x="774452" y="1061825"/>
                      <a:pt x="779140" y="1068386"/>
                    </a:cubicBezTo>
                    <a:lnTo>
                      <a:pt x="793572" y="1083858"/>
                    </a:lnTo>
                    <a:cubicBezTo>
                      <a:pt x="799765" y="1090040"/>
                      <a:pt x="804919" y="1083858"/>
                      <a:pt x="806987" y="1090040"/>
                    </a:cubicBezTo>
                    <a:lnTo>
                      <a:pt x="813169" y="1090040"/>
                    </a:lnTo>
                    <a:cubicBezTo>
                      <a:pt x="813169" y="1090040"/>
                      <a:pt x="822447" y="1090040"/>
                      <a:pt x="824515" y="1097261"/>
                    </a:cubicBezTo>
                    <a:cubicBezTo>
                      <a:pt x="826572" y="1104483"/>
                      <a:pt x="831737" y="1110665"/>
                      <a:pt x="838948" y="1120983"/>
                    </a:cubicBezTo>
                    <a:cubicBezTo>
                      <a:pt x="842672" y="1126039"/>
                      <a:pt x="844491" y="1132243"/>
                      <a:pt x="844112" y="1138512"/>
                    </a:cubicBezTo>
                    <a:cubicBezTo>
                      <a:pt x="843527" y="1149837"/>
                      <a:pt x="841091" y="1160989"/>
                      <a:pt x="836890" y="1171512"/>
                    </a:cubicBezTo>
                    <a:cubicBezTo>
                      <a:pt x="831737" y="1182859"/>
                      <a:pt x="836890" y="1198320"/>
                      <a:pt x="836890" y="1206570"/>
                    </a:cubicBezTo>
                    <a:cubicBezTo>
                      <a:pt x="834877" y="1215848"/>
                      <a:pt x="831758" y="1224856"/>
                      <a:pt x="827612" y="1233388"/>
                    </a:cubicBezTo>
                    <a:cubicBezTo>
                      <a:pt x="823389" y="1246099"/>
                      <a:pt x="820618" y="1259243"/>
                      <a:pt x="819362" y="1272570"/>
                    </a:cubicBezTo>
                    <a:cubicBezTo>
                      <a:pt x="819362" y="1279792"/>
                      <a:pt x="813169" y="1287014"/>
                      <a:pt x="811112" y="1294235"/>
                    </a:cubicBezTo>
                    <a:cubicBezTo>
                      <a:pt x="812238" y="1307271"/>
                      <a:pt x="812238" y="1320382"/>
                      <a:pt x="811112" y="1333418"/>
                    </a:cubicBezTo>
                    <a:cubicBezTo>
                      <a:pt x="811112" y="1340639"/>
                      <a:pt x="791515" y="1333418"/>
                      <a:pt x="782236" y="1333418"/>
                    </a:cubicBezTo>
                    <a:lnTo>
                      <a:pt x="765736" y="1333418"/>
                    </a:lnTo>
                    <a:cubicBezTo>
                      <a:pt x="765736" y="1333418"/>
                      <a:pt x="755418" y="1327235"/>
                      <a:pt x="751293" y="1325168"/>
                    </a:cubicBezTo>
                    <a:lnTo>
                      <a:pt x="736861" y="1317946"/>
                    </a:lnTo>
                    <a:cubicBezTo>
                      <a:pt x="733937" y="1313962"/>
                      <a:pt x="733937" y="1308537"/>
                      <a:pt x="736861" y="1304542"/>
                    </a:cubicBezTo>
                    <a:cubicBezTo>
                      <a:pt x="736861" y="1304542"/>
                      <a:pt x="743043" y="1298360"/>
                      <a:pt x="744071" y="1294235"/>
                    </a:cubicBezTo>
                    <a:cubicBezTo>
                      <a:pt x="746388" y="1287165"/>
                      <a:pt x="748121" y="1279922"/>
                      <a:pt x="749225" y="1272570"/>
                    </a:cubicBezTo>
                    <a:cubicBezTo>
                      <a:pt x="750589" y="1265219"/>
                      <a:pt x="753393" y="1258214"/>
                      <a:pt x="757475" y="1251945"/>
                    </a:cubicBezTo>
                    <a:cubicBezTo>
                      <a:pt x="761633" y="1238736"/>
                      <a:pt x="765076" y="1225311"/>
                      <a:pt x="767793" y="1211723"/>
                    </a:cubicBezTo>
                    <a:cubicBezTo>
                      <a:pt x="767793" y="1205541"/>
                      <a:pt x="772958" y="1194195"/>
                      <a:pt x="767793" y="1188012"/>
                    </a:cubicBezTo>
                    <a:cubicBezTo>
                      <a:pt x="758807" y="1179048"/>
                      <a:pt x="749149" y="1170776"/>
                      <a:pt x="738918" y="1163262"/>
                    </a:cubicBezTo>
                    <a:cubicBezTo>
                      <a:pt x="735540" y="1162342"/>
                      <a:pt x="731978" y="1162342"/>
                      <a:pt x="728610" y="1163262"/>
                    </a:cubicBezTo>
                    <a:cubicBezTo>
                      <a:pt x="726510" y="1168643"/>
                      <a:pt x="723349" y="1173559"/>
                      <a:pt x="719321" y="1177705"/>
                    </a:cubicBezTo>
                    <a:cubicBezTo>
                      <a:pt x="719321" y="1177694"/>
                      <a:pt x="719321" y="1189041"/>
                      <a:pt x="712110" y="1193166"/>
                    </a:cubicBezTo>
                    <a:cubicBezTo>
                      <a:pt x="704889" y="1197291"/>
                      <a:pt x="712110" y="1202456"/>
                      <a:pt x="704889" y="1203484"/>
                    </a:cubicBezTo>
                    <a:cubicBezTo>
                      <a:pt x="701890" y="1204588"/>
                      <a:pt x="698609" y="1204588"/>
                      <a:pt x="695610" y="1203484"/>
                    </a:cubicBezTo>
                    <a:cubicBezTo>
                      <a:pt x="687360" y="1203484"/>
                      <a:pt x="684263" y="1196263"/>
                      <a:pt x="678070" y="1192138"/>
                    </a:cubicBezTo>
                    <a:cubicBezTo>
                      <a:pt x="671888" y="1188012"/>
                      <a:pt x="670860" y="1192138"/>
                      <a:pt x="665695" y="1185945"/>
                    </a:cubicBezTo>
                    <a:cubicBezTo>
                      <a:pt x="660336" y="1178377"/>
                      <a:pt x="654100" y="1171458"/>
                      <a:pt x="647138" y="1165319"/>
                    </a:cubicBezTo>
                    <a:cubicBezTo>
                      <a:pt x="637859" y="1158109"/>
                      <a:pt x="647138" y="1147791"/>
                      <a:pt x="647138" y="1142637"/>
                    </a:cubicBezTo>
                    <a:cubicBezTo>
                      <a:pt x="647138" y="1137483"/>
                      <a:pt x="652292" y="1127165"/>
                      <a:pt x="657445" y="1120983"/>
                    </a:cubicBezTo>
                    <a:cubicBezTo>
                      <a:pt x="661473" y="1117389"/>
                      <a:pt x="664959" y="1113220"/>
                      <a:pt x="667763" y="1108608"/>
                    </a:cubicBezTo>
                    <a:cubicBezTo>
                      <a:pt x="671574" y="1101105"/>
                      <a:pt x="674346" y="1093126"/>
                      <a:pt x="676013" y="1084886"/>
                    </a:cubicBezTo>
                    <a:cubicBezTo>
                      <a:pt x="676013" y="1077665"/>
                      <a:pt x="676013" y="1070454"/>
                      <a:pt x="667763" y="1063233"/>
                    </a:cubicBezTo>
                    <a:cubicBezTo>
                      <a:pt x="659513" y="1056011"/>
                      <a:pt x="652292" y="1039511"/>
                      <a:pt x="639916" y="1027136"/>
                    </a:cubicBezTo>
                    <a:cubicBezTo>
                      <a:pt x="632511" y="1019806"/>
                      <a:pt x="622496" y="1015724"/>
                      <a:pt x="612080" y="1015789"/>
                    </a:cubicBezTo>
                    <a:cubicBezTo>
                      <a:pt x="609255" y="1015269"/>
                      <a:pt x="606916" y="1013310"/>
                      <a:pt x="605887" y="1010636"/>
                    </a:cubicBezTo>
                    <a:lnTo>
                      <a:pt x="605887" y="998261"/>
                    </a:lnTo>
                    <a:lnTo>
                      <a:pt x="607303" y="998261"/>
                    </a:lnTo>
                    <a:cubicBezTo>
                      <a:pt x="610267" y="998261"/>
                      <a:pt x="613618" y="998261"/>
                      <a:pt x="615166" y="998261"/>
                    </a:cubicBezTo>
                    <a:cubicBezTo>
                      <a:pt x="620569" y="994093"/>
                      <a:pt x="625733" y="989610"/>
                      <a:pt x="630638" y="984858"/>
                    </a:cubicBezTo>
                    <a:cubicBezTo>
                      <a:pt x="635358" y="980289"/>
                      <a:pt x="639830" y="975460"/>
                      <a:pt x="644041" y="970415"/>
                    </a:cubicBezTo>
                    <a:cubicBezTo>
                      <a:pt x="647051" y="966961"/>
                      <a:pt x="650992" y="964460"/>
                      <a:pt x="655388" y="963193"/>
                    </a:cubicBezTo>
                    <a:cubicBezTo>
                      <a:pt x="655388" y="963193"/>
                      <a:pt x="663638" y="958039"/>
                      <a:pt x="667763" y="958039"/>
                    </a:cubicBezTo>
                    <a:close/>
                    <a:moveTo>
                      <a:pt x="4670338" y="809159"/>
                    </a:moveTo>
                    <a:cubicBezTo>
                      <a:pt x="4673689" y="808515"/>
                      <a:pt x="4677814" y="809029"/>
                      <a:pt x="4680391" y="812634"/>
                    </a:cubicBezTo>
                    <a:cubicBezTo>
                      <a:pt x="4685545" y="819856"/>
                      <a:pt x="4686584" y="818827"/>
                      <a:pt x="4688641" y="820884"/>
                    </a:cubicBezTo>
                    <a:cubicBezTo>
                      <a:pt x="4690709" y="822952"/>
                      <a:pt x="4694834" y="820884"/>
                      <a:pt x="4695863" y="820884"/>
                    </a:cubicBezTo>
                    <a:cubicBezTo>
                      <a:pt x="4697768" y="823689"/>
                      <a:pt x="4697768" y="827370"/>
                      <a:pt x="4695863" y="830174"/>
                    </a:cubicBezTo>
                    <a:cubicBezTo>
                      <a:pt x="4695863" y="835327"/>
                      <a:pt x="4689670" y="836356"/>
                      <a:pt x="4687613" y="841510"/>
                    </a:cubicBezTo>
                    <a:cubicBezTo>
                      <a:pt x="4685545" y="846674"/>
                      <a:pt x="4676266" y="849760"/>
                      <a:pt x="4675238" y="853885"/>
                    </a:cubicBezTo>
                    <a:cubicBezTo>
                      <a:pt x="4674209" y="858021"/>
                      <a:pt x="4675238" y="861106"/>
                      <a:pt x="4668016" y="861106"/>
                    </a:cubicBezTo>
                    <a:cubicBezTo>
                      <a:pt x="4660794" y="861106"/>
                      <a:pt x="4660794" y="867299"/>
                      <a:pt x="4658737" y="868328"/>
                    </a:cubicBezTo>
                    <a:cubicBezTo>
                      <a:pt x="4655197" y="872020"/>
                      <a:pt x="4651408" y="875463"/>
                      <a:pt x="4647391" y="878635"/>
                    </a:cubicBezTo>
                    <a:lnTo>
                      <a:pt x="4627794" y="899260"/>
                    </a:lnTo>
                    <a:cubicBezTo>
                      <a:pt x="4627794" y="899260"/>
                      <a:pt x="4627794" y="909579"/>
                      <a:pt x="4616459" y="914732"/>
                    </a:cubicBezTo>
                    <a:lnTo>
                      <a:pt x="4606141" y="924011"/>
                    </a:lnTo>
                    <a:cubicBezTo>
                      <a:pt x="4599958" y="929164"/>
                      <a:pt x="4591708" y="924011"/>
                      <a:pt x="4589640" y="932261"/>
                    </a:cubicBezTo>
                    <a:cubicBezTo>
                      <a:pt x="4588092" y="935888"/>
                      <a:pt x="4588092" y="939981"/>
                      <a:pt x="4589640" y="943608"/>
                    </a:cubicBezTo>
                    <a:cubicBezTo>
                      <a:pt x="4589640" y="943608"/>
                      <a:pt x="4600987" y="949800"/>
                      <a:pt x="4604083" y="951858"/>
                    </a:cubicBezTo>
                    <a:cubicBezTo>
                      <a:pt x="4606985" y="955799"/>
                      <a:pt x="4610460" y="959274"/>
                      <a:pt x="4614391" y="962176"/>
                    </a:cubicBezTo>
                    <a:lnTo>
                      <a:pt x="4632959" y="975579"/>
                    </a:lnTo>
                    <a:lnTo>
                      <a:pt x="4644294" y="981762"/>
                    </a:lnTo>
                    <a:lnTo>
                      <a:pt x="4655641" y="981762"/>
                    </a:lnTo>
                    <a:cubicBezTo>
                      <a:pt x="4657601" y="982693"/>
                      <a:pt x="4659874" y="982693"/>
                      <a:pt x="4661834" y="981762"/>
                    </a:cubicBezTo>
                    <a:cubicBezTo>
                      <a:pt x="4661834" y="975579"/>
                      <a:pt x="4661834" y="973511"/>
                      <a:pt x="4653584" y="970426"/>
                    </a:cubicBezTo>
                    <a:cubicBezTo>
                      <a:pt x="4645334" y="967329"/>
                      <a:pt x="4641209" y="970426"/>
                      <a:pt x="4641209" y="965261"/>
                    </a:cubicBezTo>
                    <a:cubicBezTo>
                      <a:pt x="4641209" y="960108"/>
                      <a:pt x="4641209" y="957011"/>
                      <a:pt x="4647391" y="954954"/>
                    </a:cubicBezTo>
                    <a:cubicBezTo>
                      <a:pt x="4653584" y="952886"/>
                      <a:pt x="4654612" y="945675"/>
                      <a:pt x="4647391" y="942579"/>
                    </a:cubicBezTo>
                    <a:cubicBezTo>
                      <a:pt x="4640180" y="939482"/>
                      <a:pt x="4637084" y="942579"/>
                      <a:pt x="4633987" y="948761"/>
                    </a:cubicBezTo>
                    <a:cubicBezTo>
                      <a:pt x="4631724" y="951327"/>
                      <a:pt x="4627816" y="951576"/>
                      <a:pt x="4625250" y="949313"/>
                    </a:cubicBezTo>
                    <a:cubicBezTo>
                      <a:pt x="4625055" y="949140"/>
                      <a:pt x="4624871" y="948956"/>
                      <a:pt x="4624709" y="948761"/>
                    </a:cubicBezTo>
                    <a:cubicBezTo>
                      <a:pt x="4624709" y="948761"/>
                      <a:pt x="4616459" y="948761"/>
                      <a:pt x="4615419" y="948761"/>
                    </a:cubicBezTo>
                    <a:cubicBezTo>
                      <a:pt x="4613503" y="942503"/>
                      <a:pt x="4616036" y="935726"/>
                      <a:pt x="4621612" y="932261"/>
                    </a:cubicBezTo>
                    <a:cubicBezTo>
                      <a:pt x="4629375" y="924509"/>
                      <a:pt x="4637647" y="917266"/>
                      <a:pt x="4646362" y="910607"/>
                    </a:cubicBezTo>
                    <a:cubicBezTo>
                      <a:pt x="4651516" y="910607"/>
                      <a:pt x="4655641" y="896175"/>
                      <a:pt x="4659766" y="893078"/>
                    </a:cubicBezTo>
                    <a:cubicBezTo>
                      <a:pt x="4667854" y="886062"/>
                      <a:pt x="4675443" y="878484"/>
                      <a:pt x="4682459" y="870385"/>
                    </a:cubicBezTo>
                    <a:cubicBezTo>
                      <a:pt x="4684689" y="867776"/>
                      <a:pt x="4686757" y="865015"/>
                      <a:pt x="4688641" y="862146"/>
                    </a:cubicBezTo>
                    <a:cubicBezTo>
                      <a:pt x="4693199" y="858129"/>
                      <a:pt x="4699067" y="855920"/>
                      <a:pt x="4705141" y="855953"/>
                    </a:cubicBezTo>
                    <a:cubicBezTo>
                      <a:pt x="4708855" y="854946"/>
                      <a:pt x="4712774" y="854946"/>
                      <a:pt x="4716488" y="855953"/>
                    </a:cubicBezTo>
                    <a:cubicBezTo>
                      <a:pt x="4716488" y="855953"/>
                      <a:pt x="4716488" y="866260"/>
                      <a:pt x="4707209" y="871424"/>
                    </a:cubicBezTo>
                    <a:cubicBezTo>
                      <a:pt x="4704134" y="873990"/>
                      <a:pt x="4702261" y="877726"/>
                      <a:pt x="4702056" y="881732"/>
                    </a:cubicBezTo>
                    <a:cubicBezTo>
                      <a:pt x="4695440" y="891747"/>
                      <a:pt x="4687840" y="901079"/>
                      <a:pt x="4679363" y="909579"/>
                    </a:cubicBezTo>
                    <a:cubicBezTo>
                      <a:pt x="4674209" y="909579"/>
                      <a:pt x="4679363" y="914732"/>
                      <a:pt x="4679363" y="918857"/>
                    </a:cubicBezTo>
                    <a:cubicBezTo>
                      <a:pt x="4679363" y="922982"/>
                      <a:pt x="4690709" y="927107"/>
                      <a:pt x="4691738" y="932261"/>
                    </a:cubicBezTo>
                    <a:cubicBezTo>
                      <a:pt x="4692766" y="937425"/>
                      <a:pt x="4691738" y="941550"/>
                      <a:pt x="4691738" y="943608"/>
                    </a:cubicBezTo>
                    <a:cubicBezTo>
                      <a:pt x="4691738" y="945675"/>
                      <a:pt x="4710306" y="943608"/>
                      <a:pt x="4714420" y="943608"/>
                    </a:cubicBezTo>
                    <a:cubicBezTo>
                      <a:pt x="4718545" y="943608"/>
                      <a:pt x="4725766" y="926079"/>
                      <a:pt x="4723709" y="922982"/>
                    </a:cubicBezTo>
                    <a:cubicBezTo>
                      <a:pt x="4721641" y="919886"/>
                      <a:pt x="4714420" y="922982"/>
                      <a:pt x="4709266" y="915761"/>
                    </a:cubicBezTo>
                    <a:cubicBezTo>
                      <a:pt x="4704113" y="908550"/>
                      <a:pt x="4701016" y="915761"/>
                      <a:pt x="4698959" y="915761"/>
                    </a:cubicBezTo>
                    <a:cubicBezTo>
                      <a:pt x="4696891" y="915761"/>
                      <a:pt x="4707209" y="902357"/>
                      <a:pt x="4714420" y="901328"/>
                    </a:cubicBezTo>
                    <a:cubicBezTo>
                      <a:pt x="4720862" y="900083"/>
                      <a:pt x="4726892" y="897247"/>
                      <a:pt x="4731959" y="893078"/>
                    </a:cubicBezTo>
                    <a:cubicBezTo>
                      <a:pt x="4737113" y="887925"/>
                      <a:pt x="4738142" y="877606"/>
                      <a:pt x="4740209" y="875549"/>
                    </a:cubicBezTo>
                    <a:cubicBezTo>
                      <a:pt x="4745872" y="873492"/>
                      <a:pt x="4752076" y="873492"/>
                      <a:pt x="4757738" y="875549"/>
                    </a:cubicBezTo>
                    <a:cubicBezTo>
                      <a:pt x="4757738" y="875549"/>
                      <a:pt x="4757738" y="888953"/>
                      <a:pt x="4757738" y="893078"/>
                    </a:cubicBezTo>
                    <a:cubicBezTo>
                      <a:pt x="4766183" y="895309"/>
                      <a:pt x="4775072" y="895309"/>
                      <a:pt x="4783517" y="893078"/>
                    </a:cubicBezTo>
                    <a:cubicBezTo>
                      <a:pt x="4788670" y="893078"/>
                      <a:pt x="4800017" y="883800"/>
                      <a:pt x="4807239" y="886885"/>
                    </a:cubicBezTo>
                    <a:cubicBezTo>
                      <a:pt x="4814460" y="889982"/>
                      <a:pt x="4807239" y="893078"/>
                      <a:pt x="4814460" y="893078"/>
                    </a:cubicBezTo>
                    <a:lnTo>
                      <a:pt x="4822710" y="899260"/>
                    </a:lnTo>
                    <a:lnTo>
                      <a:pt x="4815489" y="903386"/>
                    </a:lnTo>
                    <a:cubicBezTo>
                      <a:pt x="4818000" y="910748"/>
                      <a:pt x="4818000" y="918716"/>
                      <a:pt x="4815489" y="926079"/>
                    </a:cubicBezTo>
                    <a:cubicBezTo>
                      <a:pt x="4815489" y="933300"/>
                      <a:pt x="4802085" y="936386"/>
                      <a:pt x="4793835" y="935357"/>
                    </a:cubicBezTo>
                    <a:cubicBezTo>
                      <a:pt x="4786018" y="933625"/>
                      <a:pt x="4777919" y="933625"/>
                      <a:pt x="4770113" y="935357"/>
                    </a:cubicBezTo>
                    <a:cubicBezTo>
                      <a:pt x="4770113" y="935357"/>
                      <a:pt x="4756710" y="943608"/>
                      <a:pt x="4756710" y="946704"/>
                    </a:cubicBezTo>
                    <a:cubicBezTo>
                      <a:pt x="4758442" y="952063"/>
                      <a:pt x="4758442" y="957845"/>
                      <a:pt x="4756710" y="963204"/>
                    </a:cubicBezTo>
                    <a:cubicBezTo>
                      <a:pt x="4751556" y="968358"/>
                      <a:pt x="4741238" y="963204"/>
                      <a:pt x="4713391" y="976608"/>
                    </a:cubicBezTo>
                    <a:lnTo>
                      <a:pt x="4686584" y="976608"/>
                    </a:lnTo>
                    <a:cubicBezTo>
                      <a:pt x="4681430" y="976608"/>
                      <a:pt x="4686584" y="991051"/>
                      <a:pt x="4692766" y="997233"/>
                    </a:cubicBezTo>
                    <a:cubicBezTo>
                      <a:pt x="4698959" y="1003415"/>
                      <a:pt x="4679363" y="1004455"/>
                      <a:pt x="4687613" y="1013733"/>
                    </a:cubicBezTo>
                    <a:cubicBezTo>
                      <a:pt x="4695863" y="1023012"/>
                      <a:pt x="4707209" y="1021983"/>
                      <a:pt x="4711334" y="1013733"/>
                    </a:cubicBezTo>
                    <a:cubicBezTo>
                      <a:pt x="4715459" y="1005483"/>
                      <a:pt x="4705141" y="1003415"/>
                      <a:pt x="4705141" y="999301"/>
                    </a:cubicBezTo>
                    <a:cubicBezTo>
                      <a:pt x="4705141" y="995176"/>
                      <a:pt x="4712363" y="984858"/>
                      <a:pt x="4714420" y="985887"/>
                    </a:cubicBezTo>
                    <a:cubicBezTo>
                      <a:pt x="4718426" y="987305"/>
                      <a:pt x="4722800" y="987305"/>
                      <a:pt x="4726795" y="985887"/>
                    </a:cubicBezTo>
                    <a:cubicBezTo>
                      <a:pt x="4726806" y="985887"/>
                      <a:pt x="4735045" y="985887"/>
                      <a:pt x="4739181" y="985887"/>
                    </a:cubicBezTo>
                    <a:cubicBezTo>
                      <a:pt x="4743306" y="985887"/>
                      <a:pt x="4739181" y="976608"/>
                      <a:pt x="4749488" y="974551"/>
                    </a:cubicBezTo>
                    <a:cubicBezTo>
                      <a:pt x="4759795" y="972483"/>
                      <a:pt x="4760835" y="974551"/>
                      <a:pt x="4763920" y="979704"/>
                    </a:cubicBezTo>
                    <a:cubicBezTo>
                      <a:pt x="4767017" y="984858"/>
                      <a:pt x="4774238" y="979704"/>
                      <a:pt x="4778363" y="979704"/>
                    </a:cubicBezTo>
                    <a:lnTo>
                      <a:pt x="4789710" y="973511"/>
                    </a:lnTo>
                    <a:cubicBezTo>
                      <a:pt x="4797960" y="966301"/>
                      <a:pt x="4789710" y="953926"/>
                      <a:pt x="4800017" y="949800"/>
                    </a:cubicBezTo>
                    <a:cubicBezTo>
                      <a:pt x="4810335" y="945675"/>
                      <a:pt x="4847460" y="967329"/>
                      <a:pt x="4852614" y="968358"/>
                    </a:cubicBezTo>
                    <a:cubicBezTo>
                      <a:pt x="4857767" y="969386"/>
                      <a:pt x="4857767" y="968358"/>
                      <a:pt x="4860864" y="968358"/>
                    </a:cubicBezTo>
                    <a:cubicBezTo>
                      <a:pt x="4866050" y="969159"/>
                      <a:pt x="4870392" y="972710"/>
                      <a:pt x="4872210" y="977637"/>
                    </a:cubicBezTo>
                    <a:cubicBezTo>
                      <a:pt x="4872633" y="983819"/>
                      <a:pt x="4872633" y="990023"/>
                      <a:pt x="4872210" y="996205"/>
                    </a:cubicBezTo>
                    <a:cubicBezTo>
                      <a:pt x="4872286" y="1000535"/>
                      <a:pt x="4869883" y="1004541"/>
                      <a:pt x="4866017" y="1006512"/>
                    </a:cubicBezTo>
                    <a:cubicBezTo>
                      <a:pt x="4866017" y="1006512"/>
                      <a:pt x="4850546" y="1013733"/>
                      <a:pt x="4850546" y="1019926"/>
                    </a:cubicBezTo>
                    <a:cubicBezTo>
                      <a:pt x="4850546" y="1026108"/>
                      <a:pt x="4833017" y="1019926"/>
                      <a:pt x="4822710" y="1019926"/>
                    </a:cubicBezTo>
                    <a:cubicBezTo>
                      <a:pt x="4807747" y="1020966"/>
                      <a:pt x="4793413" y="1026347"/>
                      <a:pt x="4781460" y="1035387"/>
                    </a:cubicBezTo>
                    <a:lnTo>
                      <a:pt x="4767017" y="1041580"/>
                    </a:lnTo>
                    <a:lnTo>
                      <a:pt x="4752585" y="1049830"/>
                    </a:lnTo>
                    <a:cubicBezTo>
                      <a:pt x="4745515" y="1052450"/>
                      <a:pt x="4739159" y="1056695"/>
                      <a:pt x="4734016" y="1062205"/>
                    </a:cubicBezTo>
                    <a:cubicBezTo>
                      <a:pt x="4734016" y="1062205"/>
                      <a:pt x="4734016" y="1068388"/>
                      <a:pt x="4739181" y="1071484"/>
                    </a:cubicBezTo>
                    <a:cubicBezTo>
                      <a:pt x="4745363" y="1075382"/>
                      <a:pt x="4752487" y="1077526"/>
                      <a:pt x="4759806" y="1077677"/>
                    </a:cubicBezTo>
                    <a:lnTo>
                      <a:pt x="4769085" y="1086956"/>
                    </a:lnTo>
                    <a:cubicBezTo>
                      <a:pt x="4769085" y="1086956"/>
                      <a:pt x="4769085" y="1097263"/>
                      <a:pt x="4769085" y="1100359"/>
                    </a:cubicBezTo>
                    <a:cubicBezTo>
                      <a:pt x="4769085" y="1103456"/>
                      <a:pt x="4774238" y="1100359"/>
                      <a:pt x="4775267" y="1111706"/>
                    </a:cubicBezTo>
                    <a:cubicBezTo>
                      <a:pt x="4776295" y="1123053"/>
                      <a:pt x="4781460" y="1118928"/>
                      <a:pt x="4775267" y="1125110"/>
                    </a:cubicBezTo>
                    <a:cubicBezTo>
                      <a:pt x="4772300" y="1135623"/>
                      <a:pt x="4766183" y="1144988"/>
                      <a:pt x="4757738" y="1151928"/>
                    </a:cubicBezTo>
                    <a:cubicBezTo>
                      <a:pt x="4750073" y="1157980"/>
                      <a:pt x="4741325" y="1162528"/>
                      <a:pt x="4731959" y="1165332"/>
                    </a:cubicBezTo>
                    <a:cubicBezTo>
                      <a:pt x="4717700" y="1160850"/>
                      <a:pt x="4704892" y="1152664"/>
                      <a:pt x="4694834" y="1141610"/>
                    </a:cubicBezTo>
                    <a:cubicBezTo>
                      <a:pt x="4691175" y="1138113"/>
                      <a:pt x="4686465" y="1135937"/>
                      <a:pt x="4681430" y="1135428"/>
                    </a:cubicBezTo>
                    <a:cubicBezTo>
                      <a:pt x="4681430" y="1135417"/>
                      <a:pt x="4672141" y="1127178"/>
                      <a:pt x="4671112" y="1123053"/>
                    </a:cubicBezTo>
                    <a:cubicBezTo>
                      <a:pt x="4667767" y="1116697"/>
                      <a:pt x="4662787" y="1111349"/>
                      <a:pt x="4656669" y="1107581"/>
                    </a:cubicBezTo>
                    <a:cubicBezTo>
                      <a:pt x="4643385" y="1099515"/>
                      <a:pt x="4627740" y="1096234"/>
                      <a:pt x="4612333" y="1098302"/>
                    </a:cubicBezTo>
                    <a:cubicBezTo>
                      <a:pt x="4605892" y="1099829"/>
                      <a:pt x="4599179" y="1099829"/>
                      <a:pt x="4592737" y="1098302"/>
                    </a:cubicBezTo>
                    <a:cubicBezTo>
                      <a:pt x="4584519" y="1097198"/>
                      <a:pt x="4576193" y="1097198"/>
                      <a:pt x="4567987" y="1098302"/>
                    </a:cubicBezTo>
                    <a:cubicBezTo>
                      <a:pt x="4561003" y="1099937"/>
                      <a:pt x="4554810" y="1103943"/>
                      <a:pt x="4550458" y="1109638"/>
                    </a:cubicBezTo>
                    <a:cubicBezTo>
                      <a:pt x="4550458" y="1109638"/>
                      <a:pt x="4550458" y="1115831"/>
                      <a:pt x="4550458" y="1118928"/>
                    </a:cubicBezTo>
                    <a:cubicBezTo>
                      <a:pt x="4556922" y="1120996"/>
                      <a:pt x="4563147" y="1123767"/>
                      <a:pt x="4569015" y="1127178"/>
                    </a:cubicBezTo>
                    <a:cubicBezTo>
                      <a:pt x="4569015" y="1127178"/>
                      <a:pt x="4579333" y="1127178"/>
                      <a:pt x="4581390" y="1127178"/>
                    </a:cubicBezTo>
                    <a:cubicBezTo>
                      <a:pt x="4583458" y="1127178"/>
                      <a:pt x="4581390" y="1139553"/>
                      <a:pt x="4587583" y="1149860"/>
                    </a:cubicBezTo>
                    <a:cubicBezTo>
                      <a:pt x="4593765" y="1160178"/>
                      <a:pt x="4587583" y="1161207"/>
                      <a:pt x="4595833" y="1170485"/>
                    </a:cubicBezTo>
                    <a:cubicBezTo>
                      <a:pt x="4604083" y="1179764"/>
                      <a:pt x="4600987" y="1178736"/>
                      <a:pt x="4595833" y="1181832"/>
                    </a:cubicBezTo>
                    <a:cubicBezTo>
                      <a:pt x="4590680" y="1184929"/>
                      <a:pt x="4583458" y="1192139"/>
                      <a:pt x="4577265" y="1192139"/>
                    </a:cubicBezTo>
                    <a:cubicBezTo>
                      <a:pt x="4571874" y="1193688"/>
                      <a:pt x="4566157" y="1193688"/>
                      <a:pt x="4560765" y="1192139"/>
                    </a:cubicBezTo>
                    <a:cubicBezTo>
                      <a:pt x="4555308" y="1187191"/>
                      <a:pt x="4549451" y="1182698"/>
                      <a:pt x="4543237" y="1178736"/>
                    </a:cubicBezTo>
                    <a:lnTo>
                      <a:pt x="4529833" y="1171514"/>
                    </a:lnTo>
                    <a:cubicBezTo>
                      <a:pt x="4524668" y="1171514"/>
                      <a:pt x="4503015" y="1151928"/>
                      <a:pt x="4495793" y="1157082"/>
                    </a:cubicBezTo>
                    <a:cubicBezTo>
                      <a:pt x="4490975" y="1163210"/>
                      <a:pt x="4485811" y="1169067"/>
                      <a:pt x="4480332" y="1174611"/>
                    </a:cubicBezTo>
                    <a:cubicBezTo>
                      <a:pt x="4480332" y="1174611"/>
                      <a:pt x="4470015" y="1182861"/>
                      <a:pt x="4463832" y="1185957"/>
                    </a:cubicBezTo>
                    <a:cubicBezTo>
                      <a:pt x="4456394" y="1189075"/>
                      <a:pt x="4449454" y="1193244"/>
                      <a:pt x="4443207" y="1198332"/>
                    </a:cubicBezTo>
                    <a:cubicBezTo>
                      <a:pt x="4443207" y="1203486"/>
                      <a:pt x="4427736" y="1198332"/>
                      <a:pt x="4426707" y="1198332"/>
                    </a:cubicBezTo>
                    <a:cubicBezTo>
                      <a:pt x="4425668" y="1198332"/>
                      <a:pt x="4401957" y="1214833"/>
                      <a:pt x="4390610" y="1208640"/>
                    </a:cubicBezTo>
                    <a:cubicBezTo>
                      <a:pt x="4379264" y="1202457"/>
                      <a:pt x="4373082" y="1200389"/>
                      <a:pt x="4367928" y="1196264"/>
                    </a:cubicBezTo>
                    <a:cubicBezTo>
                      <a:pt x="4362439" y="1191966"/>
                      <a:pt x="4356571" y="1188166"/>
                      <a:pt x="4350389" y="1184929"/>
                    </a:cubicBezTo>
                    <a:cubicBezTo>
                      <a:pt x="4341532" y="1179905"/>
                      <a:pt x="4334354" y="1172369"/>
                      <a:pt x="4329763" y="1163275"/>
                    </a:cubicBezTo>
                    <a:cubicBezTo>
                      <a:pt x="4329763" y="1163264"/>
                      <a:pt x="4338014" y="1153985"/>
                      <a:pt x="4342139" y="1149860"/>
                    </a:cubicBezTo>
                    <a:cubicBezTo>
                      <a:pt x="4346264" y="1145735"/>
                      <a:pt x="4342139" y="1114803"/>
                      <a:pt x="4342139" y="1110678"/>
                    </a:cubicBezTo>
                    <a:cubicBezTo>
                      <a:pt x="4342139" y="1106542"/>
                      <a:pt x="4351417" y="1110678"/>
                      <a:pt x="4358639" y="1116860"/>
                    </a:cubicBezTo>
                    <a:cubicBezTo>
                      <a:pt x="4368188" y="1124655"/>
                      <a:pt x="4378170" y="1131877"/>
                      <a:pt x="4388553" y="1138514"/>
                    </a:cubicBezTo>
                    <a:cubicBezTo>
                      <a:pt x="4402985" y="1146764"/>
                      <a:pt x="4429804" y="1130263"/>
                      <a:pt x="4445264" y="1126138"/>
                    </a:cubicBezTo>
                    <a:cubicBezTo>
                      <a:pt x="4460736" y="1122013"/>
                      <a:pt x="4454543" y="1119956"/>
                      <a:pt x="4445264" y="1112735"/>
                    </a:cubicBezTo>
                    <a:cubicBezTo>
                      <a:pt x="4438249" y="1106217"/>
                      <a:pt x="4430659" y="1100349"/>
                      <a:pt x="4422582" y="1095206"/>
                    </a:cubicBezTo>
                    <a:lnTo>
                      <a:pt x="4399889" y="1078706"/>
                    </a:lnTo>
                    <a:cubicBezTo>
                      <a:pt x="4399889" y="1073552"/>
                      <a:pt x="4380292" y="1069427"/>
                      <a:pt x="4378235" y="1067359"/>
                    </a:cubicBezTo>
                    <a:cubicBezTo>
                      <a:pt x="4376167" y="1065302"/>
                      <a:pt x="4366889" y="1060137"/>
                      <a:pt x="4367928" y="1048802"/>
                    </a:cubicBezTo>
                    <a:cubicBezTo>
                      <a:pt x="4368957" y="1037455"/>
                      <a:pt x="4367928" y="1041580"/>
                      <a:pt x="4367928" y="1038484"/>
                    </a:cubicBezTo>
                    <a:cubicBezTo>
                      <a:pt x="4367928" y="1035387"/>
                      <a:pt x="4375139" y="1029205"/>
                      <a:pt x="4378235" y="1026108"/>
                    </a:cubicBezTo>
                    <a:cubicBezTo>
                      <a:pt x="4383497" y="1021767"/>
                      <a:pt x="4389419" y="1018291"/>
                      <a:pt x="4395764" y="1015790"/>
                    </a:cubicBezTo>
                    <a:cubicBezTo>
                      <a:pt x="4405984" y="1013939"/>
                      <a:pt x="4416508" y="1016570"/>
                      <a:pt x="4424639" y="1023012"/>
                    </a:cubicBezTo>
                    <a:cubicBezTo>
                      <a:pt x="4424639" y="1023012"/>
                      <a:pt x="4431861" y="1037455"/>
                      <a:pt x="4433929" y="1039512"/>
                    </a:cubicBezTo>
                    <a:cubicBezTo>
                      <a:pt x="4435986" y="1041580"/>
                      <a:pt x="4448361" y="1039512"/>
                      <a:pt x="4454543" y="1045705"/>
                    </a:cubicBezTo>
                    <a:cubicBezTo>
                      <a:pt x="4461418" y="1048867"/>
                      <a:pt x="4467979" y="1052667"/>
                      <a:pt x="4474140" y="1057041"/>
                    </a:cubicBezTo>
                    <a:cubicBezTo>
                      <a:pt x="4478427" y="1059986"/>
                      <a:pt x="4483396" y="1061762"/>
                      <a:pt x="4488583" y="1062205"/>
                    </a:cubicBezTo>
                    <a:cubicBezTo>
                      <a:pt x="4491062" y="1063927"/>
                      <a:pt x="4494353" y="1063927"/>
                      <a:pt x="4496833" y="1062205"/>
                    </a:cubicBezTo>
                    <a:cubicBezTo>
                      <a:pt x="4496833" y="1062205"/>
                      <a:pt x="4507140" y="1053955"/>
                      <a:pt x="4510236" y="1052927"/>
                    </a:cubicBezTo>
                    <a:lnTo>
                      <a:pt x="4526736" y="1045705"/>
                    </a:lnTo>
                    <a:cubicBezTo>
                      <a:pt x="4526736" y="1045705"/>
                      <a:pt x="4526736" y="1038484"/>
                      <a:pt x="4518486" y="1035387"/>
                    </a:cubicBezTo>
                    <a:cubicBezTo>
                      <a:pt x="4513084" y="1033947"/>
                      <a:pt x="4507389" y="1033947"/>
                      <a:pt x="4501986" y="1035387"/>
                    </a:cubicBezTo>
                    <a:cubicBezTo>
                      <a:pt x="4496172" y="1034922"/>
                      <a:pt x="4490531" y="1033157"/>
                      <a:pt x="4485486" y="1030234"/>
                    </a:cubicBezTo>
                    <a:cubicBezTo>
                      <a:pt x="4481394" y="1027852"/>
                      <a:pt x="4478145" y="1024246"/>
                      <a:pt x="4476207" y="1019926"/>
                    </a:cubicBezTo>
                    <a:cubicBezTo>
                      <a:pt x="4476207" y="1013733"/>
                      <a:pt x="4476207" y="1011676"/>
                      <a:pt x="4476207" y="1007551"/>
                    </a:cubicBezTo>
                    <a:cubicBezTo>
                      <a:pt x="4480549" y="1002744"/>
                      <a:pt x="4486341" y="999485"/>
                      <a:pt x="4492708" y="998262"/>
                    </a:cubicBezTo>
                    <a:cubicBezTo>
                      <a:pt x="4492708" y="998262"/>
                      <a:pt x="4510236" y="983830"/>
                      <a:pt x="4526736" y="984858"/>
                    </a:cubicBezTo>
                    <a:cubicBezTo>
                      <a:pt x="4543237" y="985887"/>
                      <a:pt x="4536015" y="997233"/>
                      <a:pt x="4541169" y="999301"/>
                    </a:cubicBezTo>
                    <a:lnTo>
                      <a:pt x="4550458" y="999301"/>
                    </a:lnTo>
                    <a:lnTo>
                      <a:pt x="4563862" y="1011676"/>
                    </a:lnTo>
                    <a:cubicBezTo>
                      <a:pt x="4569762" y="1015910"/>
                      <a:pt x="4575966" y="1019699"/>
                      <a:pt x="4582419" y="1023012"/>
                    </a:cubicBezTo>
                    <a:cubicBezTo>
                      <a:pt x="4582419" y="1023012"/>
                      <a:pt x="4589640" y="1031262"/>
                      <a:pt x="4594805" y="1032291"/>
                    </a:cubicBezTo>
                    <a:lnTo>
                      <a:pt x="4607180" y="1039512"/>
                    </a:lnTo>
                    <a:cubicBezTo>
                      <a:pt x="4607180" y="1039512"/>
                      <a:pt x="4613362" y="1039512"/>
                      <a:pt x="4616459" y="1039512"/>
                    </a:cubicBezTo>
                    <a:cubicBezTo>
                      <a:pt x="4619555" y="1039512"/>
                      <a:pt x="4626766" y="1049830"/>
                      <a:pt x="4628834" y="1052927"/>
                    </a:cubicBezTo>
                    <a:cubicBezTo>
                      <a:pt x="4632818" y="1056121"/>
                      <a:pt x="4636607" y="1059564"/>
                      <a:pt x="4640169" y="1063234"/>
                    </a:cubicBezTo>
                    <a:cubicBezTo>
                      <a:pt x="4641534" y="1068193"/>
                      <a:pt x="4644002" y="1072773"/>
                      <a:pt x="4647391" y="1076638"/>
                    </a:cubicBezTo>
                    <a:cubicBezTo>
                      <a:pt x="4647391" y="1076638"/>
                      <a:pt x="4662862" y="1081802"/>
                      <a:pt x="4665959" y="1083859"/>
                    </a:cubicBezTo>
                    <a:cubicBezTo>
                      <a:pt x="4669055" y="1085927"/>
                      <a:pt x="4683488" y="1083859"/>
                      <a:pt x="4685545" y="1078706"/>
                    </a:cubicBezTo>
                    <a:cubicBezTo>
                      <a:pt x="4680553" y="1072946"/>
                      <a:pt x="4674631" y="1068063"/>
                      <a:pt x="4668016" y="1064263"/>
                    </a:cubicBezTo>
                    <a:cubicBezTo>
                      <a:pt x="4662862" y="1064273"/>
                      <a:pt x="4652555" y="1049830"/>
                      <a:pt x="4649459" y="1048802"/>
                    </a:cubicBezTo>
                    <a:cubicBezTo>
                      <a:pt x="4638101" y="1042814"/>
                      <a:pt x="4628227" y="1034359"/>
                      <a:pt x="4620584" y="1024051"/>
                    </a:cubicBezTo>
                    <a:cubicBezTo>
                      <a:pt x="4616383" y="1019352"/>
                      <a:pt x="4611067" y="1015801"/>
                      <a:pt x="4605112" y="1013733"/>
                    </a:cubicBezTo>
                    <a:cubicBezTo>
                      <a:pt x="4599493" y="1010637"/>
                      <a:pt x="4594285" y="1006826"/>
                      <a:pt x="4589640" y="1002387"/>
                    </a:cubicBezTo>
                    <a:lnTo>
                      <a:pt x="4565930" y="982801"/>
                    </a:lnTo>
                    <a:cubicBezTo>
                      <a:pt x="4551746" y="971790"/>
                      <a:pt x="4536134" y="962760"/>
                      <a:pt x="4519515" y="955983"/>
                    </a:cubicBezTo>
                    <a:lnTo>
                      <a:pt x="4496833" y="955983"/>
                    </a:lnTo>
                    <a:cubicBezTo>
                      <a:pt x="4479293" y="955983"/>
                      <a:pt x="4463832" y="955983"/>
                      <a:pt x="4453514" y="947732"/>
                    </a:cubicBezTo>
                    <a:cubicBezTo>
                      <a:pt x="4448458" y="945394"/>
                      <a:pt x="4446174" y="939461"/>
                      <a:pt x="4448361" y="934329"/>
                    </a:cubicBezTo>
                    <a:cubicBezTo>
                      <a:pt x="4451652" y="923296"/>
                      <a:pt x="4457282" y="913097"/>
                      <a:pt x="4464861" y="904425"/>
                    </a:cubicBezTo>
                    <a:cubicBezTo>
                      <a:pt x="4472082" y="897203"/>
                      <a:pt x="4478265" y="904425"/>
                      <a:pt x="4488583" y="882760"/>
                    </a:cubicBezTo>
                    <a:cubicBezTo>
                      <a:pt x="4492729" y="880367"/>
                      <a:pt x="4497840" y="880367"/>
                      <a:pt x="4501986" y="882760"/>
                    </a:cubicBezTo>
                    <a:cubicBezTo>
                      <a:pt x="4505375" y="883637"/>
                      <a:pt x="4508915" y="883637"/>
                      <a:pt x="4512304" y="882760"/>
                    </a:cubicBezTo>
                    <a:cubicBezTo>
                      <a:pt x="4525708" y="882760"/>
                      <a:pt x="4539111" y="876578"/>
                      <a:pt x="4555612" y="873482"/>
                    </a:cubicBezTo>
                    <a:cubicBezTo>
                      <a:pt x="4555612" y="873482"/>
                      <a:pt x="4555612" y="873482"/>
                      <a:pt x="4560765" y="873482"/>
                    </a:cubicBezTo>
                    <a:cubicBezTo>
                      <a:pt x="4555373" y="881981"/>
                      <a:pt x="4549159" y="889928"/>
                      <a:pt x="4542208" y="897203"/>
                    </a:cubicBezTo>
                    <a:cubicBezTo>
                      <a:pt x="4538787" y="900224"/>
                      <a:pt x="4538462" y="905432"/>
                      <a:pt x="4541472" y="908853"/>
                    </a:cubicBezTo>
                    <a:cubicBezTo>
                      <a:pt x="4541699" y="909102"/>
                      <a:pt x="4541948" y="909351"/>
                      <a:pt x="4542208" y="909579"/>
                    </a:cubicBezTo>
                    <a:cubicBezTo>
                      <a:pt x="4548390" y="913097"/>
                      <a:pt x="4554962" y="915858"/>
                      <a:pt x="4561805" y="917829"/>
                    </a:cubicBezTo>
                    <a:cubicBezTo>
                      <a:pt x="4564674" y="919485"/>
                      <a:pt x="4568214" y="919485"/>
                      <a:pt x="4571083" y="917829"/>
                    </a:cubicBezTo>
                    <a:cubicBezTo>
                      <a:pt x="4571083" y="917829"/>
                      <a:pt x="4571083" y="907511"/>
                      <a:pt x="4577265" y="904425"/>
                    </a:cubicBezTo>
                    <a:cubicBezTo>
                      <a:pt x="4580286" y="898470"/>
                      <a:pt x="4584498" y="893197"/>
                      <a:pt x="4589640" y="888953"/>
                    </a:cubicBezTo>
                    <a:cubicBezTo>
                      <a:pt x="4599320" y="879620"/>
                      <a:pt x="4609659" y="871002"/>
                      <a:pt x="4620584" y="863174"/>
                    </a:cubicBezTo>
                    <a:cubicBezTo>
                      <a:pt x="4628834" y="858021"/>
                      <a:pt x="4631919" y="847703"/>
                      <a:pt x="4649459" y="832231"/>
                    </a:cubicBezTo>
                    <a:cubicBezTo>
                      <a:pt x="4666987" y="816759"/>
                      <a:pt x="4665959" y="814702"/>
                      <a:pt x="4664930" y="812634"/>
                    </a:cubicBezTo>
                    <a:cubicBezTo>
                      <a:pt x="4664411" y="811606"/>
                      <a:pt x="4666987" y="809803"/>
                      <a:pt x="4670338" y="809159"/>
                    </a:cubicBezTo>
                    <a:close/>
                    <a:moveTo>
                      <a:pt x="770888" y="804383"/>
                    </a:moveTo>
                    <a:cubicBezTo>
                      <a:pt x="770888" y="804383"/>
                      <a:pt x="778109" y="804383"/>
                      <a:pt x="782234" y="804383"/>
                    </a:cubicBezTo>
                    <a:cubicBezTo>
                      <a:pt x="790419" y="807242"/>
                      <a:pt x="798085" y="811420"/>
                      <a:pt x="804917" y="816759"/>
                    </a:cubicBezTo>
                    <a:cubicBezTo>
                      <a:pt x="818320" y="830162"/>
                      <a:pt x="812138" y="842537"/>
                      <a:pt x="817292" y="853884"/>
                    </a:cubicBezTo>
                    <a:cubicBezTo>
                      <a:pt x="820172" y="859070"/>
                      <a:pt x="823636" y="863920"/>
                      <a:pt x="827610" y="868327"/>
                    </a:cubicBezTo>
                    <a:cubicBezTo>
                      <a:pt x="835860" y="873481"/>
                      <a:pt x="844110" y="868316"/>
                      <a:pt x="842042" y="861105"/>
                    </a:cubicBezTo>
                    <a:cubicBezTo>
                      <a:pt x="843265" y="855324"/>
                      <a:pt x="843265" y="849358"/>
                      <a:pt x="842042" y="843576"/>
                    </a:cubicBezTo>
                    <a:cubicBezTo>
                      <a:pt x="842042" y="843576"/>
                      <a:pt x="855446" y="843576"/>
                      <a:pt x="864735" y="832230"/>
                    </a:cubicBezTo>
                    <a:cubicBezTo>
                      <a:pt x="874014" y="820884"/>
                      <a:pt x="884321" y="832230"/>
                      <a:pt x="893610" y="839441"/>
                    </a:cubicBezTo>
                    <a:cubicBezTo>
                      <a:pt x="899143" y="842278"/>
                      <a:pt x="904340" y="845731"/>
                      <a:pt x="909071" y="849759"/>
                    </a:cubicBezTo>
                    <a:cubicBezTo>
                      <a:pt x="909071" y="849759"/>
                      <a:pt x="909071" y="858009"/>
                      <a:pt x="909071" y="862134"/>
                    </a:cubicBezTo>
                    <a:lnTo>
                      <a:pt x="899793" y="877606"/>
                    </a:lnTo>
                    <a:cubicBezTo>
                      <a:pt x="899793" y="883788"/>
                      <a:pt x="899793" y="889981"/>
                      <a:pt x="899793" y="895134"/>
                    </a:cubicBezTo>
                    <a:cubicBezTo>
                      <a:pt x="899208" y="903027"/>
                      <a:pt x="899208" y="910963"/>
                      <a:pt x="899793" y="918856"/>
                    </a:cubicBezTo>
                    <a:cubicBezTo>
                      <a:pt x="898212" y="930820"/>
                      <a:pt x="894357" y="942372"/>
                      <a:pt x="888457" y="952885"/>
                    </a:cubicBezTo>
                    <a:cubicBezTo>
                      <a:pt x="892549" y="964935"/>
                      <a:pt x="898840" y="976119"/>
                      <a:pt x="907014" y="985885"/>
                    </a:cubicBezTo>
                    <a:cubicBezTo>
                      <a:pt x="910836" y="990368"/>
                      <a:pt x="915372" y="994201"/>
                      <a:pt x="920418" y="997232"/>
                    </a:cubicBezTo>
                    <a:cubicBezTo>
                      <a:pt x="929696" y="1002386"/>
                      <a:pt x="935889" y="1010636"/>
                      <a:pt x="949293" y="1010636"/>
                    </a:cubicBezTo>
                    <a:cubicBezTo>
                      <a:pt x="958604" y="1010733"/>
                      <a:pt x="967558" y="1007009"/>
                      <a:pt x="974043" y="1000318"/>
                    </a:cubicBezTo>
                    <a:cubicBezTo>
                      <a:pt x="978266" y="995846"/>
                      <a:pt x="983138" y="992024"/>
                      <a:pt x="988486" y="988982"/>
                    </a:cubicBezTo>
                    <a:cubicBezTo>
                      <a:pt x="988486" y="988982"/>
                      <a:pt x="997765" y="981760"/>
                      <a:pt x="998794" y="981760"/>
                    </a:cubicBezTo>
                    <a:cubicBezTo>
                      <a:pt x="1003287" y="980537"/>
                      <a:pt x="1007498" y="978436"/>
                      <a:pt x="1011169" y="975578"/>
                    </a:cubicBezTo>
                    <a:cubicBezTo>
                      <a:pt x="1015489" y="970598"/>
                      <a:pt x="1020328" y="966105"/>
                      <a:pt x="1025612" y="962164"/>
                    </a:cubicBezTo>
                    <a:cubicBezTo>
                      <a:pt x="1035302" y="959479"/>
                      <a:pt x="1045631" y="963203"/>
                      <a:pt x="1051391" y="971442"/>
                    </a:cubicBezTo>
                    <a:cubicBezTo>
                      <a:pt x="1057021" y="979919"/>
                      <a:pt x="1061860" y="988895"/>
                      <a:pt x="1065834" y="998260"/>
                    </a:cubicBezTo>
                    <a:cubicBezTo>
                      <a:pt x="1070446" y="1003349"/>
                      <a:pt x="1073012" y="1009964"/>
                      <a:pt x="1073044" y="1016828"/>
                    </a:cubicBezTo>
                    <a:cubicBezTo>
                      <a:pt x="1073044" y="1021981"/>
                      <a:pt x="1063766" y="1028164"/>
                      <a:pt x="1061698" y="1034357"/>
                    </a:cubicBezTo>
                    <a:cubicBezTo>
                      <a:pt x="1059424" y="1041123"/>
                      <a:pt x="1055927" y="1047403"/>
                      <a:pt x="1051391" y="1052914"/>
                    </a:cubicBezTo>
                    <a:cubicBezTo>
                      <a:pt x="1046551" y="1055686"/>
                      <a:pt x="1041343" y="1057775"/>
                      <a:pt x="1035919" y="1059107"/>
                    </a:cubicBezTo>
                    <a:cubicBezTo>
                      <a:pt x="1029509" y="1063189"/>
                      <a:pt x="1023901" y="1068429"/>
                      <a:pt x="1019419" y="1074568"/>
                    </a:cubicBezTo>
                    <a:lnTo>
                      <a:pt x="1003947" y="1090039"/>
                    </a:lnTo>
                    <a:lnTo>
                      <a:pt x="987447" y="1100357"/>
                    </a:lnTo>
                    <a:cubicBezTo>
                      <a:pt x="981265" y="1105511"/>
                      <a:pt x="973015" y="1115829"/>
                      <a:pt x="967861" y="1118915"/>
                    </a:cubicBezTo>
                    <a:cubicBezTo>
                      <a:pt x="962989" y="1121405"/>
                      <a:pt x="957770" y="1123137"/>
                      <a:pt x="952390" y="1124079"/>
                    </a:cubicBezTo>
                    <a:cubicBezTo>
                      <a:pt x="944508" y="1124989"/>
                      <a:pt x="936550" y="1124989"/>
                      <a:pt x="928668" y="1124079"/>
                    </a:cubicBezTo>
                    <a:cubicBezTo>
                      <a:pt x="922107" y="1119380"/>
                      <a:pt x="915903" y="1114216"/>
                      <a:pt x="910111" y="1108607"/>
                    </a:cubicBezTo>
                    <a:lnTo>
                      <a:pt x="885360" y="1093136"/>
                    </a:lnTo>
                    <a:lnTo>
                      <a:pt x="870917" y="1081789"/>
                    </a:lnTo>
                    <a:cubicBezTo>
                      <a:pt x="866543" y="1077783"/>
                      <a:pt x="861693" y="1074319"/>
                      <a:pt x="856485" y="1071482"/>
                    </a:cubicBezTo>
                    <a:cubicBezTo>
                      <a:pt x="848885" y="1067357"/>
                      <a:pt x="841944" y="1062149"/>
                      <a:pt x="835849" y="1056010"/>
                    </a:cubicBezTo>
                    <a:cubicBezTo>
                      <a:pt x="825542" y="1046732"/>
                      <a:pt x="826570" y="1041578"/>
                      <a:pt x="809042" y="1020953"/>
                    </a:cubicBezTo>
                    <a:lnTo>
                      <a:pt x="803888" y="1007539"/>
                    </a:lnTo>
                    <a:cubicBezTo>
                      <a:pt x="794609" y="998260"/>
                      <a:pt x="797695" y="997232"/>
                      <a:pt x="790484" y="988982"/>
                    </a:cubicBezTo>
                    <a:lnTo>
                      <a:pt x="778109" y="970414"/>
                    </a:lnTo>
                    <a:lnTo>
                      <a:pt x="753359" y="944635"/>
                    </a:lnTo>
                    <a:cubicBezTo>
                      <a:pt x="748422" y="939406"/>
                      <a:pt x="744264" y="933505"/>
                      <a:pt x="740984" y="927106"/>
                    </a:cubicBezTo>
                    <a:cubicBezTo>
                      <a:pt x="735202" y="916994"/>
                      <a:pt x="728652" y="907336"/>
                      <a:pt x="721387" y="898231"/>
                    </a:cubicBezTo>
                    <a:cubicBezTo>
                      <a:pt x="715367" y="893272"/>
                      <a:pt x="709846" y="887750"/>
                      <a:pt x="704887" y="881731"/>
                    </a:cubicBezTo>
                    <a:cubicBezTo>
                      <a:pt x="700686" y="877032"/>
                      <a:pt x="700686" y="869930"/>
                      <a:pt x="704887" y="865230"/>
                    </a:cubicBezTo>
                    <a:cubicBezTo>
                      <a:pt x="704887" y="865230"/>
                      <a:pt x="715194" y="859037"/>
                      <a:pt x="719319" y="854912"/>
                    </a:cubicBezTo>
                    <a:cubicBezTo>
                      <a:pt x="723444" y="850787"/>
                      <a:pt x="725512" y="843576"/>
                      <a:pt x="727580" y="841508"/>
                    </a:cubicBezTo>
                    <a:cubicBezTo>
                      <a:pt x="729637" y="839441"/>
                      <a:pt x="735819" y="841508"/>
                      <a:pt x="738916" y="833259"/>
                    </a:cubicBezTo>
                    <a:cubicBezTo>
                      <a:pt x="741742" y="828278"/>
                      <a:pt x="744838" y="823460"/>
                      <a:pt x="748194" y="818815"/>
                    </a:cubicBezTo>
                    <a:lnTo>
                      <a:pt x="748194" y="810576"/>
                    </a:lnTo>
                    <a:cubicBezTo>
                      <a:pt x="753359" y="805412"/>
                      <a:pt x="757484" y="810576"/>
                      <a:pt x="761609" y="810576"/>
                    </a:cubicBezTo>
                    <a:cubicBezTo>
                      <a:pt x="764922" y="808877"/>
                      <a:pt x="768040" y="806798"/>
                      <a:pt x="770888" y="804383"/>
                    </a:cubicBezTo>
                    <a:close/>
                    <a:moveTo>
                      <a:pt x="1449455" y="662074"/>
                    </a:moveTo>
                    <a:cubicBezTo>
                      <a:pt x="1449455" y="662074"/>
                      <a:pt x="1455637" y="662074"/>
                      <a:pt x="1457705" y="662074"/>
                    </a:cubicBezTo>
                    <a:cubicBezTo>
                      <a:pt x="1459762" y="662074"/>
                      <a:pt x="1457705" y="673421"/>
                      <a:pt x="1457705" y="673421"/>
                    </a:cubicBezTo>
                    <a:cubicBezTo>
                      <a:pt x="1457705" y="673421"/>
                      <a:pt x="1463888" y="682699"/>
                      <a:pt x="1462859" y="685795"/>
                    </a:cubicBezTo>
                    <a:cubicBezTo>
                      <a:pt x="1461830" y="688892"/>
                      <a:pt x="1462859" y="693017"/>
                      <a:pt x="1462859" y="698171"/>
                    </a:cubicBezTo>
                    <a:cubicBezTo>
                      <a:pt x="1462859" y="703324"/>
                      <a:pt x="1457705" y="706421"/>
                      <a:pt x="1457705" y="709517"/>
                    </a:cubicBezTo>
                    <a:cubicBezTo>
                      <a:pt x="1457705" y="712603"/>
                      <a:pt x="1462859" y="721892"/>
                      <a:pt x="1457705" y="729114"/>
                    </a:cubicBezTo>
                    <a:cubicBezTo>
                      <a:pt x="1456146" y="734127"/>
                      <a:pt x="1454078" y="738966"/>
                      <a:pt x="1451512" y="743546"/>
                    </a:cubicBezTo>
                    <a:cubicBezTo>
                      <a:pt x="1451512" y="748699"/>
                      <a:pt x="1441205" y="749728"/>
                      <a:pt x="1439137" y="752825"/>
                    </a:cubicBezTo>
                    <a:cubicBezTo>
                      <a:pt x="1437080" y="755921"/>
                      <a:pt x="1430887" y="767268"/>
                      <a:pt x="1425733" y="770353"/>
                    </a:cubicBezTo>
                    <a:cubicBezTo>
                      <a:pt x="1418197" y="778906"/>
                      <a:pt x="1405161" y="779718"/>
                      <a:pt x="1396619" y="772182"/>
                    </a:cubicBezTo>
                    <a:cubicBezTo>
                      <a:pt x="1395980" y="771609"/>
                      <a:pt x="1395363" y="771002"/>
                      <a:pt x="1394800" y="770353"/>
                    </a:cubicBezTo>
                    <a:cubicBezTo>
                      <a:pt x="1393544" y="765394"/>
                      <a:pt x="1391812" y="760555"/>
                      <a:pt x="1389646" y="755921"/>
                    </a:cubicBezTo>
                    <a:cubicBezTo>
                      <a:pt x="1386301" y="753463"/>
                      <a:pt x="1383193" y="750702"/>
                      <a:pt x="1380357" y="747671"/>
                    </a:cubicBezTo>
                    <a:cubicBezTo>
                      <a:pt x="1380357" y="747671"/>
                      <a:pt x="1380357" y="736324"/>
                      <a:pt x="1380357" y="732199"/>
                    </a:cubicBezTo>
                    <a:cubicBezTo>
                      <a:pt x="1375712" y="720626"/>
                      <a:pt x="1375712" y="707688"/>
                      <a:pt x="1380357" y="696103"/>
                    </a:cubicBezTo>
                    <a:cubicBezTo>
                      <a:pt x="1382089" y="691306"/>
                      <a:pt x="1384525" y="686792"/>
                      <a:pt x="1387578" y="682699"/>
                    </a:cubicBezTo>
                    <a:lnTo>
                      <a:pt x="1392732" y="676517"/>
                    </a:lnTo>
                    <a:cubicBezTo>
                      <a:pt x="1404079" y="670325"/>
                      <a:pt x="1415415" y="687853"/>
                      <a:pt x="1418511" y="685795"/>
                    </a:cubicBezTo>
                    <a:cubicBezTo>
                      <a:pt x="1423730" y="682136"/>
                      <a:pt x="1428266" y="677600"/>
                      <a:pt x="1431926" y="672392"/>
                    </a:cubicBezTo>
                    <a:close/>
                    <a:moveTo>
                      <a:pt x="1646166" y="509318"/>
                    </a:moveTo>
                    <a:cubicBezTo>
                      <a:pt x="1653642" y="510735"/>
                      <a:pt x="1661375" y="513570"/>
                      <a:pt x="1664986" y="516660"/>
                    </a:cubicBezTo>
                    <a:lnTo>
                      <a:pt x="1677361" y="521825"/>
                    </a:lnTo>
                    <a:cubicBezTo>
                      <a:pt x="1680035" y="525614"/>
                      <a:pt x="1682114" y="529794"/>
                      <a:pt x="1683554" y="534200"/>
                    </a:cubicBezTo>
                    <a:cubicBezTo>
                      <a:pt x="1683554" y="542450"/>
                      <a:pt x="1683554" y="544507"/>
                      <a:pt x="1683554" y="550701"/>
                    </a:cubicBezTo>
                    <a:cubicBezTo>
                      <a:pt x="1683099" y="556536"/>
                      <a:pt x="1683099" y="562393"/>
                      <a:pt x="1683554" y="568229"/>
                    </a:cubicBezTo>
                    <a:cubicBezTo>
                      <a:pt x="1683814" y="572701"/>
                      <a:pt x="1683814" y="577172"/>
                      <a:pt x="1683554" y="581633"/>
                    </a:cubicBezTo>
                    <a:cubicBezTo>
                      <a:pt x="1683554" y="586797"/>
                      <a:pt x="1678400" y="589883"/>
                      <a:pt x="1674265" y="595036"/>
                    </a:cubicBezTo>
                    <a:cubicBezTo>
                      <a:pt x="1670139" y="600201"/>
                      <a:pt x="1664986" y="595036"/>
                      <a:pt x="1662929" y="602258"/>
                    </a:cubicBezTo>
                    <a:cubicBezTo>
                      <a:pt x="1660861" y="609480"/>
                      <a:pt x="1656735" y="613605"/>
                      <a:pt x="1654678" y="614633"/>
                    </a:cubicBezTo>
                    <a:cubicBezTo>
                      <a:pt x="1650044" y="617914"/>
                      <a:pt x="1643840" y="617914"/>
                      <a:pt x="1639206" y="614633"/>
                    </a:cubicBezTo>
                    <a:cubicBezTo>
                      <a:pt x="1639206" y="614633"/>
                      <a:pt x="1639206" y="605355"/>
                      <a:pt x="1630956" y="602258"/>
                    </a:cubicBezTo>
                    <a:cubicBezTo>
                      <a:pt x="1622706" y="599173"/>
                      <a:pt x="1612388" y="592980"/>
                      <a:pt x="1610331" y="589883"/>
                    </a:cubicBezTo>
                    <a:cubicBezTo>
                      <a:pt x="1608263" y="586797"/>
                      <a:pt x="1596927" y="583701"/>
                      <a:pt x="1593830" y="579576"/>
                    </a:cubicBezTo>
                    <a:cubicBezTo>
                      <a:pt x="1590235" y="573675"/>
                      <a:pt x="1585288" y="568727"/>
                      <a:pt x="1579387" y="565133"/>
                    </a:cubicBezTo>
                    <a:cubicBezTo>
                      <a:pt x="1575662" y="562534"/>
                      <a:pt x="1573367" y="558333"/>
                      <a:pt x="1573204" y="553797"/>
                    </a:cubicBezTo>
                    <a:cubicBezTo>
                      <a:pt x="1573204" y="553797"/>
                      <a:pt x="1565983" y="542450"/>
                      <a:pt x="1568051" y="536257"/>
                    </a:cubicBezTo>
                    <a:lnTo>
                      <a:pt x="1564954" y="523882"/>
                    </a:lnTo>
                    <a:cubicBezTo>
                      <a:pt x="1564954" y="523882"/>
                      <a:pt x="1573204" y="523882"/>
                      <a:pt x="1578358" y="523882"/>
                    </a:cubicBezTo>
                    <a:lnTo>
                      <a:pt x="1593830" y="523882"/>
                    </a:lnTo>
                    <a:lnTo>
                      <a:pt x="1606205" y="517700"/>
                    </a:lnTo>
                    <a:cubicBezTo>
                      <a:pt x="1606205" y="517700"/>
                      <a:pt x="1617552" y="517700"/>
                      <a:pt x="1619609" y="517700"/>
                    </a:cubicBezTo>
                    <a:lnTo>
                      <a:pt x="1628888" y="510479"/>
                    </a:lnTo>
                    <a:cubicBezTo>
                      <a:pt x="1631470" y="507902"/>
                      <a:pt x="1638689" y="507902"/>
                      <a:pt x="1646166" y="509318"/>
                    </a:cubicBezTo>
                    <a:close/>
                    <a:moveTo>
                      <a:pt x="1473177" y="465101"/>
                    </a:moveTo>
                    <a:cubicBezTo>
                      <a:pt x="1469572" y="466757"/>
                      <a:pt x="1466388" y="469225"/>
                      <a:pt x="1463898" y="472322"/>
                    </a:cubicBezTo>
                    <a:lnTo>
                      <a:pt x="1460802" y="476447"/>
                    </a:lnTo>
                    <a:cubicBezTo>
                      <a:pt x="1457705" y="481601"/>
                      <a:pt x="1451523" y="486753"/>
                      <a:pt x="1451512" y="486753"/>
                    </a:cubicBezTo>
                    <a:cubicBezTo>
                      <a:pt x="1450667" y="490564"/>
                      <a:pt x="1448903" y="494105"/>
                      <a:pt x="1446358" y="497071"/>
                    </a:cubicBezTo>
                    <a:cubicBezTo>
                      <a:pt x="1440750" y="504304"/>
                      <a:pt x="1435574" y="511883"/>
                      <a:pt x="1430897" y="519754"/>
                    </a:cubicBezTo>
                    <a:cubicBezTo>
                      <a:pt x="1427800" y="524074"/>
                      <a:pt x="1427800" y="529877"/>
                      <a:pt x="1430897" y="534197"/>
                    </a:cubicBezTo>
                    <a:cubicBezTo>
                      <a:pt x="1434903" y="538128"/>
                      <a:pt x="1441324" y="538128"/>
                      <a:pt x="1445330" y="534197"/>
                    </a:cubicBezTo>
                    <a:cubicBezTo>
                      <a:pt x="1450851" y="530050"/>
                      <a:pt x="1455421" y="524777"/>
                      <a:pt x="1458734" y="518725"/>
                    </a:cubicBezTo>
                    <a:cubicBezTo>
                      <a:pt x="1461841" y="512002"/>
                      <a:pt x="1464602" y="505116"/>
                      <a:pt x="1466984" y="498100"/>
                    </a:cubicBezTo>
                    <a:cubicBezTo>
                      <a:pt x="1469875" y="491864"/>
                      <a:pt x="1471954" y="485282"/>
                      <a:pt x="1473177" y="478503"/>
                    </a:cubicBezTo>
                    <a:cubicBezTo>
                      <a:pt x="1473177" y="472322"/>
                      <a:pt x="1473177" y="465101"/>
                      <a:pt x="1473177" y="465101"/>
                    </a:cubicBezTo>
                    <a:close/>
                    <a:moveTo>
                      <a:pt x="1498954" y="383631"/>
                    </a:moveTo>
                    <a:cubicBezTo>
                      <a:pt x="1508569" y="383078"/>
                      <a:pt x="1518205" y="383078"/>
                      <a:pt x="1527830" y="383631"/>
                    </a:cubicBezTo>
                    <a:cubicBezTo>
                      <a:pt x="1532983" y="383631"/>
                      <a:pt x="1540205" y="396005"/>
                      <a:pt x="1543291" y="398073"/>
                    </a:cubicBezTo>
                    <a:cubicBezTo>
                      <a:pt x="1547654" y="400866"/>
                      <a:pt x="1550642" y="405349"/>
                      <a:pt x="1551541" y="410449"/>
                    </a:cubicBezTo>
                    <a:cubicBezTo>
                      <a:pt x="1551552" y="423852"/>
                      <a:pt x="1545359" y="432102"/>
                      <a:pt x="1545359" y="438295"/>
                    </a:cubicBezTo>
                    <a:cubicBezTo>
                      <a:pt x="1545922" y="444466"/>
                      <a:pt x="1545922" y="450681"/>
                      <a:pt x="1545359" y="456852"/>
                    </a:cubicBezTo>
                    <a:cubicBezTo>
                      <a:pt x="1545359" y="478506"/>
                      <a:pt x="1545359" y="499132"/>
                      <a:pt x="1545359" y="520796"/>
                    </a:cubicBezTo>
                    <a:cubicBezTo>
                      <a:pt x="1545359" y="526978"/>
                      <a:pt x="1545359" y="535229"/>
                      <a:pt x="1545359" y="543478"/>
                    </a:cubicBezTo>
                    <a:cubicBezTo>
                      <a:pt x="1544276" y="546716"/>
                      <a:pt x="1541504" y="549087"/>
                      <a:pt x="1538137" y="549671"/>
                    </a:cubicBezTo>
                    <a:cubicBezTo>
                      <a:pt x="1538137" y="549671"/>
                      <a:pt x="1531955" y="557922"/>
                      <a:pt x="1538137" y="564104"/>
                    </a:cubicBezTo>
                    <a:cubicBezTo>
                      <a:pt x="1541234" y="570307"/>
                      <a:pt x="1545846" y="575623"/>
                      <a:pt x="1551552" y="579576"/>
                    </a:cubicBezTo>
                    <a:cubicBezTo>
                      <a:pt x="1568767" y="604067"/>
                      <a:pt x="1583946" y="629942"/>
                      <a:pt x="1596927" y="656923"/>
                    </a:cubicBezTo>
                    <a:cubicBezTo>
                      <a:pt x="1601702" y="666320"/>
                      <a:pt x="1601702" y="677429"/>
                      <a:pt x="1596927" y="686827"/>
                    </a:cubicBezTo>
                    <a:cubicBezTo>
                      <a:pt x="1596927" y="691980"/>
                      <a:pt x="1596927" y="704355"/>
                      <a:pt x="1590734" y="711577"/>
                    </a:cubicBezTo>
                    <a:cubicBezTo>
                      <a:pt x="1584552" y="718798"/>
                      <a:pt x="1583513" y="726010"/>
                      <a:pt x="1580427" y="728078"/>
                    </a:cubicBezTo>
                    <a:cubicBezTo>
                      <a:pt x="1577504" y="729550"/>
                      <a:pt x="1574061" y="729550"/>
                      <a:pt x="1571138" y="728078"/>
                    </a:cubicBezTo>
                    <a:cubicBezTo>
                      <a:pt x="1571138" y="728078"/>
                      <a:pt x="1561859" y="728078"/>
                      <a:pt x="1558762" y="728078"/>
                    </a:cubicBezTo>
                    <a:lnTo>
                      <a:pt x="1547427" y="728078"/>
                    </a:lnTo>
                    <a:cubicBezTo>
                      <a:pt x="1541623" y="729138"/>
                      <a:pt x="1535690" y="729138"/>
                      <a:pt x="1529887" y="728078"/>
                    </a:cubicBezTo>
                    <a:cubicBezTo>
                      <a:pt x="1524733" y="728078"/>
                      <a:pt x="1520608" y="721885"/>
                      <a:pt x="1514415" y="718798"/>
                    </a:cubicBezTo>
                    <a:cubicBezTo>
                      <a:pt x="1503697" y="715043"/>
                      <a:pt x="1492653" y="712282"/>
                      <a:pt x="1481415" y="710548"/>
                    </a:cubicBezTo>
                    <a:cubicBezTo>
                      <a:pt x="1481425" y="705384"/>
                      <a:pt x="1489676" y="698173"/>
                      <a:pt x="1490704" y="697135"/>
                    </a:cubicBezTo>
                    <a:cubicBezTo>
                      <a:pt x="1495371" y="693551"/>
                      <a:pt x="1500600" y="690769"/>
                      <a:pt x="1506176" y="688884"/>
                    </a:cubicBezTo>
                    <a:cubicBezTo>
                      <a:pt x="1516483" y="682702"/>
                      <a:pt x="1518551" y="676509"/>
                      <a:pt x="1506176" y="661048"/>
                    </a:cubicBezTo>
                    <a:cubicBezTo>
                      <a:pt x="1504151" y="656706"/>
                      <a:pt x="1501737" y="652560"/>
                      <a:pt x="1498954" y="648674"/>
                    </a:cubicBezTo>
                    <a:cubicBezTo>
                      <a:pt x="1498954" y="648662"/>
                      <a:pt x="1491733" y="637327"/>
                      <a:pt x="1488636" y="631133"/>
                    </a:cubicBezTo>
                    <a:cubicBezTo>
                      <a:pt x="1485540" y="624952"/>
                      <a:pt x="1481425" y="616702"/>
                      <a:pt x="1477300" y="606383"/>
                    </a:cubicBezTo>
                    <a:cubicBezTo>
                      <a:pt x="1473175" y="596076"/>
                      <a:pt x="1471107" y="600202"/>
                      <a:pt x="1469050" y="601230"/>
                    </a:cubicBezTo>
                    <a:cubicBezTo>
                      <a:pt x="1466982" y="602258"/>
                      <a:pt x="1458732" y="601230"/>
                      <a:pt x="1454607" y="601230"/>
                    </a:cubicBezTo>
                    <a:cubicBezTo>
                      <a:pt x="1450482" y="601230"/>
                      <a:pt x="1448425" y="607411"/>
                      <a:pt x="1445328" y="608451"/>
                    </a:cubicBezTo>
                    <a:cubicBezTo>
                      <a:pt x="1440283" y="612025"/>
                      <a:pt x="1434718" y="614806"/>
                      <a:pt x="1428828" y="616702"/>
                    </a:cubicBezTo>
                    <a:cubicBezTo>
                      <a:pt x="1426143" y="617568"/>
                      <a:pt x="1423263" y="617568"/>
                      <a:pt x="1420578" y="616702"/>
                    </a:cubicBezTo>
                    <a:cubicBezTo>
                      <a:pt x="1415424" y="616702"/>
                      <a:pt x="1414385" y="616702"/>
                      <a:pt x="1410260" y="607411"/>
                    </a:cubicBezTo>
                    <a:lnTo>
                      <a:pt x="1404078" y="607411"/>
                    </a:lnTo>
                    <a:lnTo>
                      <a:pt x="1394799" y="596076"/>
                    </a:lnTo>
                    <a:lnTo>
                      <a:pt x="1380356" y="580605"/>
                    </a:lnTo>
                    <a:cubicBezTo>
                      <a:pt x="1373968" y="574217"/>
                      <a:pt x="1368100" y="567319"/>
                      <a:pt x="1362827" y="559979"/>
                    </a:cubicBezTo>
                    <a:lnTo>
                      <a:pt x="1347355" y="537296"/>
                    </a:lnTo>
                    <a:cubicBezTo>
                      <a:pt x="1338076" y="520796"/>
                      <a:pt x="1347355" y="511507"/>
                      <a:pt x="1347355" y="502228"/>
                    </a:cubicBezTo>
                    <a:lnTo>
                      <a:pt x="1357673" y="488825"/>
                    </a:lnTo>
                    <a:cubicBezTo>
                      <a:pt x="1357673" y="488825"/>
                      <a:pt x="1365924" y="488825"/>
                      <a:pt x="1373134" y="488825"/>
                    </a:cubicBezTo>
                    <a:cubicBezTo>
                      <a:pt x="1380356" y="488825"/>
                      <a:pt x="1381384" y="488825"/>
                      <a:pt x="1383452" y="488825"/>
                    </a:cubicBezTo>
                    <a:cubicBezTo>
                      <a:pt x="1391573" y="482903"/>
                      <a:pt x="1398556" y="475561"/>
                      <a:pt x="1404078" y="467171"/>
                    </a:cubicBezTo>
                    <a:cubicBezTo>
                      <a:pt x="1404078" y="462007"/>
                      <a:pt x="1414385" y="457881"/>
                      <a:pt x="1418510" y="450670"/>
                    </a:cubicBezTo>
                    <a:cubicBezTo>
                      <a:pt x="1421477" y="446167"/>
                      <a:pt x="1424930" y="442009"/>
                      <a:pt x="1428828" y="438295"/>
                    </a:cubicBezTo>
                    <a:lnTo>
                      <a:pt x="1438107" y="429006"/>
                    </a:lnTo>
                    <a:cubicBezTo>
                      <a:pt x="1442665" y="425098"/>
                      <a:pt x="1446195" y="420149"/>
                      <a:pt x="1448425" y="414573"/>
                    </a:cubicBezTo>
                    <a:lnTo>
                      <a:pt x="1448425" y="404255"/>
                    </a:lnTo>
                    <a:cubicBezTo>
                      <a:pt x="1449908" y="401364"/>
                      <a:pt x="1451630" y="398605"/>
                      <a:pt x="1453579" y="396005"/>
                    </a:cubicBezTo>
                    <a:cubicBezTo>
                      <a:pt x="1453579" y="396005"/>
                      <a:pt x="1453579" y="396005"/>
                      <a:pt x="1459761" y="388795"/>
                    </a:cubicBezTo>
                    <a:lnTo>
                      <a:pt x="1469050" y="391881"/>
                    </a:lnTo>
                    <a:cubicBezTo>
                      <a:pt x="1474171" y="391090"/>
                      <a:pt x="1479390" y="391090"/>
                      <a:pt x="1484511" y="391881"/>
                    </a:cubicBezTo>
                    <a:cubicBezTo>
                      <a:pt x="1484511" y="391881"/>
                      <a:pt x="1494829" y="383631"/>
                      <a:pt x="1498954" y="383631"/>
                    </a:cubicBezTo>
                    <a:close/>
                    <a:moveTo>
                      <a:pt x="4049260" y="354753"/>
                    </a:moveTo>
                    <a:cubicBezTo>
                      <a:pt x="4049260" y="354753"/>
                      <a:pt x="4069885" y="364031"/>
                      <a:pt x="4069885" y="368156"/>
                    </a:cubicBezTo>
                    <a:cubicBezTo>
                      <a:pt x="4070318" y="376558"/>
                      <a:pt x="4073588" y="384548"/>
                      <a:pt x="4079164" y="390849"/>
                    </a:cubicBezTo>
                    <a:cubicBezTo>
                      <a:pt x="4079164" y="398060"/>
                      <a:pt x="4079164" y="399100"/>
                      <a:pt x="4079164" y="405282"/>
                    </a:cubicBezTo>
                    <a:cubicBezTo>
                      <a:pt x="4079164" y="411475"/>
                      <a:pt x="4079164" y="415600"/>
                      <a:pt x="4074010" y="418685"/>
                    </a:cubicBezTo>
                    <a:lnTo>
                      <a:pt x="4053385" y="435196"/>
                    </a:lnTo>
                    <a:cubicBezTo>
                      <a:pt x="4053385" y="435196"/>
                      <a:pt x="4043067" y="445504"/>
                      <a:pt x="4045135" y="447561"/>
                    </a:cubicBezTo>
                    <a:cubicBezTo>
                      <a:pt x="4048545" y="448167"/>
                      <a:pt x="4052031" y="448167"/>
                      <a:pt x="4055442" y="447561"/>
                    </a:cubicBezTo>
                    <a:lnTo>
                      <a:pt x="4068856" y="447561"/>
                    </a:lnTo>
                    <a:lnTo>
                      <a:pt x="4084317" y="447561"/>
                    </a:lnTo>
                    <a:cubicBezTo>
                      <a:pt x="4091539" y="447561"/>
                      <a:pt x="4102885" y="447561"/>
                      <a:pt x="4105971" y="447561"/>
                    </a:cubicBezTo>
                    <a:cubicBezTo>
                      <a:pt x="4109068" y="447561"/>
                      <a:pt x="4128664" y="454782"/>
                      <a:pt x="4128664" y="460975"/>
                    </a:cubicBezTo>
                    <a:cubicBezTo>
                      <a:pt x="4128664" y="467157"/>
                      <a:pt x="4135886" y="471282"/>
                      <a:pt x="4145164" y="478504"/>
                    </a:cubicBezTo>
                    <a:cubicBezTo>
                      <a:pt x="4154443" y="485725"/>
                      <a:pt x="4145164" y="501186"/>
                      <a:pt x="4145164" y="512533"/>
                    </a:cubicBezTo>
                    <a:cubicBezTo>
                      <a:pt x="4145164" y="523879"/>
                      <a:pt x="4145164" y="519754"/>
                      <a:pt x="4135886" y="512533"/>
                    </a:cubicBezTo>
                    <a:cubicBezTo>
                      <a:pt x="4126607" y="505311"/>
                      <a:pt x="4127636" y="512533"/>
                      <a:pt x="4120414" y="512533"/>
                    </a:cubicBezTo>
                    <a:cubicBezTo>
                      <a:pt x="4109804" y="513886"/>
                      <a:pt x="4099063" y="513886"/>
                      <a:pt x="4088442" y="512533"/>
                    </a:cubicBezTo>
                    <a:cubicBezTo>
                      <a:pt x="4082271" y="513042"/>
                      <a:pt x="4076067" y="513042"/>
                      <a:pt x="4069885" y="512533"/>
                    </a:cubicBezTo>
                    <a:lnTo>
                      <a:pt x="4052356" y="504283"/>
                    </a:lnTo>
                    <a:cubicBezTo>
                      <a:pt x="4041887" y="501565"/>
                      <a:pt x="4031179" y="499833"/>
                      <a:pt x="4020384" y="499129"/>
                    </a:cubicBezTo>
                    <a:cubicBezTo>
                      <a:pt x="4014830" y="501056"/>
                      <a:pt x="4009612" y="503839"/>
                      <a:pt x="4004913" y="507379"/>
                    </a:cubicBezTo>
                    <a:cubicBezTo>
                      <a:pt x="3997691" y="507379"/>
                      <a:pt x="3995634" y="524908"/>
                      <a:pt x="3995634" y="529033"/>
                    </a:cubicBezTo>
                    <a:cubicBezTo>
                      <a:pt x="3998341" y="552755"/>
                      <a:pt x="4004242" y="576000"/>
                      <a:pt x="4013163" y="598130"/>
                    </a:cubicBezTo>
                    <a:cubicBezTo>
                      <a:pt x="4013163" y="608437"/>
                      <a:pt x="4013163" y="638352"/>
                      <a:pt x="4024509" y="651756"/>
                    </a:cubicBezTo>
                    <a:cubicBezTo>
                      <a:pt x="4032337" y="664856"/>
                      <a:pt x="4038898" y="678661"/>
                      <a:pt x="4044106" y="693006"/>
                    </a:cubicBezTo>
                    <a:cubicBezTo>
                      <a:pt x="4044095" y="700228"/>
                      <a:pt x="4055442" y="706410"/>
                      <a:pt x="4058538" y="711564"/>
                    </a:cubicBezTo>
                    <a:cubicBezTo>
                      <a:pt x="4061635" y="716728"/>
                      <a:pt x="4064731" y="726007"/>
                      <a:pt x="4067817" y="729103"/>
                    </a:cubicBezTo>
                    <a:cubicBezTo>
                      <a:pt x="4076641" y="738945"/>
                      <a:pt x="4084902" y="749273"/>
                      <a:pt x="4092567" y="760036"/>
                    </a:cubicBezTo>
                    <a:cubicBezTo>
                      <a:pt x="4092567" y="760036"/>
                      <a:pt x="4100817" y="767257"/>
                      <a:pt x="4100817" y="771382"/>
                    </a:cubicBezTo>
                    <a:cubicBezTo>
                      <a:pt x="4100817" y="775507"/>
                      <a:pt x="4094635" y="771382"/>
                      <a:pt x="4092567" y="777564"/>
                    </a:cubicBezTo>
                    <a:cubicBezTo>
                      <a:pt x="4090510" y="783757"/>
                      <a:pt x="4092567" y="786854"/>
                      <a:pt x="4084317" y="788911"/>
                    </a:cubicBezTo>
                    <a:cubicBezTo>
                      <a:pt x="4076359" y="792018"/>
                      <a:pt x="4067525" y="792018"/>
                      <a:pt x="4059567" y="788911"/>
                    </a:cubicBezTo>
                    <a:cubicBezTo>
                      <a:pt x="4059567" y="788911"/>
                      <a:pt x="4052356" y="788911"/>
                      <a:pt x="4049260" y="788911"/>
                    </a:cubicBezTo>
                    <a:cubicBezTo>
                      <a:pt x="4046196" y="789496"/>
                      <a:pt x="4043045" y="789496"/>
                      <a:pt x="4039981" y="788911"/>
                    </a:cubicBezTo>
                    <a:lnTo>
                      <a:pt x="4023481" y="777564"/>
                    </a:lnTo>
                    <a:cubicBezTo>
                      <a:pt x="4017234" y="775280"/>
                      <a:pt x="4011344" y="772162"/>
                      <a:pt x="4005941" y="768286"/>
                    </a:cubicBezTo>
                    <a:cubicBezTo>
                      <a:pt x="4005941" y="768286"/>
                      <a:pt x="3994606" y="761075"/>
                      <a:pt x="3991509" y="755910"/>
                    </a:cubicBezTo>
                    <a:cubicBezTo>
                      <a:pt x="3988413" y="750757"/>
                      <a:pt x="3976037" y="744575"/>
                      <a:pt x="3969855" y="738382"/>
                    </a:cubicBezTo>
                    <a:cubicBezTo>
                      <a:pt x="3964734" y="733975"/>
                      <a:pt x="3961735" y="727598"/>
                      <a:pt x="3961605" y="720853"/>
                    </a:cubicBezTo>
                    <a:cubicBezTo>
                      <a:pt x="3961605" y="705381"/>
                      <a:pt x="3972941" y="705381"/>
                      <a:pt x="3961605" y="671352"/>
                    </a:cubicBezTo>
                    <a:cubicBezTo>
                      <a:pt x="3958595" y="656715"/>
                      <a:pt x="3956527" y="641903"/>
                      <a:pt x="3955412" y="627006"/>
                    </a:cubicBezTo>
                    <a:cubicBezTo>
                      <a:pt x="3954373" y="618192"/>
                      <a:pt x="3952294" y="609542"/>
                      <a:pt x="3949230" y="601227"/>
                    </a:cubicBezTo>
                    <a:cubicBezTo>
                      <a:pt x="3940969" y="582658"/>
                      <a:pt x="3936855" y="558937"/>
                      <a:pt x="3933758" y="553783"/>
                    </a:cubicBezTo>
                    <a:cubicBezTo>
                      <a:pt x="3930662" y="548630"/>
                      <a:pt x="3906940" y="570283"/>
                      <a:pt x="3890440" y="575437"/>
                    </a:cubicBezTo>
                    <a:cubicBezTo>
                      <a:pt x="3873940" y="580602"/>
                      <a:pt x="3860536" y="580602"/>
                      <a:pt x="3837843" y="587812"/>
                    </a:cubicBezTo>
                    <a:cubicBezTo>
                      <a:pt x="3822469" y="590227"/>
                      <a:pt x="3806813" y="590227"/>
                      <a:pt x="3791439" y="587812"/>
                    </a:cubicBezTo>
                    <a:lnTo>
                      <a:pt x="3758439" y="587812"/>
                    </a:lnTo>
                    <a:cubicBezTo>
                      <a:pt x="3749160" y="587812"/>
                      <a:pt x="3738853" y="580602"/>
                      <a:pt x="3731631" y="579562"/>
                    </a:cubicBezTo>
                    <a:lnTo>
                      <a:pt x="3718228" y="579562"/>
                    </a:lnTo>
                    <a:cubicBezTo>
                      <a:pt x="3718228" y="579562"/>
                      <a:pt x="3718228" y="571312"/>
                      <a:pt x="3718228" y="567198"/>
                    </a:cubicBezTo>
                    <a:cubicBezTo>
                      <a:pt x="3718228" y="563062"/>
                      <a:pt x="3718228" y="553783"/>
                      <a:pt x="3718228" y="549658"/>
                    </a:cubicBezTo>
                    <a:cubicBezTo>
                      <a:pt x="3718228" y="545533"/>
                      <a:pt x="3711006" y="542437"/>
                      <a:pt x="3709977" y="539351"/>
                    </a:cubicBezTo>
                    <a:cubicBezTo>
                      <a:pt x="3708938" y="536254"/>
                      <a:pt x="3709977" y="533158"/>
                      <a:pt x="3721313" y="539351"/>
                    </a:cubicBezTo>
                    <a:cubicBezTo>
                      <a:pt x="3728805" y="540899"/>
                      <a:pt x="3736525" y="540899"/>
                      <a:pt x="3744006" y="539351"/>
                    </a:cubicBezTo>
                    <a:cubicBezTo>
                      <a:pt x="3749127" y="540174"/>
                      <a:pt x="3754346" y="540174"/>
                      <a:pt x="3759478" y="539351"/>
                    </a:cubicBezTo>
                    <a:cubicBezTo>
                      <a:pt x="3759478" y="539351"/>
                      <a:pt x="3766689" y="539351"/>
                      <a:pt x="3769785" y="539351"/>
                    </a:cubicBezTo>
                    <a:cubicBezTo>
                      <a:pt x="3797329" y="534544"/>
                      <a:pt x="3824537" y="527994"/>
                      <a:pt x="3851258" y="519754"/>
                    </a:cubicBezTo>
                    <a:cubicBezTo>
                      <a:pt x="3866762" y="514871"/>
                      <a:pt x="3880902" y="506394"/>
                      <a:pt x="3892508" y="495004"/>
                    </a:cubicBezTo>
                    <a:cubicBezTo>
                      <a:pt x="3897911" y="492027"/>
                      <a:pt x="3902512" y="487772"/>
                      <a:pt x="3905912" y="482629"/>
                    </a:cubicBezTo>
                    <a:cubicBezTo>
                      <a:pt x="3905912" y="482629"/>
                      <a:pt x="3897662" y="482629"/>
                      <a:pt x="3894565" y="477476"/>
                    </a:cubicBezTo>
                    <a:lnTo>
                      <a:pt x="3886315" y="477476"/>
                    </a:lnTo>
                    <a:lnTo>
                      <a:pt x="3873940" y="477476"/>
                    </a:lnTo>
                    <a:cubicBezTo>
                      <a:pt x="3869717" y="477151"/>
                      <a:pt x="3865895" y="474866"/>
                      <a:pt x="3863633" y="471282"/>
                    </a:cubicBezTo>
                    <a:cubicBezTo>
                      <a:pt x="3863633" y="466129"/>
                      <a:pt x="3863633" y="459936"/>
                      <a:pt x="3852286" y="454782"/>
                    </a:cubicBezTo>
                    <a:cubicBezTo>
                      <a:pt x="3843830" y="445536"/>
                      <a:pt x="3841795" y="432089"/>
                      <a:pt x="3847132" y="420753"/>
                    </a:cubicBezTo>
                    <a:cubicBezTo>
                      <a:pt x="3849049" y="414712"/>
                      <a:pt x="3854257" y="410305"/>
                      <a:pt x="3860536" y="409418"/>
                    </a:cubicBezTo>
                    <a:cubicBezTo>
                      <a:pt x="3864975" y="410143"/>
                      <a:pt x="3869501" y="410143"/>
                      <a:pt x="3873951" y="409418"/>
                    </a:cubicBezTo>
                    <a:cubicBezTo>
                      <a:pt x="3873940" y="409407"/>
                      <a:pt x="3882190" y="409407"/>
                      <a:pt x="3887354" y="409407"/>
                    </a:cubicBezTo>
                    <a:cubicBezTo>
                      <a:pt x="3891750" y="408357"/>
                      <a:pt x="3896352" y="408357"/>
                      <a:pt x="3900758" y="409407"/>
                    </a:cubicBezTo>
                    <a:cubicBezTo>
                      <a:pt x="3900758" y="409407"/>
                      <a:pt x="3915190" y="418685"/>
                      <a:pt x="3923440" y="422821"/>
                    </a:cubicBezTo>
                    <a:cubicBezTo>
                      <a:pt x="3937829" y="428700"/>
                      <a:pt x="3953290" y="431515"/>
                      <a:pt x="3968816" y="431061"/>
                    </a:cubicBezTo>
                    <a:cubicBezTo>
                      <a:pt x="3974836" y="418826"/>
                      <a:pt x="3984114" y="408476"/>
                      <a:pt x="3995634" y="401157"/>
                    </a:cubicBezTo>
                    <a:cubicBezTo>
                      <a:pt x="4001275" y="394660"/>
                      <a:pt x="4006450" y="387775"/>
                      <a:pt x="4011106" y="380532"/>
                    </a:cubicBezTo>
                    <a:cubicBezTo>
                      <a:pt x="4015664" y="374804"/>
                      <a:pt x="4018847" y="368102"/>
                      <a:pt x="4020384" y="360935"/>
                    </a:cubicBezTo>
                    <a:cubicBezTo>
                      <a:pt x="4020384" y="355781"/>
                      <a:pt x="4026567" y="360946"/>
                      <a:pt x="4030692" y="360946"/>
                    </a:cubicBezTo>
                    <a:cubicBezTo>
                      <a:pt x="4034817" y="360946"/>
                      <a:pt x="4041010" y="369185"/>
                      <a:pt x="4045135" y="371253"/>
                    </a:cubicBezTo>
                    <a:cubicBezTo>
                      <a:pt x="4049260" y="373310"/>
                      <a:pt x="4055442" y="371253"/>
                      <a:pt x="4058538" y="371253"/>
                    </a:cubicBezTo>
                    <a:close/>
                    <a:moveTo>
                      <a:pt x="1383200" y="242484"/>
                    </a:moveTo>
                    <a:cubicBezTo>
                      <a:pt x="1385778" y="241841"/>
                      <a:pt x="1388098" y="241841"/>
                      <a:pt x="1389646" y="244417"/>
                    </a:cubicBezTo>
                    <a:cubicBezTo>
                      <a:pt x="1392742" y="249571"/>
                      <a:pt x="1399953" y="254724"/>
                      <a:pt x="1403049" y="256792"/>
                    </a:cubicBezTo>
                    <a:cubicBezTo>
                      <a:pt x="1406146" y="258850"/>
                      <a:pt x="1416453" y="256792"/>
                      <a:pt x="1425742" y="272253"/>
                    </a:cubicBezTo>
                    <a:cubicBezTo>
                      <a:pt x="1435021" y="287725"/>
                      <a:pt x="1431925" y="288753"/>
                      <a:pt x="1425742" y="302168"/>
                    </a:cubicBezTo>
                    <a:cubicBezTo>
                      <a:pt x="1419549" y="315572"/>
                      <a:pt x="1425742" y="311447"/>
                      <a:pt x="1432953" y="308350"/>
                    </a:cubicBezTo>
                    <a:lnTo>
                      <a:pt x="1470078" y="272253"/>
                    </a:lnTo>
                    <a:cubicBezTo>
                      <a:pt x="1476488" y="264566"/>
                      <a:pt x="1483753" y="257647"/>
                      <a:pt x="1491732" y="251628"/>
                    </a:cubicBezTo>
                    <a:cubicBezTo>
                      <a:pt x="1491732" y="251628"/>
                      <a:pt x="1499993" y="251628"/>
                      <a:pt x="1505146" y="251628"/>
                    </a:cubicBezTo>
                    <a:cubicBezTo>
                      <a:pt x="1510300" y="251628"/>
                      <a:pt x="1514425" y="246474"/>
                      <a:pt x="1517522" y="251628"/>
                    </a:cubicBezTo>
                    <a:cubicBezTo>
                      <a:pt x="1524115" y="254389"/>
                      <a:pt x="1531542" y="254389"/>
                      <a:pt x="1538147" y="251628"/>
                    </a:cubicBezTo>
                    <a:cubicBezTo>
                      <a:pt x="1538147" y="251628"/>
                      <a:pt x="1546397" y="251628"/>
                      <a:pt x="1547425" y="251628"/>
                    </a:cubicBezTo>
                    <a:lnTo>
                      <a:pt x="1555675" y="266071"/>
                    </a:lnTo>
                    <a:cubicBezTo>
                      <a:pt x="1555675" y="275350"/>
                      <a:pt x="1547425" y="291850"/>
                      <a:pt x="1543300" y="300100"/>
                    </a:cubicBezTo>
                    <a:cubicBezTo>
                      <a:pt x="1539175" y="308350"/>
                      <a:pt x="1536079" y="300100"/>
                      <a:pt x="1528868" y="300100"/>
                    </a:cubicBezTo>
                    <a:lnTo>
                      <a:pt x="1507204" y="314543"/>
                    </a:lnTo>
                    <a:lnTo>
                      <a:pt x="1491732" y="326918"/>
                    </a:lnTo>
                    <a:lnTo>
                      <a:pt x="1478328" y="341350"/>
                    </a:lnTo>
                    <a:lnTo>
                      <a:pt x="1465953" y="356822"/>
                    </a:lnTo>
                    <a:cubicBezTo>
                      <a:pt x="1460616" y="359204"/>
                      <a:pt x="1455440" y="361965"/>
                      <a:pt x="1450493" y="365072"/>
                    </a:cubicBezTo>
                    <a:cubicBezTo>
                      <a:pt x="1445577" y="373040"/>
                      <a:pt x="1440056" y="380631"/>
                      <a:pt x="1433982" y="387754"/>
                    </a:cubicBezTo>
                    <a:cubicBezTo>
                      <a:pt x="1418467" y="401061"/>
                      <a:pt x="1403980" y="415547"/>
                      <a:pt x="1390674" y="431072"/>
                    </a:cubicBezTo>
                    <a:cubicBezTo>
                      <a:pt x="1390674" y="437255"/>
                      <a:pt x="1381396" y="438294"/>
                      <a:pt x="1378299" y="443448"/>
                    </a:cubicBezTo>
                    <a:cubicBezTo>
                      <a:pt x="1375203" y="448601"/>
                      <a:pt x="1369021" y="450669"/>
                      <a:pt x="1366953" y="455823"/>
                    </a:cubicBezTo>
                    <a:cubicBezTo>
                      <a:pt x="1364896" y="460977"/>
                      <a:pt x="1358703" y="463044"/>
                      <a:pt x="1355617" y="466130"/>
                    </a:cubicBezTo>
                    <a:cubicBezTo>
                      <a:pt x="1352521" y="469227"/>
                      <a:pt x="1350453" y="471295"/>
                      <a:pt x="1345299" y="474391"/>
                    </a:cubicBezTo>
                    <a:cubicBezTo>
                      <a:pt x="1340145" y="477477"/>
                      <a:pt x="1340145" y="481602"/>
                      <a:pt x="1336020" y="484698"/>
                    </a:cubicBezTo>
                    <a:cubicBezTo>
                      <a:pt x="1332826" y="487438"/>
                      <a:pt x="1329373" y="489863"/>
                      <a:pt x="1325702" y="491920"/>
                    </a:cubicBezTo>
                    <a:cubicBezTo>
                      <a:pt x="1325702" y="491920"/>
                      <a:pt x="1317452" y="497073"/>
                      <a:pt x="1317452" y="497073"/>
                    </a:cubicBezTo>
                    <a:cubicBezTo>
                      <a:pt x="1317452" y="497073"/>
                      <a:pt x="1311270" y="505323"/>
                      <a:pt x="1306117" y="508420"/>
                    </a:cubicBezTo>
                    <a:cubicBezTo>
                      <a:pt x="1302425" y="511668"/>
                      <a:pt x="1299285" y="515501"/>
                      <a:pt x="1296827" y="519756"/>
                    </a:cubicBezTo>
                    <a:cubicBezTo>
                      <a:pt x="1296827" y="519756"/>
                      <a:pt x="1296827" y="526977"/>
                      <a:pt x="1290645" y="531102"/>
                    </a:cubicBezTo>
                    <a:cubicBezTo>
                      <a:pt x="1284452" y="535227"/>
                      <a:pt x="1290645" y="531102"/>
                      <a:pt x="1279299" y="531102"/>
                    </a:cubicBezTo>
                    <a:cubicBezTo>
                      <a:pt x="1267952" y="531102"/>
                      <a:pt x="1268991" y="538324"/>
                      <a:pt x="1263827" y="539352"/>
                    </a:cubicBezTo>
                    <a:cubicBezTo>
                      <a:pt x="1258673" y="540381"/>
                      <a:pt x="1253520" y="532131"/>
                      <a:pt x="1251452" y="525949"/>
                    </a:cubicBezTo>
                    <a:lnTo>
                      <a:pt x="1242173" y="513574"/>
                    </a:lnTo>
                    <a:cubicBezTo>
                      <a:pt x="1240755" y="509568"/>
                      <a:pt x="1240755" y="505204"/>
                      <a:pt x="1242173" y="501198"/>
                    </a:cubicBezTo>
                    <a:cubicBezTo>
                      <a:pt x="1247316" y="489516"/>
                      <a:pt x="1254278" y="478722"/>
                      <a:pt x="1262798" y="469227"/>
                    </a:cubicBezTo>
                    <a:cubicBezTo>
                      <a:pt x="1262798" y="469227"/>
                      <a:pt x="1270020" y="469227"/>
                      <a:pt x="1273106" y="469227"/>
                    </a:cubicBezTo>
                    <a:cubicBezTo>
                      <a:pt x="1276202" y="469227"/>
                      <a:pt x="1282395" y="456852"/>
                      <a:pt x="1286520" y="453755"/>
                    </a:cubicBezTo>
                    <a:lnTo>
                      <a:pt x="1321577" y="421794"/>
                    </a:lnTo>
                    <a:cubicBezTo>
                      <a:pt x="1326742" y="415601"/>
                      <a:pt x="1334992" y="414573"/>
                      <a:pt x="1337049" y="408380"/>
                    </a:cubicBezTo>
                    <a:cubicBezTo>
                      <a:pt x="1345028" y="398560"/>
                      <a:pt x="1353647" y="389259"/>
                      <a:pt x="1362828" y="380543"/>
                    </a:cubicBezTo>
                    <a:cubicBezTo>
                      <a:pt x="1367375" y="376559"/>
                      <a:pt x="1370309" y="371059"/>
                      <a:pt x="1371078" y="365072"/>
                    </a:cubicBezTo>
                    <a:lnTo>
                      <a:pt x="1363867" y="357851"/>
                    </a:lnTo>
                    <a:cubicBezTo>
                      <a:pt x="1363867" y="357851"/>
                      <a:pt x="1357674" y="357851"/>
                      <a:pt x="1353549" y="357851"/>
                    </a:cubicBezTo>
                    <a:cubicBezTo>
                      <a:pt x="1349424" y="357851"/>
                      <a:pt x="1342203" y="357851"/>
                      <a:pt x="1341174" y="357851"/>
                    </a:cubicBezTo>
                    <a:cubicBezTo>
                      <a:pt x="1340145" y="357851"/>
                      <a:pt x="1341174" y="350629"/>
                      <a:pt x="1341174" y="347543"/>
                    </a:cubicBezTo>
                    <a:cubicBezTo>
                      <a:pt x="1341683" y="344122"/>
                      <a:pt x="1341683" y="340646"/>
                      <a:pt x="1341174" y="337225"/>
                    </a:cubicBezTo>
                    <a:lnTo>
                      <a:pt x="1341174" y="323822"/>
                    </a:lnTo>
                    <a:cubicBezTo>
                      <a:pt x="1341174" y="316600"/>
                      <a:pt x="1318492" y="307321"/>
                      <a:pt x="1313327" y="304225"/>
                    </a:cubicBezTo>
                    <a:cubicBezTo>
                      <a:pt x="1311779" y="300598"/>
                      <a:pt x="1311779" y="296506"/>
                      <a:pt x="1313327" y="292878"/>
                    </a:cubicBezTo>
                    <a:cubicBezTo>
                      <a:pt x="1313327" y="284628"/>
                      <a:pt x="1322617" y="283599"/>
                      <a:pt x="1328799" y="280503"/>
                    </a:cubicBezTo>
                    <a:cubicBezTo>
                      <a:pt x="1334992" y="277418"/>
                      <a:pt x="1328799" y="272253"/>
                      <a:pt x="1336020" y="270196"/>
                    </a:cubicBezTo>
                    <a:cubicBezTo>
                      <a:pt x="1343242" y="268128"/>
                      <a:pt x="1342203" y="270196"/>
                      <a:pt x="1344270" y="264003"/>
                    </a:cubicBezTo>
                    <a:cubicBezTo>
                      <a:pt x="1346328" y="257821"/>
                      <a:pt x="1344270" y="257821"/>
                      <a:pt x="1351492" y="254724"/>
                    </a:cubicBezTo>
                    <a:lnTo>
                      <a:pt x="1339117" y="257821"/>
                    </a:lnTo>
                    <a:lnTo>
                      <a:pt x="1350453" y="252667"/>
                    </a:lnTo>
                    <a:cubicBezTo>
                      <a:pt x="1355325" y="250632"/>
                      <a:pt x="1359850" y="247849"/>
                      <a:pt x="1363867" y="244417"/>
                    </a:cubicBezTo>
                    <a:cubicBezTo>
                      <a:pt x="1363867" y="244417"/>
                      <a:pt x="1370049" y="244417"/>
                      <a:pt x="1375203" y="244417"/>
                    </a:cubicBezTo>
                    <a:cubicBezTo>
                      <a:pt x="1377785" y="244417"/>
                      <a:pt x="1380622" y="243129"/>
                      <a:pt x="1383200" y="242484"/>
                    </a:cubicBezTo>
                    <a:close/>
                    <a:moveTo>
                      <a:pt x="2319836" y="154694"/>
                    </a:moveTo>
                    <a:lnTo>
                      <a:pt x="2301267" y="159847"/>
                    </a:lnTo>
                    <a:cubicBezTo>
                      <a:pt x="2299589" y="163441"/>
                      <a:pt x="2299589" y="167599"/>
                      <a:pt x="2301267" y="171193"/>
                    </a:cubicBezTo>
                    <a:cubicBezTo>
                      <a:pt x="2301267" y="175318"/>
                      <a:pt x="2301267" y="180472"/>
                      <a:pt x="2301267" y="180472"/>
                    </a:cubicBezTo>
                    <a:cubicBezTo>
                      <a:pt x="2307006" y="182052"/>
                      <a:pt x="2313069" y="182052"/>
                      <a:pt x="2318808" y="180472"/>
                    </a:cubicBezTo>
                    <a:cubicBezTo>
                      <a:pt x="2324968" y="175069"/>
                      <a:pt x="2328054" y="166960"/>
                      <a:pt x="2327047" y="158819"/>
                    </a:cubicBezTo>
                    <a:lnTo>
                      <a:pt x="2320865" y="158819"/>
                    </a:lnTo>
                    <a:close/>
                    <a:moveTo>
                      <a:pt x="2375531" y="130974"/>
                    </a:moveTo>
                    <a:cubicBezTo>
                      <a:pt x="2370378" y="133031"/>
                      <a:pt x="2361089" y="133031"/>
                      <a:pt x="2361089" y="138195"/>
                    </a:cubicBezTo>
                    <a:cubicBezTo>
                      <a:pt x="2361089" y="143348"/>
                      <a:pt x="2360061" y="146444"/>
                      <a:pt x="2361089" y="153665"/>
                    </a:cubicBezTo>
                    <a:cubicBezTo>
                      <a:pt x="2362118" y="160876"/>
                      <a:pt x="2371407" y="160876"/>
                      <a:pt x="2371407" y="160876"/>
                    </a:cubicBezTo>
                    <a:cubicBezTo>
                      <a:pt x="2378541" y="158754"/>
                      <a:pt x="2384268" y="153416"/>
                      <a:pt x="2386877" y="146444"/>
                    </a:cubicBezTo>
                    <a:cubicBezTo>
                      <a:pt x="2387212" y="141984"/>
                      <a:pt x="2387212" y="137502"/>
                      <a:pt x="2386877" y="133031"/>
                    </a:cubicBezTo>
                    <a:cubicBezTo>
                      <a:pt x="2384809" y="133031"/>
                      <a:pt x="2376560" y="133031"/>
                      <a:pt x="2376560" y="133031"/>
                    </a:cubicBezTo>
                    <a:close/>
                    <a:moveTo>
                      <a:pt x="2306432" y="95915"/>
                    </a:moveTo>
                    <a:lnTo>
                      <a:pt x="2310546" y="100039"/>
                    </a:lnTo>
                    <a:cubicBezTo>
                      <a:pt x="2307460" y="104164"/>
                      <a:pt x="2296113" y="108289"/>
                      <a:pt x="2296113" y="113442"/>
                    </a:cubicBezTo>
                    <a:cubicBezTo>
                      <a:pt x="2296113" y="118607"/>
                      <a:pt x="2296113" y="128913"/>
                      <a:pt x="2296113" y="128913"/>
                    </a:cubicBezTo>
                    <a:cubicBezTo>
                      <a:pt x="2296113" y="128913"/>
                      <a:pt x="2297142" y="136134"/>
                      <a:pt x="2304364" y="128913"/>
                    </a:cubicBezTo>
                    <a:cubicBezTo>
                      <a:pt x="2311586" y="121692"/>
                      <a:pt x="2320865" y="120664"/>
                      <a:pt x="2320865" y="108289"/>
                    </a:cubicBezTo>
                    <a:cubicBezTo>
                      <a:pt x="2320865" y="95915"/>
                      <a:pt x="2316740" y="95915"/>
                      <a:pt x="2306432" y="95915"/>
                    </a:cubicBezTo>
                    <a:close/>
                    <a:moveTo>
                      <a:pt x="3341817" y="93847"/>
                    </a:moveTo>
                    <a:cubicBezTo>
                      <a:pt x="3346224" y="95276"/>
                      <a:pt x="3349678" y="98730"/>
                      <a:pt x="3351096" y="103125"/>
                    </a:cubicBezTo>
                    <a:cubicBezTo>
                      <a:pt x="3355578" y="109069"/>
                      <a:pt x="3359714" y="115273"/>
                      <a:pt x="3363471" y="121693"/>
                    </a:cubicBezTo>
                    <a:cubicBezTo>
                      <a:pt x="3364532" y="127139"/>
                      <a:pt x="3364532" y="132737"/>
                      <a:pt x="3363471" y="138193"/>
                    </a:cubicBezTo>
                    <a:cubicBezTo>
                      <a:pt x="3363482" y="138193"/>
                      <a:pt x="3368636" y="148501"/>
                      <a:pt x="3363482" y="150569"/>
                    </a:cubicBezTo>
                    <a:cubicBezTo>
                      <a:pt x="3358318" y="152626"/>
                      <a:pt x="3348010" y="160876"/>
                      <a:pt x="3332539" y="167069"/>
                    </a:cubicBezTo>
                    <a:cubicBezTo>
                      <a:pt x="3323542" y="169505"/>
                      <a:pt x="3315129" y="173716"/>
                      <a:pt x="3307789" y="179444"/>
                    </a:cubicBezTo>
                    <a:cubicBezTo>
                      <a:pt x="3302581" y="182995"/>
                      <a:pt x="3296540" y="185128"/>
                      <a:pt x="3290260" y="185626"/>
                    </a:cubicBezTo>
                    <a:cubicBezTo>
                      <a:pt x="3272731" y="185626"/>
                      <a:pt x="3258288" y="185626"/>
                      <a:pt x="3254163" y="200069"/>
                    </a:cubicBezTo>
                    <a:cubicBezTo>
                      <a:pt x="3250038" y="214501"/>
                      <a:pt x="3254163" y="210376"/>
                      <a:pt x="3254163" y="226877"/>
                    </a:cubicBezTo>
                    <a:cubicBezTo>
                      <a:pt x="3252290" y="231229"/>
                      <a:pt x="3249464" y="235094"/>
                      <a:pt x="3245913" y="238223"/>
                    </a:cubicBezTo>
                    <a:cubicBezTo>
                      <a:pt x="3240760" y="238223"/>
                      <a:pt x="3240760" y="244405"/>
                      <a:pt x="3238692" y="247502"/>
                    </a:cubicBezTo>
                    <a:cubicBezTo>
                      <a:pt x="3238378" y="251724"/>
                      <a:pt x="3236082" y="255546"/>
                      <a:pt x="3232510" y="257820"/>
                    </a:cubicBezTo>
                    <a:cubicBezTo>
                      <a:pt x="3232510" y="257820"/>
                      <a:pt x="3232510" y="266070"/>
                      <a:pt x="3227356" y="270195"/>
                    </a:cubicBezTo>
                    <a:cubicBezTo>
                      <a:pt x="3222192" y="274320"/>
                      <a:pt x="3218067" y="297002"/>
                      <a:pt x="3221163" y="302156"/>
                    </a:cubicBezTo>
                    <a:cubicBezTo>
                      <a:pt x="3224259" y="307320"/>
                      <a:pt x="3261385" y="310406"/>
                      <a:pt x="3278913" y="314531"/>
                    </a:cubicBezTo>
                    <a:cubicBezTo>
                      <a:pt x="3296442" y="318656"/>
                      <a:pt x="3289231" y="314531"/>
                      <a:pt x="3294385" y="314531"/>
                    </a:cubicBezTo>
                    <a:lnTo>
                      <a:pt x="3309846" y="314531"/>
                    </a:lnTo>
                    <a:lnTo>
                      <a:pt x="3323260" y="322792"/>
                    </a:lnTo>
                    <a:cubicBezTo>
                      <a:pt x="3328219" y="326332"/>
                      <a:pt x="3332723" y="330490"/>
                      <a:pt x="3336664" y="335156"/>
                    </a:cubicBezTo>
                    <a:cubicBezTo>
                      <a:pt x="3344665" y="339346"/>
                      <a:pt x="3350360" y="346925"/>
                      <a:pt x="3352135" y="355792"/>
                    </a:cubicBezTo>
                    <a:cubicBezTo>
                      <a:pt x="3353142" y="360198"/>
                      <a:pt x="3353142" y="364778"/>
                      <a:pt x="3352135" y="369196"/>
                    </a:cubicBezTo>
                    <a:cubicBezTo>
                      <a:pt x="3352135" y="369196"/>
                      <a:pt x="3352135" y="374349"/>
                      <a:pt x="3352135" y="374349"/>
                    </a:cubicBezTo>
                    <a:cubicBezTo>
                      <a:pt x="3352579" y="377078"/>
                      <a:pt x="3352579" y="379871"/>
                      <a:pt x="3352135" y="382599"/>
                    </a:cubicBezTo>
                    <a:cubicBezTo>
                      <a:pt x="3350078" y="386270"/>
                      <a:pt x="3347653" y="389723"/>
                      <a:pt x="3344914" y="392907"/>
                    </a:cubicBezTo>
                    <a:cubicBezTo>
                      <a:pt x="3344914" y="392907"/>
                      <a:pt x="3335635" y="401157"/>
                      <a:pt x="3332539" y="400128"/>
                    </a:cubicBezTo>
                    <a:lnTo>
                      <a:pt x="3312942" y="400128"/>
                    </a:lnTo>
                    <a:lnTo>
                      <a:pt x="3292317" y="390849"/>
                    </a:lnTo>
                    <a:lnTo>
                      <a:pt x="3270663" y="390849"/>
                    </a:lnTo>
                    <a:lnTo>
                      <a:pt x="3236635" y="378474"/>
                    </a:lnTo>
                    <a:lnTo>
                      <a:pt x="3203634" y="371253"/>
                    </a:lnTo>
                    <a:cubicBezTo>
                      <a:pt x="3193002" y="367572"/>
                      <a:pt x="3181872" y="365482"/>
                      <a:pt x="3170634" y="365070"/>
                    </a:cubicBezTo>
                    <a:lnTo>
                      <a:pt x="3138662" y="365070"/>
                    </a:lnTo>
                    <a:cubicBezTo>
                      <a:pt x="3126287" y="365070"/>
                      <a:pt x="3112884" y="356821"/>
                      <a:pt x="3102566" y="355781"/>
                    </a:cubicBezTo>
                    <a:cubicBezTo>
                      <a:pt x="3080630" y="353432"/>
                      <a:pt x="3058511" y="353432"/>
                      <a:pt x="3036565" y="355781"/>
                    </a:cubicBezTo>
                    <a:cubicBezTo>
                      <a:pt x="3007690" y="355781"/>
                      <a:pt x="2955093" y="367128"/>
                      <a:pt x="2952008" y="366099"/>
                    </a:cubicBezTo>
                    <a:cubicBezTo>
                      <a:pt x="2948911" y="365070"/>
                      <a:pt x="2937564" y="344446"/>
                      <a:pt x="2929314" y="331031"/>
                    </a:cubicBezTo>
                    <a:cubicBezTo>
                      <a:pt x="2928145" y="325596"/>
                      <a:pt x="2928145" y="319977"/>
                      <a:pt x="2929314" y="314531"/>
                    </a:cubicBezTo>
                    <a:cubicBezTo>
                      <a:pt x="2931155" y="307786"/>
                      <a:pt x="2931155" y="300662"/>
                      <a:pt x="2929314" y="293906"/>
                    </a:cubicBezTo>
                    <a:cubicBezTo>
                      <a:pt x="2929314" y="286695"/>
                      <a:pt x="2961286" y="283598"/>
                      <a:pt x="2965411" y="283598"/>
                    </a:cubicBezTo>
                    <a:cubicBezTo>
                      <a:pt x="2969536" y="283598"/>
                      <a:pt x="2977786" y="290820"/>
                      <a:pt x="2983968" y="290820"/>
                    </a:cubicBezTo>
                    <a:lnTo>
                      <a:pt x="3027287" y="290820"/>
                    </a:lnTo>
                    <a:cubicBezTo>
                      <a:pt x="3032440" y="290820"/>
                      <a:pt x="3039662" y="290820"/>
                      <a:pt x="3043787" y="290820"/>
                    </a:cubicBezTo>
                    <a:cubicBezTo>
                      <a:pt x="3060070" y="289348"/>
                      <a:pt x="3076256" y="286933"/>
                      <a:pt x="3092259" y="283598"/>
                    </a:cubicBezTo>
                    <a:cubicBezTo>
                      <a:pt x="3122162" y="283598"/>
                      <a:pt x="3132469" y="246473"/>
                      <a:pt x="3139691" y="234098"/>
                    </a:cubicBezTo>
                    <a:cubicBezTo>
                      <a:pt x="3143448" y="228782"/>
                      <a:pt x="3146241" y="222849"/>
                      <a:pt x="3147941" y="216569"/>
                    </a:cubicBezTo>
                    <a:cubicBezTo>
                      <a:pt x="3147941" y="209348"/>
                      <a:pt x="3147941" y="202126"/>
                      <a:pt x="3147941" y="200069"/>
                    </a:cubicBezTo>
                    <a:cubicBezTo>
                      <a:pt x="3142105" y="199733"/>
                      <a:pt x="3136248" y="199733"/>
                      <a:pt x="3130412" y="200069"/>
                    </a:cubicBezTo>
                    <a:cubicBezTo>
                      <a:pt x="3123277" y="201661"/>
                      <a:pt x="3115883" y="201661"/>
                      <a:pt x="3108759" y="200069"/>
                    </a:cubicBezTo>
                    <a:cubicBezTo>
                      <a:pt x="3102566" y="200069"/>
                      <a:pt x="3108759" y="187694"/>
                      <a:pt x="3108759" y="178405"/>
                    </a:cubicBezTo>
                    <a:cubicBezTo>
                      <a:pt x="3109073" y="168953"/>
                      <a:pt x="3106561" y="159609"/>
                      <a:pt x="3101537" y="151597"/>
                    </a:cubicBezTo>
                    <a:cubicBezTo>
                      <a:pt x="3101537" y="151597"/>
                      <a:pt x="3101537" y="135097"/>
                      <a:pt x="3101537" y="132001"/>
                    </a:cubicBezTo>
                    <a:cubicBezTo>
                      <a:pt x="3102046" y="125829"/>
                      <a:pt x="3102046" y="119615"/>
                      <a:pt x="3101537" y="113443"/>
                    </a:cubicBezTo>
                    <a:cubicBezTo>
                      <a:pt x="3101537" y="104154"/>
                      <a:pt x="3112884" y="106222"/>
                      <a:pt x="3121134" y="104154"/>
                    </a:cubicBezTo>
                    <a:cubicBezTo>
                      <a:pt x="3129384" y="102097"/>
                      <a:pt x="3139691" y="114472"/>
                      <a:pt x="3147941" y="117569"/>
                    </a:cubicBezTo>
                    <a:cubicBezTo>
                      <a:pt x="3171858" y="121076"/>
                      <a:pt x="3195969" y="123144"/>
                      <a:pt x="3220134" y="123750"/>
                    </a:cubicBezTo>
                    <a:lnTo>
                      <a:pt x="3259317" y="123750"/>
                    </a:lnTo>
                    <a:cubicBezTo>
                      <a:pt x="3278480" y="122516"/>
                      <a:pt x="3297481" y="119398"/>
                      <a:pt x="3316039" y="114472"/>
                    </a:cubicBezTo>
                    <a:cubicBezTo>
                      <a:pt x="3321095" y="113064"/>
                      <a:pt x="3326443" y="113064"/>
                      <a:pt x="3331510" y="114472"/>
                    </a:cubicBezTo>
                    <a:lnTo>
                      <a:pt x="3343885" y="114472"/>
                    </a:lnTo>
                    <a:close/>
                    <a:moveTo>
                      <a:pt x="2198081" y="79112"/>
                    </a:moveTo>
                    <a:cubicBezTo>
                      <a:pt x="2202917" y="81869"/>
                      <a:pt x="2209495" y="92309"/>
                      <a:pt x="2212588" y="96946"/>
                    </a:cubicBezTo>
                    <a:lnTo>
                      <a:pt x="2218770" y="79417"/>
                    </a:lnTo>
                    <a:cubicBezTo>
                      <a:pt x="2218770" y="79417"/>
                      <a:pt x="2218770" y="94889"/>
                      <a:pt x="2218770" y="100042"/>
                    </a:cubicBezTo>
                    <a:cubicBezTo>
                      <a:pt x="2216995" y="107848"/>
                      <a:pt x="2216995" y="115957"/>
                      <a:pt x="2218770" y="123764"/>
                    </a:cubicBezTo>
                    <a:cubicBezTo>
                      <a:pt x="2218770" y="128917"/>
                      <a:pt x="2218770" y="134071"/>
                      <a:pt x="2208463" y="142321"/>
                    </a:cubicBezTo>
                    <a:cubicBezTo>
                      <a:pt x="2202108" y="150344"/>
                      <a:pt x="2196575" y="158984"/>
                      <a:pt x="2191952" y="168100"/>
                    </a:cubicBezTo>
                    <a:cubicBezTo>
                      <a:pt x="2188509" y="175992"/>
                      <a:pt x="2188509" y="184968"/>
                      <a:pt x="2191952" y="192850"/>
                    </a:cubicBezTo>
                    <a:cubicBezTo>
                      <a:pt x="2191952" y="192850"/>
                      <a:pt x="2191952" y="207293"/>
                      <a:pt x="2191952" y="210379"/>
                    </a:cubicBezTo>
                    <a:cubicBezTo>
                      <a:pt x="2191952" y="213475"/>
                      <a:pt x="2200213" y="210379"/>
                      <a:pt x="2205367" y="210379"/>
                    </a:cubicBezTo>
                    <a:cubicBezTo>
                      <a:pt x="2210520" y="210379"/>
                      <a:pt x="2205367" y="216572"/>
                      <a:pt x="2211549" y="221725"/>
                    </a:cubicBezTo>
                    <a:cubicBezTo>
                      <a:pt x="2217742" y="226879"/>
                      <a:pt x="2221867" y="234100"/>
                      <a:pt x="2221867" y="240293"/>
                    </a:cubicBezTo>
                    <a:cubicBezTo>
                      <a:pt x="2223339" y="242848"/>
                      <a:pt x="2223339" y="245988"/>
                      <a:pt x="2221867" y="248543"/>
                    </a:cubicBezTo>
                    <a:cubicBezTo>
                      <a:pt x="2206872" y="259954"/>
                      <a:pt x="2194854" y="274809"/>
                      <a:pt x="2186798" y="291851"/>
                    </a:cubicBezTo>
                    <a:cubicBezTo>
                      <a:pt x="2186798" y="291851"/>
                      <a:pt x="2186798" y="305265"/>
                      <a:pt x="2186798" y="306293"/>
                    </a:cubicBezTo>
                    <a:lnTo>
                      <a:pt x="2202270" y="306293"/>
                    </a:lnTo>
                    <a:cubicBezTo>
                      <a:pt x="2207694" y="307224"/>
                      <a:pt x="2212718" y="309736"/>
                      <a:pt x="2216713" y="313515"/>
                    </a:cubicBezTo>
                    <a:cubicBezTo>
                      <a:pt x="2219788" y="317434"/>
                      <a:pt x="2221910" y="322025"/>
                      <a:pt x="2222895" y="326919"/>
                    </a:cubicBezTo>
                    <a:cubicBezTo>
                      <a:pt x="2220611" y="347793"/>
                      <a:pt x="2208810" y="366436"/>
                      <a:pt x="2190923" y="377448"/>
                    </a:cubicBezTo>
                    <a:cubicBezTo>
                      <a:pt x="2175452" y="390851"/>
                      <a:pt x="2147615" y="406323"/>
                      <a:pt x="2134201" y="416630"/>
                    </a:cubicBezTo>
                    <a:cubicBezTo>
                      <a:pt x="2120797" y="426948"/>
                      <a:pt x="2114615" y="444476"/>
                      <a:pt x="2107393" y="447573"/>
                    </a:cubicBezTo>
                    <a:cubicBezTo>
                      <a:pt x="2100172" y="450669"/>
                      <a:pt x="2100172" y="447573"/>
                      <a:pt x="2096047" y="447573"/>
                    </a:cubicBezTo>
                    <a:lnTo>
                      <a:pt x="2078518" y="447573"/>
                    </a:lnTo>
                    <a:cubicBezTo>
                      <a:pt x="2072325" y="447573"/>
                      <a:pt x="2073364" y="438294"/>
                      <a:pt x="2069239" y="434169"/>
                    </a:cubicBezTo>
                    <a:cubicBezTo>
                      <a:pt x="2064085" y="430769"/>
                      <a:pt x="2059841" y="426168"/>
                      <a:pt x="2056864" y="420765"/>
                    </a:cubicBezTo>
                    <a:cubicBezTo>
                      <a:pt x="2052100" y="412494"/>
                      <a:pt x="2048949" y="403388"/>
                      <a:pt x="2047585" y="393948"/>
                    </a:cubicBezTo>
                    <a:cubicBezTo>
                      <a:pt x="2051504" y="381648"/>
                      <a:pt x="2059993" y="371308"/>
                      <a:pt x="2071296" y="365072"/>
                    </a:cubicBezTo>
                    <a:cubicBezTo>
                      <a:pt x="2071296" y="365072"/>
                      <a:pt x="2081614" y="353726"/>
                      <a:pt x="2084700" y="351669"/>
                    </a:cubicBezTo>
                    <a:cubicBezTo>
                      <a:pt x="2088836" y="348020"/>
                      <a:pt x="2092030" y="343419"/>
                      <a:pt x="2093989" y="338265"/>
                    </a:cubicBezTo>
                    <a:cubicBezTo>
                      <a:pt x="2094552" y="334497"/>
                      <a:pt x="2094552" y="330676"/>
                      <a:pt x="2093989" y="326919"/>
                    </a:cubicBezTo>
                    <a:cubicBezTo>
                      <a:pt x="2094455" y="322122"/>
                      <a:pt x="2094455" y="317283"/>
                      <a:pt x="2093989" y="312475"/>
                    </a:cubicBezTo>
                    <a:cubicBezTo>
                      <a:pt x="2092885" y="308546"/>
                      <a:pt x="2090752" y="304983"/>
                      <a:pt x="2087796" y="302169"/>
                    </a:cubicBezTo>
                    <a:cubicBezTo>
                      <a:pt x="2084624" y="299765"/>
                      <a:pt x="2082123" y="296560"/>
                      <a:pt x="2080575" y="292890"/>
                    </a:cubicBezTo>
                    <a:cubicBezTo>
                      <a:pt x="2080586" y="292890"/>
                      <a:pt x="2066142" y="280515"/>
                      <a:pt x="2065114" y="274322"/>
                    </a:cubicBezTo>
                    <a:cubicBezTo>
                      <a:pt x="2064313" y="263744"/>
                      <a:pt x="2071296" y="254130"/>
                      <a:pt x="2081614" y="251639"/>
                    </a:cubicBezTo>
                    <a:lnTo>
                      <a:pt x="2095018" y="251639"/>
                    </a:lnTo>
                    <a:cubicBezTo>
                      <a:pt x="2103268" y="251639"/>
                      <a:pt x="2107393" y="241322"/>
                      <a:pt x="2110490" y="234100"/>
                    </a:cubicBezTo>
                    <a:cubicBezTo>
                      <a:pt x="2113586" y="226879"/>
                      <a:pt x="2110490" y="213475"/>
                      <a:pt x="2110490" y="206264"/>
                    </a:cubicBezTo>
                    <a:cubicBezTo>
                      <a:pt x="2110490" y="199043"/>
                      <a:pt x="2100172" y="195946"/>
                      <a:pt x="2093989" y="194918"/>
                    </a:cubicBezTo>
                    <a:cubicBezTo>
                      <a:pt x="2088154" y="194420"/>
                      <a:pt x="2082285" y="194420"/>
                      <a:pt x="2076461" y="194918"/>
                    </a:cubicBezTo>
                    <a:cubicBezTo>
                      <a:pt x="2076461" y="194918"/>
                      <a:pt x="2066142" y="189764"/>
                      <a:pt x="2065114" y="184599"/>
                    </a:cubicBezTo>
                    <a:cubicBezTo>
                      <a:pt x="2064085" y="179446"/>
                      <a:pt x="2059949" y="184599"/>
                      <a:pt x="2054796" y="184599"/>
                    </a:cubicBezTo>
                    <a:cubicBezTo>
                      <a:pt x="2049642" y="184599"/>
                      <a:pt x="2048614" y="169139"/>
                      <a:pt x="2047585" y="166043"/>
                    </a:cubicBezTo>
                    <a:cubicBezTo>
                      <a:pt x="2046546" y="162946"/>
                      <a:pt x="2047585" y="166043"/>
                      <a:pt x="2055824" y="158821"/>
                    </a:cubicBezTo>
                    <a:cubicBezTo>
                      <a:pt x="2064085" y="151600"/>
                      <a:pt x="2055824" y="151600"/>
                      <a:pt x="2060989" y="147475"/>
                    </a:cubicBezTo>
                    <a:cubicBezTo>
                      <a:pt x="2066142" y="143350"/>
                      <a:pt x="2069239" y="139225"/>
                      <a:pt x="2074393" y="136139"/>
                    </a:cubicBezTo>
                    <a:lnTo>
                      <a:pt x="2093989" y="136139"/>
                    </a:lnTo>
                    <a:cubicBezTo>
                      <a:pt x="2118740" y="121696"/>
                      <a:pt x="2144519" y="86639"/>
                      <a:pt x="2171337" y="84571"/>
                    </a:cubicBezTo>
                    <a:cubicBezTo>
                      <a:pt x="2198145" y="82514"/>
                      <a:pt x="2189895" y="84571"/>
                      <a:pt x="2194020" y="79417"/>
                    </a:cubicBezTo>
                    <a:cubicBezTo>
                      <a:pt x="2195051" y="78129"/>
                      <a:pt x="2196469" y="78194"/>
                      <a:pt x="2198081" y="79112"/>
                    </a:cubicBezTo>
                    <a:close/>
                    <a:moveTo>
                      <a:pt x="2394088" y="55695"/>
                    </a:moveTo>
                    <a:cubicBezTo>
                      <a:pt x="2379656" y="62916"/>
                      <a:pt x="2355934" y="70138"/>
                      <a:pt x="2356963" y="76320"/>
                    </a:cubicBezTo>
                    <a:cubicBezTo>
                      <a:pt x="2357991" y="82513"/>
                      <a:pt x="2359020" y="93860"/>
                      <a:pt x="2365213" y="93860"/>
                    </a:cubicBezTo>
                    <a:cubicBezTo>
                      <a:pt x="2372001" y="95408"/>
                      <a:pt x="2379050" y="95408"/>
                      <a:pt x="2385838" y="93860"/>
                    </a:cubicBezTo>
                    <a:cubicBezTo>
                      <a:pt x="2390992" y="88695"/>
                      <a:pt x="2397185" y="73224"/>
                      <a:pt x="2397185" y="73224"/>
                    </a:cubicBezTo>
                    <a:cubicBezTo>
                      <a:pt x="2397867" y="68092"/>
                      <a:pt x="2397867" y="62895"/>
                      <a:pt x="2397185" y="57763"/>
                    </a:cubicBezTo>
                    <a:close/>
                    <a:moveTo>
                      <a:pt x="2409561" y="1039"/>
                    </a:moveTo>
                    <a:cubicBezTo>
                      <a:pt x="2416782" y="10"/>
                      <a:pt x="2421936" y="6193"/>
                      <a:pt x="2427090" y="1039"/>
                    </a:cubicBezTo>
                    <a:cubicBezTo>
                      <a:pt x="2438393" y="-347"/>
                      <a:pt x="2449815" y="-347"/>
                      <a:pt x="2461119" y="1039"/>
                    </a:cubicBezTo>
                    <a:cubicBezTo>
                      <a:pt x="2461130" y="1039"/>
                      <a:pt x="2461130" y="12386"/>
                      <a:pt x="2469369" y="14443"/>
                    </a:cubicBezTo>
                    <a:cubicBezTo>
                      <a:pt x="2476872" y="19466"/>
                      <a:pt x="2482058" y="27251"/>
                      <a:pt x="2483812" y="36096"/>
                    </a:cubicBezTo>
                    <a:cubicBezTo>
                      <a:pt x="2483812" y="43318"/>
                      <a:pt x="2477630" y="54664"/>
                      <a:pt x="2477630" y="57761"/>
                    </a:cubicBezTo>
                    <a:cubicBezTo>
                      <a:pt x="2479600" y="63791"/>
                      <a:pt x="2479600" y="70288"/>
                      <a:pt x="2477630" y="76318"/>
                    </a:cubicBezTo>
                    <a:cubicBezTo>
                      <a:pt x="2472747" y="86549"/>
                      <a:pt x="2468936" y="97268"/>
                      <a:pt x="2466283" y="108290"/>
                    </a:cubicBezTo>
                    <a:cubicBezTo>
                      <a:pt x="2462169" y="115057"/>
                      <a:pt x="2457697" y="121596"/>
                      <a:pt x="2452879" y="127886"/>
                    </a:cubicBezTo>
                    <a:cubicBezTo>
                      <a:pt x="2445658" y="155722"/>
                      <a:pt x="2435340" y="175319"/>
                      <a:pt x="2429158" y="203165"/>
                    </a:cubicBezTo>
                    <a:cubicBezTo>
                      <a:pt x="2429158" y="203165"/>
                      <a:pt x="2422965" y="216569"/>
                      <a:pt x="2419868" y="215541"/>
                    </a:cubicBezTo>
                    <a:cubicBezTo>
                      <a:pt x="2416782" y="214512"/>
                      <a:pt x="2408532" y="215541"/>
                      <a:pt x="2406464" y="215541"/>
                    </a:cubicBezTo>
                    <a:cubicBezTo>
                      <a:pt x="2404407" y="215541"/>
                      <a:pt x="2396157" y="215541"/>
                      <a:pt x="2392032" y="222762"/>
                    </a:cubicBezTo>
                    <a:cubicBezTo>
                      <a:pt x="2387907" y="229973"/>
                      <a:pt x="2374503" y="222762"/>
                      <a:pt x="2372435" y="232041"/>
                    </a:cubicBezTo>
                    <a:cubicBezTo>
                      <a:pt x="2369859" y="237238"/>
                      <a:pt x="2369859" y="243344"/>
                      <a:pt x="2372435" y="248541"/>
                    </a:cubicBezTo>
                    <a:cubicBezTo>
                      <a:pt x="2377589" y="253694"/>
                      <a:pt x="2386879" y="248541"/>
                      <a:pt x="2387907" y="243387"/>
                    </a:cubicBezTo>
                    <a:cubicBezTo>
                      <a:pt x="2390603" y="238937"/>
                      <a:pt x="2395129" y="235906"/>
                      <a:pt x="2400282" y="235137"/>
                    </a:cubicBezTo>
                    <a:cubicBezTo>
                      <a:pt x="2406432" y="236079"/>
                      <a:pt x="2412690" y="236079"/>
                      <a:pt x="2418840" y="235137"/>
                    </a:cubicBezTo>
                    <a:cubicBezTo>
                      <a:pt x="2422867" y="235484"/>
                      <a:pt x="2426213" y="238407"/>
                      <a:pt x="2427090" y="242348"/>
                    </a:cubicBezTo>
                    <a:cubicBezTo>
                      <a:pt x="2428486" y="250338"/>
                      <a:pt x="2431280" y="258014"/>
                      <a:pt x="2435340" y="265041"/>
                    </a:cubicBezTo>
                    <a:cubicBezTo>
                      <a:pt x="2436444" y="268040"/>
                      <a:pt x="2436444" y="271320"/>
                      <a:pt x="2435340" y="274319"/>
                    </a:cubicBezTo>
                    <a:cubicBezTo>
                      <a:pt x="2430663" y="279625"/>
                      <a:pt x="2425477" y="284453"/>
                      <a:pt x="2419868" y="288763"/>
                    </a:cubicBezTo>
                    <a:cubicBezTo>
                      <a:pt x="2419868" y="288763"/>
                      <a:pt x="2407493" y="288763"/>
                      <a:pt x="2402339" y="298041"/>
                    </a:cubicBezTo>
                    <a:cubicBezTo>
                      <a:pt x="2400791" y="301657"/>
                      <a:pt x="2400791" y="305761"/>
                      <a:pt x="2402339" y="309377"/>
                    </a:cubicBezTo>
                    <a:cubicBezTo>
                      <a:pt x="2402339" y="316609"/>
                      <a:pt x="2408532" y="316609"/>
                      <a:pt x="2412657" y="315570"/>
                    </a:cubicBezTo>
                    <a:cubicBezTo>
                      <a:pt x="2416782" y="314541"/>
                      <a:pt x="2430186" y="308348"/>
                      <a:pt x="2436368" y="307320"/>
                    </a:cubicBezTo>
                    <a:cubicBezTo>
                      <a:pt x="2442886" y="307883"/>
                      <a:pt x="2449447" y="307883"/>
                      <a:pt x="2455965" y="307320"/>
                    </a:cubicBezTo>
                    <a:cubicBezTo>
                      <a:pt x="2455965" y="307320"/>
                      <a:pt x="2471437" y="299070"/>
                      <a:pt x="2477630" y="300098"/>
                    </a:cubicBezTo>
                    <a:cubicBezTo>
                      <a:pt x="2483812" y="301138"/>
                      <a:pt x="2493091" y="291848"/>
                      <a:pt x="2498244" y="300098"/>
                    </a:cubicBezTo>
                    <a:cubicBezTo>
                      <a:pt x="2503409" y="308348"/>
                      <a:pt x="2516812" y="310416"/>
                      <a:pt x="2517841" y="323820"/>
                    </a:cubicBezTo>
                    <a:cubicBezTo>
                      <a:pt x="2518880" y="337223"/>
                      <a:pt x="2511659" y="367138"/>
                      <a:pt x="2494119" y="370224"/>
                    </a:cubicBezTo>
                    <a:cubicBezTo>
                      <a:pt x="2476590" y="373320"/>
                      <a:pt x="2494119" y="370224"/>
                      <a:pt x="2467312" y="370224"/>
                    </a:cubicBezTo>
                    <a:lnTo>
                      <a:pt x="2422965" y="377445"/>
                    </a:lnTo>
                    <a:cubicBezTo>
                      <a:pt x="2414725" y="377997"/>
                      <a:pt x="2406454" y="377997"/>
                      <a:pt x="2398214" y="377445"/>
                    </a:cubicBezTo>
                    <a:cubicBezTo>
                      <a:pt x="2391177" y="378398"/>
                      <a:pt x="2384258" y="380130"/>
                      <a:pt x="2377589" y="382599"/>
                    </a:cubicBezTo>
                    <a:cubicBezTo>
                      <a:pt x="2369934" y="385760"/>
                      <a:pt x="2361987" y="388185"/>
                      <a:pt x="2353878" y="389820"/>
                    </a:cubicBezTo>
                    <a:cubicBezTo>
                      <a:pt x="2343971" y="391260"/>
                      <a:pt x="2334487" y="394779"/>
                      <a:pt x="2326031" y="400138"/>
                    </a:cubicBezTo>
                    <a:cubicBezTo>
                      <a:pt x="2316244" y="403256"/>
                      <a:pt x="2306250" y="405671"/>
                      <a:pt x="2296127" y="407360"/>
                    </a:cubicBezTo>
                    <a:cubicBezTo>
                      <a:pt x="2286578" y="412708"/>
                      <a:pt x="2276563" y="417191"/>
                      <a:pt x="2266212" y="420763"/>
                    </a:cubicBezTo>
                    <a:cubicBezTo>
                      <a:pt x="2261059" y="420763"/>
                      <a:pt x="2246616" y="420763"/>
                      <a:pt x="2245587" y="413542"/>
                    </a:cubicBezTo>
                    <a:cubicBezTo>
                      <a:pt x="2241776" y="405324"/>
                      <a:pt x="2239004" y="396663"/>
                      <a:pt x="2237348" y="387752"/>
                    </a:cubicBezTo>
                    <a:lnTo>
                      <a:pt x="2237337" y="379513"/>
                    </a:lnTo>
                    <a:cubicBezTo>
                      <a:pt x="2237337" y="379513"/>
                      <a:pt x="2237337" y="368167"/>
                      <a:pt x="2237337" y="364042"/>
                    </a:cubicBezTo>
                    <a:cubicBezTo>
                      <a:pt x="2237337" y="359917"/>
                      <a:pt x="2237337" y="357849"/>
                      <a:pt x="2243530" y="357849"/>
                    </a:cubicBezTo>
                    <a:cubicBezTo>
                      <a:pt x="2249712" y="357849"/>
                      <a:pt x="2248684" y="357849"/>
                      <a:pt x="2253837" y="357849"/>
                    </a:cubicBezTo>
                    <a:cubicBezTo>
                      <a:pt x="2262585" y="354362"/>
                      <a:pt x="2270890" y="349869"/>
                      <a:pt x="2278588" y="344445"/>
                    </a:cubicBezTo>
                    <a:lnTo>
                      <a:pt x="2310560" y="324848"/>
                    </a:lnTo>
                    <a:cubicBezTo>
                      <a:pt x="2310560" y="318666"/>
                      <a:pt x="2310560" y="315570"/>
                      <a:pt x="2303338" y="316609"/>
                    </a:cubicBezTo>
                    <a:cubicBezTo>
                      <a:pt x="2296127" y="317638"/>
                      <a:pt x="2293031" y="316609"/>
                      <a:pt x="2289934" y="316609"/>
                    </a:cubicBezTo>
                    <a:cubicBezTo>
                      <a:pt x="2286838" y="316609"/>
                      <a:pt x="2278588" y="316609"/>
                      <a:pt x="2277559" y="316609"/>
                    </a:cubicBezTo>
                    <a:cubicBezTo>
                      <a:pt x="2276531" y="316609"/>
                      <a:pt x="2277559" y="308348"/>
                      <a:pt x="2277559" y="305263"/>
                    </a:cubicBezTo>
                    <a:lnTo>
                      <a:pt x="2277559" y="291848"/>
                    </a:lnTo>
                    <a:cubicBezTo>
                      <a:pt x="2277559" y="291848"/>
                      <a:pt x="2277559" y="281541"/>
                      <a:pt x="2283752" y="280512"/>
                    </a:cubicBezTo>
                    <a:cubicBezTo>
                      <a:pt x="2289934" y="279473"/>
                      <a:pt x="2283752" y="280512"/>
                      <a:pt x="2291991" y="280512"/>
                    </a:cubicBezTo>
                    <a:lnTo>
                      <a:pt x="2300252" y="280512"/>
                    </a:lnTo>
                    <a:lnTo>
                      <a:pt x="2307463" y="280512"/>
                    </a:lnTo>
                    <a:cubicBezTo>
                      <a:pt x="2310289" y="278867"/>
                      <a:pt x="2312465" y="276322"/>
                      <a:pt x="2313656" y="273291"/>
                    </a:cubicBezTo>
                    <a:cubicBezTo>
                      <a:pt x="2314706" y="267845"/>
                      <a:pt x="2314706" y="262237"/>
                      <a:pt x="2313656" y="256791"/>
                    </a:cubicBezTo>
                    <a:cubicBezTo>
                      <a:pt x="2313656" y="256791"/>
                      <a:pt x="2308492" y="256791"/>
                      <a:pt x="2303338" y="256791"/>
                    </a:cubicBezTo>
                    <a:lnTo>
                      <a:pt x="2290963" y="261944"/>
                    </a:lnTo>
                    <a:cubicBezTo>
                      <a:pt x="2287552" y="262518"/>
                      <a:pt x="2284066" y="262518"/>
                      <a:pt x="2280656" y="261944"/>
                    </a:cubicBezTo>
                    <a:cubicBezTo>
                      <a:pt x="2277288" y="262984"/>
                      <a:pt x="2273694" y="262984"/>
                      <a:pt x="2270338" y="261944"/>
                    </a:cubicBezTo>
                    <a:cubicBezTo>
                      <a:pt x="2270338" y="261944"/>
                      <a:pt x="2270338" y="261944"/>
                      <a:pt x="2265184" y="255751"/>
                    </a:cubicBezTo>
                    <a:cubicBezTo>
                      <a:pt x="2262672" y="252774"/>
                      <a:pt x="2260907" y="249245"/>
                      <a:pt x="2260030" y="245444"/>
                    </a:cubicBezTo>
                    <a:cubicBezTo>
                      <a:pt x="2260030" y="235137"/>
                      <a:pt x="2250752" y="233069"/>
                      <a:pt x="2248684" y="231012"/>
                    </a:cubicBezTo>
                    <a:cubicBezTo>
                      <a:pt x="2245576" y="225588"/>
                      <a:pt x="2243476" y="219644"/>
                      <a:pt x="2242502" y="213473"/>
                    </a:cubicBezTo>
                    <a:cubicBezTo>
                      <a:pt x="2242502" y="203165"/>
                      <a:pt x="2249712" y="192847"/>
                      <a:pt x="2247655" y="186665"/>
                    </a:cubicBezTo>
                    <a:cubicBezTo>
                      <a:pt x="2242631" y="173002"/>
                      <a:pt x="2239167" y="158819"/>
                      <a:pt x="2237337" y="144386"/>
                    </a:cubicBezTo>
                    <a:cubicBezTo>
                      <a:pt x="2237337" y="144386"/>
                      <a:pt x="2231154" y="135097"/>
                      <a:pt x="2229086" y="126847"/>
                    </a:cubicBezTo>
                    <a:cubicBezTo>
                      <a:pt x="2227029" y="118597"/>
                      <a:pt x="2229086" y="117568"/>
                      <a:pt x="2229086" y="113443"/>
                    </a:cubicBezTo>
                    <a:cubicBezTo>
                      <a:pt x="2230191" y="105237"/>
                      <a:pt x="2230191" y="96911"/>
                      <a:pt x="2229086" y="88693"/>
                    </a:cubicBezTo>
                    <a:lnTo>
                      <a:pt x="2228058" y="86636"/>
                    </a:lnTo>
                    <a:cubicBezTo>
                      <a:pt x="2228058" y="76318"/>
                      <a:pt x="2228058" y="61886"/>
                      <a:pt x="2236309" y="61886"/>
                    </a:cubicBezTo>
                    <a:cubicBezTo>
                      <a:pt x="2244559" y="61886"/>
                      <a:pt x="2244559" y="69097"/>
                      <a:pt x="2251780" y="68068"/>
                    </a:cubicBezTo>
                    <a:cubicBezTo>
                      <a:pt x="2256533" y="69140"/>
                      <a:pt x="2261459" y="69140"/>
                      <a:pt x="2266223" y="68068"/>
                    </a:cubicBezTo>
                    <a:lnTo>
                      <a:pt x="2283752" y="59818"/>
                    </a:lnTo>
                    <a:cubicBezTo>
                      <a:pt x="2293204" y="53149"/>
                      <a:pt x="2303208" y="47280"/>
                      <a:pt x="2313656" y="42289"/>
                    </a:cubicBezTo>
                    <a:cubicBezTo>
                      <a:pt x="2320867" y="42289"/>
                      <a:pt x="2331185" y="42289"/>
                      <a:pt x="2337367" y="36096"/>
                    </a:cubicBezTo>
                    <a:cubicBezTo>
                      <a:pt x="2343560" y="29914"/>
                      <a:pt x="2402339" y="2068"/>
                      <a:pt x="2409561" y="10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9091132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982263-6197-F275-1BA5-8DFA2935A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76ED88-DF8B-16FA-F7F0-9C7665539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92A8CE-D04E-1BFA-CEE8-561FFE574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4A4C71-DDB3-40FD-83EB-DC6395DAF8C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75AFB0-F5E2-71F6-12A0-DE08EA12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F731AD-FAE0-C819-114E-15383966D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9DFFB-6D72-40AD-9675-7A5339E2F4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71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451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15938" y="4065867"/>
            <a:ext cx="11160124" cy="707886"/>
          </a:xfrm>
        </p:spPr>
        <p:txBody>
          <a:bodyPr/>
          <a:lstStyle/>
          <a:p>
            <a:r>
              <a:rPr lang="zh-CN" altLang="en-US" dirty="0"/>
              <a:t>重返秘境经验分享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/>
          </p:nvPr>
        </p:nvSpPr>
        <p:spPr>
          <a:xfrm>
            <a:off x="2141362" y="5541877"/>
            <a:ext cx="7909277" cy="345094"/>
          </a:xfrm>
        </p:spPr>
        <p:txBody>
          <a:bodyPr/>
          <a:lstStyle/>
          <a:p>
            <a:r>
              <a:rPr lang="zh-CN" altLang="en-US" dirty="0"/>
              <a:t>左逸龙　　　</a:t>
            </a:r>
            <a:fld id="{DFF7108A-04D0-404E-9D44-4DF45664CBC8}" type="datetime1">
              <a:rPr lang="zh-CN" altLang="en-US" smtClean="0"/>
              <a:t>2025/11/24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1282544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76378" y="1673522"/>
            <a:ext cx="10498347" cy="2865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  <a:ea typeface="+mn-ea"/>
              </a:rPr>
              <a:t>两次教学测评宝箱生成都是固定的</a:t>
            </a:r>
            <a:endParaRPr lang="en-US" altLang="zh-CN" sz="2200" dirty="0">
              <a:latin typeface="+mn-ea"/>
              <a:ea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  <a:ea typeface="+mn-ea"/>
              </a:rPr>
              <a:t>固定环境下，宝箱按</a:t>
            </a:r>
            <a:r>
              <a:rPr lang="en-US" altLang="zh-CN" sz="2200" dirty="0">
                <a:latin typeface="+mn-ea"/>
                <a:ea typeface="+mn-ea"/>
              </a:rPr>
              <a:t>ID</a:t>
            </a:r>
            <a:r>
              <a:rPr lang="zh-CN" altLang="en-US" sz="2200" dirty="0">
                <a:latin typeface="+mn-ea"/>
                <a:ea typeface="+mn-ea"/>
              </a:rPr>
              <a:t>从小到大生成，所以</a:t>
            </a:r>
            <a:r>
              <a:rPr lang="en-US" altLang="zh-CN" sz="2200" dirty="0">
                <a:latin typeface="+mn-ea"/>
                <a:ea typeface="+mn-ea"/>
              </a:rPr>
              <a:t>10</a:t>
            </a:r>
            <a:r>
              <a:rPr lang="zh-CN" altLang="en-US" sz="2200" dirty="0">
                <a:latin typeface="+mn-ea"/>
                <a:ea typeface="+mn-ea"/>
              </a:rPr>
              <a:t>个固定宝箱即宝箱</a:t>
            </a:r>
            <a:r>
              <a:rPr lang="en-US" altLang="zh-CN" sz="2200" dirty="0">
                <a:latin typeface="+mn-ea"/>
                <a:ea typeface="+mn-ea"/>
              </a:rPr>
              <a:t>3~12……</a:t>
            </a: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endParaRPr lang="en-US" altLang="zh-CN" sz="2200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endParaRPr lang="en-US" altLang="zh-CN" sz="2200" dirty="0">
              <a:latin typeface="+mn-ea"/>
              <a:ea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结合峡谷漫步的经验，使用确定性算法无论是上限还是安全性上都比较高</a:t>
            </a:r>
            <a:endParaRPr lang="en-US" altLang="zh-CN" sz="2200" dirty="0">
              <a:latin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教学测评环境是完全确定的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C02C8F-648E-A5F4-152A-FD4E60C00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75" y="2853167"/>
            <a:ext cx="10482547" cy="9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75289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A800F-9747-6C28-888F-18218E59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2EFF922-88E5-3755-BE22-9C38827B3E7A}"/>
              </a:ext>
            </a:extLst>
          </p:cNvPr>
          <p:cNvSpPr txBox="1"/>
          <p:nvPr/>
        </p:nvSpPr>
        <p:spPr>
          <a:xfrm>
            <a:off x="151951" y="1465193"/>
            <a:ext cx="8643848" cy="3151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平台没有提供地图数据，但是我们可以输出局部视野来拼凑</a:t>
            </a:r>
            <a:endParaRPr lang="en-US" altLang="zh-CN" sz="2200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借鉴王翔宇同学的思路，</a:t>
            </a:r>
            <a:r>
              <a:rPr lang="en-US" altLang="zh-CN" sz="2200" dirty="0">
                <a:latin typeface="+mn-ea"/>
              </a:rPr>
              <a:t>15</a:t>
            </a:r>
            <a:r>
              <a:rPr lang="zh-CN" altLang="en-US" sz="2200" dirty="0">
                <a:latin typeface="+mn-ea"/>
              </a:rPr>
              <a:t>个重生点全出生一遍，借助</a:t>
            </a:r>
            <a:r>
              <a:rPr lang="en-US" altLang="zh-CN" sz="2200" dirty="0">
                <a:latin typeface="+mn-ea"/>
              </a:rPr>
              <a:t>observation</a:t>
            </a:r>
            <a:r>
              <a:rPr lang="zh-CN" altLang="en-US" sz="2200" dirty="0">
                <a:latin typeface="+mn-ea"/>
              </a:rPr>
              <a:t>返回的当前坐标以及周围</a:t>
            </a:r>
            <a:r>
              <a:rPr lang="en-US" altLang="zh-CN" sz="2200" dirty="0">
                <a:latin typeface="+mn-ea"/>
              </a:rPr>
              <a:t>51*51</a:t>
            </a:r>
            <a:r>
              <a:rPr lang="zh-CN" altLang="en-US" sz="2200" dirty="0">
                <a:latin typeface="+mn-ea"/>
              </a:rPr>
              <a:t>的视野，可以把全图拼出来</a:t>
            </a:r>
            <a:endParaRPr lang="en-US" altLang="zh-CN" sz="2200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同时也知道了</a:t>
            </a:r>
            <a:r>
              <a:rPr lang="en-US" altLang="zh-CN" sz="2200" dirty="0">
                <a:latin typeface="+mn-ea"/>
              </a:rPr>
              <a:t>15</a:t>
            </a:r>
            <a:r>
              <a:rPr lang="zh-CN" altLang="en-US" sz="2200" dirty="0">
                <a:latin typeface="+mn-ea"/>
              </a:rPr>
              <a:t>个关键点的坐标</a:t>
            </a:r>
            <a:r>
              <a:rPr lang="en-US" altLang="zh-CN" sz="2200" dirty="0">
                <a:latin typeface="+mn-ea"/>
              </a:rPr>
              <a:t>(</a:t>
            </a:r>
            <a:r>
              <a:rPr lang="zh-CN" altLang="en-US" sz="2200" dirty="0">
                <a:latin typeface="+mn-ea"/>
              </a:rPr>
              <a:t>起点、终点、宝箱</a:t>
            </a:r>
            <a:r>
              <a:rPr lang="en-US" altLang="zh-CN" sz="2200" dirty="0">
                <a:latin typeface="+mn-ea"/>
              </a:rPr>
              <a:t>)</a:t>
            </a: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加速的位置通过肉眼</a:t>
            </a:r>
            <a:r>
              <a:rPr lang="en-US" altLang="zh-CN" sz="2200" dirty="0">
                <a:latin typeface="+mn-ea"/>
              </a:rPr>
              <a:t>+</a:t>
            </a:r>
            <a:r>
              <a:rPr lang="zh-CN" altLang="en-US" sz="2200" dirty="0">
                <a:latin typeface="+mn-ea"/>
              </a:rPr>
              <a:t>评估标注</a:t>
            </a:r>
            <a:endParaRPr lang="en-US" altLang="zh-CN" sz="2200" dirty="0">
              <a:latin typeface="+mn-ea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C4E8AFD1-B1F1-2BF4-CC9B-961E2911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如何搞到地图数据</a:t>
            </a:r>
          </a:p>
        </p:txBody>
      </p:sp>
      <p:pic>
        <p:nvPicPr>
          <p:cNvPr id="5" name="图片 4" descr="电脑萤幕画面&#10;&#10;AI 生成的内容可能不正确。">
            <a:extLst>
              <a:ext uri="{FF2B5EF4-FFF2-40B4-BE49-F238E27FC236}">
                <a16:creationId xmlns:a16="http://schemas.microsoft.com/office/drawing/2014/main" id="{B2960440-BC5E-0898-3B1C-04E89A6C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798" y="900428"/>
            <a:ext cx="2533333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94663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B25A-6E5E-64FD-4394-C64FE075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9C8C52C-04A8-1214-1BBF-382529BA3B40}"/>
              </a:ext>
            </a:extLst>
          </p:cNvPr>
          <p:cNvSpPr txBox="1"/>
          <p:nvPr/>
        </p:nvSpPr>
        <p:spPr>
          <a:xfrm>
            <a:off x="949345" y="2391874"/>
            <a:ext cx="5757653" cy="2557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使用 </a:t>
            </a:r>
            <a:r>
              <a:rPr lang="en-US" altLang="zh-CN" sz="2200" dirty="0">
                <a:latin typeface="+mn-ea"/>
              </a:rPr>
              <a:t>BFS </a:t>
            </a:r>
            <a:r>
              <a:rPr lang="zh-CN" altLang="en-US" sz="2200" dirty="0">
                <a:latin typeface="+mn-ea"/>
              </a:rPr>
              <a:t>即可得知任意两点间的最短路该怎么走</a:t>
            </a:r>
            <a:endParaRPr lang="en-US" altLang="zh-CN" sz="2200" dirty="0">
              <a:latin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此外，收集宝箱的顺序可以肉眼看出路径最短的方案</a:t>
            </a:r>
            <a:endParaRPr lang="en-US" altLang="zh-CN" sz="2200" dirty="0">
              <a:latin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200" dirty="0">
                <a:latin typeface="+mn-ea"/>
              </a:rPr>
              <a:t>10</a:t>
            </a:r>
            <a:r>
              <a:rPr lang="zh-CN" altLang="en-US" sz="2200" dirty="0">
                <a:latin typeface="+mn-ea"/>
              </a:rPr>
              <a:t>个宝箱的测评可以调整需要收集的序列</a:t>
            </a:r>
            <a:endParaRPr lang="en-US" altLang="zh-CN" sz="2200" dirty="0">
              <a:latin typeface="+mn-ea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12F2D2F0-3F84-7BA2-77DB-ACD7199B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BFS</a:t>
            </a:r>
            <a:endParaRPr lang="zh-CN" altLang="en-US" dirty="0"/>
          </a:p>
        </p:txBody>
      </p:sp>
      <p:pic>
        <p:nvPicPr>
          <p:cNvPr id="3" name="图片 2" descr="地图&#10;&#10;AI 生成的内容可能不正确。">
            <a:extLst>
              <a:ext uri="{FF2B5EF4-FFF2-40B4-BE49-F238E27FC236}">
                <a16:creationId xmlns:a16="http://schemas.microsoft.com/office/drawing/2014/main" id="{FC7D6446-55DA-CA42-52FF-1E27777E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889" y="1462135"/>
            <a:ext cx="4718382" cy="393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937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5C2E-410E-2E9B-9FD4-1DAB5BDF4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80E929-AE05-73DA-A25C-47797972DF55}"/>
              </a:ext>
            </a:extLst>
          </p:cNvPr>
          <p:cNvSpPr txBox="1"/>
          <p:nvPr/>
        </p:nvSpPr>
        <p:spPr>
          <a:xfrm>
            <a:off x="1029041" y="1905313"/>
            <a:ext cx="9486559" cy="2557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无论是峡谷漫步还是重返秘境，都是这类确定性算法上限更高，感觉锻炼不到强化学习算法</a:t>
            </a:r>
            <a:endParaRPr lang="en-US" altLang="zh-CN" sz="2200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主要问题在于环境比较简单，可以通过人的能力预先定义好策略，再让智能体去执行，无需智能体学习的过程</a:t>
            </a:r>
            <a:endParaRPr lang="en-US" altLang="zh-CN" sz="2200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+mn-ea"/>
              </a:rPr>
              <a:t>只有像</a:t>
            </a:r>
            <a:r>
              <a:rPr lang="en-US" altLang="zh-CN" sz="2200" dirty="0">
                <a:latin typeface="+mn-ea"/>
              </a:rPr>
              <a:t>1v1</a:t>
            </a:r>
            <a:r>
              <a:rPr lang="zh-CN" altLang="en-US" sz="2200">
                <a:latin typeface="+mn-ea"/>
              </a:rPr>
              <a:t>这种较为复杂的环境才能凸显强化学习算法的优势</a:t>
            </a:r>
            <a:endParaRPr lang="en-US" altLang="zh-CN" sz="2200" dirty="0">
              <a:latin typeface="+mn-ea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2463B886-391D-E553-52BE-FC80C8FD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</a:p>
        </p:txBody>
      </p:sp>
    </p:spTree>
    <p:extLst>
      <p:ext uri="{BB962C8B-B14F-4D97-AF65-F5344CB8AC3E}">
        <p14:creationId xmlns:p14="http://schemas.microsoft.com/office/powerpoint/2010/main" val="2360592570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封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405</Words>
  <Application>Microsoft Office PowerPoint</Application>
  <PresentationFormat>宽屏</PresentationFormat>
  <Paragraphs>26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等线</vt:lpstr>
      <vt:lpstr>等线 Light</vt:lpstr>
      <vt:lpstr>微软雅黑</vt:lpstr>
      <vt:lpstr>微软雅黑 Light</vt:lpstr>
      <vt:lpstr>Arial</vt:lpstr>
      <vt:lpstr>Century Gothic</vt:lpstr>
      <vt:lpstr>Wingdings</vt:lpstr>
      <vt:lpstr>Office 主题​​</vt:lpstr>
      <vt:lpstr>封2​​</vt:lpstr>
      <vt:lpstr>重返秘境经验分享</vt:lpstr>
      <vt:lpstr>教学测评环境是完全确定的</vt:lpstr>
      <vt:lpstr>如何搞到地图数据</vt:lpstr>
      <vt:lpstr>BFS</vt:lpstr>
      <vt:lpstr>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nuo lao</dc:creator>
  <cp:lastModifiedBy>nuo lao</cp:lastModifiedBy>
  <cp:revision>4</cp:revision>
  <dcterms:created xsi:type="dcterms:W3CDTF">2025-11-24T09:43:28Z</dcterms:created>
  <dcterms:modified xsi:type="dcterms:W3CDTF">2025-11-24T10:56:12Z</dcterms:modified>
</cp:coreProperties>
</file>